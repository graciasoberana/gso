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1.xml" ContentType="application/inkml+xml"/>
  <Override PartName="/ppt/notesSlides/notesSlide5.xml" ContentType="application/vnd.openxmlformats-officedocument.presentationml.notesSlide+xml"/>
  <Override PartName="/ppt/ink/ink2.xml" ContentType="application/inkml+xml"/>
  <Override PartName="/ppt/notesSlides/notesSlide6.xml" ContentType="application/vnd.openxmlformats-officedocument.presentationml.notesSlide+xml"/>
  <Override PartName="/ppt/ink/ink3.xml" ContentType="application/inkml+xml"/>
  <Override PartName="/ppt/notesSlides/notesSlide7.xml" ContentType="application/vnd.openxmlformats-officedocument.presentationml.notesSlide+xml"/>
  <Override PartName="/ppt/ink/ink4.xml" ContentType="application/inkml+xml"/>
  <Override PartName="/ppt/notesSlides/notesSlide8.xml" ContentType="application/vnd.openxmlformats-officedocument.presentationml.notesSlide+xml"/>
  <Override PartName="/ppt/ink/ink5.xml" ContentType="application/inkml+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ink/ink6.xml" ContentType="application/inkml+xml"/>
  <Override PartName="/ppt/notesSlides/notesSlide12.xml" ContentType="application/vnd.openxmlformats-officedocument.presentationml.notesSlide+xml"/>
  <Override PartName="/ppt/ink/ink7.xml" ContentType="application/inkml+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ink/ink8.xml" ContentType="application/inkml+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ink/ink9.xml" ContentType="application/inkml+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ink/ink10.xml" ContentType="application/inkml+xml"/>
  <Override PartName="/ppt/notesSlides/notesSlide29.xml" ContentType="application/vnd.openxmlformats-officedocument.presentationml.notesSlide+xml"/>
  <Override PartName="/ppt/ink/ink11.xml" ContentType="application/inkml+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ink/ink12.xml" ContentType="application/inkml+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ink/ink13.xml" ContentType="application/inkml+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ink/ink14.xml" ContentType="application/inkml+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ink/ink15.xml" ContentType="application/inkml+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ink/ink16.xml" ContentType="application/inkml+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ink/ink17.xml" ContentType="application/inkml+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ink/ink18.xml" ContentType="application/inkml+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ink/ink19.xml" ContentType="application/inkml+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7" r:id="rId72"/>
    <p:sldId id="329" r:id="rId73"/>
    <p:sldId id="330" r:id="rId74"/>
    <p:sldId id="331" r:id="rId75"/>
    <p:sldId id="332" r:id="rId76"/>
    <p:sldId id="333" r:id="rId77"/>
    <p:sldId id="334" r:id="rId78"/>
    <p:sldId id="335" r:id="rId79"/>
    <p:sldId id="337" r:id="rId80"/>
    <p:sldId id="339" r:id="rId81"/>
    <p:sldId id="340" r:id="rId82"/>
    <p:sldId id="341" r:id="rId83"/>
    <p:sldId id="342" r:id="rId84"/>
    <p:sldId id="343" r:id="rId85"/>
    <p:sldId id="344" r:id="rId86"/>
    <p:sldId id="345" r:id="rId87"/>
    <p:sldId id="346" r:id="rId88"/>
    <p:sldId id="347" r:id="rId89"/>
    <p:sldId id="348" r:id="rId90"/>
    <p:sldId id="349" r:id="rId91"/>
    <p:sldId id="350" r:id="rId92"/>
    <p:sldId id="351" r:id="rId93"/>
    <p:sldId id="352" r:id="rId94"/>
    <p:sldId id="353" r:id="rId95"/>
    <p:sldId id="354" r:id="rId96"/>
    <p:sldId id="355" r:id="rId97"/>
    <p:sldId id="356" r:id="rId98"/>
    <p:sldId id="357" r:id="rId99"/>
    <p:sldId id="358" r:id="rId100"/>
    <p:sldId id="359" r:id="rId101"/>
    <p:sldId id="360" r:id="rId102"/>
    <p:sldId id="361" r:id="rId103"/>
    <p:sldId id="362" r:id="rId104"/>
    <p:sldId id="363" r:id="rId105"/>
    <p:sldId id="364" r:id="rId106"/>
    <p:sldId id="365" r:id="rId107"/>
    <p:sldId id="366" r:id="rId108"/>
    <p:sldId id="367" r:id="rId109"/>
    <p:sldId id="368" r:id="rId110"/>
    <p:sldId id="369" r:id="rId111"/>
    <p:sldId id="370" r:id="rId112"/>
    <p:sldId id="371" r:id="rId113"/>
    <p:sldId id="372" r:id="rId114"/>
    <p:sldId id="373" r:id="rId115"/>
    <p:sldId id="374" r:id="rId116"/>
    <p:sldId id="375" r:id="rId117"/>
    <p:sldId id="376" r:id="rId118"/>
    <p:sldId id="377" r:id="rId119"/>
    <p:sldId id="378" r:id="rId120"/>
    <p:sldId id="379" r:id="rId121"/>
    <p:sldId id="380" r:id="rId122"/>
    <p:sldId id="381" r:id="rId123"/>
    <p:sldId id="382" r:id="rId124"/>
    <p:sldId id="383" r:id="rId125"/>
    <p:sldId id="384" r:id="rId126"/>
    <p:sldId id="385" r:id="rId127"/>
    <p:sldId id="386" r:id="rId128"/>
    <p:sldId id="387" r:id="rId129"/>
    <p:sldId id="388" r:id="rId130"/>
    <p:sldId id="389" r:id="rId131"/>
    <p:sldId id="390" r:id="rId132"/>
    <p:sldId id="391" r:id="rId133"/>
    <p:sldId id="392" r:id="rId134"/>
    <p:sldId id="393" r:id="rId135"/>
    <p:sldId id="394" r:id="rId136"/>
  </p:sldIdLst>
  <p:sldSz cx="18288000" cy="10287000"/>
  <p:notesSz cx="6858000" cy="9144000"/>
  <p:embeddedFontLst>
    <p:embeddedFont>
      <p:font typeface="Bebas Neue" panose="020B0606020202050201" pitchFamily="34" charset="0"/>
      <p:regular r:id="rId138"/>
    </p:embeddedFont>
    <p:embeddedFont>
      <p:font typeface="Cardo" panose="02020600000000000000" pitchFamily="18" charset="-79"/>
      <p:regular r:id="rId139"/>
      <p:bold r:id="rId140"/>
      <p:italic r:id="rId141"/>
    </p:embeddedFont>
    <p:embeddedFont>
      <p:font typeface="Didact Gothic" panose="00000500000000000000" pitchFamily="2" charset="0"/>
      <p:regular r:id="rId142"/>
    </p:embeddedFont>
    <p:embeddedFont>
      <p:font typeface="EB Garamond" pitchFamily="2" charset="0"/>
      <p:regular r:id="rId143"/>
      <p:bold r:id="rId144"/>
      <p:italic r:id="rId145"/>
      <p:boldItalic r:id="rId146"/>
    </p:embeddedFont>
    <p:embeddedFont>
      <p:font typeface="GFS Didot" panose="02000500000000020003" pitchFamily="2" charset="0"/>
      <p:regular r:id="rId147"/>
    </p:embeddedFont>
    <p:embeddedFont>
      <p:font typeface="GFS Neohellenic" panose="02000500000000020004" pitchFamily="2" charset="0"/>
      <p:regular r:id="rId148"/>
      <p:bold r:id="rId149"/>
      <p:italic r:id="rId150"/>
      <p:boldItalic r:id="rId151"/>
    </p:embeddedFont>
    <p:embeddedFont>
      <p:font typeface="Lato" panose="020F0502020204030203" pitchFamily="34" charset="0"/>
      <p:regular r:id="rId152"/>
      <p:bold r:id="rId153"/>
      <p:italic r:id="rId154"/>
      <p:boldItalic r:id="rId155"/>
    </p:embeddedFont>
    <p:embeddedFont>
      <p:font typeface="Montserrat SemiBold" panose="00000700000000000000" pitchFamily="2" charset="0"/>
      <p:regular r:id="rId156"/>
      <p:bold r:id="rId157"/>
      <p:italic r:id="rId158"/>
      <p:boldItalic r:id="rId159"/>
    </p:embeddedFont>
    <p:embeddedFont>
      <p:font typeface="Oswald" pitchFamily="2" charset="0"/>
      <p:regular r:id="rId160"/>
      <p:bold r:id="rId161"/>
    </p:embeddedFont>
    <p:embeddedFont>
      <p:font typeface="Oswald Medium" pitchFamily="2" charset="0"/>
      <p:regular r:id="rId162"/>
      <p:bold r:id="rId163"/>
    </p:embeddedFont>
    <p:embeddedFont>
      <p:font typeface="Raleway" panose="020B0503030101060003" pitchFamily="34" charset="0"/>
      <p:regular r:id="rId164"/>
      <p:bold r:id="rId165"/>
      <p:italic r:id="rId166"/>
      <p:boldItalic r:id="rId16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345">
          <p15:clr>
            <a:srgbClr val="747775"/>
          </p15:clr>
        </p15:guide>
        <p15:guide id="2" pos="737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464F850-EE42-4C69-97A1-59E714ADE28D}">
  <a:tblStyle styleId="{C464F850-EE42-4C69-97A1-59E714ADE28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B22CA8F-BFF6-4F2E-A46A-7FD96E287156}"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774" y="84"/>
      </p:cViewPr>
      <p:guideLst>
        <p:guide orient="horz" pos="3345"/>
        <p:guide pos="737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font" Target="fonts/font1.fntdata"/><Relationship Id="rId159" Type="http://schemas.openxmlformats.org/officeDocument/2006/relationships/font" Target="fonts/font22.fntdata"/><Relationship Id="rId170" Type="http://schemas.openxmlformats.org/officeDocument/2006/relationships/theme" Target="theme/theme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font" Target="fonts/font12.fntdata"/><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font" Target="fonts/font23.fntdata"/><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font" Target="fonts/font2.fntdata"/><Relationship Id="rId85" Type="http://schemas.openxmlformats.org/officeDocument/2006/relationships/slide" Target="slides/slide84.xml"/><Relationship Id="rId150" Type="http://schemas.openxmlformats.org/officeDocument/2006/relationships/font" Target="fonts/font13.fntdata"/><Relationship Id="rId171" Type="http://schemas.openxmlformats.org/officeDocument/2006/relationships/tableStyles" Target="tableStyles.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font" Target="fonts/font3.fntdata"/><Relationship Id="rId145" Type="http://schemas.openxmlformats.org/officeDocument/2006/relationships/font" Target="fonts/font8.fntdata"/><Relationship Id="rId161" Type="http://schemas.openxmlformats.org/officeDocument/2006/relationships/font" Target="fonts/font24.fntdata"/><Relationship Id="rId166" Type="http://schemas.openxmlformats.org/officeDocument/2006/relationships/font" Target="fonts/font29.fntdata"/><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font" Target="fonts/font14.fntdata"/><Relationship Id="rId156" Type="http://schemas.openxmlformats.org/officeDocument/2006/relationships/font" Target="fonts/font19.fntdata"/><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font" Target="fonts/font4.fntdata"/><Relationship Id="rId146" Type="http://schemas.openxmlformats.org/officeDocument/2006/relationships/font" Target="fonts/font9.fntdata"/><Relationship Id="rId167" Type="http://schemas.openxmlformats.org/officeDocument/2006/relationships/font" Target="fonts/font30.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font" Target="fonts/font25.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font" Target="fonts/font20.fntdata"/><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font" Target="fonts/font15.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font" Target="fonts/font10.fntdata"/><Relationship Id="rId16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font" Target="fonts/font5.fntdata"/><Relationship Id="rId163" Type="http://schemas.openxmlformats.org/officeDocument/2006/relationships/font" Target="fonts/font26.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notesMaster" Target="notesMasters/notesMaster1.xml"/><Relationship Id="rId158" Type="http://schemas.openxmlformats.org/officeDocument/2006/relationships/font" Target="fonts/font21.fntdata"/><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font" Target="fonts/font16.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font" Target="fonts/font6.fntdata"/><Relationship Id="rId148" Type="http://schemas.openxmlformats.org/officeDocument/2006/relationships/font" Target="fonts/font11.fntdata"/><Relationship Id="rId164" Type="http://schemas.openxmlformats.org/officeDocument/2006/relationships/font" Target="fonts/font27.fntdata"/><Relationship Id="rId16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font" Target="fonts/font17.fntdata"/><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font" Target="fonts/font7.fntdata"/><Relationship Id="rId90" Type="http://schemas.openxmlformats.org/officeDocument/2006/relationships/slide" Target="slides/slide89.xml"/><Relationship Id="rId165" Type="http://schemas.openxmlformats.org/officeDocument/2006/relationships/font" Target="fonts/font28.fntdata"/><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font" Target="fonts/font18.fntdata"/><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s>
</file>

<file path=ppt/ink/ink1.xml><?xml version="1.0" encoding="utf-8"?>
<inkml:ink xmlns:inkml="http://www.w3.org/2003/InkML">
  <inkml:definitions>
    <inkml:context xml:id="ctx0">
      <inkml:inkSource xml:id="inkSrc0">
        <inkml:traceFormat>
          <inkml:channel name="X" type="integer" max="65535" units="cm"/>
          <inkml:channel name="Y" type="integer" max="65535" units="cm"/>
          <inkml:channel name="T" type="integer" max="2.14748E9" units="dev"/>
        </inkml:traceFormat>
        <inkml:channelProperties>
          <inkml:channelProperty channel="X" name="resolution" value="1092.25" units="1/cm"/>
          <inkml:channelProperty channel="Y" name="resolution" value="1927.5" units="1/cm"/>
          <inkml:channelProperty channel="T" name="resolution" value="1" units="1/dev"/>
        </inkml:channelProperties>
      </inkml:inkSource>
      <inkml:timestamp xml:id="ts0" timeString="2025-03-13T15:21:22.273"/>
    </inkml:context>
    <inkml:brush xml:id="br0">
      <inkml:brushProperty name="width" value="0.05292" units="cm"/>
      <inkml:brushProperty name="height" value="0.05292" units="cm"/>
      <inkml:brushProperty name="color" value="#FF0000"/>
    </inkml:brush>
  </inkml:definitions>
  <inkml:trace contextRef="#ctx0" brushRef="#br0">6836 20761 0,'0'0'0,"0"0"15,-244-28 1,53 28-1,83 0 1,57 28 0,51-28-1,0-28 1,51 1 15,32 27-31,26-28 31,53-25-15,81-2 0,55 2-1,25 26 1,-24 1 0,-111-1-1,-25-28 1,-82 28-1,-136-1 1,-458 28 0,107 0-1,1 0 1,1 55 0,214-28-1,54 1 1,107-28 15,85-28-15,107 28-1,215-27 1,-54 27 0,1 27-1,-81 1 1,-56-1-1,-53-1 1,-108-26 0,-54 0-1,-54 0 1,-55 0 15,2 27-31,-28 1 31,26-56-15,2 28 0,25-27-1,109 27 1,27-26 0,55 52-1,52 1 1,-52 1-1,-54-3 1</inkml:trace>
  <inkml:trace contextRef="#ctx0" brushRef="#br0" timeOffset="2375.94">2426 20570 0,'0'0'0,"0"0"15,53-25 1,110 25 0,161 25-1,55-25 1,245-80 0,132-55-1,-26 79 1,-25 3-1,52 27 1,0 26 0,-79 79-1,-84-23 1,-161 26 15,-55-29-31,-109-53 31,30 0-15,25-53 0,-53-2-1,-109 55 1,-27-27 0,-79 27-1,-56 27 1,-137 28-1,-350 25 1,-108-80 0,-80-27-1,80-26 1,25 53 0,-213 133 15,-109 30-16,109-53 1,184-57 0,32 83-1,162-83 1,53-53 0,134-28-1,59-25 1,48-27-1,60-30 1,24 29 0,27 26-1,27 55 17,53 28-17,109-1-15,351-54 16,163-81 15,-108-26-15,81 25-1,28 28 1,135 53 0,-133 56-1,-113 25 1,-187 2-1,-109-28 1,-189-27 0,-81 0-1,-81 0 1,-298 28 15,-136-28-15,-239-28-1,-59 28 1,-25 81 0,81 27-1,106 0 1,29-27 0,27-25-1,56-56 1,269-29-1,25-24 1,108-2 0,29 27-1,162 28 1,163 28 15,163 80-15,269 163-16,-136-2 31</inkml:trace>
</inkml:ink>
</file>

<file path=ppt/ink/ink2.xml><?xml version="1.0" encoding="utf-8"?>
<inkml:ink xmlns:inkml="http://www.w3.org/2003/InkML">
  <inkml:definitions>
    <inkml:context xml:id="ctx0">
      <inkml:inkSource xml:id="inkSrc0">
        <inkml:traceFormat>
          <inkml:channel name="X" type="integer" max="65535" units="cm"/>
          <inkml:channel name="Y" type="integer" max="65535" units="cm"/>
          <inkml:channel name="T" type="integer" max="2.14748E9" units="dev"/>
        </inkml:traceFormat>
        <inkml:channelProperties>
          <inkml:channelProperty channel="X" name="resolution" value="1092.25" units="1/cm"/>
          <inkml:channelProperty channel="Y" name="resolution" value="1927.5" units="1/cm"/>
          <inkml:channelProperty channel="T" name="resolution" value="1" units="1/dev"/>
        </inkml:channelProperties>
      </inkml:inkSource>
      <inkml:timestamp xml:id="ts0" timeString="2025-03-13T15:22:17.648"/>
    </inkml:context>
    <inkml:brush xml:id="br0">
      <inkml:brushProperty name="width" value="0.05292" units="cm"/>
      <inkml:brushProperty name="height" value="0.05292" units="cm"/>
      <inkml:brushProperty name="color" value="#FF0000"/>
    </inkml:brush>
  </inkml:definitions>
  <inkml:trace contextRef="#ctx0" brushRef="#br0">41191 18598 0,'-1814'-407'0,"110"759"15,-350 756 1</inkml:trace>
</inkml:ink>
</file>

<file path=ppt/ink/ink3.xml><?xml version="1.0" encoding="utf-8"?>
<inkml:ink xmlns:inkml="http://www.w3.org/2003/InkML">
  <inkml:definitions>
    <inkml:context xml:id="ctx0">
      <inkml:inkSource xml:id="inkSrc0">
        <inkml:traceFormat>
          <inkml:channel name="X" type="integer" max="65535" units="cm"/>
          <inkml:channel name="Y" type="integer" max="65535" units="cm"/>
          <inkml:channel name="T" type="integer" max="2.14748E9" units="dev"/>
        </inkml:traceFormat>
        <inkml:channelProperties>
          <inkml:channelProperty channel="X" name="resolution" value="1092.25" units="1/cm"/>
          <inkml:channelProperty channel="Y" name="resolution" value="1927.5" units="1/cm"/>
          <inkml:channelProperty channel="T" name="resolution" value="1" units="1/dev"/>
        </inkml:channelProperties>
      </inkml:inkSource>
      <inkml:timestamp xml:id="ts0" timeString="2025-03-13T15:24:24.129"/>
    </inkml:context>
    <inkml:brush xml:id="br0">
      <inkml:brushProperty name="width" value="0.05292" units="cm"/>
      <inkml:brushProperty name="height" value="0.05292" units="cm"/>
      <inkml:brushProperty name="color" value="#FF0000"/>
    </inkml:brush>
  </inkml:definitions>
  <inkml:trace contextRef="#ctx0" brushRef="#br0">8784 22517 0,'0'0'0,"0"0"0,0 0 0,0 0 31,0 0-15,28 0-1,23 28 1,-24 0-1,-27-28 1,0 0 0,-52-28-1,-2 0 1,-56 2 0,-22-1-1,-7 108 1,32 27-1,82 0 1,50 27 0,31-54 15,23 1-15,3-54-1,27-28 1,-57 0-1,-25-28 1,-27 28 0,-27 0-1,-25 0 1,-28 53 0,-4 30 15,29-3-31,4 3 15,-5-4 1,56-25 15,0-26-15,0-2 0,30-26-1,-30-26 1,26-2-1,-26 28-15</inkml:trace>
  <inkml:trace contextRef="#ctx0" brushRef="#br0" timeOffset="1157.68">12353 22790 0,'0'0'0,"0"0"0,0 0 16,0 0 0,0 0-1,0 0 1,0 0 15,0 0-15,0-29-1,0-79 1,28 0 0,54 80-1,-2 56 1,1 80-1,-53 82 1,-28 79 0,0-51-1,0-29 1,0-54 0,0-81 15,-28-135-31,56-80 15,24-83 17,30-1-17,0 58 1,-2 22 0,2 85-1,0 134 1,-3 108-1,2 164 1,-25 295 0,-29-215-1,0-137 1,-27-78 0,26-56-1,-26-54 16,0-81-15,0-29-16</inkml:trace>
  <inkml:trace contextRef="#ctx0" brushRef="#br0" timeOffset="1830.62">13978 24059 0,'0'0'0,"0"0"0,0 0 0,0 0 16,0 28 15,25-82-15,32-110-1,21-214 1,3 109-1,3 106 1,-30 28 0,27 81-1,-54 54 1,27-27 15,-54 27-31</inkml:trace>
  <inkml:trace contextRef="#ctx0" brushRef="#br0" timeOffset="2428.98">14087 21436 0,'0'0'0,"0"0"0,0 0 16,0 0 15,0 0-15,0 54-16,24 54 31,-24 55-15,83 188-1,-1 217 1,-1-244-1,0-106 1,-27-57 0,0 1-1,-27-53 1,26-1 0,-25 26 15,-28 3-31,0-30 31,0-80-15,0-54-1</inkml:trace>
  <inkml:trace contextRef="#ctx0" brushRef="#br0" timeOffset="3293.09">15761 21896 0,'0'0'0,"0"0"15,-53-163 1,-1 57 15,28 24-31,-2 82 16,28 27 15,-28 81-15,-52 81-1,-28 298 1,-1 53 0,82-106-1,27-2 1,54-107-1,0-137 1,54-80 0,56-53-1,-3-190 1,55-433 0,-243-135-1,-53 162 16,-2-1-15,-26 246-16,0 188 16,0 53 15,27 55-15,-1 0-1,28 27 1,1 1-1,-2 54 1,1 52 0</inkml:trace>
  <inkml:trace contextRef="#ctx0" brushRef="#br0" timeOffset="3807.78">15248 23059 0,'0'0'0,"0"0"15,54 0 1,108 28-1,2-3 1,-84 3 0,-27-28-1</inkml:trace>
  <inkml:trace contextRef="#ctx0" brushRef="#br0" timeOffset="4707.63">16764 23302 0,'0'0'0,"0"0"0,0 0 0,0 0 16,0 0-1,0 0 16,0 0-15,0 0 0,-27 28-1,27 25 1,-81 109 0,1 83-1,23-58 1,57 3-1,27-28 1,54-80 0,56-82-1,-4-108 1,-22-162 15,-111-189-31,-55 215 16,-26 109-1,-27 80 17,-29 81-17,29 30 1,26 52 0</inkml:trace>
  <inkml:trace contextRef="#ctx0" brushRef="#br0" timeOffset="5430.41">17521 23466 0,'0'0'0,"0"0"0,0 0 0,0 0 15,0 0 1,0 0 15,0 0-15,0 25-1,27 3 1,-27 51 0,27 113-1,27 77 1,-27-80-1,28-26 1,-2-55 0,0-108-1,29-136 1,0-188 0,-3-137-1,-51 246 1,-1 54 15,1 105-15,-28 56-1,0 0-15</inkml:trace>
  <inkml:trace contextRef="#ctx0" brushRef="#br0" timeOffset="8895.32">19170 23977 0,'0'0'0,"0"0"0,165-269 16,23-109 0,83-1-1,134-55 16,-27 165-15,82 53 0,53 108-1,82 108 1,29 108 0,-30 108-1,-25 81 1,-108 1-1,-139-82 1,-77-80 0,-83-83-1,-53-26 1,-56 0 0,-25-54-1,-28 27 1,-28 0 15,28 0-31</inkml:trace>
  <inkml:trace contextRef="#ctx0" brushRef="#br0" timeOffset="10421.76">27692 22761 0,'0'0'0,"0"0"0,0 0 31,0 0-15,-27 0-16,27-55 31,-27 29-15,-2-1 0,-23 27-1,-56 0 1,-29 80-1,2 30 1,54 24 0,54 1-1,83-25 1,23-57 0,58-53-1,-2 0 16,-54-53-15,-81 26 0,-27 27-1,-54-29 1,-27 58 0,-29 51-1,58 28 1,-4 28-1,83-1 1,27 1 0,57-2-1,21-25 1,57-28 0,-25-55 15,-29-26-16,-53-26-15,-29 26 32,-26 0-32</inkml:trace>
  <inkml:trace contextRef="#ctx0" brushRef="#br0" timeOffset="10881.72">28152 24140 0,'0'0'0,"0"0"15,0 0 1,0 0 0,53-107-1,83-218 1,27-108-1,-56 54 1,-26 163 0,-26 81-1,-29 107 1,-26 28 0,0 82 15,0-56-16</inkml:trace>
  <inkml:trace contextRef="#ctx0" brushRef="#br0" timeOffset="11539.72">28179 21680 0,'0'0'0,"0"0"16,0-27-1,-27-28 1,27 55-1,27 55 1,-1 25 0,57 83-1,78 189 1,-26 25 15,0-51-15,-27-55-16,-27-2 15,-25-106 17,-4-1-17,3-82 1,-55-25 0,27-55-1,-27 0 1,26 26-1,2 3 1</inkml:trace>
  <inkml:trace contextRef="#ctx0" brushRef="#br0" timeOffset="12969.65">29963 22411 0,'0'0'0,"0"0"31,0 0-15,0 0 0,0-55-1,27-81 1,-27-52 0,-27-3-1,0-23 1,3 49-1,-33 4 1,30 108 0,-1 53-1,28 80 1,-26 82 0,-56 217-1,1 243 16,54-189-15,27-82 0,0-268-1,84 349 1,-5-271 0,29-53-1,27-80 1,3-109-1,-4-190 1,-109-106 0,-25-85-1,-79 57 1,-29 109 0,-2 50 15,4 113-16,22-3 1,31 54 0,-2 1-1,31 54 1,-5 27 0,29 55-1</inkml:trace>
  <inkml:trace contextRef="#ctx0" brushRef="#br0" timeOffset="13503.38">29531 22896 0,'0'0'0,"0"0"0,0 0 16,0 0-1,0 0 16,80 0-15,83 28 0,-1-28-1,-27 27 1,-52-27 0,-58 0-1,-25 0 1,0 0-1</inkml:trace>
  <inkml:trace contextRef="#ctx0" brushRef="#br0" timeOffset="14817.18">26691 24817 0,'0'0'0,"0"0"0,0 0 0,0 0 16,26 81 0,29 0-1,26 28 17,54-2-32,107-25 15,58-56 16,24-52-15,-26-56 0,-1-25-1,27 51 1,-54 32 0,-53-5-1,-25 1 1,-33 2-1,-159 26 1,273-135 0,-86 27-1,-79 55 1,-52 24 0,-4-25-1,-23 27 16,-29 1-15,0 26 0,0-28-1,0 28 1,0 0 0,0 0-1,-29 0 1,29 0-1,0 28 1,-25-28 0,-2 26-1,0 1 1</inkml:trace>
  <inkml:trace contextRef="#ctx0" brushRef="#br0" timeOffset="21675.05">3779 19571 0,'0'0'0,"0"0"15,0-28 1,-53 0 0,-2-25-1,29 53 1,52 28 15,29-28-15,80 0-1,81 0-15,54 25 32,-27 31-17,-27 24 1,28-25 0,134 25-1,-24 3 1,-32-30-1,-25-26 1,57 1 0,-165-56-1,1 28 1,-56 0 0,-80 0 15,-26 0-16,-56-27 1,1 27 0,-54 0-1,27 0 1,-27 27 0,27-27-1,0 0 1,54 28-1,54-28 1,55 0 0,25 0 15,54 26-31,30 1 31,52-27-15,-78 0-1,24-27 1,-83-27 0,-25 27-1,-54-1 1,-27 28 0,-108 0-1,-54 28 1,-81 53-1,-1 1 1,2-29 0,25-26-1,1-27 1,0-27 0,-55-26-1,-26-29 16,-27 1-15,51 28 0,-24 25-1,-52 1 1,77 27 0,29 27-1,25-27 1,2 0-1,-162 108 1,53-27 0,56-53-1,52-28 1,-25 0 15,-29-28-15,-29 28-1,57-27 1,0 27 0,55 0-1,78 0 1,29 0 0,54 0-1,82 27 1,25 1-1,57 26 1,-3-28 0,29 1-1,-25 0 1,51 1 15,-27-2-15,-1 2-1,-26 25 1,-26 29 0,-2 54-1,-106-83-15</inkml:trace>
  <inkml:trace contextRef="#ctx0" brushRef="#br0" timeOffset="22616.6">6728 15217 0,'0'0'0,"0"0"16,0 0-1,53 81 1,29 109-1,-1 134 1,-27-54 0,-54-80 15,0-54-15,0-83-1,-27-53 1</inkml:trace>
  <inkml:trace contextRef="#ctx0" brushRef="#br0" timeOffset="23056.66">7079 14946 0,'0'0'0,"0"0"15,0 0 1,27 29 0,109 79-1,26 134 1,-82 2-1,-26-56 1,-26 2 0</inkml:trace>
  <inkml:trace contextRef="#ctx0" brushRef="#br0" timeOffset="23581.4">6459 16191 0,'0'0'0,"0"0"31,26 26-31,28 56 31,108 80-31,27 1 31,-27-28-15,0-27 0,2-108-1,-31-27 1,3-82 0,-28-26-1,28 0 1,-29-1-1,-50 28 1,-5 0 15,-79 53-31,-55 55 32</inkml:trace>
  <inkml:trace contextRef="#ctx0" brushRef="#br0" timeOffset="28115.4">15167 15083 0,'0'0'0,"0"0"16,0-108-1,-27-1 1,27 81 0,0 56-1,0 105 1,-54 166-1,54 80 1,0-109 15,54-79-15,-27-112 0,28-51-16,-29-56 31</inkml:trace>
  <inkml:trace contextRef="#ctx0" brushRef="#br0" timeOffset="28535.62">15167 15677 0,'0'0'0,"0"0"0,0 0 0,0 0 0,0 0 0,0 0 15,0 0 1,0 0 0,0 0-1,55 80 1,79 83 0,28-1-1,-26-27 1,-56-53-1,2-56 1,-56-106 15</inkml:trace>
  <inkml:trace contextRef="#ctx0" brushRef="#br0" timeOffset="28945.79">15411 16082 0,'0'0'0,"0"0"32,0 0-32,27 0 31,27-107-15,82-136-1,25-1 1,-52 81-1,-29 55 1,-26 28 0,-26 52-1,-28 2 1</inkml:trace>
</inkml:ink>
</file>

<file path=ppt/ink/ink4.xml><?xml version="1.0" encoding="utf-8"?>
<inkml:ink xmlns:inkml="http://www.w3.org/2003/InkML">
  <inkml:definitions>
    <inkml:context xml:id="ctx0">
      <inkml:inkSource xml:id="inkSrc0">
        <inkml:traceFormat>
          <inkml:channel name="X" type="integer" max="65535" units="cm"/>
          <inkml:channel name="Y" type="integer" max="65535" units="cm"/>
          <inkml:channel name="T" type="integer" max="2.14748E9" units="dev"/>
        </inkml:traceFormat>
        <inkml:channelProperties>
          <inkml:channelProperty channel="X" name="resolution" value="1092.25" units="1/cm"/>
          <inkml:channelProperty channel="Y" name="resolution" value="1927.5" units="1/cm"/>
          <inkml:channelProperty channel="T" name="resolution" value="1" units="1/dev"/>
        </inkml:channelProperties>
      </inkml:inkSource>
      <inkml:timestamp xml:id="ts0" timeString="2025-03-13T15:25:40.386"/>
    </inkml:context>
    <inkml:brush xml:id="br0">
      <inkml:brushProperty name="width" value="0.05292" units="cm"/>
      <inkml:brushProperty name="height" value="0.05292" units="cm"/>
      <inkml:brushProperty name="color" value="#FF0000"/>
    </inkml:brush>
  </inkml:definitions>
  <inkml:trace contextRef="#ctx0" brushRef="#br0">8513 22167 0,'0'0'0,"0"0"0,0 0 15,0-27 17,0-1-17,0 28 1,29 0 0,-58 108-1,-26 110 1,0 187-1,-22-53 1,22-164 0,-29-26-1,-48-109 1,-87-160 0,83-82-1,56-81 1,54-109-1,106-26 17,1 189-17,0 53-15,0 82 32,0 54-17,1 27 1,-26 55-1,-31 78 1,-25 166 0,26-30-1,1-53 1,1-25 0,56-3-1,-7-52 1,33-82-1,-30-54 1,-26-27 0,-27 0 15,0 27-15,-27-26-1,0-1 1,0 54-1</inkml:trace>
  <inkml:trace contextRef="#ctx0" brushRef="#br0" timeOffset="3312.37">2236 12243 0,'0'0'0,"0"0"0,0 0 16,0 0 15,0 0-15,-27 82-1,27-82 1,54 53-1,29 109 1,159 1 0,28-55-1,55-82 1,82-26 0,161-54-1,-81 1 16,0 26-31,25 54 16,-79 0 0,29 27 15,-30-1-15,-53 27 15,-82-52-31,-53-28 15,-55 0 1,-55-28 0,-52 28-1,-52 0 1,-30-25 0,-30 25-1,-79 0 1,-53-28 15,-108-52-31,-107-56 16,-3 28 15,-53 81-15,28 27-1,27 0 1,-56-28-1,27 2 1,30-2 0,-2 56-1,-27 26 1,83-27 0,50-27-1,86 0 1,-2-27-1,24 27 17,30 0-17,81-28 1,-1 2 0,55 26-1,81 26 1,109 84-1,164 25 1,49-1 0,140 3-1,-56-56 1,25-28 0,30 2-1,-80-55 1,-85-27 15,-25 27-15,-109-28-1,-81 1 1,-54 1 0,-54 26-1,-80-28 1,-82 1-1,-82 1 1,-53-3 0,27 2-1,24-26 1</inkml:trace>
  <inkml:trace contextRef="#ctx0" brushRef="#br0" timeOffset="4009.87">6675 4320 0,'0'0'0,"0"0"0,0 0 0,0 0 16,0 25 15,-55 84-15,27 297-16,28 217 15,0 106 17,0-106-17,28-326 1,-28-217 0,27-51-1,-27-112 1,0-25-1,54-27 1</inkml:trace>
  <inkml:trace contextRef="#ctx0" brushRef="#br0" timeOffset="4340.46">7214 4779 0,'0'0'0,"0"0"16,0 0-1,-26 244 1,26 216-1,0 215 1,0-79 0,54-325-1,-54-192 1,0-105 0,0-55-1</inkml:trace>
  <inkml:trace contextRef="#ctx0" brushRef="#br0" timeOffset="4789.96">5861 5969 0,'0'0'0,"0"0"0,0 0 0,0 0 16,137 243-1,107 136 1,-27 55 15,25 105-15,-80-212-1,-27-248 1,55-79 0,78-297-1,-24-190 1,-134 243-1,-84 109 1,-26 82 0,-54 53-1</inkml:trace>
  <inkml:trace contextRef="#ctx0" brushRef="#br0" timeOffset="5313.25">3753 3697 0,'0'0'0,"0"0"0,-54-80 31,26 25-15,-28 29-1,56 26 1,-52 458 0,52 300-1,27-2 1,28-241-1,-29-326 1,-26-161 0,28-110-1,-1-269 1,-27-81 0</inkml:trace>
  <inkml:trace contextRef="#ctx0" brushRef="#br0" timeOffset="5590.52">4022 3994 0,'0'0'0,"0"0"16,0 110-1,0 296 1,-80 269-1,25-53 1,29-28 0,26-215-1,0-297 1,0-82 0,-28-135-1</inkml:trace>
  <inkml:trace contextRef="#ctx0" brushRef="#br0" timeOffset="5967.04">3129 5347 0,'0'0'0,"0"0"15,0 0 1,26-27 0,2 54-1,107 189 1,3 488 0,-4-136-1,-25-378 16,-2-137-31,109-216 32,1-351-17,-109-25 1,-54 376 0,-26 27-1</inkml:trace>
</inkml:ink>
</file>

<file path=ppt/ink/ink5.xml><?xml version="1.0" encoding="utf-8"?>
<inkml:ink xmlns:inkml="http://www.w3.org/2003/InkML">
  <inkml:definitions>
    <inkml:context xml:id="ctx0">
      <inkml:inkSource xml:id="inkSrc0">
        <inkml:traceFormat>
          <inkml:channel name="X" type="integer" max="65535" units="cm"/>
          <inkml:channel name="Y" type="integer" max="65535" units="cm"/>
          <inkml:channel name="T" type="integer" max="2.14748E9" units="dev"/>
        </inkml:traceFormat>
        <inkml:channelProperties>
          <inkml:channelProperty channel="X" name="resolution" value="1092.25" units="1/cm"/>
          <inkml:channelProperty channel="Y" name="resolution" value="1927.5" units="1/cm"/>
          <inkml:channelProperty channel="T" name="resolution" value="1" units="1/dev"/>
        </inkml:channelProperties>
      </inkml:inkSource>
      <inkml:timestamp xml:id="ts0" timeString="2025-03-13T15:25:55.879"/>
    </inkml:context>
    <inkml:brush xml:id="br0">
      <inkml:brushProperty name="width" value="0.05292" units="cm"/>
      <inkml:brushProperty name="height" value="0.05292" units="cm"/>
      <inkml:brushProperty name="color" value="#FF0000"/>
    </inkml:brush>
  </inkml:definitions>
  <inkml:trace contextRef="#ctx0" brushRef="#br0">2102 10270 0,'0'0'0,"-82"161"16,54-53 0,56-82-1,243-241 1,351-354 15,-109-24-31,3 51 16,-57 380 15,-188 595-15,-137 323-1,82 28 1,190-324 0,110-352-1,79-377 1,54-273-1,-82-105 1,-26 374 0,-190 409-1,-79 243 1,54 216 15,159-243-31,55-325 16,220-460 15,105-595-15,-28 27-1,-486 947 1,-351 1109 0,136 80-1,378-917 1,163-894-1</inkml:trace>
</inkml:ink>
</file>

<file path=ppt/ink/ink6.xml><?xml version="1.0" encoding="utf-8"?>
<inkml:ink xmlns:inkml="http://www.w3.org/2003/InkML">
  <inkml:definitions>
    <inkml:context xml:id="ctx0">
      <inkml:inkSource xml:id="inkSrc0">
        <inkml:traceFormat>
          <inkml:channel name="X" type="integer" max="65535" units="cm"/>
          <inkml:channel name="Y" type="integer" max="65535" units="cm"/>
          <inkml:channel name="T" type="integer" max="2.14748E9" units="dev"/>
        </inkml:traceFormat>
        <inkml:channelProperties>
          <inkml:channelProperty channel="X" name="resolution" value="1092.25" units="1/cm"/>
          <inkml:channelProperty channel="Y" name="resolution" value="1927.5" units="1/cm"/>
          <inkml:channelProperty channel="T" name="resolution" value="1" units="1/dev"/>
        </inkml:channelProperties>
      </inkml:inkSource>
      <inkml:timestamp xml:id="ts0" timeString="2025-03-13T15:29:20.863"/>
    </inkml:context>
    <inkml:brush xml:id="br0">
      <inkml:brushProperty name="width" value="0.05292" units="cm"/>
      <inkml:brushProperty name="height" value="0.05292" units="cm"/>
      <inkml:brushProperty name="color" value="#FF0000"/>
    </inkml:brush>
  </inkml:definitions>
  <inkml:trace contextRef="#ctx0" brushRef="#br0">3861 20598 0,'0'0'0,"0"0"16,189-28 0,27 28-1,54 0 1,55 0-1,80 28 1,-27-56 0,3-25-1,133 26 1,53 1 15,-135 26-15,55-27-1,-109 27 1,-134 0 0,-53-28-1,-28 1 1,26-28 0,-28 27-1,2 3 1,-82-3-1,-27 28 1,-54 0 0,-54 28-1,-27-28 1,-27 25 15,-28 3-15,-80-28-1,-80 28 1,51-1 0,-81-27-1,-79-27 1,27-1 0,26 0-1,-161 28 1,189-25-1,-3 25 1,32-28 0,-86 2-1,58 26 1,52-28 15,54-26-15,-26 1-16,0-2 31,54 28-15,-3 1-1,32 26 1,53 0 0,79 26-1,28 1 1,55 1-1,77-1 1,141 26 0,78-26-1,28 0 17,53 1-17,135-28-15,-162 26 31,-53-26-15,138 0 0,-113 28-1,2-3 1,161-25 0,-108 0-1,-77-25 1,-4-3-1,-54 2 1,-26-2 0,-83 28 15,1-27-15,1 27-16,-54-27 31,-30 27-16,-51 0 1,-55 0 0,-55 0-1,-78 27 1,-56 0 0,-137 1-1,-161-2 1,-1 2-1,28-28 1,-216 0 0,137 0 15,-2 25-15,-53 3-16,78 0 15,-53 26 16,57-54-15,78 28 0,27-56-1,110 1 1,81 0 0,80-1-1,28 28 1,57-28-1,76 28 1,56 0 0,135 0-1,81 0 17,219 28-17,-2 54-15,80-27 31,55-2-15,-163-53 0,4-27-1,-31 1 1,-109 26 0,2-27-1,-27 27 1,-83 0-1,-77-28 1,-2 1 15,-4-28-31,-21 27 16,-4 28 15,2 0-15</inkml:trace>
</inkml:ink>
</file>

<file path=ppt/ink/ink7.xml><?xml version="1.0" encoding="utf-8"?>
<inkml:ink xmlns:inkml="http://www.w3.org/2003/InkML">
  <inkml:definitions>
    <inkml:context xml:id="ctx0">
      <inkml:inkSource xml:id="inkSrc0">
        <inkml:traceFormat>
          <inkml:channel name="X" type="integer" max="65535" units="cm"/>
          <inkml:channel name="Y" type="integer" max="65535" units="cm"/>
          <inkml:channel name="T" type="integer" max="2.14748E9" units="dev"/>
        </inkml:traceFormat>
        <inkml:channelProperties>
          <inkml:channelProperty channel="X" name="resolution" value="1092.25" units="1/cm"/>
          <inkml:channelProperty channel="Y" name="resolution" value="1927.5" units="1/cm"/>
          <inkml:channelProperty channel="T" name="resolution" value="1" units="1/dev"/>
        </inkml:channelProperties>
      </inkml:inkSource>
      <inkml:timestamp xml:id="ts0" timeString="2025-03-13T15:30:51.294"/>
    </inkml:context>
    <inkml:brush xml:id="br0">
      <inkml:brushProperty name="width" value="0.05292" units="cm"/>
      <inkml:brushProperty name="height" value="0.05292" units="cm"/>
      <inkml:brushProperty name="color" value="#FF0000"/>
    </inkml:brush>
  </inkml:definitions>
  <inkml:trace contextRef="#ctx0" brushRef="#br0">10353 18437 0,'0'0'0</inkml:trace>
  <inkml:trace contextRef="#ctx0" brushRef="#br0" timeOffset="824.63">10353 18732 0,'0'0'0,"0"0"0,0 0 15,-28-107 1,0 25 0,-53 82-1,1 55 1,-2 25-1,-26 29 1,0 26 15,0 0-15,27 29 0,27-3-1,81 28 1,81 1-1,27-29 1,26-25 0,57-82-1,134-54 1,-107-82 0,26-134-1,-166-83 1,-78 58-1,-80-30 1,-81 27 15,-247-25-15,-51 187 0,53 135-1,-53 218 1</inkml:trace>
</inkml:ink>
</file>

<file path=ppt/ink/ink8.xml><?xml version="1.0" encoding="utf-8"?>
<inkml:ink xmlns:inkml="http://www.w3.org/2003/InkML">
  <inkml:definitions>
    <inkml:context xml:id="ctx0">
      <inkml:inkSource xml:id="inkSrc0">
        <inkml:traceFormat>
          <inkml:channel name="X" type="integer" max="65535" units="cm"/>
          <inkml:channel name="Y" type="integer" max="65535" units="cm"/>
          <inkml:channel name="T" type="integer" max="2.14748E9" units="dev"/>
        </inkml:traceFormat>
        <inkml:channelProperties>
          <inkml:channelProperty channel="X" name="resolution" value="1092.25" units="1/cm"/>
          <inkml:channelProperty channel="Y" name="resolution" value="1927.5" units="1/cm"/>
          <inkml:channelProperty channel="T" name="resolution" value="1" units="1/dev"/>
        </inkml:channelProperties>
      </inkml:inkSource>
      <inkml:timestamp xml:id="ts0" timeString="2025-03-13T15:33:07.295"/>
    </inkml:context>
    <inkml:brush xml:id="br0">
      <inkml:brushProperty name="width" value="0.05292" units="cm"/>
      <inkml:brushProperty name="height" value="0.05292" units="cm"/>
      <inkml:brushProperty name="color" value="#FF0000"/>
    </inkml:brush>
  </inkml:definitions>
  <inkml:trace contextRef="#ctx0" brushRef="#br0">13139 20761 0,'0'0'0,"0"0"0,0 0 0,25 26 15,246 83 1,53-1 0,55-27-1,245-1 1,25-24-1,134-56 1,3-56 15,51 31-31,-215 25 16,-134 25 0,-218-25 15,-108-53-16,-27 26 1,-51-1 0,-84 28-1,-27-25 1,-1-3 0,-28 28-1,31 0 1,25 0-1,25-27 1,2 27 0</inkml:trace>
</inkml:ink>
</file>

<file path=ppt/ink/ink9.xml><?xml version="1.0" encoding="utf-8"?>
<inkml:ink xmlns:inkml="http://www.w3.org/2003/InkML">
  <inkml:definitions>
    <inkml:context xml:id="ctx0">
      <inkml:inkSource xml:id="inkSrc0">
        <inkml:traceFormat>
          <inkml:channel name="X" type="integer" max="65535" units="cm"/>
          <inkml:channel name="Y" type="integer" max="65535" units="cm"/>
          <inkml:channel name="T" type="integer" max="2.14748E9" units="dev"/>
        </inkml:traceFormat>
        <inkml:channelProperties>
          <inkml:channelProperty channel="X" name="resolution" value="1092.25" units="1/cm"/>
          <inkml:channelProperty channel="Y" name="resolution" value="1927.5" units="1/cm"/>
          <inkml:channelProperty channel="T" name="resolution" value="1" units="1/dev"/>
        </inkml:channelProperties>
      </inkml:inkSource>
      <inkml:timestamp xml:id="ts0" timeString="2025-03-13T15:39:38.046"/>
    </inkml:context>
    <inkml:brush xml:id="br0">
      <inkml:brushProperty name="width" value="0.05292" units="cm"/>
      <inkml:brushProperty name="height" value="0.05292" units="cm"/>
      <inkml:brushProperty name="color" value="#FF0000"/>
    </inkml:brush>
  </inkml:definitions>
  <inkml:trace contextRef="#ctx0" brushRef="#br0">4429 7321 0,'0'0'0,"0"0"0,0 0 0,0 0 31,0 26-15,0-52 0,0-54-1,-55-219 1,1-160 0,27-190-1,0 217 1,27 134-1,27 164 1,-27 52 0,0 82-1,27 0 17,54 0-32,27 54 15,1 0 16,25 54-15,-52 26 0,-27 56-1,-83-1 1,-27-27 0,-79-107-1,-56-82 1,1-26-1,81 25 1,81 28 0</inkml:trace>
  <inkml:trace contextRef="#ctx0" brushRef="#br0" timeOffset="638.51">5672 6105 0,'0'0'0,"0"0"15,0 0 1,0 0 0,0 107-1,0 29 1,27 26-1,-1 0 1,5-27 0,-31-80-1,26-55 1,1-82 15,-3-52-15,31-2-1,29 1 1,-31 80 0,-1 55-1</inkml:trace>
  <inkml:trace contextRef="#ctx0" brushRef="#br0" timeOffset="1155.41">6728 6483 0,'0'0'0,"0"0"15,-53-26 1,-2-30 0,-26 30 15,1 26-16,-30 108 1,54 28 0,32-1-1,48 0 1,59-54 0,0-54-1,23-82 1,-24-52-1,-28-29 1,-27 0 0,-27 83-1,-27 53 1,54 136 0,-27 80 15,27 0-16,-1-53 1,2-110 0,-1-53-1,54-82 1,-54 56-16</inkml:trace>
  <inkml:trace contextRef="#ctx0" brushRef="#br0" timeOffset="1460.9">7538 6483 0,'0'0'0,"0"0"0,0 0 0,0 0 16,0 0 15,-27-26-15,-28 26-1,-23 53 1,-5 83 0,2-2-1,55 28 1,80-54 0,26-54-1,29-54 1,26-54-1</inkml:trace>
  <inkml:trace contextRef="#ctx0" brushRef="#br0" timeOffset="1776.56">8187 7050 0,'0'0'0,"0"0"15,0 0 1,27 0 0,30-108-1,-32-324 1,-25-137-1,0 191 1,-25 217 0,-32 79-1,30 56 1</inkml:trace>
  <inkml:trace contextRef="#ctx0" brushRef="#br0" timeOffset="1999.06">8080 6051 0,'0'0'0,"0"0"0,0 0 0,0 0 16,0 0 0,81 0-1,54 27 1,0-54-1,2 54 1</inkml:trace>
  <inkml:trace contextRef="#ctx0" brushRef="#br0" timeOffset="2203.96">8974 6915 0,'0'0'0,"0"0"0,0 0 0,0 0 16,0 0-1,0 0 1,-28-80 0,28-56-1,0 56 1</inkml:trace>
  <inkml:trace contextRef="#ctx0" brushRef="#br0" timeOffset="2381.19">8946 6131 0,'0'0'0,"0"0"0,0 0 0,0 0 15,0 0 1,0 0 0</inkml:trace>
  <inkml:trace contextRef="#ctx0" brushRef="#br0" timeOffset="2702.36">9677 6375 0,'0'0'0,"0"0"0,0 0 0,0 0 15,0 0 1,0 0 15,-28-27-15,1-1-16,-28 56 31,-53 52-15,55 55-1,26 1 1,54-28 0,26 0-1,55-53 1</inkml:trace>
  <inkml:trace contextRef="#ctx0" brushRef="#br0" timeOffset="3215.21">10216 6457 0,'0'0'0,"0"0"15,0 0 1,-52 0 0,-31 26-1,-25 54 1,28 29 0,80 26-1,53-27 1,55-53-1,27-83 1,-54-52 0,2-28-1,-30-55 1,-53 29 15,0 25-15,-26 81-16,26 56 31,0 134-15,26 0-1,28 28 1,-28-82 0,29-81-1,-27-27 1</inkml:trace>
  <inkml:trace contextRef="#ctx0" brushRef="#br0" timeOffset="3577.5">10841 6619 0,'0'0'0,"0"0"0,0 0 0,0 0 16,0 0-1,0 0 1,0 53 0,0 82-1,25 28 1,1-83 0,2-26-1,-28-26 1,27-56-1,-1-79 1,31-28 0,-5 0-1,2 54 1,27 26 0,-25 27 15</inkml:trace>
</inkml:ink>
</file>

<file path=ppt/ink/ink10.xml><?xml version="1.0" encoding="utf-8"?>
<inkml:ink xmlns:inkml="http://www.w3.org/2003/InkML">
  <inkml:definitions>
    <inkml:context xml:id="ctx0">
      <inkml:inkSource xml:id="inkSrc0">
        <inkml:traceFormat>
          <inkml:channel name="X" type="integer" max="65535" units="cm"/>
          <inkml:channel name="Y" type="integer" max="65535" units="cm"/>
          <inkml:channel name="T" type="integer" max="2.14748E9" units="dev"/>
        </inkml:traceFormat>
        <inkml:channelProperties>
          <inkml:channelProperty channel="X" name="resolution" value="1092.25" units="1/cm"/>
          <inkml:channelProperty channel="Y" name="resolution" value="1927.5" units="1/cm"/>
          <inkml:channelProperty channel="T" name="resolution" value="1" units="1/dev"/>
        </inkml:channelProperties>
      </inkml:inkSource>
      <inkml:timestamp xml:id="ts0" timeString="2025-03-13T15:52:06.008"/>
    </inkml:context>
    <inkml:brush xml:id="br0">
      <inkml:brushProperty name="width" value="0.05292" units="cm"/>
      <inkml:brushProperty name="height" value="0.05292" units="cm"/>
      <inkml:brushProperty name="color" value="#FF0000"/>
    </inkml:brush>
  </inkml:definitions>
  <inkml:trace contextRef="#ctx0" brushRef="#br0">17278 12864 0,'0'0'0,"0"0"16,0 0-1,0 0 1,-27 27 0,54-54 15,-27-26-31,27-28 16,0-55 15,-27-107-16,27 27 1,-1 27 0,-26-1-1,-26 1 1,-28-1 0,-27 55-1,-27-27 1,26-1-1,1 2 1,-27 27 0,27 24 15,-27 55-15,-29 55-16,29 28 15,-1 52 1,1 58 15,-54 131-15,54 29-1,26-56 1,56 2 0,-1 27-1,54 53 1,29-81-1,22-54 1,32 0 0,24-52 15,2-3-31,26-53 16,-27-27 15,2-26-16,-4-56 1,-22-26 0,24-53-1,-27-29 1,54-81 0,-80-25-1,-82 24 1,-28 29-1,-54 53 1,-52 56 0,-1 27-1,-1 26 17,28 1-17,54 26 32,28-28-47</inkml:trace>
  <inkml:trace contextRef="#ctx0" brushRef="#br0" timeOffset="3141.29">16708 16299 0,'0'0'0,"0"0"0,0 0 0,84-82 16,77-26 0,-26 27-1,-80 28 1,-55 53-1,162-218 1,-54 30 0,-54 26 15,-26 0-31,-28 0 16,-28-2 15,1 3-16,0-1 1,-1 27 0,-25 27-1,-1-1 1,-55 56 0,28-3-1,-27 3 1,-27 53-1,27 53 1,-110 84 0,29 24 15,27 29-15,26-29-16,28 30 31,26-29-16,56 26 1,82 2 0,50-1-1,5-81 1,48-55 0,-23-78-1,56-30 1,-60 2-1,-22 25 1</inkml:trace>
  <inkml:trace contextRef="#ctx0" brushRef="#br0" timeOffset="22261.06">11705 16082 0,'0'0'0,"0"0"0,0 0 0,0 0 16,55 27-1,80 26 1,81-24 0,0-29-1,109 26 1,162-26 0,217-55-1,-164-53 1,108-106-1,29 51 1,-1 82 15,-26 81-15,80 53 0,0-78-1,54-30 1,-107 27-1,26 2 1,-108 52 0,27-26-1,-187-26 1,-30-1 0,-55 27 15,-159 0-31,-2 0 15,-55 0 1,3 27 15,-30-27-15,-54 0 0,-24 26-1,24-26 1,-53 28-1,0-1 1</inkml:trace>
  <inkml:trace contextRef="#ctx0" brushRef="#br0" timeOffset="25021.78">16792 13865 0,'0'0'0,"0"0"0,0 0 0,0 0 16,0-82-1,26 2 16,28 26-15,54 0 0,55-27-1,26-82 1,-81-79 0,-27 24-1,-27 30 1,-54 25-1,0 1 1,-54 55 0,0 24-1,-54 30 1,27 25 0,-28 0-1,56 56 16,-1 0-15,26-1 0,2-27-1,26 0 1,-28-27 0,28 27-1,-27-28 1,27 28-1,-56 28 1,4-1 0,-1 82-1,-2 24 1,26 30 0,29-55 15,0-53-31,0-82 15,29-27 17,26-55-17,25 1 1,-55 54 0,-25 54-1,29-53 1,-29 79-1,0 27 1</inkml:trace>
  <inkml:trace contextRef="#ctx0" brushRef="#br0" timeOffset="168272.2">17251 26683 0,'0'0'0,"0"0"0,0 0 16,0 0 15,-27-27-15,27-28-1,54 1 1,0 0-1,27-27 1,81-52 0,-26-4-1,-136 137 1,188-242 0,-53 105-1,-135 137 1,0 0-1,0 0 17,0 0-17,0 0-15,0 27 32,0-27-17,26 82 1,29 52-1,1-26 1,-4-53 0,3 27-1,-29-1 1,29-1 0,-27-27-1,-1 3 1,-2-30-1,3 1 1,-28-27 15,0 27-15,0 1 0,0-28-1,0 0 1,-28 27-1,3 0 1,25-1 0,0-26-1,0 28 1,0-28 0,0 0-1,0 27 1,25-27-1,-25 0 17,0 0-17,0 0 1,28 26 0,-28-26 15,0 0-16,27-53 1,27-28-16</inkml:trace>
</inkml:ink>
</file>

<file path=ppt/ink/ink11.xml><?xml version="1.0" encoding="utf-8"?>
<inkml:ink xmlns:inkml="http://www.w3.org/2003/InkML">
  <inkml:definitions>
    <inkml:context xml:id="ctx0">
      <inkml:inkSource xml:id="inkSrc0">
        <inkml:traceFormat>
          <inkml:channel name="X" type="integer" max="65535" units="cm"/>
          <inkml:channel name="Y" type="integer" max="65535" units="cm"/>
          <inkml:channel name="T" type="integer" max="2.14748E9" units="dev"/>
        </inkml:traceFormat>
        <inkml:channelProperties>
          <inkml:channelProperty channel="X" name="resolution" value="1092.25" units="1/cm"/>
          <inkml:channelProperty channel="Y" name="resolution" value="1927.5" units="1/cm"/>
          <inkml:channelProperty channel="T" name="resolution" value="1" units="1/dev"/>
        </inkml:channelProperties>
      </inkml:inkSource>
      <inkml:timestamp xml:id="ts0" timeString="2025-03-13T16:03:39.161"/>
    </inkml:context>
    <inkml:brush xml:id="br0">
      <inkml:brushProperty name="width" value="0.05292" units="cm"/>
      <inkml:brushProperty name="height" value="0.05292" units="cm"/>
      <inkml:brushProperty name="color" value="#FF0000"/>
    </inkml:brush>
  </inkml:definitions>
  <inkml:trace contextRef="#ctx0" brushRef="#br0">11136 16488 0,'0'0'0,"0"0"0,0 0 0,0 0 31,27 0-15,138-55-1,24-25 1,134-1 0,29 54-1,-28 27 1,55 54-1,353 27 1,-165 0 0,162-81-1,2-28 1,26-25 0,-188 53 15,52 53-16,-162 2 1,-132 53 0,-84-55-1,-82 29 1,-104-26 0,-30-31-1,-54-25 1,27 0-1,-30-53 1,30 25-16</inkml:trace>
  <inkml:trace contextRef="#ctx0" brushRef="#br0" timeOffset="7176.3">16953 16353 0,'0'0'0,"0"0"0,216-54 16,82-83 0,-28-78 15,-26-28-16,25-54 1,-25-1 0,-55 1-1,-81 26 1,-108 83 0,-27-3-1,-162-51 1,-27 50-1,28 5 1,24 52 0,-52 27 15,0 53-31,-81 55 16,81 55 15,-28 53-16,53 53 1,29 28 0,27 1-1,-1 55 1,-26 78 0,2-53-1,77-79 1,2-4-1,55-24 1,26-55 0,52 28-1,30-28 1,52 55 0,30-28 15,52-1-16,0-52 1,56-28 0,79-108-1,-53-83 1,-82 3 0,-108 26-1</inkml:trace>
  <inkml:trace contextRef="#ctx0" brushRef="#br0" timeOffset="10972.48">19902 14838 0,'0'0'0,"0"0"0,0 0 15,0 0 1,0 0 0,0 0-1,27 28 1,27-3 0,54 3-1,0-81 1,-108 53-1,108-28 1,27-26 0,-54 82 15,-54-2-31,27 82 16,-54 55 15,0 53-16,0 0 1,0 0 0,54-80-1,1-26 1,25-59 0,1-77-1,27-109 1,-26-109-1,0-27 1,-2 55 0,0 53-1,3 2 17,-30 81-32,-26 26 15,28 54 16,-29 26-15,-26 2 0,27-2-1,-27-26 1,0 0 0,0-26-1,0 26 1,0 0-1</inkml:trace>
  <inkml:trace contextRef="#ctx0" brushRef="#br0" timeOffset="13032.31">23579 14919 0,'0'0'0,"0"0"15,0 0 1,0 0 0,0 0-1,0-28 1,-54-25 0,-26-1-1,-57 28 1,-24 52-1,-1 56 1,0 27 0,0 53 15,81-1-15,27-26-1,54 28-15,54-55 31,81 28-15,27-29 0,0-26-1,0 0 1,-55-28 0,-25 2-1,-55 27 1,-27-28-1,0 26 1,-27 3 0,-27-29 15,-26 0-31,-3-1 31,-25-26-15,28-27-1,-1 0 1,54 0 15,-1 0-31,28 0 16,0 0 0,0 0-1,0 0 1,0 0-1,0 0 1,55 0 0,-55 0 15</inkml:trace>
  <inkml:trace contextRef="#ctx0" brushRef="#br0" timeOffset="35298.58">33129 7241 0,'0'0'0,"0"0"15,0 0 1,-27 0-1,1 0 1,26 0 0,53 0-1,55 26 1,28 54 0,53-24 15,-27-30-31,-54 2 31,-27-2-15,-54 27-1,0 57 1,-27 25 0,26 1-1,4 106 1,-5 3-1,28-84 1,29-27 0,26-134-1,54-242 17,-53-83-32,-1 84 15,-27 76 1,0 30 15,1 27-15,-29 82-1,-25-2 1,-1 56 0</inkml:trace>
  <inkml:trace contextRef="#ctx0" brushRef="#br0" timeOffset="36250.71">34481 9862 0,'0'0'0,"0"0"0,0 0 15,0 0 1,0 0-1,0 0 1,-81-24 0,-218-33-1,57 138 1,80 3 0,27 49-1,54 2 1,108 29 15,54 23-15,107-22-1,2-59 1,-1-25 0,-54 1-1,1 27 1,-82-2-1,-54 29 1,-81 0 0,-28-29-1,-134-27 1,54-52 0,-1-2-1,83 2 16,134-1-15,53-27 0</inkml:trace>
  <inkml:trace contextRef="#ctx0" brushRef="#br0" timeOffset="36784.65">33453 13109 0,'0'0'0,"0"0"16,0 0-1,-27 26 1,27-26 0,27 27-1,82 1 1,26 25 0,-27-26 15,-28 1-31,-25-56 15,-55 28 17,0 0-17,0 0 1</inkml:trace>
  <inkml:trace contextRef="#ctx0" brushRef="#br0" timeOffset="39523.25">32860 14623 0,'0'0'0,"0"0"16,0 0-1,-28 0 1,28 0 15,28 26-31,-28 29 16,0 53 15,0 26-15,26-24-1,-26-57 1,0-25 0,27-82-1,-27-1 1,0-27-1,0 55 1,0-26 0,0 53-1,0 0 17,0-28-32,0 28 15,0 0 16,0 28-15,0-3 0,27 59-1,-27-3 1,0 0 0,0 52-1,0 85 1,0-57-1,0-53 1,0 297 0,0-242-1,0-108 1,0-82 0,-54-109 15,28-134-31,26-81 31,0 25-15,0 84-1,26 80 1,-26 0 0,0 107-1,0 29 1,0 26-1,0 107 1,0 1 0,-26 53-1,26 30 1,0 26 0,53-28 15,28-28-16,54-106 1,1-110 0,-28-53-1,27-108 1,-81 0 0,0-2-1,-54 31 1,27 79-1,-27 53 1,0 55 0,26 55-1,-26 53 17,0 26-32,-26 57 15,26-3 16,26-25-15,29-27-16,26-3 31,-1-25-15,2-53 0,26-55-1,-27-55 1,-26-106-1,-2-2 1,2 0 0,-2 83-1,2 27 1,-1 53 15,0 25-31,-27-25 16,-27 28 15,27-28-15,-27 0-1</inkml:trace>
  <inkml:trace contextRef="#ctx0" brushRef="#br0" timeOffset="40176.55">35319 14919 0,'0'0'0,"0"0"0,0 0 0,0 0 16,0 0 0,-52-28-1,-31 28 1,-53 84 0,55 24-1,57-1 1,48 1-1,57-28 1,30-51 0,-3-29-1,-81-29 1,-27 4 15,-83-30-15,2 27-16,-1 83 31,1 53-15,28 28-1,82 27 1,50-2 0,58-79-1,23-29 1,-23-27-1,-29-26 1,-26 0 0,-29-51-1,2-5 1,-2 2 15,-53 26-31</inkml:trace>
  <inkml:trace contextRef="#ctx0" brushRef="#br0" timeOffset="40723.28">35970 15056 0,'0'0'0,"0"0"0,0 0 0,0 0 16,0 0 15,0 0-16,-27 27 1,-1 107 0,28 82-1,28 28 1,53-81 0,54-56-1,-27-79 1,0-163-1,0-56 1,0-25 0,-54 53-1,27 2 1,-28 80 15,2 52-31,-28 58 31</inkml:trace>
  <inkml:trace contextRef="#ctx0" brushRef="#br0" timeOffset="41252.65">33184 18380 0,'0'0'0,"0"0"0,0 0 0,-27 28 15,-1 81 1,1-109 0,27-109-1,55-241 1,25-165 0,1 109 15,-81 217-31,0 136 31,-53 53-15</inkml:trace>
  <inkml:trace contextRef="#ctx0" brushRef="#br0" timeOffset="41504.54">32778 17164 0,'0'0'0,"0"0"0,0 0 16,108-27 15,190 27-16,-82-28 1,-27 2 0</inkml:trace>
  <inkml:trace contextRef="#ctx0" brushRef="#br0" timeOffset="42111.57">34481 17299 0,'0'0'0,"0"0"16,0 0 15,-81-25-16,-28 25-15,-26 51 32,2 58-17,-5 28 1,112-4 0,80-25-1,108 28 1,27-81-1,0 0 1,-80-55 0,-109-29-1,-109-25 1,-80 27 15,-52 82-15,23 80-1,110-1 1,54 84 0,162-2-1,164-55 1,-31-79 0,-24-82-1,-55-27 1,-54-28-1,-80-25 1</inkml:trace>
</inkml:ink>
</file>

<file path=ppt/ink/ink12.xml><?xml version="1.0" encoding="utf-8"?>
<inkml:ink xmlns:inkml="http://www.w3.org/2003/InkML">
  <inkml:definitions>
    <inkml:context xml:id="ctx0">
      <inkml:inkSource xml:id="inkSrc0">
        <inkml:traceFormat>
          <inkml:channel name="X" type="integer" max="65535" units="cm"/>
          <inkml:channel name="Y" type="integer" max="65535" units="cm"/>
          <inkml:channel name="T" type="integer" max="2.14748E9" units="dev"/>
        </inkml:traceFormat>
        <inkml:channelProperties>
          <inkml:channelProperty channel="X" name="resolution" value="1092.25" units="1/cm"/>
          <inkml:channelProperty channel="Y" name="resolution" value="1927.5" units="1/cm"/>
          <inkml:channelProperty channel="T" name="resolution" value="1" units="1/dev"/>
        </inkml:channelProperties>
      </inkml:inkSource>
      <inkml:timestamp xml:id="ts0" timeString="2025-03-13T16:17:28.638"/>
    </inkml:context>
    <inkml:brush xml:id="br0">
      <inkml:brushProperty name="width" value="0.05292" units="cm"/>
      <inkml:brushProperty name="height" value="0.05292" units="cm"/>
      <inkml:brushProperty name="color" value="#FF0000"/>
    </inkml:brush>
  </inkml:definitions>
  <inkml:trace contextRef="#ctx0" brushRef="#br0">9567 14569 0,'0'0'0,"0"0"16,28-28-1,54-52 1,52-83 0,55-53-1,-53-110 1,-83-24-1,-26 53 1,-54 25 0,-53-25-1,-83 28 17,1 25-17,0 110 1,-27 79-1,-27 82 1,0 107 0,-1 192-1,107-57 1,29 56 0,30 80-1,22 54 1,58-160-1,22-83 1,3-28 15,30-51-31,48-56 16,140-244 15,80-432-15,-109-53-1</inkml:trace>
</inkml:ink>
</file>

<file path=ppt/ink/ink13.xml><?xml version="1.0" encoding="utf-8"?>
<inkml:ink xmlns:inkml="http://www.w3.org/2003/InkML">
  <inkml:definitions>
    <inkml:context xml:id="ctx0">
      <inkml:inkSource xml:id="inkSrc0">
        <inkml:traceFormat>
          <inkml:channel name="X" type="integer" max="65535" units="cm"/>
          <inkml:channel name="Y" type="integer" max="65535" units="cm"/>
          <inkml:channel name="T" type="integer" max="2.14748E9" units="dev"/>
        </inkml:traceFormat>
        <inkml:channelProperties>
          <inkml:channelProperty channel="X" name="resolution" value="1092.25" units="1/cm"/>
          <inkml:channelProperty channel="Y" name="resolution" value="1927.5" units="1/cm"/>
          <inkml:channelProperty channel="T" name="resolution" value="1" units="1/dev"/>
        </inkml:channelProperties>
      </inkml:inkSource>
      <inkml:timestamp xml:id="ts0" timeString="2025-03-13T16:19:00.927"/>
    </inkml:context>
    <inkml:brush xml:id="br0">
      <inkml:brushProperty name="width" value="0.05292" units="cm"/>
      <inkml:brushProperty name="height" value="0.05292" units="cm"/>
      <inkml:brushProperty name="color" value="#FF0000"/>
    </inkml:brush>
  </inkml:definitions>
  <inkml:trace contextRef="#ctx0" brushRef="#br0">8352 14298 0,'0'0'0,"0"0"15,0 27 1,51 1 0,31-3 15,26 3-15,57-56-1,-4-25 1,29 26-1,52-27 1,-52 25 0,26-51-1,-53-28 1,-2-81 0,-26-82-1,-81 28 1,-54 28-1,-26 25 1,-54 28 0,-30 54 15,-24 53-15,-29 1-16,1 0 31,-27 26-16,-27 28 1,0 54 0,26 1-1,-1 27 1,56-1 0,-27 0-1,27-28 16,-28 27-31,29 30 16,52 26 0,55 52 15,54 1-15,82 27-1,80 0 1,27-53-1,1-53 1,28-4 0,214-131-1</inkml:trace>
</inkml:ink>
</file>

<file path=ppt/ink/ink14.xml><?xml version="1.0" encoding="utf-8"?>
<inkml:ink xmlns:inkml="http://www.w3.org/2003/InkML">
  <inkml:definitions>
    <inkml:context xml:id="ctx0">
      <inkml:inkSource xml:id="inkSrc0">
        <inkml:traceFormat>
          <inkml:channel name="X" type="integer" max="65535" units="cm"/>
          <inkml:channel name="Y" type="integer" max="65535" units="cm"/>
          <inkml:channel name="T" type="integer" max="2.14748E9" units="dev"/>
        </inkml:traceFormat>
        <inkml:channelProperties>
          <inkml:channelProperty channel="X" name="resolution" value="1092.25" units="1/cm"/>
          <inkml:channelProperty channel="Y" name="resolution" value="1927.5" units="1/cm"/>
          <inkml:channelProperty channel="T" name="resolution" value="1" units="1/dev"/>
        </inkml:channelProperties>
      </inkml:inkSource>
      <inkml:timestamp xml:id="ts0" timeString="2025-03-13T16:24:33.787"/>
    </inkml:context>
    <inkml:brush xml:id="br0">
      <inkml:brushProperty name="width" value="0.05292" units="cm"/>
      <inkml:brushProperty name="height" value="0.05292" units="cm"/>
      <inkml:brushProperty name="color" value="#FF0000"/>
    </inkml:brush>
  </inkml:definitions>
  <inkml:trace contextRef="#ctx0" brushRef="#br0">2426 2941 0,'0'0'0,"0"0"0,0 0 0,0-53 32,-28-30-17,28 56 1,0 1-1,0 52 1,0 164 0,0 350-1,0 189 1,28-78 0,-28-83-1,27-351 1,-1-164-1,2-80 1,0-189 0,-1-163-1,27 27 1,-1 191 0,29 24 15,-1 84-16,-27 53 1,-1 109 0,31 241-1,-29-25 1,-31-108 0,29-28-1,31-81 1,-29-53-1,25-83 1,56-54 0,-1-54-1,26 3 1,-25-4 0,-28 30-1,-55-28 16,-53 54-15,-26 26 0,-29 55-1,-52 55 1,-2 79 0,2 2-1,79-1 1,28 1-1,28-29 1,52-26 0,56-26 15,52-81-31,-25-3 16,-28-24-1,-27-2 16,-27-25-15,-53 52 0</inkml:trace>
  <inkml:trace contextRef="#ctx0" brushRef="#br0" timeOffset="2205.13">6242 4888 0,'0'0'0,"0"0"16,-27-55 0,-3 1-1,5-1 1,-2 30 0,-29 25-1,-23 53 1,-58 110-1,58 26 1,22-26 0,114-28-1,22-81 1,32-82 15,-6-80-15,-22-27-1,-28-1 1,-28 2 0,0-2-1,-54 81 1,27 55 0,0 136-1,0 53 1,0 0-1,51-25 1,5-83 0,26-56-1,26-77 17,0-57-32,26-53 15,-25 26 1,-109 136 15,54-79-15,54-31-1,-54 56 1,-26 0 0,-28 54-1,-28 27 1,-53 82-1,-27 26 1,81 27 0,27-27 15,54-53-31,54-82 16,0-82 15,0-53-16,-108 135 1,82-243 0,-54 0-1,-28 160 1,0 58 0,0 50-1,0 138 1,-28 189-1,0 108 1,-26 135 0,28-218-1,-2-213 1,28-84 15,0-80-15,0-135-16,0-217 31,28 1-15,-2-1-1,1 2 1,0 79 0,-27 81-1,28 28 1,0 54-1,-28 82 1,0-3 0,0 84-1,-28 161 1,28 55 0,28-82 15,25-26-16,0-55 1,29-108 0,-28-55-1,26-53 1,-53-27 0,28-1-1,-27 2 1,-28 25-1,26 55 1,-26 26 0,0 56-1,28 53 1,-28 82 15,27 26-15,26 1-16,1-109 31,3-81-15,-5-54-1,2-81 1,-1-55 0,-25 1-1,1 0 1,-4 53-1,5 27 1,-30 83 0,26 26-1,-26 82 1,25 52 15,-25 82-15,0-27-16,26 0 31,29-52-15,-28-84-1,56-53 1,-4-53 0,-25-28-1,3-82 1,-31 2-1,2-3 1,-2 57 0,-26 79-1,25 1 17,-25 54-32,0-27 31</inkml:trace>
  <inkml:trace contextRef="#ctx0" brushRef="#br0" timeOffset="2500.38">9001 4022 0,'0'0'0,"0"0"0,0 0 0,0 0 16,27-54 15,80-54-15,-25 27-16,-29-1 31</inkml:trace>
  <inkml:trace contextRef="#ctx0" brushRef="#br0" timeOffset="5885.11">9677 10270 0,'0'0'0,"0"0"16,-55 0-1,-26 0 1,27 0 0,26 26-1,56 56 1,26 25 0,54 1 15,81-55-16,109-53 1,135-24 0,55 24-1,-1 0 1,161 0 0,-81 0-1,82-29 1,54-25-1,29-28 1,-3 29 0,29 53-1,55 0 17,51-26-17,4-2 1,24-52-1,54-2 1,-52 1 0,-3 53-1,-26 28 1,-54 28 0,2 25-1,-55-25 1,-110 25-1,1-24 1,-82-29 0,-51 26 15,-84-26-15,-162 0-16,-26 28 31,-55-2-16,-54 2 1,1-2 0,-83 1-1,2-27 1,-55 26 0,29-26-1,-29 0 1,0 28-1,0-28 1,24 27 0,4 0-1</inkml:trace>
  <inkml:trace contextRef="#ctx0" brushRef="#br0" timeOffset="9155.19">15356 11404 0,'0'0'0,"0"0"0,28-109 15,52-269 1,28-27 0,54-82-1,28-189 17,-25 134-17,-6-106 1,-47 80-1,20-134 1,-22 107 0,-4 108-1,-22 188 1,-4 138 0,-26-1-1,0 26 1,-54 136-1,54-107 1,-26-56 15,-2 108-15</inkml:trace>
  <inkml:trace contextRef="#ctx0" brushRef="#br0" timeOffset="65070.18">12868 3210 0,'0'0'0,"0"0"0,0 0 0,0 0 16,0-26 0,-28-29-1,28 28 1,0 54 0,0 135-1,-26 164 1,26-2 15,0-28-31,26-52 16,2-81 15,-1-28-15,-27-108-1,28-81 1,-3-135-1,-25-1 1,27 2 0,28 54-1,-29 105 1,30 111 0,-4 51-1,84 111 1,-28-54-1,0-28 1,27-53 15,4-109-15,-34-82 0,-51-79-1,-25-28 1,-29 24-1,-29 32 1,-25 106 0,-25 54-1,-4 106 1,29 32 0,26-4-1,28 1 16,55-53-15,82-55 0,23-80-1,4-29 1,-28-54 0</inkml:trace>
  <inkml:trace contextRef="#ctx0" brushRef="#br0" timeOffset="67831.5">17899 4104 0,'0'0'0,"0"0"16,0 0-1,-27-28 1,-81 3-1,0 78 1,27 80 0,27 31-1,54-2 1,54-81 0,54-81-1,54-134 1,-54-164-1,-27-27 17,-27 27-17,-54 109 1,0 27 0,-28 53-1,28 56 1,0 106-1,28 56 1,-28 161 0,0 1-1,0-28 1,27 0 15,29-54-31,-4 1 31,3-55-31,-2-81 32,30-54-17,-3-54 1,-80 54 0,54-80-1,28-109 1,-29 52-1,-26 109 1,-27 28 0,28 56-1,-2 53 1,1 25 0,0 28-1,30-26 16,22-29-15,2-79-16,-25-82 31,23-54-15,-25-28 0,-27 28-1,0 0 1,2 55-1,23 53 1,4 81 0,-56-1-1,0-80 1,108 244 0,-27-55 15,-27-136-16,0-53-15,1 0 32,-28-26-17,0 26 1,-1-27 0,1 27-1,1-27 1,-1-1-1,-27 28 1,0-26 0,0 26-1,26 0 1,2 0 0,-28-27-1,27 27 16,-27 0-15,53-26 0,-53-2-1,28 28 1,52-54 0,2-1-1,-1-26 1,0 28-1,-26 25 1,-28 1 0,-1-1-1,-26 28 1,0 0 15,-26 0-31,-29 28 16,0 27-1,2 25 17,0 29-17,53-1 1,0-27 0,26-27-1,54-54 1,30-27-1,-3-28 1,2-52 0,-29-29-1,1-107 1,-26 0 0,-27 54-1,-3 26 1,30 55 15,-55 55-15,27 53-1,-27 26 1,-27 55 0,-1 109-1,28 51 1,0 30-1,0-54 1,28-27 0,-1-82-1,-27-82 1,53-52 0,3-82-1,-3-27 16,27-29-15,3 56-16,-54 108 31,22 55-15,-24 107 0,1 28-1,25-1 1,4-81-1,-6-53 1,30-83 0,3-52-1,22-30 1,-25 2 0,2 1-1,-29-2 16,0 55-15,-29 54-16,-25 27 31,-25 55-15,-2 107 0,0 1-1,27-55 1,54-29-1,54-106 1,-27-52 0,0-57-1,-26-81 1,-28 3 15,-81 50-31,-55 83 16,-26 135 15,27 82-15,135 26-1,136-81 1,53-108 0,-27-135-1,-109-135 1</inkml:trace>
  <inkml:trace contextRef="#ctx0" brushRef="#br0" timeOffset="69068.23">18630 3914 0,'0'0'0,"0"0"0,0 0 0</inkml:trace>
  <inkml:trace contextRef="#ctx0" brushRef="#br0" timeOffset="70240.88">18738 3914 0,'0'0'0,"0"0"16,0 0-1,0 0 1,0 0 0,0 0-1,0 0 1,0-27-1,0 27 1,-28-27 0,-24 54-1,24-27 1,0 0 0,56 54 15,0-54-16</inkml:trace>
  <inkml:trace contextRef="#ctx0" brushRef="#br0" timeOffset="74618.98">26365 4320 0,'0'0'0,"0"0"0,-27 0 31,-26-55-15,-1 27-1,-28 56 1,-26 80 0,0 82-1,81-137 1,54 110-1,54 81 1,54-190 0,28-135-1,-28-55 1,-54-53 0,-27-1-1,-27 54 16,-54 56-15,-1 80 0,28 55-1,-26 79 1,26 3 0,26 51-1,2-25 1,56-56-1,-33-79 1,30-82 0,1-81-1,-1-29 17,27 31-17,-24 23-15,-7 57 31,5 79-15,-25 111 0,-6 51-1,5-25 1,-2-28 0,1-135-1,-31-135 1,32-55-1,-1 1 1,26 27 0,-28 53-1,2 109 1,-28 109 0,-1 134 15,-26-27-31,55 1 31,-1-56-15,27-52-1,0-136 1,54-162 0,1-109-1,-3-107 1,-78 28-1,0-30 1,-2 54 0,-26 138-1,0 52 1,0 2 0,27 79-1,-25 28 16,-58 82-15,29 52 0,-54 217-1,0 136 1,27-27 0,-26-81-1,-2 0 1,27-29-1,28-106 1,28-55 0,-1-28-1,81-78 1,29-58 0,51-52-1,2-80 16,-80-29-15,-59 0 0,-23 28-1,-56 109 1,-52 80 0,-1 81-1,-29 80 1,30 3-1,52 25 1,83-53 0,26-55-1,54-82 1,1-52 15,53-82-15,-54-55-1,0 2 1,-79-3 0,-2 2-1,-54 109 1,0 25 0,-29 56-1,58 52 1,-29 28-1,54 28 1,0 53 0,0 1-1,28-1 17,-28-28-32,-82-26 31,-80-52-16,-54-83 1,-54-55 0,52 2-1,83-2 1,297-53 0,216 0-1,-159 27 1,-111 26-1,-54-25 1</inkml:trace>
  <inkml:trace contextRef="#ctx0" brushRef="#br0" timeOffset="74909.52">28313 3238 0,'0'0'0,"82"27"16,487 136-1,159-29 1,-104-52 0,-245-54-1,-217-28 1,-136 0 0</inkml:trace>
  <inkml:trace contextRef="#ctx0" brushRef="#br0" timeOffset="75970.81">3318 10944 0,'0'0'0,"0"0"16,0 0 0,0-81 15,-24 1-31,-31 80 31,-29 80-15,-22 56-16,80 53 15,81-54 17,50-54-17,57-134 1,-24-190 0,-58-29-1,-53 82 1,-27 56-1,0 107 1,0 135 0,55 190 15,-1-55-31,0-54 16,26-53-1,2-83 16</inkml:trace>
  <inkml:trace contextRef="#ctx0" brushRef="#br0" timeOffset="79015.16">6242 10457 0,'0'0'0,"0"0"16,0 0 0,-27 0 15,-3 0-16,5 82-15,-2 25 32,54 83-17,55-27 1,52-82 0,-25-107-1,26-56 1,-27-80-1,-55-26 1,-53-3 0,0 56-1,0 27 17,-26 108-32,-1 26 15,27 84 16,0 51-15,53 29 0,2-2-1,-1 3 1,0-57 0,27-27-1,0-79 1,27-56-1,-27-105 1,-26-4 0,-1-25-1,-27 2 1,-2 50 0,-25 29 15,0 54-16,28 81 1,-28 53 0,54 30-1,28 79 1,-55 0 0,26-27-1,-53-81 1,-26-53-1,-54-55 1,24-27 0,2-26-1,54 53 17,54-28-32,55 56 31,54-3-16,-2 3 1,-25-56 0,-29-80-1,5-108 1,-86-28 0,-1-25-1,1-28 1,2 79-1,-28 4 1,0 49 0,0 57-1,0 82 1,-28 80 15,28 54-15,28 108-16,-1 55 31,0-2-15,1-24-1,27-1 1,-1-56 0,25 1-1,32-53 1,23-83-1,-1-79 1,-22-56 0,-3-26-1,-55-54 17,-25 0-32,-28 26 31,-28 83-16,-25 53 1,0 108 0,-2 55-1,82-2 1,1-25 0,78-28-1,2-81 1,28-54-1,26-81 1,1 0 0,-2-1-1,-26 29 1,-54 80 15,-25 0-15,-56 26-1,0 1 1,-28 28 0,-81 26-1,2 80 1,-2 29 0,82-54-1,27-28 1,81-82-1,29-105 1,51-86 0,-26-76-1,-54-84 1,-81 107 15,0 30-15,0 54-16,0 77 31,-28 57-15,56 28-1,-28 54 1,28 79 0,27 83-1,-3 27 1,-25-55-1,54-27 1,1-80 0,-1-81-1,29-56 1,-31-109 0,2 3 15,-54-56-16,-54 81 1,-27 56 0,-27 81-1,29 79 1,-5 56 0,31 25-1,52-23 1,83-31-1,26-107 1,29-54 0,23-54-1,-22-27 1,-30-2 0,-54-24 15,-27 52-16,-54 29 1,0 53 0,26 28-1,2 52 1,-28 55 0,-28 28-1,28-1 1,-80-54-1,-1-55 1,-27-53 0,27-26-1,107-29 1,164-25 15,-1 52-15,27 1-1,-27 1 1,-108-1 0,-81 1-1,-27-2-15</inkml:trace>
  <inkml:trace contextRef="#ctx0" brushRef="#br0" timeOffset="79379.23">7971 10485 0,'0'0'0,"0"0"15,355 54 1,265-108-1,29-27 1,-218 1 0</inkml:trace>
</inkml:ink>
</file>

<file path=ppt/ink/ink15.xml><?xml version="1.0" encoding="utf-8"?>
<inkml:ink xmlns:inkml="http://www.w3.org/2003/InkML">
  <inkml:definitions>
    <inkml:context xml:id="ctx0">
      <inkml:inkSource xml:id="inkSrc0">
        <inkml:traceFormat>
          <inkml:channel name="X" type="integer" max="65535" units="cm"/>
          <inkml:channel name="Y" type="integer" max="65535" units="cm"/>
          <inkml:channel name="T" type="integer" max="2.14748E9" units="dev"/>
        </inkml:traceFormat>
        <inkml:channelProperties>
          <inkml:channelProperty channel="X" name="resolution" value="1092.25" units="1/cm"/>
          <inkml:channelProperty channel="Y" name="resolution" value="1927.5" units="1/cm"/>
          <inkml:channelProperty channel="T" name="resolution" value="1" units="1/dev"/>
        </inkml:channelProperties>
      </inkml:inkSource>
      <inkml:timestamp xml:id="ts0" timeString="2025-03-13T16:27:30.058"/>
    </inkml:context>
    <inkml:brush xml:id="br0">
      <inkml:brushProperty name="width" value="0.05292" units="cm"/>
      <inkml:brushProperty name="height" value="0.05292" units="cm"/>
      <inkml:brushProperty name="color" value="#FF0000"/>
    </inkml:brush>
  </inkml:definitions>
  <inkml:trace contextRef="#ctx0" brushRef="#br0">3426 2021 0,'0'0'0,"0"0"15,0 0 1,-52 26 0,-4 31-1,5 104 1,78 55 15,24-27-15,60-81-16,-4-81 31,-25-108-15,-1-189-1,-81 54 1,-27 53-1,27 82 1,27 81 0,26 216-1,29 163 1,-82-27 0,0 27-1,-28-82 1,-26-135-1,1-54 17,-28-81-32,-1-54 31,2-27-15,23-54-1,141-28 1,212-53-1,-80 80 1,-26 56 0,-1 25-1</inkml:trace>
  <inkml:trace contextRef="#ctx0" brushRef="#br0" timeOffset="1465.12">6133 2075 0,'0'0'0,"0"0"16,0 0 15,0 0-15,-29 29-16,2 24 31,-52 135-15,79 164-1,0-108 1,79-109-1,29-82 1,-24-106 0,23-218-1,-52 2 1,-1 78 0,-27 56-1,0 82 1,26 241 15,30 219-31,-57 25 16,-52 1-1,-29-109 17,0-161-17,-51-82 1,-30-109-1,-2-78 1,57-58 0,54-26-1,219-26 1,159 82 0,-27 52-1,-108 1 1,-54-1-1,-28 29 1,-24-1 0,-29-28 15,-28 2-15,29-1-1,0 26 1,-29 2-1,1 25 1,0 28 0,-54 0-1,-27 0 1,-27 0 0,-80 54-1,-2 81 1,28 1-1,108 25 17,54-53-17,53-80 1,57-82 0,-30-54-1,-23-55 1,-33-26-1,-50 1 1,-56 25 0,1 55-1,-80 108 1,-2 53 0,-26 83-1,54 26 1,53-26-1,83-83 17,134-106-17,111-110 1,-86 0 0,-52 29-1,-25 52 1,-31 29-1</inkml:trace>
  <inkml:trace contextRef="#ctx0" brushRef="#br0" timeOffset="34173.35">12489 1373 0,'0'0'0,"0"0"0,0 0 0,0 0 16,0-53 0,-26-4-1,26 32 1,-27 25-1,27 25 1,0 32 15,0 51-31,-28 53 16,56 108 15,-28 3-15,27-57-1,-1-51 1,1-29 0,-27-82-1,27-53 1,0-81 0,-27-81-1,27 26 1,0 56-1,28 26 1,-30 54 0,30 54 15,0 26-15,-1 56-1,1 26 1,25 0-1,0-81 1,-24-27 0,24-79-1,29-4 1,-55-78 0,-1-1-1,-26 27 1,-27 54-1,-27 0 17,-26-28-32,-29 82 31,1 28-15,26 53-1,55 53 1,27-25-1,82-56 1,53-25 0,3-55-1,-33-55 1,-22 2 0,-30-2-1,-51 30 1</inkml:trace>
  <inkml:trace contextRef="#ctx0" brushRef="#br0" timeOffset="34828.55">15789 2536 0,'0'0'0,"0"0"16,0-55-1,0 0 1,0 30-1,0 25 1,0 0 0,27 162-1,-1 80 1,30-52 0,24-56-1,-26-79 1,28-82 15,-28-135-15,-1-81-16,-26 27 15,1 53 17,-28 55-1,0 108-31,26 53 15</inkml:trace>
  <inkml:trace contextRef="#ctx0" brushRef="#br0" timeOffset="36762.37">16845 3291 0,'0'0'0,"0"0"16,0 0-1,0 0 1,0 0-1,52-81 1,-23-53 0,-2-1-1,-27 27 1,0 27 0,-27 26-1,27 55 1,0 0-1,-29 55 1,29 26 15,0 27-15,29 0-16,25 27 31,-26 1-15,26-56-1,27-26 1,-28-54 0,29-26-1,-1-55 1,0-1 0,-26 1-1,-2-27 1,-26 0-1,-27 53 17,26 1-32,-26 28 15,0 26 17,-26 26-17,52 3 1,-26 51-1,28 1 1,-1-1 0,0 56-1,1-28 1,25 0 0,-53-108-1,-27 55 1,27-2-1,-81-25 1,26-28 15,2-28-15,53 1 0,27 1-1,54 26 1,0 0-1,-1 26 1,30-26 0,-3 0-1,-26-54 1,-25-26 0,-4-57-1,-25-25 1,1-26 15,-28-1-31,0 134 16,0-26-1,26-162 17,1 80-17,1 137 1,-28 52-1,0-26 1,0 82 0,0 242-1,0-107 1,0-29 0,28 1-1,-28-26 1,27-28 15,-2-54-15,3-53-16,53-56 31,1-53-15,-29-27-1,2-1 1,-29 2-1,1 25 1,-27 56 0,0 52-1,0 29 1,0 79 0,-27 3-1,27 24 1,54-25-1,3-54 17,22-82-17,2-82 1,-25-26 0,-4-28-1,-25 2 1,-54 25-1,-25 28 1,-32 53 0,4 56-1,28 53 1,52 1 0,105-29-1,34-53 1,-7-26-1,-48-30 1,-84-25 0,-28 28-1,28 25 1</inkml:trace>
  <inkml:trace contextRef="#ctx0" brushRef="#br0" timeOffset="37313.48">16980 2130 0,'0'0'0,"0"0"16,0 0 0,0 0 15,0 0-15,28 27-1,-2-27 1</inkml:trace>
  <inkml:trace contextRef="#ctx0" brushRef="#br0" timeOffset="39010.08">27204 2563 0,'0'0'0,"0"0"0,0 0 16,0 0-1,0 0 1,0 0 0,0 26 15,-27 82-15,3 83-1,24-3 1,24-54-1,57-79 1,30-55 0,-4-81-1,-26-54 1,0-1 0,-27-25-1,-26 79 16,-28 28-31,26 108 16,-26 109 15,27 133-15,-27 56 0,0-108-1,-53-55 1,-2-52-1,-80-84 1,-2-81 0,2-80-1,81 27 1,80 1 0,220-83-1,132-27 16,-161 109-31,-28 28 16,-28 24 15,-78 29-15</inkml:trace>
  <inkml:trace contextRef="#ctx0" brushRef="#br0" timeOffset="47448.75">3483 8862 0,'0'0'0,"0"0"16,0 0-1,0 0 1,0 0-1,0 0 17,0 0-17,-27 163 1,54 161 0,0 28-1,-3-54 1,5-109-1,-2-27 1,-2-55 0,-25-79-1,0-28 1,0-81 0,0-27-1,30-55 1,-30-24-1,54 79 17,0 24-17,-1 84 1,2 55 0,-1 54-1,26 52 1,-25-26-1,-2 1 1,2-55 0,26-55-1,-27-26 1,27-26 0,-26-55-1,-2-55 16,-26 29-15,-27 25-16,-27 3 31,-26 79-15,-2 53 0,28 55-1,0-1 1,27 3-1,27-3 1,55-53 0,25-27-1,29-27 1,-2-27 15,-24-54-31,-85 1 16,2-3-1</inkml:trace>
  <inkml:trace contextRef="#ctx0" brushRef="#br0" timeOffset="49951.57">6944 9891 0,'0'0'0,"0"0"15,0 0 1,-81-29 0,-27 58-1,-27 50 1,27 84-1,55-26 1,79-57 0,81-26-1,2-80 1,-1-56 15,-27-54-31,-27-25 16,-54 0 15,0-4-15,-27 31-1,27 25 1,-27 109 0,27 29-1,0 79 1,27-2-1,0 59 1,0-4 0,27 0-1,0-25 1,-27-54 0,27-56-1,0-52 1,0-28 15,0-29-15,28-51-1,-2 26 1,-80 108 0,54-29-1,2 5 1,-30-4-1,-26 28 1,-26 28 0,-2 25-1,0 0 1,-79 55 15,54 2-31,53-2 31,78-82-15,32-26 0,-2-54-1,0-26 1,-54-57 0,-54 29-1,0 29 1,-26 24-1,-2 55 1,28 55 0,0 51-1,28 30 1,-2-28 0,29 27-1,-2-54 16,-26-81-15,27-27-16,1-54 31,26 1-15,0-30 0,3 3-1,-33 52 1,30 28-1,-54 1 1,1 26 0,-28 0-1,0 0 1,-28 26 0,-26 28 15,-25 55-31,23-1 15,31-26 17,50-3-17,56-79 1,0-26 0,29-55-1,-31-81 1,5-1-1,-57-53 1,-1 27 0,-26 28-1,0 51 1,0 110 0,0-27 15,0 54-16,0 54-15,0 28 32,0 53-17,0 55 1,0-28 0,0 0-1,28-81 1,-28-27-1,26-54 1,-26 0 0,25-27-1,2-27 1,29 0 0,-1-27 15,23 1-31,-22-29 15,26-26 17,-29 27-17,-25 26 1,-1 55 0,-27 0-1,-27 27 1,-1 54-1,-25 29 1,26-2 0,27 26-1,27-53 17,81-52-32,0-58 15,-27-25 16,-28-54-31,-53-27 16,-53-1 15,-28 1-15,-54 80 0,54 31-1,26 24 1,83 24-1,80-24 1,0 0 0,27-24-1,-135 24 1,54-55 0,28 2-1,-56 53 16</inkml:trace>
  <inkml:trace contextRef="#ctx0" brushRef="#br0" timeOffset="55311.58">12192 10324 0,'0'0'0,"0"0"0,0 0 0,0 0 16,0-54-1,55-246 1,-29-79 15,28 29-31,-28-2 16,-26 138-1,0 23 17,0 56-17,0 82 1,0-2 0,0 81-1,0 56 1,-26 107-1,26 80 1,0 31 0,0-3-1,0-81 1,0 2 0,26-31 15,2-52-16,27-81-15,25-27 32,1-27-17,26-27 1,-52-54 0,0-27-1,-29-26 1,2 24-1,-28 2 1,-28 82 0,28-1-1,-54 54 1,0 27 0,26 54 15,28 53-16,0-24 1,55-30 0,26-51-1,27-56 1,0-56 0,0-25-1,-53 27 1,-55 54-1,81-188 1,-53 25 0,-1 82-1,-27 54 1,0 27 0,0 27 15,27 54-31,26 0 31,-26 1-15,27 52-1,-27 1 1,30 1 0,-57-28-1,0-55 1,-84-25-1,3-56 1,1 28 0,25-26-1,55 26 1,28 0 0,52 0-1,55-27 1,-27 27 15,0-26-15,2-28-1,-30-29 1,3-51 0,-28-82-1,-55-28 1,0-27-1,0 2 1,0 51 0,24 4-1,-24 49 1,0 30 0,0 81-1,0 54 16,27 28-31,-27 80 32,0 26-17,-27 137 1,27 0 0,-24-28-1,24 1 1,0-26-1,0-31 1,0-24 0,24-27-1,3-29 17,2-53-32,23-27 15,5-27 16,24-27-15,0-27 0,0-27-1,-27 1 1,-28-30 0,1 29-1,1 1 1,-28 80-1,0-29 1,0 5 0,0 24-1,27 53 1,1 27 0,-2 29-1,28-1 1,-28-26 15,2-56-15,26-52-1,0-56 1,-27-26 0,54-1-1,-27 29 1,0 51-1,1 58 1,-29 51 0,1 55-1,0-25 1,0-30 0,0-80 15,1-26-16,-1-56 1,0-54 0,-1 1-1,2 56 1,-2 79 0,1 53-1,0 108 1,1 3-1,0-57 1,-28-53 0,26-27-1,2-82 17,-2-24-32,0-3 31,29 0-16,-28 56 1,29 79 0,-30 2-1,0 27 1,0-3 0,-26-24-1,0-55 1,0 27-1,28-54 1,-28 27 0,27 0-1,-27 0 1,27 0 0,1 27 15,-28-27-16,29 26-15,-4 2 32,-25-28-17,27 29 1,-27-58 0,27 29-1,-1-54 1,1-28-1,28 3 1,-29 25 0,32 0-1,-34 25 1,3 2 0,-27 1 15,0 26-31,-27 0 31,-27 82-15,26 26-1,2-1 1,26 30 0,54-56-1,0-54 1,27-54-1,30-83 1,-60 2 0,-22-27-1,-29-1 1,0 55 0,-54 27-1,-2 27 1,2 27-1,27 55 17,-1 26-17,56 1 1,-1 26 0,27-82-1,27-26 1,0-54-1,3-26 1,-4-2 0,-26 1-1,28-1 1,-28 56 0,0 52 15,-27 28-16,-1 81 1,1 1 0,1-1-1,-28-81 1,0-28 0,0-79-1,27-28 1,0-54-1,27 27 1,-1 27 0,-25 26-1,-1 28 1,-27 81 0,27 55 15,-27-1-16,28 27 1,-2-27 0,1-82-1,26-52 1,2-28 0,0-27-1,-29-27 1,1 0-1,0 27 1,-1 26 0,-26 55-1,28-27 1,-28 27 0,0 0-1,0-26 16,0 26-15,27 0 0,-27 0-1,0 0 1,27-29 0,-27 29-1,0 0 1,0 0-1,0 0 1,0-24 0,0 24-1,0-28 1,0 28 15,0 0-31,0 0 16,28 28 15,-56 25-15,28 0-1,-27 55 1,27 2 0,-27-2-1,27-1 1,0-80-1,0 0 1,0-27 0,54 0-1,0 0 1,0 0 0,-27 0-1,-27 0 16,0-54-15,0 0 0,54 1-1,1-1 1,25 0 0,-25-2-1,-2 2 1,-25 1-1,0-2 1,-1 2 0,-27 53-1,0 0 1,0 26 15,0 28-31,-27 0 16,-29 54 15,29-25-15,1 24-1,52-53 1,29-27 0,25-27-1,29-27 1,-27-54-1,-2 1 1,-80-30 0,-27 3-1,-26 52 1,-29 55 0,1 55-1,81 26 16,0-81-15,135 82 0,111-28-1,-140-108 1,-106-56 0,-79-51-1</inkml:trace>
  <inkml:trace contextRef="#ctx0" brushRef="#br0" timeOffset="55924.34">11733 8510 0,'0'0'0,"0"0"15,0 28 1,0 109-1,243 77 1,134-49 0,-26-139-1,-25-52 1,-56-84 0</inkml:trace>
  <inkml:trace contextRef="#ctx0" brushRef="#br0" timeOffset="56321.78">13355 8970 0,'0'0'0,"0"0"16,161 0-1,301-81 1,-83 54 0,-27 1-1,-83-3 1,-25-50-1</inkml:trace>
  <inkml:trace contextRef="#ctx0" brushRef="#br0" timeOffset="56998.85">18034 9215 0,'0'0'0,"0"0"16,0 0 15,0 0-15,0 0-1,0 0 1,0 0 0</inkml:trace>
  <inkml:trace contextRef="#ctx0" brushRef="#br0" timeOffset="57498.54">14709 9322 0,'0'0'0,"0"0"0,0 0 0,0 0 16,0 0-1,0 0 1,0 0 0,0 0-1</inkml:trace>
  <inkml:trace contextRef="#ctx0" brushRef="#br0" timeOffset="70837.75">26961 8970 0,'0'0'0,"0"0"15,-28-26 1,-25-1 0,-29 27-1,-25 80 1,25 111 0,82 51-1,27-81 1,54-79-1,0-82 1,1-134 15,-29-56-31,2-26 32,-29 53-17,2 29 1,-28 105-1,27 58 1,-54 132 0,-1 246-1,-25 80 1,25-137 0,28-134-1,-24-51 1,24-112-1,0-53 1,0-110 0,0-159-1,24-81 17,31 132-17,-29 2 1,2 53-1,-1 55 1,0 28 0,-27 52-1,0 28 1,-27 55 0,27 51-1,0 86 1,-27 50-1,27-52 1,27-56 15,29-79-15,49-110 0,34-106-1,-59-29 1,1-25-1,-26 51 1,-31 57 0,5 53-1,-2 54 1,-27 80 0,0 28-1,27 55 1,1-28-1,25-28 1,28-80 0,-26-80 15,-2-55-15,29-26-1,-29 24 1,-25 56-1,26 81 1,-54 83 0,26 78-1,2 3 1,27-30 0,-2-81-1,55-80 1,27-54-1,0-53 1,-27-30 0,-54-24 15,-81-29-15,-54 54-1,-28 110 1,29 107-1,53 56 1,54 50 0,108 2-1,137-81 1,-3-108 0,-77-52-1,-33-28 1,-50-30-1,-82 55 1</inkml:trace>
  <inkml:trace contextRef="#ctx0" brushRef="#br0" timeOffset="74040.22">4618 14891 0,'0'0'0,"0"0"16,0 0-1,0 0 1,0 0 15,0 0-31,0 0 16,-82 28 15,-25 28-15,-29 25-1,82 25 1,54-23-1,54-3 1,54-80 0,-27 0-1,1-27 1,-56-1 0,-52 3-1,-2 25 1,-52 53 15,25 56-31,1 25 16,27 2-1,54-1 17,27 0-17,54-54 1,28-27-1,25-82 1,1-51 0,-25-31-1,-30-23 1,-25 25 0,1-1-1,-59 82 1,3-28-1,-27 55 1,-27 0 31,27 28-47,0-28 31,82 135-15,1 1-1,-5-56 1,-23 1 0,2 29-1,-57-4 1,0-24 0,-57-56-1,-25-26 1,2-26-1,53-3 17,83 5-17,22-5 17,60-26-17,-32 29 1,-22-27-1,-31-29 1,-25-54 0,-4-52-1,32-28 1,-56 0 0,27 25-1,-27 57 1,0 80-1,0 26 17,-27 82-17,-2 81-15,2 83 32,3-2-17,24 0 1,24 0-1,32-81 1,-4-27 0,56-54-1,30-54 1,-4-54 0,2-27-1,-82-1 1,-28-26-1,-26 28 1,-53 52 0,0 28-1,-30 83 17,-24 25-17,81 27 1,52-1-1,109 2 1,54-82 0,27-54-1,-53-82 1,-56-26 0,-107-26-1</inkml:trace>
  <inkml:trace contextRef="#ctx0" brushRef="#br0" timeOffset="74535.53">4347 14514 0,'0'0'0,"0"0"15,0 0 1,109-108 0,25-26-1,-26 24 1,-28 55 0</inkml:trace>
  <inkml:trace contextRef="#ctx0" brushRef="#br0" timeOffset="76156.1">15031 15947 0,'0'0'0,"0"0"0,0 0 15,0 0 1,55 0 15,107 0-31,-26-54 16,-56 1 15,-26-55-15,-80-28-1,-55 28 1,-28 81-1,1 107 1,0 56 0,27 80-1,54-27 1,54 1 0,54-54-1,55-83 1,26-81-1,26-52 17,-52-28-17,-28 1-15,26-3 32,-24 29-17,-29-26 1,-28 24-1,-53 30 1,0-2 0,0 30-1,-26 25 1,-1 0 0,-25 53-1,23 55 1,58 54-1,23 0 1,28 1 0,-53-27 15,1-28-15,-56-28-1,1-52 1,-53-28-1,-29-83 1,27-25 0,82 55-1,110 26 1,106-1 0,0 2-1,-27 26 1,-52-27-1,-58 0 1,4-1 15,-29 2-15</inkml:trace>
  <inkml:trace contextRef="#ctx0" brushRef="#br0" timeOffset="78040.82">21685 15407 0,'0'0'0,"0"0"0,0 0 16,0 0-1,81 54 1,28-27 0,28-82-1,-55-80 1,25-26-1,-80-164 1,-2 136 15,-25-1-15,-25 82 0,-2 27-1,0 52 1,-27 29-1,28 57 1,-2 24 0,28 80-1,0 2 1,0-28 0,28-56-1,-28-51 1,26-1 15,-26-27-15,0 0-1,-26 0 1,26 53 0,-28 31-1,-1 23 1,-23 28-1,23-27 1,29-53 0,0-55-1,0 0 1,0 0 0,56 0-1,-31 27 1,4-1-1,25 2 17,27-56-17,0-52 1,27-56 0,0-106-1,-26-83 1,-1-80-1,-54 51 1,0 111 0,-1 28-1,-26 25 1,0 56 0,28 79-1,-28 55 1,0 108-1,-28 189 17,-52 135-32,-28 165 15,27-56 17,107-163-17,29-136 1,25-134-1,28-26 1,55-136 0,-2-82-1,3-25 1,-85-2 0,-51 108-1</inkml:trace>
  <inkml:trace contextRef="#ctx0" brushRef="#br0" timeOffset="79984.31">26067 14135 0,'0'0'0,"0"0"16,-53-161-1,26 52 1,27 82-1,-28 109 1,28 52 0,0 165-1,-26 106 1,52-1 0,2-159-1,-1-83 1,0-54-1,-27-108 1,0-81 15,0-82-15,26-25 0,29 26-1,28 25 1,-31 82-1,3 83 1,-29 81 0,29 80-1,-28 1 1,28-1 0,24-53-1,3-111 1,-1-50 15,0-83-31,1-28 16,-1-27 15,-28 28-15,-25 28-1,-1 52 1,-27 26-1,27 86 1,-27 24 0,0 27-1,0 54 1,-27 27 0,27 0-1,27-54 1,30-80 15,20-55-15,5-110-1,26-23 1,-27-58 0,3 3-1,-31-3 1,-26 57-1,0 81 1,-27 77 0,28 60-1,-28 103 1,-28 300 0,-26 109-1,1-137 1,-2-215-1,1-109 17,-29-81-17,-25-80 1,53-110 0,29-52-1,163-83 1,79-54-1,28 54 1,-56 108 0,2 83-1,-28-1 1,1 1 0,-30 25-1,3 27 1,-82 2-1,-27 26 17,-27-27-17,-81 80 1,-28 55 0,2 83-1,26-3 1,81-25-1,108-82 1,81-108 0,2-109-1,-31-53 1,-52-27 0,-108 27-1,-25-1 1,-58 82-1,-25 81 17,-27 54-17,54 54 1,108-26 0,110-1-1,78-54 1,-26-29-1,-26-24 1,-110-2 0</inkml:trace>
  <inkml:trace contextRef="#ctx0" brushRef="#br0" timeOffset="80341.7">27204 14325 0,'0'0'0,"0"0"0,0 0 16,0 0-1,54 28 1</inkml:trace>
  <inkml:trace contextRef="#ctx0" brushRef="#br0" timeOffset="81852.73">34156 15109 0,'0'0'0,"0"0"0,0 0 16,-81-26 0,-27 52-1,-82 135 1,110 57-1,80-57 1,54-25 0,54-81 15,26-138-15,29-186-1,-28-82 1,-54-28-1,-53 107 1,-1 84 0,-1 25-1,-26 27 1,28 57 0,-28 79-1,0 79 1,-28 84 15,-25 136-15,-2 24-16,29-51 31,26-83-15,0-1-1,53-25 1,28-110-1,28-25 1,53-81 0,1-56-1,-28-53 1,-54-1 0,-54 29-1,-54 77 1,-28 57-1,-50 84 1,-6 78 15,3 26-15,81 3 0,81-30-1,27-53 1,54-54-1,28-54 1,53-82 0,-52-26-1,-2 28 1,-27-28 0,-54 54-1,-26 54 1,-28 0 15,-1 0-15</inkml:trace>
  <inkml:trace contextRef="#ctx0" brushRef="#br0" timeOffset="84279.61">3753 22491 0,'0'0'0,"0"0"0,0 82 16,0 25 15,26-81-15,1-79 0,-54-189-1,-53-220 1,-56-239-1,56 78 1,23 297 0,57 247-1,30 51 1,77 82 0,1-54-1,54 0 1,55 0 15,26 53-31,0 112 16,-54 24 15,-53 82-15,-56 80-1,-53 82 1,-106-29-1,-32-105 1,-22-85 0,-30-106-1,1-80 1,-27-28 0,80-55-1,29 2 16,80 25-31,27-24 32,81 52-17,27 0 1,82 26 0,-1-26-1,0-54 1,1-53-1,-56-3 1,1-23 0,-80 23-1,-28 31 1,-54 50 0,-27 29-1,27 55 1,0 108 15,0 80-31,27-28 31,2-25-15,22-29 0,-24-106-1,28-55 1,55-55-1,25-106 1,-2-57 0,-25 4-1,-24 51 1,-30 27 0,-28 83-1,1 53 1,-2 81-1,-25 27 17,-25 82-17,25 25 1,-27-25 0,54-29-1,56-106 1,50-82-1,3-109 1,-1-80 0,-54-53-1,-81 78 1,-27 3 0,-27 52-1,-54 109 16,-27 82-31,0 80 16,51 54 15,84 1-15,111-83 0,24-53-1,54-108 1,0-53-1,-54-29 1,-27 1 0,-26 27-1,-1 55 1,-28 79 0,1 82-1,2 80 16,-3 137-15,-80-54-16,1-83 16,-30-25 15,-78-108-15,25-55-1,56-55 1,161-80-1,189-28 1,27 56 0,-108 51-1,-51 3 1,-32-2 0</inkml:trace>
  <inkml:trace contextRef="#ctx0" brushRef="#br0" timeOffset="84828.59">5644 21462 0,'0'0'0,"0"0"16,0 0-1,0 0 16</inkml:trace>
</inkml:ink>
</file>

<file path=ppt/ink/ink16.xml><?xml version="1.0" encoding="utf-8"?>
<inkml:ink xmlns:inkml="http://www.w3.org/2003/InkML">
  <inkml:definitions>
    <inkml:context xml:id="ctx0">
      <inkml:inkSource xml:id="inkSrc0">
        <inkml:traceFormat>
          <inkml:channel name="X" type="integer" max="65535" units="cm"/>
          <inkml:channel name="Y" type="integer" max="65535" units="cm"/>
          <inkml:channel name="T" type="integer" max="2.14748E9" units="dev"/>
        </inkml:traceFormat>
        <inkml:channelProperties>
          <inkml:channelProperty channel="X" name="resolution" value="1092.25" units="1/cm"/>
          <inkml:channelProperty channel="Y" name="resolution" value="1927.5" units="1/cm"/>
          <inkml:channelProperty channel="T" name="resolution" value="1" units="1/dev"/>
        </inkml:channelProperties>
      </inkml:inkSource>
      <inkml:timestamp xml:id="ts0" timeString="2025-03-13T16:30:42.260"/>
    </inkml:context>
    <inkml:brush xml:id="br0">
      <inkml:brushProperty name="width" value="0.05292" units="cm"/>
      <inkml:brushProperty name="height" value="0.05292" units="cm"/>
      <inkml:brushProperty name="color" value="#FF0000"/>
    </inkml:brush>
  </inkml:definitions>
  <inkml:trace contextRef="#ctx0" brushRef="#br0">30100 12730 0,'0'0'0,"0"0"15,0-27 1,108-244-1,162-107 1,109-28 0,27-108-1,-2-27 1,29 81 0,-55-161-1,30 53 1,132-1-1,-26 29 17,-54 162-17,-28-1-15,-188 163 32,-82 108-17,-25 26 1,-29 1-1,-81 53 1,-2 28 0,-50-25-1,-29 50 1,25-25 0,-23 28-1,52-56 1,0 3-1</inkml:trace>
  <inkml:trace contextRef="#ctx0" brushRef="#br0" timeOffset="36126.64">4456 1750 0,'0'0'0,"0"0"0,0 0 16,0 0-1,-27 0 1,27 28-1,0-1 1,53-27 0,29 0-1,26 0 1,-2-27 0,-23 27-1,-3-28 1,-53 3-1,-27-4 1,28 29 0,-28 0-1,0 0 17,0 29-17,0 24 1,0 82-1,82 297 1,-3 1 0,-24-109-1,-28-53 1,-27-27 0,-27-54-1,-53-56 1,-30-53-1,-23-81 17,22-28-32,31-52 15,80-27 17,80-3-17,58 2 1,24-27-1,26 28 1,-53 25 0,1 1-1,-29-1 1,-26 29 0,-24 25-1,-30-25 1,-3 26-1,-24 27 1,0 0 15,0 80-15,0 28-16,0 54 31,55 1-15,29-28-1,-3-107 1,26-83 0,-25-53-1,-1-26 1,-28-2 0,2 28-1,-27 0 1,-28 28-1,0 80 1,26 0 15,-26 53-31,0 1 32,27 27-17,-27 0 1,0 27-1,27 0 1,-1-27 0,29 1-1,-28-56 1,27-26 0,0 0-1,0 0 1,-27-26-1,27-2 1,-27 1 0,27-54 15,27 28-15,1-29-1,-2-26 1,1 53-1,2-26 1,-30 28 0,-28 26-1,-25-1 1,0 28 0,-25 55-1,-2-2 1,-27 28-1,-1 27 1,28 29 15,54-56-15,28-1-16,26-52 31,-1-56-15,3-26-1,-3-27 1,-27-54 0,-25 26-1,-28-25 1,0 52 0,0 57-1,0-4 1,-28 58-1,28 24 1,0 55 0,0 27 15,28 1-15,27-28-1,-1-55 1,-1-26-1,28-81 1,-24-27 0,-5-54-1,2 26 1,-28 1 0,1 55-1,30 26 1,-32 54-1,5 26 1,-4 55 15,25 1-15,-23-27 0,26-55-1,-26-54 1,1-55-1,-3-27 1,-1 1 0,4 108-1,23 108 1,5 54 0,24 1-1,-30-55 1,32-26-1</inkml:trace>
  <inkml:trace contextRef="#ctx0" brushRef="#br0" timeOffset="47669.94">14087 3697 0,'0'0'0,"0"0"0,0 0 0,0 0 16,51-80 0,59-190-1,-31-164 1,4-241 0,-28 133-1,-28 192 1,-27 187-1,0 29 17,-27 79-17,27 29 1,0 133 0,-27 109-1,-1 163 1,28 55-1,0-29 1,0-81 0,0-108-1,28-27 1,-1-27 0,0-26-1,54-28 16,0-55-15,0-53-16,27-25 16,-28-58 15,2-25-15,-28-26-1,-27-29 1,-27 55-1,-27 27 1,27 54 0,-28 27-1,2 27 1,-28 54 0,26 27-1,2-1 1,26 30 15,26-29-31,2 0 31,52-55-15,2-25 0,27-56-1,-2-52 1,28-29-1,-27 29 1,-26-28 0,-54-2-1,-2 29 1,0 28 0,-26 53-1,0 0 1,27 53-1,-27 28 1,28 0 15,-1 28-15,29 27 0,-56 25-1,26 2 1,-26-29-1,-26-52 1,-30-54 0,29-56-1,27-54 1,27 2 0,81-1-1,0-27 1,1 27-1,26-27 17,-51-28-17,-33-54 1,3-52 0,-27-2-1,-27 56 1,27-3-1,0 84 1,-27 53 0,30 54-1,-30 54 1,0 53 0,0 57-1,0 51 1,0 2 15,0 26-15,0-27-1,26-27 1,-26-53 0,25-54-1,29-56 1,2-26-1,25-26 1,-27-29 0,0-53-1,0-28 1,-26 1 0,-2 27-1,-26 53 1,28 29 15,-28 26-15,0 26-16,0 55 31,26 28-15,-26 27-1,28 0 1,-1-29-1,-1 28 1,29-81 0,-1-28-1,27-26 1,-27-80 0,-27-27-1,0-83 1,1-54 15,-2 28-15,-26 0-1,27 53 1,0 29 0,-27 26-1,0 81 1,0-1-1,0 83 1,0 79 0,0 84-1,0 104 1,-27 165 0,0-80-1,27 25 1,0-108-1,27-80 17,-27-54-32,27-56 31,-27-26-15,0-81-1,26-54 1,29-162-1,-28-135 1,1 25 0,-56 56-1,28 54 1,-27 1 0,27 52-1,-55 28 1,29 55 15,-28 25-15,0 1-1,54 54 1,-27 1 0,54 25-1,1 28 1,25 0-1,28 1 1,27-1 0,0-54-1,-26-82 1,-2 2 0,1-57-1,-26-24 1,-27 26-1,-28 0 17,26 26-17,-26 56 1,0-2 0,0 28-1,0 81 1,0 27-1,26 28 1,1-1 0,27-27-1,1-80 1,-27-28 0,24-53-1,29-57 1,1 2-1,-82 108 17,81-108-17,84-28 1,-33 55 0,-50 81-1,-25-27 1,-33 27-1,-24-27 1,27 27 0,-54 27-1,-25 28 1,-4-2 0,1 55-1,55 2 1,0-30 15,27-26-31,57-27 31,-5-54-15,29-54 0,29 28-1,-29-57 1,0 30-1,-27-1 1,1 53 0,-29-26-1,-26 54 1,1-26 0,-1-2-1,-54 28 1,-54 54-1,-1 54 17,26 27-17,31 28 1,50-55 0,59-54-1,23-82 1,2-52-1,-29-55 1,-25-27 0,-55 26-1,0 83 1,0 53 0,27 108-1,54 28 1,0 25 15,-1-53-15,-25-81-16</inkml:trace>
  <inkml:trace contextRef="#ctx0" brushRef="#br0" timeOffset="48203.75">13435 1725 0,'0'0'0,"0"0"0,27 0 16,354 25 15,295-50-15,-109-58-1,-108-25 1,-162 2 0</inkml:trace>
  <inkml:trace contextRef="#ctx0" brushRef="#br0" timeOffset="48607.91">15978 2536 0,'0'0'0,"0"0"16,0 0 0,190-82-1,188-80 1,-27 108 0,-79-27 15,-82-1-16,-190 82-15</inkml:trace>
  <inkml:trace contextRef="#ctx0" brushRef="#br0" timeOffset="49285.64">17143 2778 0,'0'0'0,"0"0"16,0 0-1,0 0 1,0 0-1,0 27 1</inkml:trace>
  <inkml:trace contextRef="#ctx0" brushRef="#br0" timeOffset="49858.2">18414 2805 0,'0'0'0,"0"0"0,0 0 0,0 0 15,0 0 1,0 0 0,0 0-1,0 0 1,0 28 0,0-2-1,0-26 1</inkml:trace>
  <inkml:trace contextRef="#ctx0" brushRef="#br0" timeOffset="55989.6">24202 3210 0,'0'0'0,"0"0"0,0 0 15,0 0 1,0 0 0,0 0-1,-28 28 1,2-56-1,-56 56 1,-26 54 0,26 26-1,29 53 1,80 2 0,55-28-1,25-81 16,-26-54-15,27-134 0,-53-29-1,-28-27 1,-27 1 0,0 81-1,-27 53 1,-1 55-1,28 27 1,-27 54 0,27 29-1,0 51 1,27-25 15,1-28-31,25-26 16,29-56 15,26-80-15,0-28-1,29-53 1,-29 27 0,27 27-1,-27 28 1,-108 53-1,81 0 1,28 0 0,-28-29-1,-55 29 1,-26 0 0,0-26-1,0 26 16,-80 0-15,-1 0-16,26 55 31,-26 25-15,81 28 0,-27 28-1,27-1 1,27-54-1,27 0 1,54-81 0,1 0-1,27-27 1,-2-27 0,-26-27 15,-108 81-16,80-82-15,56-26 16,-56 0 15,-52 27-15,-28 28 0,0-29-1,-28 27 1,2 55-1,-28 0 1,0 55 0,0 27-1,0 25 1,27 1 0,0 2-1,54-3 1,26-26 15,55-54-15,0-54-1,30-26 1,-31-2 0,1-53-1,-53 0 1,-29 0-1,-26 0 1,0 53 0,0 28-1,-26-1 1,26 28 15,-28 0-15,28 28-16,28-1 31,25-27-15,28 0-1,1-27 1,-1 27 0,-28 27-1,-25 28 1,-28 25-1,0 56 1,0 0 0,27-29-1,2-53 1,-5-54 0,31-26-1,26-29 1,3-25 15,-7-3-15,34 2-1,-32 27 1,2 28 0,3-2-1,-4 1 1,-25 1-1,-29-30 1,-26 56 0,0 0-1,0 0 1,-26 29 0,-29 24 15,-1 2-16,56-55 1,-79 189 0,50-54-1,85-54 1,52-54 0,55-54-1,-2-54 1,-25 1-1,-28-30 1,-28 56 0,-25 0-1,-2 28 1,-25 26 0,-1-28-1,-27 28 16,-55 0-15,-25 54 0,-1 28-1,26 26 1,55 0 0,83-27-1,24-54 1,27-54-1,-26-54 1,-26-27 0,-82-28-1,0 28 1,-27 81 15,-28 1-31,29 79 16,26 55 15,53 28-15,56-1-1,-1-27 1,27-54 0,-53-27-1,-56-27 1</inkml:trace>
  <inkml:trace contextRef="#ctx0" brushRef="#br0" timeOffset="57547.99">2723 7726 0,'0'0'0,"0"0"0,0 0 15,-26-53 16,-2 53-15,-25 27 0,-28 54-1,25 81 1,30 0 0,80-54-1,27-80 1,54-110-1,0-134 1,-80-107 0,-29 24-1,-26 28 1,0 56 15,0 52-15,-26 29-1,26 106 1,0 109 0,0 27-1,26 108 1,-26 55 0,57 54-1,-30-110 1,28-24-1,-4-56 1,3-55 0,57-53-1,-6-81 1,6-26 15,-58-54-15,-53-3-16,-53 3 31,-31 78-15,-24 112-1,29 50 1,52 85 0,82-30-1,52-26 1,53-52-1,32-58 1,-31-79 0</inkml:trace>
  <inkml:trace contextRef="#ctx0" brushRef="#br0" timeOffset="58572.5">5401 7809 0,'0'0'0,"0"0"0,0 0 0,0 0 47,0 53-32,54-24 1,1-29 0,28-56-1,-32-53 1,-51 3-1,-27 22 1,3 59 0,-59 50-1,1 85 1,2 25 15,-2 54-15,82-27-16,55 27 31,52-53-15,58-55-1,-33-81 1,4-134 0,-53-138-1,-29-79 1,-54 27-1,27 108 1,-27 0 0,28 26-1,-4 54 1,3 83 15,2 26-31,-29 54 31,27 54-15,-27 27 0,-27 54-1,27 135 1,-29 55 0,58-55-1,23-53 1,56-82-1,0-54 1,3-108 0,-58-82-1,-26-80 1</inkml:trace>
  <inkml:trace contextRef="#ctx0" brushRef="#br0" timeOffset="58890.09">5566 7025 0,'0'0'0,"0"0"32,216-110-17,-26 30 1,-58-1-16,-21 54 31</inkml:trace>
  <inkml:trace contextRef="#ctx0" brushRef="#br0" timeOffset="63000.86">10109 7754 0,'0'0'0,"0"0"16,0 0 0,0-54-1,-28-26 1,28 24-1,-27 56 1,27 109 0,0 161-1,27 83 17,1-58-32,52-79 15,28-106 16,108-138-15,55-242 0,-163 26-1,-27 56 1,-24 26 0,-30 107-1,-2 83 1,-25 270-1,0 268 1,-52-213 15,-58-56-31,4-55 16,-32-78 0,3-57 15,0-107-16,26-79 1,56-86 0,106-49-1,353-138 1,82 26 0,-135 28-1,-57 82 1,-25 54-1</inkml:trace>
  <inkml:trace contextRef="#ctx0" brushRef="#br0" timeOffset="111219.03">14923 7025 0,'0'0'0,"0"0"16,0 0-1,0-28 1,0 1-1,0 27 1,-26 27 0,26 54-1,0 108 1,0 135 0,0-24-1,26-59 1,2-52-1,-1-82 1,0-51 0,-54-112 15,27-23-15,0-57-1,27-25 1,-1 26-1,2 27 1,-1 80 0,0 1-1,27 82 1,-27 27 0,1 79-1,-28 28 1,26-26-1,1-57 1,27-51 0,1-82-1,25-27 17,56-55-17,-2 1 1,-26 28-1,0-2 1,-26 55 0,-54 1-1,1 26 1,-29 0 0,0 0-1,-57 53 1,-25 29-1,-26 27 1,55-1 0,25-2-1,83-51 17,53-55-17,-27-55 1,28-27-1,-55-50 1,-54 23 0,0 0-1,0 109 1,0 54 0,0 81-1,26 55 1,28-28-1,28 2 17,-1-85-32,-27-24 15,0-83 1,3-25 15</inkml:trace>
  <inkml:trace contextRef="#ctx0" brushRef="#br0" timeOffset="115415.87">18467 7429 0,'0'0'0,"0"0"0,0 0 0,-28 28 16,-107 51-16,28 85 31,53 27-15,54-4-1,54-24 1,53-83 0,28-52-1,-135-28 1,109-162 0,81-163-1,-164 83 1,-26-3-1,0 28 1,0 56 0,0 26-1,0 53 17,0 82-17,0 55 1,-26 52-1,-2 55 1,1 55 0,2 53-1,25-26 1,52-27 0,-24-28-1,25-55 1,-26-81-1,30-53 1,-5-53 15,28-55-15,32-27-16,-7 1 31,-22 27-15,-31 51-1,4 30 1,-29-2 0,-2-27-1,-25 29 1,-25 26 0,-2 0-1,-29 54 1,-25 27-1,0 82 1,54-2 15,27 1-15,54-79 0,57-59-1,-4-24 1,29-79-1,-56-57 1,-26 1 0,-54 27-1,0 29 1,-29 23 0,29 56-1,-25 27 1,25 54-1,0 28 1,0-2 0,25 1 15,4 0-15,26-55-1,-28 3 1,26-56-1,2-27 1,-2-55 0,-25-26-1,26 0 1,0-26 0,-27 52-1,0 56 1,-1 26 15,29 53-31,-28 55 16,1 1 15,-2 0-15,1-30-1,0-26 1,-27-53-1,26-53 1,2-55 0,-1 0-1,28 27 1,-29 28 0,1 53-1,27 27 1,-28 53-1,2 1 1,-28-27 15,28-25-15,-1-58 0,1-25-1,-3-27 1,-25 1-1,27 80 1,0 0 0,1 80-1,-2 29 1,29 25 0,-27-52-1,-3-55 1,30-27-1,-2-27 1,30-26 15,-30-30-31,27 3 32,3-2-17,-54 55 1,22 0-1,-24 27 1,1 0 0,-28-27-1,-28 27 1,-26 54 0,-27 27-1,0 27 1,81-1-1,54-25 1,30-54 0,-6-28 15,33-81-15,-5-27-1,-53-28 1,-25 28-1,-28 28 1,-28 53 0,28 27-1,-26 80 1,26 29 0,0 0-1,0-1 1,26-2 15,2-78-31,28-28 16,-4-28-1,2-54 17,27-25-17,2-1 1,-2 27-1,-29 27 1,5 28 0,-31 26-1,2-27 1,-28 27 0,0 0-1,0 53 1,-82 28-1,28 56 17,-29-29-32,58-2 15,50-51 17,58-29-17,25-107 1,0-54-1,-26-27 1,-28-53 0,-27 26-1,-1 0 1,2 26 0,-1 53-1,0 30 1,-1 25-1,2 55 17,-28 0-17,0 82-15,0 27 32,-54-1-17,27 27 1,-28 28-1,29-2 1,26 28 0,0-27-1,0-55 1,0-107 0,26 29-1,29-29 1,53-29-1,-27-78 17,-27-1-17,27 0 1,-54 28-16,-1 25 31,-26 28-15,0 27-1,-26 55 1,-1-1 0,0 81-1,-1-26 1,28-109 0,28 242-1,52-134 1,28-108-1,-25-81 1,-3-56 0,-53-24-1,-54 26 63,-1 28-78,-51 25 0,-3 82 0,0 27 16,29 1 0,106-1-1,83-27 1,26-27 0,0-54-1,-27-1 1,-53 28-1,-28 27 1,-27 27 0</inkml:trace>
  <inkml:trace contextRef="#ctx0" brushRef="#br0" timeOffset="120593.13">26554 7511 0,'0'0'0,"0"0"16,0 0-16,0 0 31,0 0-15,-53 0-1,-55 0 1,0 109 0,-1 25-1,82 29 1,83-55 0,24-81-1,55-54 1,27-107-1,-53-166 1,-56 30 0,-53 53 15,0 28-15,0 28-1,0 79 1,0 56-1,0 79 1,0 55 0,0 55-1,0-108 1,0 267 0,0-49-1,0-84 1,0-55 15,28-25-15,25-56-16,31-26 31,-32-54-15,29-26-1,-27-1 1,3-53-1,-6-3 1,-25 2 0,-26 26-1,28 27 1,-28 55 0,0 28-1,-28 54 1,28 26-1,28 0 17,-28 0-32,27 0 31,0-81-31,2 0 31,50-27-15,31-54-1,-2-26 1,0-1 0,27-1-1,-27 28 1,-26-1 0,-1 55-1,-54-26 1,27 26 15,-54 0-31,0 0 16,-28 26 15,-25 29-15,-28 26-1,27 27 1,-1-26-1,55-2 1,55-25 0,25-29-1,28-26 1,0-26 0,0-29-1,-25-25 1,-30-2-1,1 29 17,-28 27-17,29-30 1,-28 30 0,-27 26-1,0 26 1,28 30-1,-2 23 1,28 3 0,0-29-1,0-26 1,27 0 0,1-54-1,-1-27 1,0-26-1,1-1 1,-1-1 15,-52 28-15,-29 27 0,0-1-1,0 28 1,-57 55-1,-24 26 1,27 0 0,26 28-1,56-29 1,26 1 0,27-27-1,27-80 16,-27-28-31,27-28 16,-26-25 15,-1 26-15,-24 26 0,-33 2-1,30 53 1,2 53-1,-2 55 1,0 0 0,0-54-1,0 1 1,-29-55 0,32-55-1,-3-25 1,-1-29-1,2 28 1,-1 54 15,-27 54-31,0 28 32,-1 53-17,1-1 1,28 2-1,-29-83 1,29-26 0,-1-26-1,27-56 1,0 1 0,27 28-1,0-2 1,-28 28 15,2 1-31,-56 0 16,2 26 15,-28 0-15,-54 26-1,0 27 1,-26 29-1,24 25 1,56 1 0,28-26-1,52-82 1,2-53 0,26-84-1,-27-79 1,-26-54-1,-29 54 17,1 26-17,2 27-15,-29 84 32,26 79-17,0 0 1,1 53-1,-27 55 1,-27 81 0,1 56-1,0-30 1,-3-25 0,58-2-1,-3-80 1,55-80-1,-1-56 1,2-52 15,-1-56-15,28 1 0,-29 27-1,-25 55 1,-28-2-1,-1 27 1,-52 28 0,-29 83-1,-25 25 1,-1 53 0,81 2-1,54-55 1,26-82-1,56-80 1,-1-54 15,-52-53-31,-31 0 32,-77 24-17,-2 83 1,27 80-1,52 83 1,112 26 0,25-53-1,0-56 1,-26-52 0,-110-56-1</inkml:trace>
  <inkml:trace contextRef="#ctx0" brushRef="#br0" timeOffset="121214.87">27557 7158 0,'0'0'0,"0"0"16,0 0-1,28-54 1,-28 28 15,0 26-15,-28 26 0</inkml:trace>
  <inkml:trace contextRef="#ctx0" brushRef="#br0" timeOffset="121809.65">28935 7104 0,'0'0'0,"0"0"16,0 0-1,0 0 1,0 0 0,29 28-1,-29 26 1</inkml:trace>
</inkml:ink>
</file>

<file path=ppt/ink/ink17.xml><?xml version="1.0" encoding="utf-8"?>
<inkml:ink xmlns:inkml="http://www.w3.org/2003/InkML">
  <inkml:definitions>
    <inkml:context xml:id="ctx0">
      <inkml:inkSource xml:id="inkSrc0">
        <inkml:traceFormat>
          <inkml:channel name="X" type="integer" max="65535" units="cm"/>
          <inkml:channel name="Y" type="integer" max="65535" units="cm"/>
          <inkml:channel name="T" type="integer" max="2.14748E9" units="dev"/>
        </inkml:traceFormat>
        <inkml:channelProperties>
          <inkml:channelProperty channel="X" name="resolution" value="1092.25" units="1/cm"/>
          <inkml:channelProperty channel="Y" name="resolution" value="1927.5" units="1/cm"/>
          <inkml:channelProperty channel="T" name="resolution" value="1" units="1/dev"/>
        </inkml:channelProperties>
      </inkml:inkSource>
      <inkml:timestamp xml:id="ts0" timeString="2025-03-13T16:34:01.255"/>
    </inkml:context>
    <inkml:brush xml:id="br0">
      <inkml:brushProperty name="width" value="0.05292" units="cm"/>
      <inkml:brushProperty name="height" value="0.05292" units="cm"/>
      <inkml:brushProperty name="color" value="#FF0000"/>
    </inkml:brush>
  </inkml:definitions>
  <inkml:trace contextRef="#ctx0" brushRef="#br0">31397 11054 0,'0'0'0,"0"0"31,0-29-15,81-79-1,54-187 1,109-113 0,53-239-1,-53 50 1,26 165-1,-52 53 1,-83 218 0,-27 54-1,28 25 1,-28-1 0,-55 30-1,2 0 1,-55 24-1,0 2 17,0-1-17,0 28-15,0 0 32,27 28-17,-27-1 1,27 2-1,-27-29-15</inkml:trace>
  <inkml:trace contextRef="#ctx0" brushRef="#br0" timeOffset="2126.79">23201 24383 0,'0'0'0,"107"-216"16,137-135-1,216-270 1,138-57-1,50 2 1,-55 163 0,-187 54-1,-81 54 1,-135 187 0,-109 84-1,-25 25 16</inkml:trace>
  <inkml:trace contextRef="#ctx0" brushRef="#br0" timeOffset="47442.45">2102 11783 0,'0'0'0,"0"0"0,0 0 0,0 0 15,28 0 16,51 26-31,3-26 16,25-53 15,-52-55-15,-55 0 0,-27-28-1,-53 83 1,-3 79-1,-24 56 1,-29 53 0,82 54-1,28-53 1,52-1 0,83-54 15,52-28-16,1-106-15,2-55 32,-29-26-17,-25-3 1,-31 1 0,-52 56-1,-1 52 1,1 3-1,30 78 1,-31 27 0,3 56-1,-5 27 1,-24-3 0,-24-24-1,-5-54 1,-24-82 15,-30-26-15,56-2-1,-1 0 1,83 1 0,28 1-1,76-29 1,4-53-1,2-53 1,-3-137 0,-108 0-1,-27 81 1,0 28 0,-1 28-1,-26 79 16,0 54-15,0 56-16,-26 109 31,-28 187-15,26-55 0,28-52-1,0-1 1,0-26-1,55-29 1,-28-80 0,53-54-1,2-54 1,-2-54 0,-25-54 15,-28 28-31,-27 25 15,-55 55 17,2 54-17,-1 55 1,0 80 0,80 54-1,56-55 1,80-53-1,27-108 1,0-108 0,-80-81-1,-82-27 1</inkml:trace>
  <inkml:trace contextRef="#ctx0" brushRef="#br0" timeOffset="47681.97">3267 11188 0,'0'0'0,"0"0"15,78 0 1,192-26-1,84 26 1,-111 0 0,-81 0-1</inkml:trace>
  <inkml:trace contextRef="#ctx0" brushRef="#br0" timeOffset="58984.27">8403 11594 0,'0'0'0,"0"0"0,0 0 0,0 0 31,0 0-15,82 0 0,1-27-1,23-28 1,-49-26 0,-30 1-1,-27-1 1,-27-1-1,-57 28 1,30 82 0,-26 25-1,25 55 1,0 28 15,55-1-15,28-1-1,26 3 1,29-56 0,50-28-1,4-53 1,-29-27 0,0-52-1,-53-5 1,-29-23-1,-26-1 1,-26 1 0,-4 51-1,5 29 1,-1 27 15,-1 27-15,27 1-1,0 0 1,27-28 0,54 0-1,-28-28 1,2 28 0,-2 53-1,2 29 1,-29 26-1,-26 28 1,28-28 0,-28-27-1,27-81 17,0 0-32,27-55 15,0-24 16,27-5-15,0 3 0,27 1-1,-54-1 1,1 26 0,-29 2-1,-26 53 1,0 0-1,-81 53 1,0 55 0,0 0-1,55 2 17,52-55-17,55-29 1,55-80-1,-30-28 1,-51-27 0,-27 2-1,-28-1 1,-28 53 0,1 55-1,-1 83 1,28-3-1,28 55 1,27 1 0,25-28-1,1-27 17,-26-54-17,-27-2 1</inkml:trace>
  <inkml:trace contextRef="#ctx0" brushRef="#br0" timeOffset="66204.08">11840 11567 0,'0'0'0,"0"0"0,0 0 15,0 0 17,0 0-17,-53 0 1,-1 81-1,0-1 1,24 30 0,60-29-1,-4-1 1,56-25 0,-29-82-1,2-81 1,-1-55-1,-27-26 1,0 81 0,-27 26-1,-27-241 17,27 186-17,-27 111 1,27 26-1,0 53 1,0 57 0,-28 78-1,28 1 1,0 0 0,28-53-1,-28-83 1,27-24-1,81 52 1,0-54 15,0-1-15,-55-79-16,2-1 31,-55-28-15,-27 1-1,-27 53 1,0 56 0,0 53-1,27 55 1,27-1 0,27-27-1,54-27 1,27-27-1,0-54 1,-27-54 0,1-27 15,-57-27-15</inkml:trace>
  <inkml:trace contextRef="#ctx0" brushRef="#br0" timeOffset="69628.25">13382 11728 0,'0'0'0,"0"0"0,0 0 15,-27 28 17,-56 25-17,2 84 1,81-4-1,55-50 1,-1-30 0,28-80-1,-2-26 1,1-83 0,-53-25-1,1 25 1,-29 54-1,0 29 1,0 26 0,0 27-1,0 0 1,0 54 15,0-54-15,0 26-1,27-26 1,-27 0 0,0 0-1,0 0 1,0-26 0,0 26-1,0 0 1,0 0-1,0 0 1,0 0 15,0 0-15,0 0-16,0 26 31,0 28-15,0 55-1,0 1 1,-27 76 0,-2 113-1,1-83 1,1 1 0,27-56-1,0-24 1,0-111-1,27 1 1,1-108 15,1-1-31,-2-53 32,-27-26-17,0-30 1,0 4-1,24-3 1,-24 54 0,0 30-1,0 51 1,0 55 0,0 0-1,0 55 1,-24-2-1,24 55 1,-27 26 0,54-25 15,25 26-31,2-81 16,29-54 15,-30-54-16,0-27 1,3-55 0,-31 28-1,-25 0 1,29 28 0,-29-1-1,0 26 1,0 55 46,0 0-62,0 0 0,0 55 16,0 53-16,28 0 31,-1 26-15,24-51-1,-22-57 1,-2 2 0,27-56-1,1-54 1,-1 2 0,-28-1-1,1-1 1,1 3-1,-1-5 1,-27 31 15,0 25-15,0 2 0,0 26-1,27 26 1,-27 29-1,0 27 1,0 25 0,27 0-1,-27 2 1,27-26 0,0-29-1,-1-28 1,29 1-1,0-54 1,-2 27 0,-26-26-1,-1-2 1,2 2 15,-1-30-15,0 3-1,-27-2 1,26 2 0,2 26-1,-1-28 1,0 29 0,-27-1-1,0 1 1,0-2-1,0 1 1,0 27 15,0 0-15,0 0-16,0 0 31,-27 27-15,0-27-1,27 28 1,-28-2 0,28 27-1,-26 2 1,26-3 0,0 4-1,26-3 1,-26 2-1,0-1 1,28 27 0,-28-55-1,27 28 17,-27-54-17,0 28 1,27-2-1,-1-26 1,2 28 0,-1-28-1,0 0 1,0-28 0,27 28-1,-26 0 1,25-26-1,-26-2 1,27 2 0,-26-2 15,26-25-31,-54 27 31,26-56-15,-26 27-1,28-26 1,-28 28 0,0-2-1,0 55 1,-54-27 0,0 54-1,26 1 1,-26 24-1,27 57 1,27-26 0,27-3 15,-27 1-15,54-55-1,1-26 1,-2-54-1,1-25 1,0-3 0,2 27-1,-2 2 1,-28 53 0,0 27-1,1 26 1,-27 57-1,28-3 1,-1-53 0,-1-28 15,-26-80-15,30-26-1,-30-27 1,26 51-1,0 29 1,28 54 0,0 29-1,3 24 1,-5-27 0,-25-25-1,-1-28 1,-52-28-1</inkml:trace>
  <inkml:trace contextRef="#ctx0" brushRef="#br0" timeOffset="69972.55">14951 11351 0,'0'0'0,"0"0"15,0 0-15,0 0 32,0 26-17</inkml:trace>
  <inkml:trace contextRef="#ctx0" brushRef="#br0" timeOffset="72072.2">18223 11648 0,'0'0'0,"0"0"0,0 0 16,0 0-1,-26 0 1,-56 54 0,1 82-1,28 53 1,25 27 0,56-27-1,25-81 1,28-108-1,-25-108 1,-4-189 0,-25 0-1,27 26 17,-54 27-17,27 55 1,-27 27-1,0 107 1,0 29 0,0 52-1,0-26 1,0 245 0,0-3-1,0-52 1,0-1-1,0 27 1,28-108 15,-28-108-15,55 190 0,25-1-1,-26-81 1,-27-80-1,28-56 1,-2 1 0,-53 27-1,81-163 1,-27-53 0,-24 107-1,-30 57 1,0-3 15,0 55-31,0 82 16,0-1-1,0 27 17,0 27-17,0-1 1,27-24-1,-3-57 1,31-53 0,-2-26-1,-25-1 1,-28 27 0,84-271-1,-33 82 1,-51 81-1,27 26 1,-27 82 0,27 0 15,0 82-15,-27 26-1,27 55 1,2 106-1,-29 1 1,-29-53 0,2-28-1,-27-53 1,-24-82 0,-61-54-1,58-27 1,30-28-1,102-53 17,57 0-32,28-26 31,28-30-15,-29 3-1,-26 25 1,-2 1-1,29 28 1,-56 25 0,1 1-1,-26 26 1,-28 2 0,-27-2-1,-54 28 1,-27 27 15,-54 55-15,-1 25-1,56 56-15,23-28 32,114 27-17,75-81 1,32-54-1,26-54 1,-56-28 0,-52-25-1,-54 25 1</inkml:trace>
  <inkml:trace contextRef="#ctx0" brushRef="#br0" timeOffset="79770.06">19874 12054 0,'0'0'0,"0"0"0,0 0 15,0 0 1,0 0-1,0 0 1,0 0 0,-27 0-1,1 53 1,-1-25 0,-28 25-1,28 30 1,-2-3-1,29 1 17,29-1-17,-29-25-15,55 27 32,25-56-17,28-52 1,0-29-1,-26-27 1,-56-52 0,2 27-1,-28-29 1,0 55 0,0 26-1,0 28 1,-28-26-1,2 27 17,26 26-17,-27-28 1,0 1 0,27 27-1,0 0 1,0 0-1,0 0 1,0 0 0,0 0-1,0 0 1,-28 0 0,28 0-1,0 0 1,0-29-1,0 29 1,0 0 0,0 0 15,0 0-15,0 0-1,0 0 1,0 0-1,0 0 1,-26 0 0,26 0-1,-27 0 1,27 0 15,-27-26-15,27 26-1,0 0 1,-28 0 15,28 0-15,0 0 0,-26 0-1,26 0 1,0 0-1,0 26 1,-27 3 0,27-2-1,-28-27 1,28 0 0,-27 0-1,27 0 1,0 0 15,27 0-31,-27 0 31,28 0-15,-28-27 0,0 27-1,0 0 1,0 0-1,0 0 1</inkml:trace>
  <inkml:trace contextRef="#ctx0" brushRef="#br0" timeOffset="82445.8">19847 12243 0,'0'0'0,"0"0"16,0 0-1,0 28 1,-26-2 0,26 2-1,0-2 1,81-26 0,54 0-1,54-54 1,0-55 15,-81-25-15,-81-1-16,-27-1 31,-27 27-15,-81 83-1,0 80 1,-28 82-1,2-2 1,26 82 0,81-53-1,108-28 1,54-27 0,81-80 15,-27-83-31,1-26 15,-55-27 17,-26 1-17,-84 51 1</inkml:trace>
  <inkml:trace contextRef="#ctx0" brushRef="#br0" timeOffset="92671.73">22823 11512 0,'0'0'0,"0"0"0,0 0 0,0 0 16,0 0 0,0-25-1,-82 25 1,2-28-1,-55 81 1,26 2 0,56 52-1,25 28 1,56-25 0,52-57 15,29-53-16,-1-53 1,-54-1 0,-54 27-1,-54 27 1,-27 27 0,-1 80-1,1 56 1,28 27-1,25-3 1,56 4 0,52-30-1,29-81 17,26-80-32,-27-53 15,-27-27 1,-1-56 15,-52 55-15,-28 81-1,0 0 1,0 0 0,0 55-1,0-55 1,0 26-1,27-79 1,0-111 0,-1-132-1,29-1 1,-2 52 15,3 84-15,-29-3-16,-2 111 31,2 53-15,-27 28-1,0 53 1,-52 108 0,-3 54-1,1 28 1,27-28-1,0-28 1,27-24 0,27-30-1,26-53 1,55-81 0,1-27 15,26-27-16,-26-26 1,-27-2 0,-82 28-16</inkml:trace>
  <inkml:trace contextRef="#ctx0" brushRef="#br0" timeOffset="95561.2">2616 16677 0,'0'0'0,"0"0"0,0 0 16,0 0-1,0 0 1,0-28 0,-109 56-1,-26 26 1,26 82 0,55 53-1,54-54 1,82-81-1,25-80 1,2-84 0,26-79-1,-54 28 1,-26 26 0,-55 52-1,-27 83 16,-82 163-15,-26 432 0,54-82-1,81-214 1,27-56 0,27 1-1,1-110 1,-1-107-1,-28-108 1,-26-80 0,0-29-1,0 135 1</inkml:trace>
  <inkml:trace contextRef="#ctx0" brushRef="#br0" timeOffset="96426.7">3023 16867 0,'0'0'0,"0"0"0,0 0 15,0 0 17,-57 108-17,-23 26 1,80 31-16,27 23 31,56-54-15,-1-51-1,-5-58 1,7-78 0,-5-55-1,-52-55 1,2 28-1,-4-1 1,-25 83 0,27 25-1,-27-25 1,0 53 0,0 0 15,0 53-16,-27 28 1,27 29 0,-25 25-1,25-1 1,25-26 0,59-25-1,-4-83 1,56 0-1,-2-55 1,-25-26 0,-29-28-1,-25 0 1,-82 58 15,-1 22-15,1 138-1,27 25 1,55 2 0,53-56-1</inkml:trace>
  <inkml:trace contextRef="#ctx0" brushRef="#br0" timeOffset="97181.5">6349 16677 0,'0'0'0,"0"0"16,0 0-1,0 0 1,27-53 0,-27-30-1,0 83 1,25 55-1,5 108 1,51 53 0,27-54-1,0-80 17,-27-82-17,-27-82-15,-27-107 31,-27 0-15,0-29 0,27 57-1</inkml:trace>
  <inkml:trace contextRef="#ctx0" brushRef="#br0" timeOffset="98567.9">7268 16975 0,'0'0'0,"0"0"0,0 0 0,0 0 16,0 0-1,0 53 1,27 56 0,28-1-1,26-79 1,-1-58 0,3-25-1,-3-54 1,-27-27-1,-53 27 1,0 27 0,0 53-1,0 28 17,28 81-32,-1 27 15,1 28 16,-2-1-15,55-27 0,0-82-1,28-26 1,-2-51 0,-25-32-1,-1-52 1,-81 27-1,0 27 1,-51 54 0,-61 54-1,5 54 1,-2 27 15,55 27-15,81-27-1,82-27 1,-2-107 0,32-54 15,-7-30-31,-22 29 16,-31 26-1,-25 83 1,3 25-1,-31 83 1,2-1 0,-2-53-1,26-82 1,-23-108 15,26-55-15,-28 28-1,26 54 1,2 109 0,-2 52-1,2 111 1,-2-31 0,56-23-1,-1-84 1,-28-106-1,30-30 1,-57-51 0,1-29-1,-27 28 1,0 54 0,-27 26 15,-54 55-16,-27 55 1,0 53 0,0 54-1,54-27 1,54-27 0,54-25-1,54-83 1,28-28-1,-29-53 1,1-1 0,-27 27-1,-52 29 1</inkml:trace>
  <inkml:trace contextRef="#ctx0" brushRef="#br0" timeOffset="101770.89">26528 12079 0,'0'0'0,"0"0"16,0 0 0,-27-25-1,-27 25 1,-28 25 0,2 58-1,-29 80 1,28-30-1,81-24 1,81-54 0,28-55-1,26-110 1,-54-24 0,-28-29 15,-53 55-16,0 55 1,0 26 0,-26 54-1,26 81 1,0 27 0,0 54-1,0-26 1,54-29-1,30-80 1,-6-108 0,3-54 15,-26-109-31,-2-106 16,2-56 15,-29 110-16,2 52 1,-1 55 0,-27 53-1,27 54 1,-27 55 0,-27 81-1,0 56 1,-27 78-1,-1 28 1,2 56 0,53-56-1,0-27 1,29-27 15,-5-81-15,57-26-1,1-82 1,-1-27 0,27-54-1,-24-28 1,-33-53 0,-22-1-1,-29 55 1,-29 55-1,2 26 1,3 27 0,-33 0-1,30 52 17,54-52-32,54 28 31,2-56-16,-2 28 1,0-25 0,-27 50-1,-54 31 1,28 80 0,-28-3-1,0 30 1,26-27-1,1-82 1,28-28 0,53-52-1,0-28 1,0-55 15,-55-27-15,2 3-1,-27 23 1,-3 30 0,-25 80-1,0 0 1,-25 53 0,-30 30-1,1 78 1,0 1-1,54-53 1,27-29 0,54-80-1,27-53 17,-28-55-17,-25-56-15,-27 3 31,-28 26-15,-28 80 0,1 83-1,-1 52 1,2 56 0,26 25-1,26 30 1,29-57-1,-2-80 1,29-54 0,-1-54-1,-26-53 1,25-29 15,-26 28-15,0 0-16,-25 1 31,-2-2-15,-2 82-1,-25-1 1,0 0 0,0 84-1,0 24 1,0 30-1,0 23 1,55 3 0,-2 0 15,2 25-31,-2-24 31,-53-56-15,-25-55-1,-84-52 1,54-29 0,28 29-1,109-30 1,80 28 0,1 3-1,-28-3 1,-109-26-1,-52 0 1</inkml:trace>
  <inkml:trace contextRef="#ctx0" brushRef="#br0" timeOffset="102080.13">26393 11594 0,'0'0'0,"0"0"16,273 26-1,214-26 17,25-26-17,-160-28-15,-164 26 16</inkml:trace>
  <inkml:trace contextRef="#ctx0" brushRef="#br0" timeOffset="103190.3">33373 12215 0,'0'0'0,"0"0"0,0 0 16,0 0 0,0 0-1,-28 0 1,-80-53 0,-53 79-1,-83 164 1,80 26-1,112-53 1,52-29 0,81-81-1,54-133 17,54-217-32,-26-108 31,-55 81-16,-55 134 1,2 29 0,-29 78-1,-26 56 1,-26 81 0,-1 82-1,-54 106 1,-54 111-1,80-57 1,29-79 0,-2-55 15,56-55-31,-2-23 16,56-31 15,52-25-16,29-56 1,25-54 0,-52-26-1,-28-26 1,-54-29 0,-81 81-1,0 28 1,-27 82-1,0 53 1,0 27 0,54 28-1,0-28 1,54-28 15,54 2-15,27-54-1,-27-56 1,27-25 0,-26-3-1</inkml:trace>
  <inkml:trace contextRef="#ctx0" brushRef="#br0" timeOffset="104398.78">35267 12567 0,'0'0'0,"0"0"16,0 0-1,0 0 1,0-135-1,0-26 17,27 52-32,-27 54 15,0 110 1,0-55 15,0 270-31,25-27 31,2-107-15,2-83 0,-1-80-1,25-107 1,-26-83 0,25 28-1,4 54 1,-28 161-1,25 164 1,-53-1 0,54 1 15,-26-83-15,-2-107-16,29-134 31,-2-84-16,2 31 1,-2 50 0,-25 137-1,26 163 1,-54 53 0,26 0-1,1-27 1,28-107-1,26-55 1,-1-109 0,-25-80 15,26-26-31,-27-29 16,-28 56 15,2 25-16,-28 80 1,0 84 0,0 80-1,-81 109 1,54 26 0,-1-27-1,56-53 1,-1-82-1,26-81 1,29-81 0,-1-54-1,27 27 1,-53 27 15,-2 26-15,-53 29-1</inkml:trace>
  <inkml:trace contextRef="#ctx0" brushRef="#br0" timeOffset="104626.93">36591 11620 0,'0'0'0,"0"0"0,0 0 0,27 0 32,134-53-17,-25 26 1,-28 54-1</inkml:trace>
  <inkml:trace contextRef="#ctx0" brushRef="#br0" timeOffset="109682.76">12786 19003 0,'0'0'0,"0"0"0,-27 80 15,-108 58 1,54 23 0,1 351-1</inkml:trace>
  <inkml:trace contextRef="#ctx0" brushRef="#br0" timeOffset="112224.93">15950 17488 0,'0'0'0,"0"0"15,-26 108 1,26 82 15,0-54-31,26-83 16,-26-53 15,-26-81-15,-26-109-1,-4-80 1,29-27-1,-1 55 1,1 51 0,1 28-1,26 55 1,0 55 0,0 26-1,0-1 1,0 2-1,53-1 1,28 27 0,27 53 15,2 55-15,-29 83-1,-28 52 1,-53-27-1,-53-80 1,-83-110 0,-53-80-1,1 0 1,52 26 0</inkml:trace>
  <inkml:trace contextRef="#ctx0" brushRef="#br0" timeOffset="115648.02">16681 16895 0,'0'0'0,"0"0"0,0 0 0,0 0 16,0 0 0,0 0-1,0 0 1,0 0-1,0-28 1,-25 28 15,25-27-15,0 82 0,0 53-1,0 108 1,52-27-1,32-82 1,-31-79 0,-1-137-1,-23-80 1,-2-28 0,-27 1-1,0 53 1,0 84-1,0 25 1,0 26 15,-56 28-15,56 28-16,-25-3 31,25-25-15,54-25-1,28 25 1,-2 0 0,1 80-1,1 28 1,-28 83 0,-27-30-1,-27-108 1,0 2-1,53 135 1,2-82 0,0-108 15,25-54-15,-26-55-1,0-53 1,-26 0-1,-28 27 1,0 82 0,0 25-1,0 28 1,26 81 0,-26-1-1,-26 56 1,26-1-1,26-1 1,1-25 0,54-28-1,-27-25 17,28-56-17,-29-56 1,1 3-1,1-55 1,-27-1 0,-2 28-1,0 0 1,29 1 0,-29-3-1,29 30 1,-27 26-1,24 54 1,-24 54 0,-1 27 15,27 27-15,0-52-1,2-58 1,-4-79-1,2-82 1,-27 2 0,0 26-1,30 53 1,-33 55 0,31 83-1,-2 50 1,2 58-1,-26-56 1,23-55 0,-25-52 15,0-28-15,27-82-1,-27 27 1,30 4-1,-6 76 1,30 30 0,3-1-1,-4-28 1,-28-26 0,4-54-1,-1-52 1,-55-31-1,0 3 17,-27 26-32,-28 25 15,-26 83 17,28 83-17,-2 78 1,26 28-1,86 0 1,23-27 0,28-79-1,27-58 1,-26-50 0,-1-30-1,-28-26 1,-25-54-1,-28 26 1,27 1 15,-27 0-15,-27 28 0,0-28-1,0 80 1,-27-27-1,1 55 1,-56 55 0,28 26-1,0-1 1,54 29 0,27 28-1,26-31 1,2 29-1,26-79 17,27-31-32,-26-50 15,25-31 17,-25-51-17,-55-27 1,1-3-1,-28 3 1,0 26 0,-55 0-1,27 80 1,0 28 0,28 0-1,28 28 1,55-28-1,-4 0 1,2 25 0,0 30 15,-26 26-15,-28 80-1,-54 29 1,27-27-1,0-29 1,0-106 0,53-56-1,30-25 1,50-56 0,-21 0-1,20-25 1,3 26-1,-26 28 17,-28 25-17,-27 55-15,-54-28 32,-27 83-17,-54 53 1,0 54-1,26 27 1,55-27 0,81-79-1,55-83 1,-1-55 0,-52-135-1,-83-107 1,-83 80-1,-25 56 1,-81 106 0,56 110 15,76 53-15,165 53-1,136-80 1,28-53-1,-29-82 1</inkml:trace>
  <inkml:trace contextRef="#ctx0" brushRef="#br0" timeOffset="127723.73">15734 16677 0,'0'0'0,"0"0"0,0 0 0,-26 0 16,-54 54-1,80 2 1,54 24 0,25-27-1,110 2 17,109-27-32,30-3 15,22 3 1,29 53 15,-1 27-15,-1 55-1,111-28 1,-109-107 0,29-3-1,24-25 1,-54 55-1,-81-2 1,-53-24 0,-56-3-1,2-26 1,-56-26 0,-26 26-1</inkml:trace>
  <inkml:trace contextRef="#ctx0" brushRef="#br0" timeOffset="130618.18">15761 15704 0,'0'0'0,"0"0"0,0 0 0,0 0 31,0 0-16,0 0 1,-27 0 0,27-27-1,-80 54 1,-56 81 0,29 55-1,52 24 1,110-50-1,-2-56 1,28-162 0,2-164-1,-57-52 1,-26 28 0,0 51 15,28 31-16,24 23 1,3 83 0,-28 81-1,-27 81 1,0 56 0,-27 77-1,-1 31 1,28-28-1,28-2 1,55-24 0,-5-84-1,61-27 1,-34-106 0,3-28-1,-26-53 1,-55-56 15,-27 28-15,0-1-1,-51 109 1,-33 54 0,29 81-1,28 27 1,27 27-1,82-26 1,2-1 0,48-107-1,-22-83 1,-4-81 0,-22-78 15,-31-32-16,-26 30 1,-2 28 0,4 25-1,-2 82 1,-27 81 0,0 81-1,-27 82 1,-2 53-1,4 27 1,25-27 0,0-27-1,0-26 1,54-82 15,28-54-31,26-54 16,27-81 15,27 0-15,-54-55-1,0 56 1,-54 25 0,-54 54-1,28 3 1,-56-3-1,1 28 1,-28 0 0,-25 53-1,-1 29 1,54 53 0,-1 28-1,83 0 1,0-55 15,51-54-15,-24-54-1,-1-82 1,0-81 0,-27-24-1,0 24 1,-54 108-1,0 55 1,0 83 0,0 105-1,0 1 1,54-28 0,-1-78 15,30-83-31,-29-108 15,27-83 17,0 4-17,-26 77 1,-2 85 0,-53 25-1,135 214 1,-54-23-1,-26-83 1,-2-83 0,-26-105-1,3-82 1,-3 1 0,-3 105-1,4 83 16,25 136-31,2-2 32,1-24-17,23-111 1,2-134 0,-25-81-1,-4-56 1,31 3-1,-58-1 1,31 52 0,-56 30-1,28 81 1,-28 80 0,-28 133 15,-28 138-16,-25 135-15,54 0 32,27-135-17,27-108 1,81-55 0,29-83-1,26-105 1,-2-83-1,-53-53 1,-53 0 0,-55 25-1,-55 112 1,-25 132 0,-1 81-1,0 57 1,54-28 15,107-2-15,83-107-1,81-81 1,-55-107 0,-82-56-1,-107-52 1</inkml:trace>
  <inkml:trace contextRef="#ctx0" brushRef="#br0" timeOffset="130821.03">19143 15461 0,'0'0'0,"0"0"0,0 0 0,135 27 15,270 0 17,-51-81-17,-84 0 1</inkml:trace>
  <inkml:trace contextRef="#ctx0" brushRef="#br0" timeOffset="132318.12">26798 16054 0,'0'0'0,"0"0"16,0 0 0,-132 55 15,-59 108-16,81 26-15,57-1 32,79-78-17,29-57 1,53-106 0,57-165-1,-59-132 1,-25 24-1,-54 110 1,-27 55 0,0-2-1,0 108 1,0 55 15,-27 83-31,-1 79 16,-53 80 15,3 110-15,48-81-1,60-55 1,21-53 0,57-55-1,28-108 1,56-80-1,-33-58 1,-51-23 0,-52 26-1,-83-1 17,-29 81-32,-25 55 15,-54 55 16,0 53-31,54 55 32,29 26-17,76 1 1,57-29 0,1-25-1,26-55 1,-27-81-1,27-54 1,0-54 0,0-27-1,-25 54 1,-29 26 0,-27 30-1,1 50 1,-1 3 15,54-28-15,-28 0-1,2-53 1</inkml:trace>
  <inkml:trace contextRef="#ctx0" brushRef="#br0" timeOffset="133594.23">28368 16380 0,'0'0'0,"0"0"0,0 0 0,0 0 16,0-55-1,0 29 1,27 52-1,-27 110 1,0-1 0,0 56-1,0-30 1,26-106 15,-26-30-31,55-186 31,-27-82-15,-3 52 0,30 30-1,-28 106 1,-1 110 0,1 134-1,1 27 1,-28-26-1,27-82 1,1-135 0,-28-81-1,53-55 1,-26-26 0,27 54 15,-27 81-16,29 54 1,-29 162 0,-27 81-1,0-52 1,25-3 0,30-52-1,-2-110 1,30-80-1,-3-54 1,1-27 0,-26-1-1,-26 55 1,-29-1 15,24 3-31,-24-3 16,0 27 15,27 30-15,1-3-1,-28 28 1,27 0 0,-27 0-1,0 0 1,-27 0-1,27 28 1,-28 25 0,28 27-1,-27 56 1,3 27 0,-5 25-1,29 3 16,29-30-15,22-79 0,-23-82-1,-1 0 1,-27-28 0,26-132-1</inkml:trace>
  <inkml:trace contextRef="#ctx0" brushRef="#br0" timeOffset="133898.34">29503 15865 0,'0'0'0,"0"0"0,0 0 0,0 0 16,108 55 0,1-82-1,-1-26 1,-52 25-1,-4-27 1</inkml:trace>
  <inkml:trace contextRef="#ctx0" brushRef="#br0" timeOffset="136827.87">31451 20299 0,'0'0'0,"0"0"16,0 0 0,27-25-1,54-29 1,54-1 0,433 2-1,218-1 1,189-27-1,78-82 1,110-53 0,-54 53-1,-161 110 1,-83 161 15,-243 0-15,-190-26-1,-243-29 1,-78-25 0,-59 52-1,-25 1 1,2-26 0</inkml:trace>
  <inkml:trace contextRef="#ctx0" brushRef="#br0" timeOffset="164937.91">32317 15732 0,'0'0'0,"0"0"0,0 0 0,0 0 15,0-55 1,0 2 0,27-2-1,-1 27 1,-26 2-1,0-1 1,-26 27 0,-29 27-1,-25-1 1,-1 57 0,-1-3-1,82 28 1,27 27 15,28 0-15,26-26-1,-1-28 1,-52-108-16</inkml:trace>
  <inkml:trace contextRef="#ctx0" brushRef="#br0" timeOffset="165361.16">32886 15433 0,'0'0'0,"0"0"16,0 0-1,-26 0 1,-85 28-1,-49 80 1,49 27 0,85 54-1,107-28 1,29-53 0,25-79-1</inkml:trace>
  <inkml:trace contextRef="#ctx0" brushRef="#br0" timeOffset="166857.84">34372 15596 0,'0'0'0,"0"0"16,0 0 0,0-27-1,0 27 1,-27-28 0,27 28-1,-54 28 1,0-28 15,-27 27-15,-82 81-1,2 53 1,53 2 0,81-29-1,54 3 1,81-56-1,53-53 1,-25-56 0,-54-27-1,-82 2 1,-28 26 0,-80 54-1,-54 109 16,0 26-15,54 27 0,27 27-1,81-27 1,27-28 0,81-52-1,80-109 1,56-109-1,-28-52 1,-53 25 0,-1 3-1,-53 25 1,-56-2 15,2 3-15,-28 25-16,-27-26 31,0 81-15,0-1-1,0 28 1,0 0 0,0 0-1,0 55 1,0-2-1,29 30 1,-5 25 0,4 27-1,-1 54 1,-1 27 0,-52-26-1,-29-82 1,2-82 15,-29-80-15,29-55-1,-29 3 1,82 24 0,82 28-1,106-1 1,83 30-1,-26 25 1,-56 0 0,1-28-1,-28 1 1,-82-1 0,2-25 15</inkml:trace>
  <inkml:trace contextRef="#ctx0" brushRef="#br0" timeOffset="168458.02">33940 16299 0,'0'0'0,"0"0"0,-27-27 15,-81-54 1,27-1 0,54 27-1,27 83 1,54 81-1,27 53 1,80 109 0,2-28-1,53-82 1,-53-80 0,-1-81 15,-53-53-16,-109-83 1,-55-160 0,-107 25-1,0 135 1,-1 57 0,0 158-1,137 300 1,80-80-1,0-138 1,27-53 0,190-405-1,-55-298 1,-161 298 15,-29 242-31,-26 380 16,0 161 15,27-134-15,1-190-1,-1-108 1,2-162 0</inkml:trace>
  <inkml:trace contextRef="#ctx0" brushRef="#br0" timeOffset="169708.7">36375 15515 0,'0'0'0,"0"0"0,0 0 0,0-27 16,-28-163-1,28 82 1,0 80-1,-25 83 1,-3 135 0,-27 296-1,2 82 1,-29-109 0,82-105 15,0-220-16,27-108 1,-27-80 0,28-270-1,-1 55 1,-1 52 0,29 80-1,0 84 1,-2 81-1,1 80 1,-28 135 0,-26 54-1,28-79 1,-1-58 0,54-79-1,-1-108 16,56-136-15,-1-79 0,-54 79-1,27 2 1,-26 51 0,-1 85-1,-54-3 1,27 28-1,-27 0 1,0 0 0,-27 28-1,-27-28 1,-27 25 0,-55 3 15,-52 54-16,25 54-15,109-83 32,27 27-17,82 217 1,79-242 0,-25-136-1,-28-81 1,-27-27-1,-81 28 1,-26 78 0,-2 83-1,-53 55 17,27 161-32,54 0 15,27 1 16,27-29-15,28-51 0,-29-84-1,2-80 1,-2-28 0</inkml:trace>
  <inkml:trace contextRef="#ctx0" brushRef="#br0" timeOffset="172607.93">38729 16731 0,'0'0'0,"0"0"0,0 0 0,-27 28 15,-84 80 1,33 53 0,78-52-1,0-109 1,108 82 15,53-27-15,-26-165-16,0-134 15,-80 28 17,-29 28-17,-26 52 1,0 55 0,0 81-1,0 0 1,28 26-1,-28 29 1,27 53 0,0 53-1,27 57 1,-54-2 15,0 0-31,-28-27 31,-25-81-15,-2-80 0,3-56-1,-4-25 1,56-2 0,56-25-1,24 52 1,28 28-1,0 0 1,27 0 0,-27 0-1,0-55 1,28 4 0,-55-59 15,-27-26-16,0 3 1,-54 50 0,27 58-1,-27 25 1,-27 25 0,27 58-1,-27 50 1,27 58-1,-27-30 1,54-26 0,27-79-1,27-31 1,1-50 15,-1-58-31,-1-80 31,-25 2-15,1 0 0,-31 78-1,2 58 1,0 78 0,2 2-1,-58 51 1,2 30-1,0-1 1,2 28 0,-4-55-1,29-55 1,29-24 0,-4-29 15,2 0-16,55-54-15,27-1 32,-28-26-17,-27 53 1,0 1 0,-27 1-1,27-2 1,1 2-1,-28-2 1,-27 28 0,26-26-1,-26 52 1,55-52 15,-28 26-15,-1-29-1,1-22 1,1 22 0,-1-25-1,-27 54 1,24-27 0,6 27-1,-30-27 1,27 27-1,-27 0 1,0 0 0,0 0-1,-27 0 17,27 0-32,-54 27 15,-28 0 16,-52 81-15,-29 1 0,55 26-1,81 1 1,54-56 0,81-53-1,28-54 1,-1-108-1,27-164 1,-108-23 0,-28 106-1,1 25 1,1 28 0,-1 55 15,-1 55-16,-26 26 1,27 27 0,-54 108-1,1 55 1,-29 161 0,-25 0-1,53-108 1,-3 0-1,30-79 1,30-30 0,24-107-1,27-54 1,27-53 0,0-57-1,-28 57 16,-52-2-15,-1 84 0,-27-4-1,-55 58 1,-25 22 0,25 112-1,29 28 1,26-30-1,53-26 1,55-107 0,-26-56-1,26-80 1,-27 0 0,-26-55 15,-55 29-31,-28-3 31,-54 31-15,-26 78-1,-26 82 1,52 26 0,82 29-1,82-28 1,26-81-1,53-27 1,-25-53 0,0-3-1,-56-23 1,-25 24 0,-55 54 15</inkml:trace>
  <inkml:trace contextRef="#ctx0" brushRef="#br0" timeOffset="173100.63">43002 16028 0,'0'0'0,"0"0"16,27 26-1,-27 29 17,0-55-32</inkml:trace>
  <inkml:trace contextRef="#ctx0" brushRef="#br0" timeOffset="173298.43">43218 16028 0,'0'0'0,"0"0"0,0 0 0,0 0 16,0 81-1,-28 27 1,28 0 0,-26-53-1</inkml:trace>
  <inkml:trace contextRef="#ctx0" brushRef="#br0" timeOffset="183988.79">1128 21788 0,'0'0'0,"0"0"0,0 0 0,0 53 15,0 112 1,0-59 0,0-78-1,-27-28 17,27-108-17,-26-55-15,-54-189 31,25-161-15,0 162 0,26 162-1,-23 24 1,52 112 0,25 27-1,-25-2 1,27 1-1,2 0 1,26-26 15,25 53-31,1 53 32,29 29-17,-4 53 1,-79 55-1,-27-2 1,-53-52 0,-27-56-1,-56-52 1,1-81 0,-1-2-1,83 29 1</inkml:trace>
  <inkml:trace contextRef="#ctx0" brushRef="#br0" timeOffset="184563.57">2075 20896 0,'0'0'0,"0"0"0,0 0 0,0 0 16,0 0-1,-28-27 1,1 27-1,-53 0 1,-1 27 0,0 54-1,-1 54 17,56 1-17,52-30 1,82-51-1,0-28 1,27-109 0,-52-51-1,-31-31 1,-78 3 0,-83 26-1,2 52 1,-29 111-1,2 80 1,52 2 0,109 23-1</inkml:trace>
  <inkml:trace contextRef="#ctx0" brushRef="#br0" timeOffset="185100.23">2507 21004 0,'0'0'0,"0"0"16,0-27 15,-28-1-15,28 28-16,0 0 16,28 83 15,-28 25-16,28 53 1,-1-26 0,27-26-1,-54-82 1,53-54 0,-53-82-1,0 1 1,0-55-1,28 55 1,53 28 0,-1 52 15,1 3-15,-54 25-1,3 25-15</inkml:trace>
  <inkml:trace contextRef="#ctx0" brushRef="#br0" timeOffset="186891.24">3510 21057 0,'0'0'0,"0"0"15,0 0 1,0 0 15,-27 0-15,-30 0 0,-24 55-1,-25 54 1,79 24-1,54-25 1,52-25 0,59-83-1,-31-55 1,-25-53 0,-28-26-1,-54-2 1,0 1-1,0 27 1,0 82 0,0 26 15,-28 53-31,28 83 16,0 53 15,28 107-16,-56-25 1,28-53 0,0-29-1,0-56 1,-26-79 0,26-80-1,0-82 1,26-55-1,2-26 1,-1-27 15,0 53-31,-27 0 16,0 30 0,0-3 15,0 55-16,0 54 1,0 27 0,0 80-1,0 56 1,0 25 0,0 2-1,26-27 1,1-56-1,54-80 1,1-25 0,-1-56 15,0-56-15,-54 29-1,0-26 1,-27 134-1,0-55 1,0 27 0,27 28-1,-27 56 1,27 24 0,-27-53-1,27 135 1,-27-54-1,54-26 17,-27-82-32,27-27 31,27-28-15,-27-53-1,-26 0 1,-2-26-1,2 51 1,-28 58 0,27-3-1,0 28 1,-27 28 0,-27 25-1,27 29 1,0 25 15,0 1-15,27 0-16,26 2 31,0-57-15,3-26-1,26-54 1,-2-54-1,2-1 1,-55-26 0,-27 0-1,0 1 1,-27 53 0,-29 26-1,-50 28 1,24 55-1,26 25 1,56 54 0,111-24 15,22-29-15,2-26-1,29-83 1,-164 28-1,56 0 1,-5-27 0</inkml:trace>
  <inkml:trace contextRef="#ctx0" brushRef="#br0" timeOffset="191708.81">7052 22195 0,'0'0'0,"0"0"32,-54 79-17,0-79-15,27-79 32,-54-139-17,54-214 1,-1-56-1,28 84 1,-26 160 0,26 55-1,0 27 1,0 162 0,0-81-1,26-2 1,56 30-1,53 53 17,1 108-32,-28 81 31,-55 82-15,-53-27-1,-53-28 1,-29-53-1,-26-110 1,-81-81 0,27-25-1,26-2 1</inkml:trace>
  <inkml:trace contextRef="#ctx0" brushRef="#br0" timeOffset="194938.29">7782 20977 0,'0'0'0,"0"0"16,0 0-1,0 0 16,0 0-31,0 0 16,0-28 15,0 28-15,0-25 0,-27 25-1,27 0 1,0 25-1,-28 30 1,28 26 0,0 27-1,0 81 1,28-26 0,27 0-1,-1-110 1,53-53-1,2-81 1,-53-82 15,-5-26-15,-51-27-16,-26 53 31,1 57-15,25 50-1,-56 30 1,56 52 0,0 1-1,27 2 1,27-3 0,-1 29-1,29-30 1,-1 58-1,-55-3 17,2 56-32,-28-2 31,0 1-15,0 28-1,27-55 1,0-55-1,56-25 1,-4-28 0,-25-81-1,29-27 1,-29-27 0,-29 26-1,2 1 1,-27 108-1,0-80 1,0-3 15,0 83-15,-27 56 0,2 24-1,25-27 1,0 55-1,0 28 1,52-26 0,4-57-1,26-53 1,-31-28 0,32-78-1,-28-31 1,26 29-1,-28 27 17,2 28-17,-28 53 1,27 80 0,0 28-1,0 28 1,-27-55-1,0-54 1,1-27 0,-2-108-1,28-28 1,-27 1 0,27 27-1,1 80 1,-28 3-1,26 133 1,-53 26 15,53 1-15,-25 1 0,27-56-1,0-80 1,-3-25-1,29-56 1,2-29 0,-3 2-1,-27-26 1,-25 24 0,-28 2-1,-55 83 1,-25 50 15,-1 58-31,0 25 16,53 53 15,28 2-15,54-2-1,29-53 1,50-53-1,30-55 1,-28-55 0,-27-53-1,-27 28 1,-24-28 0,-30-1-1,-27 1 1,0 55-1,-27-1 1,-30 54 15,31 0-15,-1 27 0,-1 26-1,2 0 1,1 29-1,-2 27 1,27 26 0,27-27-1,-2-27 1,1-26 0,29-30-1,28 3 1,-1-28-1,-3-28 1,-26-52 0,4-28 15,-30-26-15,-27-3-1,0 1 1,0 30-1,0 23 1,-27 83 0,27 0-1,-57 0 1,57 0 0,0 28-1,57-28 1,-57 0-1,27-28 1,78-25 15,-21 26-15,-4 54 0,-80 54-1,0 54 1,0 82-1,-29-1 1,29-53 0,0-81-1,29-56 1,53-52 0,52-56-1,2-54 1,26 28-1,0 0 1,-27 53 0,-27 0 15,-54 55-15,-54 28-1,-27 27 1,-53 53-1,-2 27 1,28 1 0,54 25-1,54-79 1,81-82 0,1-55-1,-2-80 1,-52-162-1,-164-1 17,-25 109-17,-29 81-15,136 108 32,-107 55-17,52 26 1,110 26-1,188-81 1,26-26 0,-53-79-1,-52-3 1</inkml:trace>
  <inkml:trace contextRef="#ctx0" brushRef="#br0" timeOffset="196174.07">15761 20949 0,'0'0'0,"0"0"15,0-25 1,-79-30-1,51 29 1,-26-3 0,-28 29-1,2 55 1,-29 53 0,28 55 15,55-2-31,52 0 15,28-78 1,55-56 15,52-137-15,56-295 0,-134 26-1,-31 83 1,-52 79-1,0 55 1,-26 81 0,0 81-1,26 81 1,-30 54 0,4 26-1,-1 138 16,-1-28-31,1-28 16,54-27 15,1-27-15,25-53 0,29-81-1,26-83 1,28-54-1,-28-80 1,-54 1 0,-54-2-1,-28 28 1,-26 107 0,0 28-1,54 0 1,-244 244-1,136-28 1,108-27 15,82-26-15,54-28 0,-2-82-1,2-106 1,-1-27-1,-54-28 1,-51 27 0,-4 26-1</inkml:trace>
  <inkml:trace contextRef="#ctx0" brushRef="#br0" timeOffset="198099.76">17062 21382 0,'0'0'0,"0"0"0,0 0 0,0 0 16,-28 80 0,2-52-1,26-28 1,0-81 0,0-53-1,26-29 1,2 0 15,26 110-15,-27 53-16,-27 28 31,26 52-15,1 270-1,-27-159 1,28-56-1,-28-107 1,27-56 0,-27-80-1,27-55 1,27 29 0,-1 24-1,2 85 1,0 78 15,-55 55-31,0 53 16,26 4 15,-26-84-15,0-56-1,27-25 1,-27-53-1,53 0 1,-25-2 0,26 0-1,-54 55 1,28 0 0,-28 55-1,0-29 1,0 3 15,26-3-15,-26-26-1,27 27 1,0-54 0,-1-28-1,2-26 1,-1 0-1,0 27 1,1 0 0,-2 54-1,-26-27 1,0 1 0,28 26-1,-28-27 1,0 27-1,0 27 17,0 26-17,26-27 1,-52 29 0,26-28-1,-28 27 1,28-54-1,0 27 1,0-27 0,-26-27-1,26-1 1,0 2 0,0 26-1,0-54 1,0 26 15,-28-25-15,28 27-16,28-28 31,-28 54-15,26 27-1,-26 0 1,-26-27-1,26 26 1,0-26 0,-28 27-1,28-1 1,-27 2 15,27-28-31,-27 0 16,27-28 15,-28 28-15,28-26-1,0-1 1,0 1 0,0 26-1,28 0 1,-28 0-1,0 0 1,0 26 0,0-26-1,-28 27 1,28 81 0,0 1 15,0 26-31,0-27 15,28-55 1,26-53 15,28-25-15,-29-3 0,-27 28-1,-26 0-15</inkml:trace>
  <inkml:trace contextRef="#ctx0" brushRef="#br0" timeOffset="200297.25">20604 20327 0,'0'0'0,"0"0"16,0 0 0,0 0-1,-81 55 1,-27 0-1,-26 53 1,24 0 0,84 26-1,80-52 1,54-27 0,27-55-1,-27-28 1,-54-25-1,-28 24 17,-52-24-17,-28 53 1,-26 26 0,-3 56-1,3-2 1,-1 83-1,54 0 1,54-2 0,81-52-1,28-56 1,24-79 0,-24-56-1,-1-26 1,-54-53 15,-54 25-15,-27 28-1,-27 27 1,2 28 0,-58 24-1,29 58 1,0 24-1,29 0 1,-3 30 0,28 25-1,53-55 1,1-25 0,0-56-1,-27-25 1,1-2-1,0 2 17,-28 25-17,0 1 1,0 27 0,0-28-1,0 28 1,0 0-1,0 0 1,0 0 0,0 0-1,0 0 1,0 0 0,0 0-1,-28 0 1,28 28 15,28-28-15,-28 0-1,80-28 1,0 28 0,-24-25-1,-3 25 1,1 25-1,-28 3 1,-26 27 0,0 25-1,-53 29 1,-2-2 0,3 1-1,-4-27 16,30 0-15,52-26-16,30-28 31,51-54-15,29-54 0,-1 26-1,-25-26 1,-4 27-1,-25 26 1,-27-25 0,-27 27-1,-27-28 1,0 54 0,-27-28-1,-27 56 1,-1-1 15,-26 107-15,54 1-16,27 28 31,82-55-15,-1-55-1,27-78 1,-25-83-1,-58-28 1,4-54 0,-58 83-1,29 53 1,-25 134 0,-2 81 15,54 4-31,27 24 15,54-56 17,0-23-17</inkml:trace>
  <inkml:trace contextRef="#ctx0" brushRef="#br0" timeOffset="211195.19">453 15515 0,'0'0'0,"0"0"0,106-487 16,2-243 0,2-80-1,53-29 1,-28-1-1,-27 246 1,-27 323 0,-54 218-1,-27 106 1,-54 298 0,-82 273 15,-80 214-16,28 26-15,-1 84 32,24-139-17,111-347 1,54-274 0,0-134-1,29-189 1,50-487-1,58-297 1,53-27 0,26-28 15,27 28-31,-54 242 16,-81 246-1,-81 350 16,-54 108-15,-81 187 0,-81 464-1,52 160 1,-24 27 0,53 0-1,28-80 1,50-407-1,30-243 1,0-136 0,110-270-1</inkml:trace>
  <inkml:trace contextRef="#ctx0" brushRef="#br0" timeOffset="-203178.89">31533 19651 0,'0'0'0,"0"0"0,-136 55 16,-80 133-1,189-24 1,80 77-1,137-23 1,270 26 15,135-81-31,82-30 32,161-105-17,162-109 1,57-54-1,-3-109 1,-52 28 0,25-28-1,-81-27 1,-106-216 0,-110-80-1,-190-108 1,-80-2-1,-136-80 1,-161 54 0,-109 53-1,-136 191 17,-107-27-17,-217 52 1,-162 138-1,-52-29 1,-220 28 0,-26 135-1,-106 134 1,-57 81 0,28 84-1,-107 106 1,52 108-1,-26 1 1,107 54 15,164 107-15,82-26-16,78 55 31,140 107-15,130 26-1,29 29 1,190-82 0,216-26-1,162-31 1,164-24 0,25-54-1,165 27 1,159-215 15,164-165-31,135-134 16,188-163-1,3-81 17,-31-25-17,-78-83 1,-82 28-1,-82 80 1,-78 56 0,-220 25-1,-108 29 1</inkml:trace>
  <inkml:trace contextRef="#ctx0" brushRef="#br0" timeOffset="-169307.85">1723 24761 0,'55'-24'0,"403"-167"15,329 56 1,132 80 0,189 55-1,135 0 1,274-27 0,160-80-1,164-1 1,186 81-1,29 107 1,28 28 15,-137 0-31,-136-53 16,-215 26 0,-243 82 15,-189-28-16,-245-1 1,-216-53 0,-215-25-1</inkml:trace>
</inkml:ink>
</file>

<file path=ppt/ink/ink18.xml><?xml version="1.0" encoding="utf-8"?>
<inkml:ink xmlns:inkml="http://www.w3.org/2003/InkML">
  <inkml:definitions>
    <inkml:context xml:id="ctx0">
      <inkml:inkSource xml:id="inkSrc0">
        <inkml:traceFormat>
          <inkml:channel name="X" type="integer" max="65535" units="cm"/>
          <inkml:channel name="Y" type="integer" max="65535" units="cm"/>
          <inkml:channel name="T" type="integer" max="2.14748E9" units="dev"/>
        </inkml:traceFormat>
        <inkml:channelProperties>
          <inkml:channelProperty channel="X" name="resolution" value="1092.25" units="1/cm"/>
          <inkml:channelProperty channel="Y" name="resolution" value="1927.5" units="1/cm"/>
          <inkml:channelProperty channel="T" name="resolution" value="1" units="1/dev"/>
        </inkml:channelProperties>
      </inkml:inkSource>
      <inkml:timestamp xml:id="ts0" timeString="2025-03-13T16:40:47.119"/>
    </inkml:context>
    <inkml:brush xml:id="br0">
      <inkml:brushProperty name="width" value="0.05292" units="cm"/>
      <inkml:brushProperty name="height" value="0.05292" units="cm"/>
      <inkml:brushProperty name="color" value="#FF0000"/>
    </inkml:brush>
  </inkml:definitions>
  <inkml:trace contextRef="#ctx0" brushRef="#br0">2426 1833 0,'0'0'0,"0"0"0,0 0 0,0 0 0,0 0 31,0 0-15,-28 0-1,2-28 1,-55 28 0,-1 0-1,-52 28 1,51 52-1,3 54 1,80-24 0,54-2-1,27 0 1,2-80 0,-4-84 15,-25-24-16,-54-1-15,0 27 32,-54 28-17,1 52 1,-1 1 0,54-27-1,-82 244 1,28 25-1,80-106 1,29-55 0,0-28-1,52-25 1,3-82 0,-3-27-1,2-53 16,-28-3-15,-28 29 0,-25 28-1,-2-2 1,29 55 0,-55 0-1,29 108 1,-4 0-1,1 0 1,2 0 0,-1-80-1,-1-56 1,1-52 0,30-28-1,-31-28 16,27 55-15,-26 28 0,-1 26-1,2 27 1,28 27 0,-56 54-1,28 53 1,-28 29-1,51-28 1,5-27 0,26-54-1,-4-82 1,3-53 0,3-53-1,-4-83 16,-26-80-15,-26 26 0,-2 82-1,-52-27 1,26 81 0,0 54-1,0 53 1,0 28-1,-28 28 1,28 79 0,0 30-1,-27 24 1,27 29 0,27 27 15,-27-55-16,28 27 1,-28-28 0,26-25-1,-26-28 1,28-27 0,-1-28-1,0-24 1,54-58-1,-28-24 1,2-56 0,-1 29-1,0-1 1,0 26 0,0 30-1,28-4 1,-56 3 15,1-2-15,-27 28-1,-27-27 1,1 27 0,-29 55-1,1 0 1,27 25-1,-27 28 1,54-27 0,54 27-1,0-53 1,28-55 0,-2-29-1,2-52 16,-55 0-15,0-27 0,-27 28-1,-27-2 1,0 1 0,-1 0-1,-53 28 1,28 53-1,-2 26 1,1 28 0,27 55-1,27-29 1,27 2 15,27-28-15,54-54-1,1 0-15,-29-28 32,0-25-17,-24-27 1,-29-3 0,-27 30-1,28-2 1,-28 55-1,27 27 1,-2 82 0,-25 26-1,27-27 1,1-27 15,-28-81-31,26 0 16,2-55 15,0-26-15,-1 1-1,0 27 1,-2-30 0,3 56-1,-1 1 1,-27 26-1,54 53 1,-54 30 0,0 24-1,28 27 1,26-25 15,-1-56-31,-26-24 31,28-58-15,-1-24 0,2-28-1,-32-27 1,31 0 0,-28 26-1,-1-25 1,31 79-1,-6 1 1,-23 0 0,-28 27-1,27 0 1,0 0 0,-27 0-1,0 0 1,0 0 15,0 0-15,29 0-1,-29 0 1,0 0 0,0 0-1,28 0 1,-28-26-1,0 26 1,0 0 0,0 0-1,0 0 1,0-28 15,0 28-31,0 0 16,0 0 15,0 0-15,0 0-1,-28 0 1,28 28 0,0-28-1,-29 26 1,-25 1-1,26 0 1,-23 1 0,-6 25-1,4 1 1,25 28 15,28-28-15,0 27-16,28-28 31,-1 2-15,56-1-1,23-27 1,-22-27 0,-3-27-1,26-1 1,-25 2-1,-1 26 1,-28-55 0,30 28-1,-30-26 1,-26-1 0,26 0-1,-53 26 16,28-26-15,-28 0 0,0 27-1,-55 1 1,2 26 0,0 26-1,-5 29 1,33 25-1,-2 2 1,27-1 0,0 0-1,52 0 17,32-28-32,-4-53 15,30-53 16,-4-1-15,-24-28 0,-28 29-1,0-28 1,-27 26 0,0 1-1,-27 28 1,0 26-1,0-28 1,0 28 0,0 0-1,27 28 1,-27-2 15,27 3-31,0 24 16,1 1 15,-2 53-15,-26-25-1,-26 25 1,-29-51 0,28-30-1,-27-26 1,54-53-1,27-2 1,108 0 0,27 2-1,-28 25 1,-52 1 15,-54 27-15</inkml:trace>
  <inkml:trace contextRef="#ctx0" brushRef="#br0" timeOffset="686.21">3426 1805 0,'0'0'0,"0"0"15,0 0 1,0 0 0,30 0-1,48-27 1,59 54 0,161 1-1,-55-56 1,-54 28-1,-54-27 1,-26 27 0,-109 0-16</inkml:trace>
  <inkml:trace contextRef="#ctx0" brushRef="#br0" timeOffset="21316.16">9973 2238 0,'0'0'0,"0"0"16,0 0-1,0 0 1,0 0 0,-27 0-1,-54 54 1,0-1 0,27 83-1,27 27 1,27-29-1,54-24 1,27-57 15,1-81-15,24-52 0,-51-56-1,0-52 1,-55-3-1,0 3 1,-27 52 0,-1 28-1,28 55 1,-27 25 0,27 1-1,-28 54 1,28 26-1,0 28 1,0 1 15,28 27-15,-28-1 0,27 27-1,-27 1 1,28-1-1,27-27 1,-30-55 0,30 1-1,26-54 1,-26 0 0,25-26-1,-27-29 1,-25 1-1,0-26 1,-28-1 0,0-1 15,0-26-15,0 53-1,0 29 1,0 26-1,27 26 1,-27-26 0,0 83-1,0 25 1,28-1 0,-3 1-1,2-27 1,0 2-1,27 24 1,3-53 15,-5-1-15,-26-53 0,29 0-1,-29-53 1,31-1-1,-5-28 1,2 28 0,1-27-1,-2 27 1,31 0 0,-31 28-1,-26-2 1,-2 1-1,2 1 1,-27 26 0,0 0 15,0 0-15,-27 0-1,-25 53 1,-1 1-1,26 28 1,27-1 0,27-1-1,-3 2 1,57-1 0,-25-28-1,52-25 1,-26-28-1,-1-28 17,-1-25-17,-25-2 1,-1-25 0,-27 52-1,0-52 16,-27 25-15,0 1 0,0 54-1,-27 0 1,-28 28 0,2 25-1,-2 1 16,29 0-31,26 28 16,0-1 15,53-28-15,-53-53-16,136 28 31,80-1-15,-55-54-1,-78-54 1,-56 0 0,-1 27-1</inkml:trace>
  <inkml:trace contextRef="#ctx0" brushRef="#br0" timeOffset="21986.07">10624 1805 0,'0'0'0,"0"0"0,0 0 0,0 0 16,0 0 15,0 0-15,0 0 0,52 28-1</inkml:trace>
  <inkml:trace contextRef="#ctx0" brushRef="#br0" timeOffset="36750.37">18007 6078 0,'0'0'0,"0"0"0,0 0 0,0 0 16,53 0-1,58 27 17,105-54-32,135-56 15,2 3 1,-58-1 15,-50 54-15,-82 27-1,-2 0 1,-79 27 0,-56-27-1,-79 28 1,-28-28-1,-54 25 1,-28 3 0,-26 52-1,-29-24 1,1-2 15,-26-28-15,27 1-1,27 27 1,27-26 0,53-1-1,81-27 1,28 0 0,28-27-1,81-1 1,81 2-1,106-2 1,-52 1 0,-28 1-1,-24-1 1,-33-28 0,-75 1-1,-58 54 1,-52-28 15,-85 2-15,-78-2-1,2 3 1,-29-3 0,24 28-1,29 53 1,30 1-1,105-26 1,28-28 0,108 0-1,108-28 1,108 2 0,-53-2 15,-55 3-16,-27-30 1,-25 2 0,-82-2-1,-82-27 1,-55 56 0,-52 26-1,52 0 1</inkml:trace>
  <inkml:trace contextRef="#ctx0" brushRef="#br0" timeOffset="48496.12">14492 2724 0,'0'0'0,"0"0"0,0 0 0,0 0 31,-27-54-15,-28 28 0,28 26-1,-29 0 1,-23 53 0,25 2-1,27 52 1,27-25-1,27-2 1,27-25 0,25-55-1,4 0 1,26-27 15,-55-27-15,-1-53-1,-53 24 1,0-25 0,0 27-1,-27 1 1,27 80 0,0-27-1,-26 27 1,26 0-1,-27 27 1,0 0 0,27-1 15,0 29-31,0-29 31,27 56-15,0-1-1,-1-1 1,56 2 0,-28-28-1,-27-54 1,0 0 0,-27 0-1,26-28 1</inkml:trace>
  <inkml:trace contextRef="#ctx0" brushRef="#br0" timeOffset="50969.04">16005 2752 0,'0'0'0,"0"0"0,0 0 15,0 0 1,0 0-1,0 0 17,-27 0-32,27 0 15,0 0 1,27 26 15,0 1-15,1-27-1,26 0 1,0 0 0,-28-27-1,28 27 1,-26 0 0,-2-26-1,32 26 1,-34-28-1,-24 1 1,27 0 0,-27 1 15,0-29-31,-27 29 16,27-28 15,-24 26-16,-34 1 1,4 27 0,0 27-1,1 28 1,1-2 0,-5 28-1,30 1 1,0-29-1,27 30 1,27-3 0,28-27-1,26 2 1,54-29 15,0-26-15,0-26-1,-54-1 1,-27-1 0,-27 2-1,2-28 1</inkml:trace>
  <inkml:trace contextRef="#ctx0" brushRef="#br0" timeOffset="51503.06">17062 3184 0,'0'0'0,"0"0"16,26-27-1,-26-109 17,0-80-17,0-80 1,28 79-1,-28 29 1,27 51 0,-27 28-1,0 84 1,0-30 0,0 27-1,-27 3 1</inkml:trace>
  <inkml:trace contextRef="#ctx0" brushRef="#br0" timeOffset="52166.59">16302 1778 0,'0'0'0,"0"0"0,0 0 0,0 0 16,0 0 0,0 0-1,28 0 17,53 0-32,54-53 31,-25-2-16,-85 2 1,2 25 0</inkml:trace>
  <inkml:trace contextRef="#ctx0" brushRef="#br0" timeOffset="68235.03">21198 6348 0,'0'0'0,"0"0"16,-52 53-1,52 29 1,27-2 0,134 3-1,112-30 1,-5 2-1,85-55 17,188-55-17,-2 28 1,58-26 0,78-56-1,-24 27 1,77-26-1,-78 55 1,110-28 0,-85 81-1,0 0 1,-80 26 0,27 56-1,-80-28 1,-1-27 15,-109-1-15,-134-26-1,-1 0 1,-81 27 0,-51-54-1,-32 1 1,-25-1-1,-52-27 1,-2 54 0,-27-27-1,0 27 1,27 0 0,-27 0-1</inkml:trace>
  <inkml:trace contextRef="#ctx0" brushRef="#br0" timeOffset="79498.17">22094 5915 0,'0'0'0,"0"0"0,188-271 15,56-79 1,53-273 0,-135 3-1,-162 23 1,-108 138 15,-216 161-15,24 110-1,59 133 1,-5 110 0,4 160-1,-29 110 1,-81 351-1,81 0 1,2 27 0,134-53-1,190 24 1,214-267 0,327-272 15</inkml:trace>
  <inkml:trace contextRef="#ctx0" brushRef="#br0" timeOffset="95748.87">23093 1183 0,'0'0'0,"0"0"16,0 0 0,0 27-1,27 1 1,54-28 0,26-28-1,2-27 1,-1 29-1,-54-1 1,-26 27 0,-1-27 15,-1 1-15,-26 26-1,0 0 1,0 26-1,28 54 1,0 28 0,-28 57-1,26 132 1,-26 135 0,0 0-1,0-216 1,-26-53-1,-30-55 1,-52-135 15,-27-27-15,-1-28 0,28 28-1,82 54 1,135-26-1,52-2 1,1 1 0,-25-27-1,-30 0 1,-25 28 0,-3-29-1,-24 2 1,26 26-1,1-1 1,-29 28 0,-53 0 15,81-55-15,27 30-1,-26-31 1,-28 29-1,-24-53 1,-30 52 0,0-25-1,-30 53 1,-51 53 0,0 2-1,27 25 1,0 56-1,27-28 1,54 27 0,-1-54 15,56-27-15,-1-54-1,30-26 1,-6-55-1,6 26 1,-6-26 0,-76 54-1,-2 1 1,54-136 0,-54 53-1,28 55 1,-55 54-1,0 0 1,0 54 0,0 27 15,0 55-15,0-1-1,53 26 1,-53-25-1,28-28 1,-56-55 0,1-53-1,-27 0 1,0-26 0,28 26-1,26 0 1,53-27-1,2 27 1,53-28 0,0 28 15,-27-26-15,27-1-16,-28-28 31,2 1-16,-28-27 1,0 0 0,0 28-1,-27-28 1,0-1 0,-1 55-1,-26 27 1,0-28-1,-26 56 1,-1 27 0,0 52 15,27 29-15,27 0-1,26-29 1,29-53-1,-1-54 1,-27-54 0,27-28-1,-26-26 1,-29 0 0,1 27-1,1-26 1,-1 79 15,0 1-31,1 27 16,-28 82 15,0-2-15,0 28-1,0 1 1,26-1-1,1-54 1,54-28 0,27-26-1,-27-26 1,30-56 0,-32 2-1,-25-29 1,-27 1-1,-27 28 1,0 53 15,27 27-15,30 27-16,-6 26 31,-25 28-15,2 54-1,-1 1 1,0 52 0,-27-79-1,0-27 1,-27-55 0,-28-27-1,55-56 1,28 3-1,83-1 17,50-1-32,-26 28 31,-27 1-15,-80 26-1,-28 0 1</inkml:trace>
  <inkml:trace contextRef="#ctx0" brushRef="#br0" timeOffset="96250.43">26393 2021 0,'0'0'0,"0"0"0,0 0 0,0 0 32,54-108-32,53 53 15,5 30 17,-34 25-17,3 0 1</inkml:trace>
  <inkml:trace contextRef="#ctx0" brushRef="#br0" timeOffset="126300.38">2263 6754 0,'0'0'0,"0"0"0,0 0 16,0 0 0,-27 0-1,27-27 1,0 27-1,27 27 1,-27 54 0,56 109-1,-29-111 17,134 328-17,-52-245 1,-2-81-1,-52-135 1,-1-110 0,0-186-1,-27-56 1,-1 83 0,1 106-1,-27 55 1,30 79-1,-30 83 17</inkml:trace>
  <inkml:trace contextRef="#ctx0" brushRef="#br0" timeOffset="127642.74">3318 7158 0,'0'0'0,"0"0"15,0 0 1,0 0-1,27 28 1,27 27 0,57-29-1,-6-26 17,6-26-32,-58-57 31,-26 29-16,-27-53 1,-53 25 0,-1 56-1,0 52 1,-28 29 0,29 53-1,26 55 1,27-1-1,51-29 1,30-23 0,30-56-1,24-54 17,26-27-32,-25-26 31,-28-56-16,-54-27 1,0-27 0,-27-24-1,-27-31 1,28 30 0,-28 52-1,-28 28 1,28 81-1,0-1 1,-27 28 0,27 81-1,0 56 1,0-3 15,0 83-15,0-2-1,27-25 1,-27-1 0,55-52-1,-29-31 1,56-51 0,-1-27-1,26-28 1,2-28-1,-2-27 1,3-25 0,-56-30 15,-29-23-31,3 24 16,-28 27 15,-28 28-16,3 54 1,-29 28 0,-2 80-1,-25 55 1,56 26 0,25-54-1,52 1 1,58-55-1,51-81 1,28-28 15,-24-51-31,-59-31 16,-49 2 15,-57-1-15,0 56-1</inkml:trace>
  <inkml:trace contextRef="#ctx0" brushRef="#br0" timeOffset="128186.21">3887 6538 0,'0'0'0,"0"0"0,0 0 15,55 25 1,80 58 15,54-83-15,27-27-1,-53-29 1,-30 31 0,-22 25-1</inkml:trace>
  <inkml:trace contextRef="#ctx0" brushRef="#br0" timeOffset="140025.73">10920 7646 0,'0'0'0,"0"0"0,0 27 31,0 54-31,53-54 16,56-27-1,0-55 1,52-107 15,4-55-15,-58 56 0,-26-28-1,-26 27 1,-28-1-1,-27 54 1,0 56 0,0 0-1,26 53 1,1 81 0,-27 27-1,28 0 1,107 350-1,-81-213 1,-27-56 15,-27 27-15,0-53-16,-55-83 31,-25-80-15,26-27-1,27-53 1,27-1 0,81-1-1,27 1 1,27 27 0,0 27-1,1 0 1,-2-28-1,-52 28 1,-29-26 15,-26-1-15,-27-28 0,-27 28-1,-1 27 1,-52 27-1,80 0 1,-27 27 0,-81 163-1,55-28 1,53-54 0,80-54-1,1-54 1,1-26-1,-2-83 1,-25 0 15,-29 1-15,-26-28 0,-26 30-1,26 51 1,-28 55-1,1 26 1,27 56 0,-27 53-1,27 27 1,27 1 0,28-26-1,-1-85 1,26-52-1,2-81 17,0-55-32,-30-54 31,-25-52-15,1-2-1,-28 29 1,0-1-1,0 54 1,0-1 0,0 81-1,0 28 1,0 54 0,0 54-1,-28 54 1,28 55 15,0 53-15,-27 55-16,27 26 31,0-53-15,0-55-1,27 2 1,28-84-1,-29-53 1,57-54 0,-3-54-1,28-53 1,-24-30 0,22 3-1,-23 25 1,-30 1-1,0-1 1,-53 82 15,27-28-15,-27 55 0,-27 29-1,-26 24 1,0 56-1,-4 24 1,31-23 0,-1 25-1,54-54 1,30-26 0,22-55-1,1-55 1,3-53-1,-4 0 17,-52-27-17,-27-1 1,0 82 0,0 54-1,0 54 1,0 28-1,0 52 1,0 1 0,0-26-1,56-1 1,-2-81 0,25-27-1,-23-79 1,-1-31-1,-1-25 17,-27-28-17,27 27-15,-28 30 32,1 77-17,1 29 1,-1 55-1,1 25 1,-28 56 0,0 1-1,0-3 1,26-53 0,-26-25-1,27-56 1,0 0-1,27-29 17,-27 2-17,26-27 1,-53-1-16,28 29 31,-1-28-15,0 28-1,-1 26 1,2-29 0,-1 2-1,27-1 1,-27 3 0,0-3-1,1 2 1,-28 26-1,26-54 17,1 26-17,27-26 1,-27 27 0,1 0-1,-28 1 1,27-3-1,-27 29 1,27-26 0,-27 26-1,26 0 1,-26 0 0,0 0-1,28 0 1,-28 55-1,0-2 17,0 0-17,0 3 1,0-2 0,-28-28-1,2 27 1,-1 2-1,27 27 1,0-29 0,0 2-1,27-27 1,27-56 0,26 1-1,2-27 1,-2 0-1,2-1 1,0 0 15,-30 2-15,-52 53 0,55-80-1,-28-2 1,30 28-1,-32 28 1,2 26 0,-27 26-1,0 54 1,-27 2 0,-27 25-1,26 3 1,-26-2-1,81 0 17,0-53-32,55-29 31,-2-52-15,28-56-1,-26-53 1,-29-1-1,-53 136 1,0-81 0,0 1-1,0 80 1,-26 26 0,-1 56-1,27 27 1,0-3-1,53 3 1,2-27 15,29-56-15,21-78 0,-22-30-1,-2-54 1,-29-1-1,-23 4 1,-2 24 0,0 56-1,-27 53 1,28 0 0,-28 0-1,0 106 1,26 58 15,-26-29-15,54 0-16,-26 27 31,25-53-15,-26-29-1,1-53 1,-1-81-1,27 1 1,54-1 0,0 26-1,27 28 1,-27 28 0,-27-28-1,-54 0 16,-27 0-31</inkml:trace>
  <inkml:trace contextRef="#ctx0" brushRef="#br0" timeOffset="140810.31">12543 6591 0,'0'0'0,"0"0"0,0 0 16,27 28-1,189 25 1,137-26-1,-84-54 1,-77-26 15</inkml:trace>
  <inkml:trace contextRef="#ctx0" brushRef="#br0" timeOffset="141328.22">16330 6754 0,'0'0'0,"0"0"0,0 0 0,0 0 15,0 0 1,0 0 15,30-27-15,102-28-16,3 2 31</inkml:trace>
  <inkml:trace contextRef="#ctx0" brushRef="#br0" timeOffset="192317.29">21009 10646 0,'0'0'0,"0"0"0,0 0 0,0 0 31,0-53-16,-27 25 1,27 2 0,0-1-1,82 54 1,0 27 0,52-25-1,193 52 1,-32-28-1,-23-53 1,-29-26 0,-53-1-1</inkml:trace>
  <inkml:trace contextRef="#ctx0" brushRef="#br0" timeOffset="193630.6">24174 10675 0,'0'0'0,"0"0"0,0 0 0,0 0 16,0 0 15,54 55-15,54 25-1,-80-80 1,406 189 0,-110-108-1,55-53 1,-1-2-1,136 28 1,107-80 0,-215-2-1,2 2 1,24-28 0,-135 25-1,0-52 16,-53 28-15,-55 25 0,-24 1-1,-59 27 1,-53 0 0,-25 0-1,1 0 1,-29 27-1,0-27 1,0 0 0,0 0-1,0-27 1,0 27 15,24-26-15</inkml:trace>
  <inkml:trace contextRef="#ctx0" brushRef="#br0" timeOffset="-211451.92">25529 6483 0,'0'0'0,"0"0"0,0 0 0,0 0 15,0 0 1,0 0-1,0 0 1,0 27 0,0 54-1,26 55 1,-26 107 0,27 81-1,0-135 16,27-26-31,-27-136 16,0-80 15,-27-84-15,-27-52 0,27 27-1,0 55 1,27 79-1,1 28 1,-2 28 0,-26 25-1,0 27 1,0 3 0,27 23-1,-27-50 1,0 24-1,27 1 17,-27-25-32,26-3 31,29-26-15,-2-27-1,2 0 1,-2-27-1,2 0 1,28-28 0,-3 0-1,28-24 1,-54 25 0,0-2-1,-27 3 1,-27 26-1,0-28 1,0 29 15,-27 26-15,27-28 0,-26 56-1,-2 27 1,-26 25-1,-1 2 1,2 26 0,53-55-1,27 3 1,54-56 0,27 0-1,0-56 1,-26-25-1,-56 1 1,-26-29 15,0 27-15,-26 28 0,26 54-1,-25 83 1,25-3-1,0 2 1,0 26 0,25 1-1,56-3 1,0-23 0,-1-57-1,-25 1 1,-29-54-1,-26-27 1,-26 27 0</inkml:trace>
  <inkml:trace contextRef="#ctx0" brushRef="#br0" timeOffset="-208380.5">28800 7511 0,'0'0'0,"0"0"0,0 0 0,0 0 16,0 0-1,0 25 1,27 30-1,54 0 1,27-55 0,28-82-1,-28 1 1,-54-81 0,-26 27-1,-28 27 16,0 55-15,0 53-16,0 0 16,0 25 15,0 29-15,26 28-1,29 26 1,-2-27-1,-26 1 1,1-3 0,-56-24-1,28 27 1,-27-55 0,-26-1-1,25-26 1,1-26-1,27-1 1,0-26 15,27 24-15,30 29 0,22-27-1,-26 27 1,31 0-1,-5 0 1,2 0 0,3 0-1,-6-28 1,3 28 0,-24-25-1,-6-57 16,-22 28-31,-29 0 16,0 0 15,0 54-15,27-26 0,-27 26-1,-27 53 1,27 28-1,0 1 1,0-3 0,27 5-1,25-31 1,-23-26 0,53-27-1,-29 0 1,28-27-1,-26-26 17,-2-31-17,2 5 1,-55 79 0,0-54-1,27-2 1,-1 3-1,1 26 1,1 27 0,-28 0-1,0 27 1,0 26 0,0 29-1,27 0 1,0-57 15,-1 30-31,2-26 31,-1-29-15,26 0 0,2-29-1,26-51 1,-1 26-1,-24-28 1,24 28 0,-26 0-1,-28 54 1,29-55 0,-55 55-1,0 0 1,-27-26 15,-27 81-31,0-2 31,-26 56-15,24-29 0,56 28-1,56-53 1,24-28-1,0-54 1,2-28 0,-1-79-1,0-56 1,-54-27 0,2 29-1,-29 25 1,26 55 15,0 27-15,-26 54-1,27 1 1,-27 26 0,28 0-1,-28 53 1,0 28-1,-28 27 1,28 28 0,-27 79-1,1 2 1,26-27 0,26-27-1,1-83 1,-27-80-1,55 26 1,80-79 0,-27 0 15,-54-56-15,-26 27-1,-1 0 1,26 29-1,-53 0 1,27 24 0,-27 29-1,28-26 1,-28 26 0,-55 55-1,29 25 1,-1 2 15,0 26-15,54-28-1,-27 2 1,53-1 0,29-54-1,26-27 1,-27-55-1,-25-25 1,-56-55 0,-29-29-1,-25 29 1,-25 55 0,-4 80-1,56 26 1,54 28-1,56-25 1,23-3 15,-23-52-15,-56-3 0,-81-51-1</inkml:trace>
  <inkml:trace contextRef="#ctx0" brushRef="#br0" timeOffset="-207977.13">30287 6646 0,'0'0'0,"0"0"16,0 0 0,0-27 15,0 27-31,29 0 15</inkml:trace>
  <inkml:trace contextRef="#ctx0" brushRef="#br0" timeOffset="-204157.89">34372 6563 0,'0'0'0,"0"0"16,0 0 0,0 0-1,0 0 1,-53 0-1,-55 28 1,-2 27 0,2 26-1,55-1 1,53 2 0,53-29-1,83 2 1,-28-55 15,-26 0-31,-56 0 31,-26 0-15,-81 28 0,0 51-1,81-51 1,-27 26-1,-54 163 1,81-56 0,108-79-1,28-55 1,26-27 0,0-53-1,-26-31 1,-83 31 15,-53 53-31,82-162 16,-29 27 15,-25 53-15,-28 82-1,27 28 1,-1-2-1,2 28 1,-1 28 0,0 27-1,-27-29 1,29 28 0,-58-26-1,2-29 16,-28-25-15,2-1-16,1-27 31,52 0-15,24 0 0,57-27-1,1-1 1,26 2-1,-27-1 1,27 27 0,-25-27-1,-29 1 1,1-3 0,-2 2-1,29-1 16,-29-25-31,2-27 16,-2 52 15,2 0-15,-1 2 0,26 26-1,-53-27 1,28 27-1,-2 0 1,-25-27 0,-1 27-1,-27 0 1,0 0 15,-27 0-31,27 0 16,-55 54 15,-26 54-15,1-1-1,80 3 1,0-30 0,53-25-1,2-27 1,53-28-1,27-28 1,-27-27 0,-27-25-1,-1-2 1,2 29 0,-28 25 15,-27 2-31,-27 26 31,27-82-15,-27 28-1,-27 54 1,27 0 0,-27 0-1,27 26 1,54-26-1,27 0 1,0-26 0,1-1-1,-29 27 1,-53 0 0,28 27-1,-56 27 1,56 54-1,-1 0 17,-1 1-17,29 0 1,26-56 0,-54-24-1,54-58 1,-27-24-1,1-30 1,-1-23 0,0 22-1,-28 5 1,-26 79 0,0-28-1,28-54 16,-56 82-15,28 0 0,0 82-1,0 0 1,28-2 0,-28 2-1,27 26 1,29-27-1,25-52 1,-27-58 0,-2-52-1,4-27 1,-31-82 0,4 1-1,-1-27 16,-2 27-31,28 54 16,-27 27 15,-27 25-15,27 30 0,-27 0-1,0 53 1,-27 0-1,27 81 1,-27 27 0,27 53-1,-29 29 1,4 25 0,25 2-1,0 0 1,25-54 15,4-55-15,53-82-1,-2-26 1,1-52 0,0-58-1,-26-25 1,-28 53-1,-27 82 1,26-53 0,-26 53-1,28 25 1,-28 3 0,0 28-1,0-3 1,0 55-1,27 28 17,26-28-17,1-55 1,27-53 0,27-80-1,-52-27 1,-30-30-1,-52 3 1,-56 50 0,-27 31-1,28 53 1,54 53 0,109 31-1,53-31 1,-1-26-1,2-54 17,-82-26-17,-81-56 1,-81-27 0,81 108-16</inkml:trace>
  <inkml:trace contextRef="#ctx0" brushRef="#br0" timeOffset="-203856.49">37808 6619 0,'0'0'0,"0"0"0,0 0 0,0 0 16,0 0-1,54 0 1,218-81 0,79 106-1,-80 3 1,-137 27-1</inkml:trace>
  <inkml:trace contextRef="#ctx0" brushRef="#br0" timeOffset="-202776.2">20741 10703 0,'0'0'0,"0"0"0,0 0 15,79 27-15,381-1 32,189-79-17,83-28 1,24 81 0,110 53-1,109 55 1,-28 26-1,106-52 1,110-1 0,27-81-1,-53 0 1,-55 0 0,-134-26-1,-110-29 16,-82 0-15,-161 2 0,-187 25-1,-84 1 1,-108 1 0,-80-1-1,-28 27 1,-28 27-1,-52-1 1,-28 29 0,-28 26-1,28-28 1</inkml:trace>
  <inkml:trace contextRef="#ctx0" brushRef="#br0" timeOffset="-179742.51">1588 12730 0,'0'0'0,"0"0"15,0 0 1,-27-55 0,-27-162-1,27-53 1,0-25-1,0 50 1,0 56 15,0 25-31,-1 31 32,1 25-17,1 26 1,26 27-1,26 29 1,56 52 0,26-26-1,28 27 1,-29 28 0,2 54-1,-82 25 1,-27 55-1,-55-53 1,-53-29 0,0-79 15,-54-2-15,26 2-1,83-1 1,53-27-16</inkml:trace>
  <inkml:trace contextRef="#ctx0" brushRef="#br0" timeOffset="-179206.22">2507 11893 0,'0'0'0,"0"0"0,0 0 0,0 0 31,-28 0-15,2 0-1,-29 26 1,-24 27 0,-31 54-1,31 57 1,24-3 0,110-53-1,24-26 1,58-109 15,-4-54-31,-50-80 31,-57-2-15,-79-27-16,-29 56 31,-25 52-15,-3 109-1,30 55 1,106 52 0</inkml:trace>
  <inkml:trace contextRef="#ctx0" brushRef="#br0" timeOffset="-178571.81">2996 12027 0,'0'0'0,"0"0"0,0 0 0,0 0 16,0 0-1,0 0 1,0 0 0,27 80-1,-27 1 1,0-81 0,55 83-1,-55-57 1,24-108-1,29 29 1,4 26 15,-30-54-15,28-27-16,-4 55 31,-22 25-15,23 1-1,-22 27 1,-3 0 0,0 0-1,-27 0 1,0-29 0,-27 29-1,27 0 1,0 0-1,0 0 1</inkml:trace>
  <inkml:trace contextRef="#ctx0" brushRef="#br0" timeOffset="-176779.55">4050 11946 0,'0'0'0,"0"0"16,-81 26-1,-55 29 1,29 53-1,52 28 1,83-3 0,52-51-1,56-82 1,-109 0 0,26-54-1,110-190 1,-109 83-1,-27 53 1,-27 27 15,0 52-15,0 29-16,0 56 31,0 51-15,0 164-1,-27 80 1,27-81 0,-27-80-1,27-54 1,0-109 0,27-54-1,-27-109 1,27-54-1,0-25 1,27-2 0,-27 56-1,-27 52 17,0 54-17,0 2 1,27 26-1,-27 54 1,-27 54 0,27 55-1,0 51 1,27-23 0,0-111-1,54-53 1,1-53-1,-28-111 1,0 3 15,-1-1-31,-26 54 32,-27 27-17,0 54 1,0 27-1,0 0 1,26 108 0,-26 53-1,28 29 1,0-56 0,27-52-1,-3-82 1,3-54-1,-55 54 1,82-189 0,-3-27 15,-51 135-15,-28 26-1,27 28 1,-27 27-1,0 27 1,-27 53 0,27-80-1,0 164 1,27 105 0,27-159-1,-54-83 1,55-27-1,134-55 1,-55-27 0,-53-26 15,-24-25-15,-30 24-16,-27 26 31,0 58-16,-27-2 1,-30-1 0,4 83-1,-2 26 1,55 55 0,55-3-1,82-51 1,26-56-1,-2-52 1,-161 26 0,52-54-1,32-27 17</inkml:trace>
  <inkml:trace contextRef="#ctx0" brushRef="#br0" timeOffset="-161308.41">12300 15137 0,'0'0'0,"0"0"16,0 0-1,27 0 1,82-54 0,52-30-1,1 31 1,27 26 0,2 83-1,-2-3 16,-27 2-15,-52-29 0,-4-52-1</inkml:trace>
  <inkml:trace contextRef="#ctx0" brushRef="#br0" timeOffset="-160651.06">17467 14838 0,'0'0'0,"0"0"0,28-26 16,-2-56-1,54 29 1,2-28-1,26 26 1,28 55 0,52 28-1,56-28 1</inkml:trace>
  <inkml:trace contextRef="#ctx0" brushRef="#br0" timeOffset="-159684.43">22985 15083 0,'0'0'0,"0"0"0,0 0 0,0 0 15,54 26 1,54 2-1,108 25 1,28-26 0,54 1-1</inkml:trace>
  <inkml:trace contextRef="#ctx0" brushRef="#br0" timeOffset="-148936.65">7700 12107 0,'0'0'0,"0"0"16,0 0-1,0 0 1,0-28 0,0 3-1,0-30 1,-26 2 0,-1 53-1,-26 0 1,-3 26-1,-26 29 1,4 25 15,50 56-31,56 53 16,25-54 15,54-53-15,2-82-1,-29-55 1,3-81 0,-57-25-1,-26 26 1,0 27 0,0 26-1,0 82 1,-26-26-1,26 52 1,-28 56 0,28-1-1,28 27 17,-2 0-17,-26 27 1,28-27-1,-1 1 1,26-55 0,1-54-1,3-27 1,-5-81 0,2-82-1,-28-27 1,1-26-1,1-27 1,26-1 0,-54 55-1,30 26 1,-4 28 15,-26 2-15,0 50-1,0 29 1,-26 54 0,26 27-1,0 0 1,0 27 0,0 83-1,0-29 1,26 52-1,-52 85 1,26 79 0,-30 54-1,30-54 1,30-108 0,-4 1-1,25-56 16,31-52-15,-25-27 0,23-29-1,-28-26 1,-25-26 0,30-29-1,-57 28 1,26-28-1,-26 29 1,0-2 0,0 28-1</inkml:trace>
  <inkml:trace contextRef="#ctx0" brushRef="#br0" timeOffset="-143572.83">9893 12135 0,'0'0'0,"0"0"0,0 0 0,0 0 16,0 0-1,27 53 1,79-53-1,57-81 1,81-107 0,-53-57-1,-58-52 17,-49 0-17,-59 80 1,1 57-1,-52 22 1,26 85 0,-25-2-1,25 55 1,-27 28 0,54 26-1,-2 53 1,29 3-1,-1 51 1,31 56 0,-5 53-1,-52 0 1,-27-25 15,0-57-15,-51 2-1,21-83 1,-22-53 0,23-54-1,29-26 1,29-55 0,23 1-1,57-3 1,1 2-1,22 53 1,3-24 0,-24 24-1,-30-25 17,-54-28-17,-27-28 1,0 27-1,-54 28 1,-30 28 0,3 80-1,2 0 1,23 27 0,31 29-1,25-4 1,0 2-1,52-53 1,5-2 0,-6-25-1,5 0 17,-1-2-17,-1-26 1,-27 0-1,0 0 1,-1-54 0,29-1-1,-28 2 1,-27 53 0,134-163-1,-26 29 1,-53 52-1,-28 28 1,1 54 0,25 0 15,-26 54-31,-27 28 31,26-1-15,-26 54-1,0-27 1,0-27 0,0-81-1,0 54 1,28 0 0,-28-80-1,27-28 1,1-2-1,-1-24 1,26-28 0,-26-26-1,27 50 1,-27 31 15,1 25-15,-1 28-1,-2 55 1,-25 27 0,28 52-1,-28-26 1,27 0 0,-27-26-1,27-28 1,27-27-1,1-27 1,-2-27 15,29-27-15,-29 0 0,3-54-16,-31 27 31,30 26-16,-55 2 1,27 53 0,-27 0-1,0 0 1,0 53 0,-55 27-1,28-24 1,27-56-1,-25 269 1,25-79 0,52-109 15,29-53-31,2-82 16,-3-28 15,1-27-16,-26-24 1,-26-4 0,-2 3-1,-27 52 1,0 3 0,-27 24-1,-30 26 1,4 29-1,-2 29 1,2-2 0,-1 27 15,-2-1-31,30 2 31,26-3-15,26 4-1,57-3 1,24-26 0,2-27-1,-1-27 1,3 1 0,-32-29-1,-26-25 1,-26 25-1,27 2 1,-54-28 0,0 26-1,-25 28 1,-4 27 15,-25 0-15,28 27-1,26-27 1,53 26 0,57-26-1,-31 0 1,4 29 0,-29-2-1,-54 27 1,-29 54-1,-52 27 1,30 28 0,-4-2 15,83-53-15,79-80-1,29-28 1,-1-28-1,-27-26 1,0 26 0</inkml:trace>
  <inkml:trace contextRef="#ctx0" brushRef="#br0" timeOffset="-141765.62">16384 11702 0,'0'0'0,"0"0"0,0 0 15,0 0 1,0 0-1,0 0 1,0 0 15,0 54-31,0-27 16,81 28 15,0-28-15,54-54-1,-24-2 1,-58-24 0,-26-29-1,-54-25 1,-26-1 0,-31 53-1,3 82 1,-27 82-1,26 79 1,29 30 15,53 24-15,53-52 0,29-1-1,55-81 1,52-161-1,28-218 1,-110-81 0,-25-53-1,-55-55 1,27 136 0,-1 107-1,-25 28 1,-1 55-1,0 24 1,-27 110 0,-27 54 15,-54 136-15,-27 269-16,26 165 31,109-192-16,55-108 1,-82-324 0,217 215-1,-29-133 1,-188-82 0,134-108-1</inkml:trace>
  <inkml:trace contextRef="#ctx0" brushRef="#br0" timeOffset="-139561.71">21577 12891 0,'0'0'0,"0"0"15,-81-188 1,27-3-1,1-322 1,-2 188 15,-26 82-15,54 82-16,-26 25 31,26 82-15,27 28-1,0-3 1,52-52 0,56 0-1,82 1 1,54 53 0,-28 81-1,2 53 1,-28 164 15,-137 81-31,-53 107 16,-53-107-1,-1-136 1,-55-80 15,-26-56-15,-2-52-1,2-56 1,26 28 0,58-26-1,24 26 1,78-27 0,85 0-1,82-27 1,-2-28-1,0-27 1,-53 2 15,-29-29-15,-52 28 0,-28 0-1,-27 2 1,-27 78-1,0 1 1,-27 82 0,27 24-1,-54 84 1,27 27 0,27 25-1,0-52 1,53-55-1,2-82 17,-2-52-32,55-55 15,-53 0 17,-55 81-17,136-217 1,-29-27-1,-80 135 1,-27 57 0,0 52-1,0 27 1,0 54 0,-27 81-1,-28-1 1,55 30-1,0-29 1,55-54 15,54-83-15,-2-25-16,2-107 31,-1 0-15,1-83-1,-56 28 1,-53 27 0,-26 54-1,-30 26 1,-52 55 0,-26 0-1,52 81 1,55 28-1,54-2 1,55 1 0,26-53 15,26-82-15,2-27-1,-28-54 1,-26-27-1,-29 27 1,-25 27 0,-1 26-1,27 55 1,-25 28 0,-29 52-1,25 56 1,-50 53-1,-4 1 17,-25-29-32,-28-80 31,-26-54-15,27-27-1,54-54 1,135 0-1,136-26 1,2 26 0,-30 27-1</inkml:trace>
  <inkml:trace contextRef="#ctx0" brushRef="#br0" timeOffset="-136920.79">27014 12567 0,'0'0'0,"0"0"31,-26 216-15,26-27-1,0-80 1,0-81-1,54-83 1,29-188 0,-31-190-1,1 27 1,-53 82 0,28 163-1,-28 51 1,0 84-1,0 26 1,0 80 0,0 56 15,-28 53-15,28 27-1,0 27 1,0-26-1,0-27 1,0-1 0,55-109-1,29-27 1,23-78 0,2-30-1,-2-79 1,-26-56-1,-53 1 17,-28 26-32,0 82 31,0 53-15,-28 56-1,1 27 1,1 54-1,-2 52 1,56 1 0,-2 1-1,1-56 1,54-80 0,-26-27-1,53-54 1,-54-53-1,0-29 17,-27-26-17,-27 55 1,0 25 0,0 54-1,0 28 1,0 56-1,0 24 1,0 1 0,0 54-1,0 1 1,0-28 0,27 0-1,27-28 1,1-51-1,-2-29 1,27-56 0,-25-52 15,-27 1-15,-3-28-1,3 25 1,-28 2-1,0 29 1,-28 51 0,28 28-1,0 0 1,0 54 0,0-1-1,0 29 1,0 54-1,-25-1 17,50-28-17,3 1-15,-1-52 32,26-30-17,29-52 1,26-30-1,-27-52 1,-54-26 0,2-29-1,-29 28 1,-29 28 0,29 79-1,0 28 1,29 54-1,-29 81 1,27 82 0,-2 108 15,-25 25-15,-25-53-1,-31-134 1,-52-2-1,-27-78 1,0-83 0,27-83-1,80 4 1,83-113 0,133-76-1,2 78 1,-28 55-1,1 28 17,0 51-32,-29 28 31,-79 28-15,-2 0-1,-53-25 1,0-3-1,0 1 1,0 27 0,27-27-1,-27 27 1,0 0 0,-53 27-1,26 53 1,-28 57-1,31-1 1,24-2 15,51-52-15,30-55 0,55-54-1,-28-82 1,0-53-1,-81-1 1,-27 1 0,-27 82-1,-81 53 1,27 80 0,26 28-1,137 27 1,56-52-1,50-56 17,-26-56-17,-80-25-15</inkml:trace>
  <inkml:trace contextRef="#ctx0" brushRef="#br0" timeOffset="-136500.95">26636 11702 0,'0'0'0,"0"0"0,0 0 0,0 0 16,0 0 0,162 54-1,244-27 1,82-82 0,-83-53-1,-214 55 1,-166 26-16</inkml:trace>
  <inkml:trace contextRef="#ctx0" brushRef="#br0" timeOffset="-126620.34">1291 19354 0,'0'0'0,"0"0"0,0 0 16,162 108 0,108 28-1,163-1 1,350-82 0,-51-78-1,79-30 1,28-27 15,25-27-15,3 29-1,-83 27 1,2 78 0,-138 58-1,-25 25 1,-163-55-1,-56-24 1,-104-29 0,-84-29-1,-216 29 1,271-53 0,-28-30-1,-135 58 1,0-3 15,-27 28-15,0 0-1,1-27 1,-29 27 0,-53-28-1,27 56 1</inkml:trace>
  <inkml:trace contextRef="#ctx0" brushRef="#br0" timeOffset="-108746.64">12652 20003 0,'0'0'0,"0"0"0,0 0 15,107-26-15,2-29 31,-2-26-15,57-27 0,132-82-1,-25 1 1,-28-27 0,-54-26-1,0-84 1,-51-25-1,-84 80 1,-54 27 15,-27 83-31,-82-83 16,-55 82 15,5 53-15,-58 29-1,-136 135 1,27 79 0,57 28-1,26 27 1,-1 27 0,-27 28-1,110-54 1,-2 133-1,110 30 1,80-29 0,270 53 15,323-294-31,138-327 31,-109-53-15</inkml:trace>
  <inkml:trace contextRef="#ctx0" brushRef="#br0" timeOffset="-90898.71">12624 19192 0,'0'0'0,"0"0"0,0 0 0,0 0 15,0 0 1,0 0 0,0 0-1,0 0 1,80 29 0,30-4-1,-1 3 16,-2-1-15,-25 0-16,-30-1 31,-52-26-15,-52 0 0,-30-26-1,-25 26 1,-2 0-1,-1-27 1,-51 0 0,54 27-1,-2 0 1,82 0 0,0 27-1,54-27 1,26 0-1,30 0 17,24 0-17,29 0-15,-56-27 32,29 27-17,-29 0 1,-25-28-1,-28 3 1,-1 25 0,-79-29-1,-27 29 1,-29 0 0,-26 29-1,-1 24 1,56 1-1,25-28 1,55 2 15,55-28-15,52 0 0,2 0-1,52 25 1,2 3-1,-54-28 1,-57 0 0,-77 0-1,-31 0 1,-52 0 0,-27-28-1,27 3 16,-27 25-31,27 0 16,55 0 15,53 25-15,27 3 0,53-1-1,29-27 1,25-27-1,3 27 1,-57-28 0,-27 3-1,-53 25 1,-53 0 0,-27 0-1,-57 0 1,-25 0-1,54 0 1,28 0 0,25 25 15,82-25-15,81 0-1,28 0 1,26-25-1,-1-3 1,-53 2 0,-27 26-1,-54 0 1,-54 0 0,-81 0-1,-25-27 1,-31 0-1,29-1 1,54 28 0,27 28 15,28-1-15,79 26-1,28-25 1,26-3-1,29-25 1,-1-25 0,-54 25-1,-54 0 1,-27-28 0,-53 2-1,-54-28 16,-2 26-15,-1 3-16,30 25 16,53 25 15,27 3-15,55 26-1,25-28 1,56-26-1,-1 0 1,-55 0 0,-51 0-1,-58 0 1,-51 0 0,-83 0-1,2 28 1,-2-28 15,28 25-31,81 3 16,27-28 15,80 27-15,30-27-1,51 0 1,28-27-1,1 27 1,-55-28 0,-81 3-1,-27 25 1,-55 0 0,-25 0-1,-56-28 1,1-25 15,0 26-31,27 27 16,80 0 15,56 27-15,54-27-1,52 27 1,28-27-1,-26 0 1,-28 26 0,-55 2-1,-79-28 1,-56 53 0,-52-53 15,-28 27-31,-1-54 15,55-1 17,27 28-17,81-25 1,27 25 0,82 25-1,25 3 1,28-28-1,1 0 1,-2-28 0,-53 3-1,-81 25 1,-54-28 0,-54 2-1,-79 26 16,-31 0-15,-25-27-16,53 27 16,57 0 15,78 0-15,56 27-1,52-1 32,56-26-47,25 0 0,29 0 16,-29-53-1,-80 26 1,-25-1 0,-85 3-1,-79-4 1,-53 1-1,-29 28 17,2 0-17,25 0 1,109 0 0,82 28-1,78-28 1,57 0-1,25 0 1,3 0 0,-30-28-1,-53 28 1,-53-26 0,-55 26-1,-80 0 1,-56 0 15,-27 0-15,2 26-16,25 2 31,82 1-15,28-4-1,79 3 1,28 26-1,54-54 1,1 26 0,-29-52-1,-52-1 1,-29-28 0,-52 1-1,-81 26 1,-2 28-1,-26 0 17,26 28-17,55 1 1,54-29 0,54 53-1,55-26 1,-2 0-1,30-27 1,-57 0 0,-27 0-1,-79 26 1,-29 55 0</inkml:trace>
  <inkml:trace contextRef="#ctx0" brushRef="#br0" timeOffset="-88413.91">12975 19328 0,'0'0'0,"0"0"15,0 0 1,0 0 0,-27 0-1,82-27 1,-28 27-1,-1-55 17,30 55-17,78 0 1,2 0 0,-28 0-1,-55-25 1,-25 25-1,-83-29 1,-79 58 0,-29-4-1,-26 3 1,27-1 0,26 0-1,28-27 16,81 0-31,27 0 16,27 0 15,53 0-15,2 54 0,27-29-1,-1 3 1,-55-28-1,-26 0 1,-54-28 0,-54 56-1,-26-28 1,-2 27 0,29 1-1,25-28 1,55 25 15,80 3-15,84 0-1,-2-28 1,-28 0 0,-79 0-1,-28 0 1,-82 27-1,-24 26 1,-58 2 0,30-28-1,25-27 1,55 0 0,0-53-1,54 24 1,-27 29 15,189 0-15,54-27-1,-52 1 1,-83-1 0,-27-1-1,-109 0 1,-53 28-1,-81 0 1,-26 0 0,51-25-1,30 25 1,53-28 0,80 28-1,57 0 1,24-27 15,27 27-15,2-28-1,-81 28 1,-55 0 0,-83 0-1,-50 28 1,-58-1-1,29 54 1,55-26 0,52-29-1,83 1 1</inkml:trace>
  <inkml:trace contextRef="#ctx0" brushRef="#br0" timeOffset="-79841.41">3239 16353 0,'0'0'0,"0"0"0,0 0 0,0 0 16,-27 0-1,-56-28 1,3 56 0,-30 27-1,57 25 1,-1 56 0,54 27 15,26 25-16,82-54 1,28-52 0,1-82-1,-2-82 1,-53-52 0,-55-29-1,0 0 1,-54 30-1,0 78 1,-3 27 0,30 56-1,-27 52 1,27 28 0,0 30-1,27 23 16,30-26-31,-6-27 32,30-25-17,3-83 1,23-83 0,2-52-1,-2-26 1,2 25-1,-1 54 1,-27 29 0,0-1-1,-53 25 1,-1 4 0,-27 25-1,-55 0 16,-26 54-31,0 53 32,-27 28-17,80 28 1,56-1 0,53-25-1,27-86 1,28-102-1,-2-140 1,-52-105 0,-29 25-1,-53 54 1,0 0 0,-27 28-1,1 28 16,26 53-15,-27 53-16,54 82 31,-1 54-15,1 107 0,0 85-1,-1 50 1,2-53-1,0-53 1,27-56 0,24-51-1,-25-110 1,29-55 15,24-53-15,-53 55-16,-54 53 15,111-191 17,-33 56-17,-23 54 1,-55 55 0,27 52-1,-54 82 1,27 28-1,-27 52 1,27-25 0,54-29-1,2-79 1,-56-55 0,163-106 15,25-85-16,-134 3-15,-27-3 32,-54 28-17,-27 55 1,-29 28 0,31 52-1,-32 56 1,31 52-1,25 28 1,1 0 0,54 30-1,85-30 1,-7-28 0,59-52-1,-4-56 16,-22-52-31,-30-28 32,-27-2-17,-54 3 1,-54-2 0,0 28-1,1 54 1,-2 27-1,28 0 1,54 27 0,53-27-1,2 0 1,26 0 0,-27 0-1,-27 28 16,-54 52-15,-27 28 0,0 55-1,-27-27 1,54-56 0,27-52-1,28-28 1,25-55-1,54-53 1,-23-55 0,-5 27-1,4 28 1,-30 55 0,-23 26 15,-32-1-16,-23 28-15,-58 28 32,-23 27-17,-5 53 1,-24 25 0,28 30-1,80-27 1,53-56-1,29-52 1,25-81 0,-22-30-1,-7-78 1,-51-2 0,-54 28 15,-27-1-16,0 83 1,-27 26 0,29 54-1,25 54 1,0 54 0,25 26-1,1 2 1,56-27-1,1-28 1,23-108 0,4-81-1,-4-54 1,5-1 15,-58-27-15,-28 30-16,-50-3 31,25 81-15,-26 55-1,26 28 1,26 26 0,-1-54-1,58 0 1,25 0-1,1-27 1,-1 27 0,-28 27-1,-52-1 1,-1 57 0,-27 50-1,0 3 16,0-26-15,27-85 0,1 3-1,52-56 1,1-53 0,54-26-1,1-1 1,-1 0-1,-26 25 1,-2 30 0,-26-2-1,-53 55 1,27-26 0,-55 26-1,-28 26 16,-55 29-15,3-2 0,0 55-1,24 0 1,84 28 0,80-26-1,28-57 1,-2-26-1,4-82 1,-59-53 0,-52-26-1,-27-3 1,-27 3 0,27 52 15,-28 56-16,2 26 1,1 54 0,25 54-1,25 55 1,29-2 0,-1 2-1,31-28 1,-5-107-1,2-56 1,-25-52 0,23-28-1,-23-2 1,-4 29 0,-52 1 15,29 25-16,-29 27-15,28-25 32,-28 26-17,27-1 1,-27 2 0,0-1-1,24 27 1,-24-55-1,29 29 1,-29 26 0,0-29-1,0-24 1,0 26 0,0-1 15,52 83-16,-22-2 1,51 30 0,-1 25-1,-25 55 1,-29-30 0,-26-23-1,-26-57 1,-29-25-1,2-56 1,-1 28 0,81-53-1,108-2 1,54 28 0,0 27 15,-54-28-16,-54 3-15,-81-3 16</inkml:trace>
  <inkml:trace contextRef="#ctx0" brushRef="#br0" timeOffset="-79386.73">10784 15704 0,'0'0'0,"0"0"16,57-108 0,49-27-1,29 81 17,-26 0-17,-27 54-15</inkml:trace>
  <inkml:trace contextRef="#ctx0" brushRef="#br0" timeOffset="-77424.71">18848 16272 0,'0'0'0,"51"244"0,85-1 16,53-162 15,29-134-15,-29-110-16,-81-53 31,-80 25-15,-83 28-1,1 112 1,0 76 0,-27 164-1,81 190 1,28 53-1,-28-80 1,0-136 0,-28-26-1,-53-82 17,-54-80-32,-29-56 31,1-26-16,31 0 1,102-28 0,355-268-1,215-56 1,-78 135 0,-192 190-1,-108 81 1,-26 28-1,-56-3 1,-53-25 0,-27 0-1</inkml:trace>
  <inkml:trace contextRef="#ctx0" brushRef="#br0" timeOffset="-76358.44">23876 16433 0,'0'0'0,"0"0"15,0-25 1,-53-30 0,-2 1-1,-53 54 1,0 134 0,28 57 15,80-3-16,53-25 1,82-82 0,55-134-1,-56-110 1,-52-53 0,-28 25-1,-54 57 1,0 52-1,-26 164 1,52 80 0,2 54-1,26-26 1,-1-1 15,28-81-15,-24-108-1</inkml:trace>
  <inkml:trace contextRef="#ctx0" brushRef="#br0" timeOffset="-75430.66">25745 16433 0,'0'0'0,"0"0"0,0 0 0,0 0 16,53 28-1,28-56 1,-1-25 0,2-82-1,-82-28 1,0 84 15,-27 51-15,-54 107-1,-27 112 1,28 25 0,52 0-1,56-26 1,52-54 0,54-83-1,29-134 1,-28-163-1,-27-54 1,-26-107 0,-54 134-1,-2 83 1,1 52 15,-27 110-15,26 26-1,-26 54 1,0 54 0,-26 80-1,-1 272 1,1 27 0,52-216-1,27-109 1,59-108-1,-6-54 1,31-108 0</inkml:trace>
  <inkml:trace contextRef="#ctx0" brushRef="#br0" timeOffset="-75056.31">25959 15407 0,'0'0'0,"0"0"0,0 0 0,108 0 31,110-82-15,-83 2 0,-54-3-1</inkml:trace>
  <inkml:trace contextRef="#ctx0" brushRef="#br0" timeOffset="-70899.26">30344 16677 0,'0'0'0,"0"0"0,0 27 15,26 28 1,28 26 0,109-54 15,25-54-31,56-136 16,-28-106 15,-81-85-16,-27 57 1,-53 109 0,-29-3-1,1 83 1,0 0 0,-27 55-1,0 0 1,0 53-1,-27 27 1,27 27 0,-27 54-1,54 54 1,0 108 0,27 56 15,2-112-16,-30-23 1,0-3 0,-26-25-1,-26-27 1,26-56 0,-55-27-1,2-53 1,-2-25-1,28-30 1,54-26 0,28 26-1,-55 55 1,351-135 15,-161 54-15,-55 55-1,-25-3 1,-59 4 0,4-3-1,-55 1 1,0-1 0,0 28-1,-55 0 1,4 0-1,-32 55 1,28 53 0,28 27 15,82 1-31,55-55 16,-4-54 15,58-82-16,-29-53 1,-54-27 0,-26-1-1,-29 3 1,-52-3 0,-2 55-1,-26 28 1,-27 53-1,0 79 1,0 29 0,54 28 15,79-1-15,29-54-16,56-54 31,-2-54-16,1-109 1,-28-25 0,-28-165-1,-25 4 1,-29 131 0,1 3-1,1 52 1,-28 81-1,27 30 1,-27 50 0,0 58-1,0 50 17,-27 138-32,-28 27 31,29-54-16,-1-27 1,27-29 0,27-25-1,-1-55 1,56-80 0,-1-28-1,-1-55 1,2 2-1,-1-30 1,-28-51 0,-25-3-1,-1 57 1,-27 52 0,0 28 15,-27 83-16,-1 50 1,-25 113 0,26-58-1,54 1 1,26-108 0,29-52-1,26-84 1,28-81-1,-28-27 1,-27-26 0,-28-1-1,-79 82 17,-1 28-17,-54 26 1,-27 54-1,-2 26 1,32 29 0,48 53-1,30-26 1,108-28 0,55-54-1,26-54 1,-26 0-1,-28-29 1,-54 30 0,1 26 15,-1 27-15,-81 0-16</inkml:trace>
  <inkml:trace contextRef="#ctx0" brushRef="#br0" timeOffset="-63577.16">3049 21680 0,'0'0'0,"0"0"16,29 28 0,76 25-1,57-53 1,56-134-1,-28-139 1,-28-24 0,-27 83-1,-54 77 17,-27 1-17,-27 56 1,-27 27-1,0 53 1,0 0 0,0 27-1,0 26 1,27 28 0,-27 54-1,27 109 1,0 80-1,27-80 1,0-56 0,-26 3 15,-1-83-15,-27-81-1,-27-54 1,-1 1-1,1-31 1,0 4 0,27 26-1,54-1 1,54 28 0,28-25-1,-3 25 1,5-55-1,-4 2 1,-52-28 0,-29-1 15,-26-54-15,-27 28-1,0 28 1,-27 24-1,-1 31 1,-24 25 0,-3 53-1,27 29 1,-26 52 0,54 2-1,0-1 1,54-27-1,29-27 17,-3-81-32,29 0 15,25-53 17,-25 25-17,-29-27 1,-25-51-1,-2 24 1,-22-1 0,-31 30-1,0-2 1,-31 29 0,5-1-1,-29 27 1,28 0-1,27 0 1,27 0 15,28 0-31,28-26 16,-4-1 15,4 0-15,-29 27-1,1 0 1,-31 0 0,-24 54-1,0-1 1,0 1 0,0 26-1,0 30 1,0-2-1,27-55 1,2 2 0,23-27 15,32-28-31,-4 0 31,2-28-15,-1-27-1,-1-25 1,-25-28 0,-27-1-1,-2 1 1,-26 1 0,0 26-1,27 26 1,-27 27-1,0 3 1,0 25 0,27 0 15,-27 0-15,0 0-1,0 0 1,0 0-1,26 25 1,-26-25 0,28 55-1,-1-2 1,0 3 0,-27-2-1,27 25 1,0 29-1,0 2 1,27-2 15,0 0-15,-27-55-16,28-25 31,-29-1-15,28-54-1,0-26 1,-27-2 0,0 2-1,29-28 1,-56-1 0,26-27-1,-26 1 1,27 1-1,-27 51 1,0 31 0,0-3-1,0 28 17,0 0-17,25 0 1,-25 28-1,0-3 1,28 3 0,-28-28-16</inkml:trace>
  <inkml:trace contextRef="#ctx0" brushRef="#br0" timeOffset="-60889.86">7456 21112 0,'0'0'0,"0"0"0,0 0 32,0 0-17,0 0 1,0 0-1,0 0 1,0 0 0,0 0-1,0 28 1,0-56 0,-25 1-1,-28-1 1,25 56-1,0 27 17,1 53-32,0-28 31,54 28-15,28-27-1,26-26 1,-1-29-1,3-52 1,23-1 0,-24-28-1,0 27 1,-2 2 0,-26-28-1,-27 0 1,3 1-1,-5 26 1,-25 0 15,0 27-15,0 27-16,0 0 31,0 52-15,27 29-1,2 28 1,22-54 0,4-29-1,-1-25 1,27-28 0,-27-28-1,0-25 1,3-29-1,-31-26 1,-1 27 15,-25-27-15,29 28 0,-29 24-1,-29-24 1,4 52-1,25 28 1,-26-25 0,26 25-1,51 0 1,30 25 0,3-50-1,-30 25 1,-3 25-1,-24 30 1,2 26 0,-2 54-1,1-1 17,-1-24-32,26-29 31,2-26-16,-2-55 1,30-28 0,23-25-1,-24-29 1,-1-27 0,0 1-1,1 55 1,-29-1-1,-26-2 1,-27 56 15,0-25-15,-27 50 0,-26 58-1,-2-3 1,0 54-1,55-24 1,28-2 0,54-55-1,25-53 1,2-53 0,-29-55-1,1-55 1,-54 2-1,-27 161 1,0-55 0,-27 55 15,-1 55-15,2-28-1,26 52 1,26 84-1,29-27 1,28-81 0,23-55-1,-23-55 1,24-53 0,-54-1-1,-25 27 1,-28 82-1,55-214 17,-27 131-32,-28 58 15,52 78 17,-25 2-17,27 26 1,-27-27-1,3 107 1,-30 56 0,0-29-1,-57-80 1,3-51 0,27-57-1,0-57 1,108-23-1,81-1 1,3 1 0,22-1 15,-79 52-31,-52 3 31</inkml:trace>
  <inkml:trace contextRef="#ctx0" brushRef="#br0" timeOffset="-60625.7">9946 20814 0,'0'0'0,"0"0"0,0 0 0,27 0 32,244 0-17,-29 0 1,-242 0-16</inkml:trace>
</inkml:ink>
</file>

<file path=ppt/ink/ink19.xml><?xml version="1.0" encoding="utf-8"?>
<inkml:ink xmlns:inkml="http://www.w3.org/2003/InkML">
  <inkml:definitions>
    <inkml:context xml:id="ctx0">
      <inkml:inkSource xml:id="inkSrc0">
        <inkml:traceFormat>
          <inkml:channel name="X" type="integer" max="65535" units="cm"/>
          <inkml:channel name="Y" type="integer" max="65535" units="cm"/>
          <inkml:channel name="T" type="integer" max="2.14748E9" units="dev"/>
        </inkml:traceFormat>
        <inkml:channelProperties>
          <inkml:channelProperty channel="X" name="resolution" value="1092.25" units="1/cm"/>
          <inkml:channelProperty channel="Y" name="resolution" value="1927.5" units="1/cm"/>
          <inkml:channelProperty channel="T" name="resolution" value="1" units="1/dev"/>
        </inkml:channelProperties>
      </inkml:inkSource>
      <inkml:timestamp xml:id="ts0" timeString="2025-03-13T16:48:48.723"/>
    </inkml:context>
    <inkml:brush xml:id="br0">
      <inkml:brushProperty name="width" value="0.05292" units="cm"/>
      <inkml:brushProperty name="height" value="0.05292" units="cm"/>
      <inkml:brushProperty name="color" value="#FF0000"/>
    </inkml:brush>
  </inkml:definitions>
  <inkml:trace contextRef="#ctx0" brushRef="#br0">12624 17759 0,'0'0'0,"0"0"16,28-55-1,243-324 1,161-242 15,3-55-15,23-162 0,83-54-1,-108 108 1,-110 107-1,4 218 1,-5 0 0,-132 214-1,-55 83 1,2 54 0,-29 27-1,-54 28 1,-27 53-1,-80 25 1,-31 57 15,-48 108-31,-60 81 16,-24 79 15,-2-26-15,-78 1-1,-136 162 1,80 135 0,-80 28-1,-3 132 1,111-157 0,80-58-1</inkml:trace>
  <inkml:trace contextRef="#ctx0" brushRef="#br0" timeOffset="35704.9">21253 2426 0,'0'0'0,"0"0"32,0 0-1,-27-25-16,27 25 1,-28 0 0,28 25-1,-25 30 1,-2 27 0,27 25-1,0 82 1,27 136-1,-2 216 1,-25-215 0,28-140-1,-28-50 17,27-81-17,-27-82-15,-27-54 31,27-2-15,27-50 0,26-57-1,2 55 1,2 0 0,-33 108-1,30 27 1,0 80-1,3 56 1,-6 53 0,-24-26-1,28-83 1,-29-25 0,2-30 15,-1-25-16,2 0 1,23-25 0,-25-3-1,29-27 1,25 3 0,-2-2-1,-23-1 1,-4 1-1,5-27 1,-57 54 0,0-54-1,-28 55 17,-1-2-17,-23 56 1,-29 25-1,27 28 1,0 29 0,27-4-1,54 2 1,27-53 0,0-55-1,54-28 1,-54-52-1,0-28 1,-26-28 0,-28 28-1,-28 27 17,-26 54-17,25 54 1,4 27-1,25 81 1,25 28 0,4-2-1,25-25 1,54-54 0,-26-56-1,-28-81 1,-1-53-1,-53 0 1,28 55 0,-28 26-1</inkml:trace>
  <inkml:trace contextRef="#ctx0" brushRef="#br0" timeOffset="38486.3">24418 4104 0,'0'0'0,"0"0"0,0 0 16,0 0-1,0 81 17,81-29-17,0-52 1,54-52-1,-24-57 1,-31-26 0,-26-54-1,-54 54 1,0 54 0,0 81-1,0 0 1,0 108-1,27 0 1,0 27 15,27 29-31,-27-30 16,0 1 15,-27-27-15,0-26-1,-27-56 1,-26-26 0,-29 0-1,28 0 1,54 0 0,0 0-1,81-26 1,27 26-1,0-56 1,28-25 0,-56 28-1,2-30 1,-1 31 15,-54-2-15,-1 27-1,2-1 1,-28 3 0,-28 25-1,28 0 1,-26 53 0,-1 28-1,27 26 1,0 2-1,27 0 1,-1-56 0,2-25 15,-1-28-15,28-28-16,-29-25 31,28-56-16,0 28 1,-27-2 0,0 3-1,-27 54 1,0-1 0,0-1-1,0 28 1,0 28-1,0-1 1,0 27 0,0-2 15,0 31-31,26 25 31,2-26-15,-1-29-1,0 0 1,27-25 0,27-56-1,-26-25 1,26 0 0,-28-3-1,29 3 1,-28 25-1,-27 0 1,-1-25 0,2 26 15,-1-1-15,-27 28-16,-27 0 31,-1 55-16,-25 26 1,-1 0 0,0 1-1,54-2 1,54-52 0,0-28-1,27-53 1,3-57-1,-33-51 1,-24-83 0,1 28-1,-28 28 17,0-3-17,0 83 16,0 82-31,0-1 16,0 54 0,0 26-1,0 55 1,-28 81 0,28 55-1,0-28 1,0-28-1,28-23 1,25-31 0,-25-54 15,28-52-15,23-28-16,-25-28 31,0-52-16,3-28 1,-6-27 0,-25 26-1,2 54 1,-1 30 0,0-2-1,-54 54 1,0 26-1,-27 83 17,-25 54-32,50-29 15,58-25 17,23-54-17,83-82 1,-27-55-1,2-81 1,-55-52 0,-83-2-1,-28 1 1,-25 53 0,30 54-1,23 82 1,28 28-1,108 26 1,28 27 15,-1-53-31,26-1 16</inkml:trace>
  <inkml:trace contextRef="#ctx0" brushRef="#br0" timeOffset="41969.2">29395 4265 0,'0'0'0,"0"0"15,0 0 1,0 0 0,0 0-1,0 27 17,0 1-17,57 25 1,-6-25-1,57-56 1,-51-53 0,-33 26-1,-24-25 1,-24 27 0,-60 53-1,31 0 1,-26 81-1,-5 26 1,30 55 0,54-25 15,28-4-15,25-51-1,28-28 1,27-54-1,55-54 1,-26-53 0,-31-1-1,-25-2 1,-52-26 0,-1 28-1,-2 28 1,-26 27-1,25 53 1,4 0 0,-29 27 15,0-1-15,27 54-1,-27 3 1,27 51-1,-27 28 1,0-26 0,-27 0-1,27-82 1,0-26 0,-27-56-1,-2-54 1,58 28-1,25 0 1,28 26 0,25-25-1,29 26 17,-1-1-17,-54 3 1,-1-3-1,2 1 1,-28 1 0,26-3-1,-25 2 1,-2 1 0,-25-1-1,0-29 1,-2 56-1,0-25 17,-26 25-32,0 0 15,-26 25 1,-28 3 15,-27 53-15,26 28-1,2-28 1,53 27 0,27-54-1,27 0 1,54-26 0,0-28-1,0-28 1,0-26-1,-26 0 1,-29-27 0,-24 1 15,-3 25-15,0 0-1,-52 28 1,26 1-1,-26 26 1,-3 0 0,29 0-1,29 26 1,50-26 0,3 0-1,-28 0 1,0 0-1,-26 0 1,-2 27 0,-26 55-1,0-1 17,0-1-17,27 2 1,-27-82-1,27 0 1,-27 0 0,109 0-1,-1-27 1,2-28 0,-59-25-1,4-1 1,-28 28-1,2-3 1,-2 56 15,-27 0-15,0 27 0,0 55-1,0 26 1,27 0-1,-2 1 1,4-27 0,52-29-1,-27-53 1,0-27 0,28-54-1,-56-55 1,1-80-1,28-2 1,-29 4 15,1 24-15,1 28-16,-1 80 31,-27 57-15,-27-3-1,-1 56 1,1 52 0,27 55-1,0 54 1,27 55 0,1-54-1,-1 79 1,-1 1-1,1-52 17,28-83-32,-2-109 15,28-52 17,-26-82-17,53-109 1,-54 28-1,0 25 1,0 56 0,-54 83-1,0 25 1,26 25 0,-52 58-1,26 51 1,0 56-1,26-1 1,56-81 0,-1-53 15,2-55-15,-5-81-1,-23-82 1,-28 2-1,-54-3 1,-28 57 0,-23 107-1,-5 53 1,83-53 0,53 81-1,165 56 1,-2-165-1,-27-81 1,-54-25 0,-80-84 15,-82 82-31</inkml:trace>
  <inkml:trace contextRef="#ctx0" brushRef="#br0" timeOffset="42334.5">32427 4022 0,'0'0'0,"0"0"0,0 0 0,0 0 16,189-81-1,432 0 1,-107 28-1,-136 25 1,-162 28 0,-80-27-1</inkml:trace>
  <inkml:trace contextRef="#ctx0" brushRef="#br0" timeOffset="45063.21">25798 3807 0,'0'0'0,"0"0"0,0 0 16,53-55 0</inkml:trace>
  <inkml:trace contextRef="#ctx0" brushRef="#br0" timeOffset="46851.95">32478 3320 0,'0'0'0,"0"0"0,0 0 0,0 0 16</inkml:trace>
  <inkml:trace contextRef="#ctx0" brushRef="#br0" timeOffset="59249.93">4996 12135 0,'0'0'0,"0"0"0,54 0 31,273-56-15,105 56-1,108 56 1,190 106 0</inkml:trace>
  <inkml:trace contextRef="#ctx0" brushRef="#br0" timeOffset="62537.85">1912 9404 0,'0'0'0,"0"0"0,0 0 16,0 0 0,28-55-1,24-133 1,3-219-1,-27-106 1,-1 134 0,-27 190-1,0 27 1,-27 54 0,27 80-1,-28 56 16,1 105-15,-27 140 0,-26 105-1,80 110 1,26-83 0,28-81-1,0-137 1,1-50-1,52-111 1,-26-79 0,28-109-1,-2-1 1,-24 2 0,24 0 15,-53 77-16,-26 58-15,-28-1 32,0 27-17,-54 53 1,-1 57 0,1-2-1,-27 26 1,81 30-1,28-83 1,53-57 0,0-76-1,0-83 1,-52-28 0,-4 2 15,-25 106-16,-25 55 1,-4 108 0,29 53-1,54 31 1,27-5 0,29-51-1,-4-54 1,4-111-1</inkml:trace>
  <inkml:trace contextRef="#ctx0" brushRef="#br0" timeOffset="64968.16">6053 7809 0,'0'0'0,"0"0"16,0 0-1,0 0 1,0 0 15,0 0-31,-28-28 16,-82 28 15,4 28-15,22 54-1,-24 79 1,28 83 0,53 25-1,54-51 1,2-31-1,49-50 1,34-56 0,20-54-1,5-54 1,-2-54 0,-2-56 15,5 29-16,-30-26 1,0 52 0,0 27-1,-54 2 1,-27 25 0,0 28-1,-54-26 1,0 26-1,-54 0 1,-27 81 0,0 29-1,27 22 1,51 5 0,30-1-1,58-28 16,22-55-15,28-26 0,0-80-1,-27-55 1,0-29 0,-54 3-1,-27-27 1,0 77-1,0 31 1,-27 53 0,0 81-1,27 28 1,0 52 0,-27 4 15,54-4-16,27-82 1,0-24 0,27-82-1,0-54 1,27-27 0,-54-55-1,2 55 1,-3 29-1,-53 50 1,25 3 0,-25 26-1,0 0 1,0 0 0,28 26-1,-28 3 16,0 24-15,27 0 0,-27 28-1,0 56 1,0 24 0,27 30-1,-27-59 1,28-22-1,-28-57 1,0-53 0,0-53-1,0-1 1,28-26 15,-2 25-31,54 2 31,2-2-15,27 0 0,25 0-1,2 29 1,-1-27 0,-28 26-1,-52 0 1,-28-1-1,1 2 1,-56-27 0,1 24 15,-28 58-31,-22-3 16,-7 55 15,29 26-16,55 1 1,55-25 0,55-56-1,-4-54 1,4-28 0,-31-81-1,-25 1 1,-81-1-1,27 83 1,-27 26 0,2 80-1,-4 57 1,58 25 0,23-1-1,32-24 16,21-57-15,-22-53 0,-1-26-1,-1-1 1</inkml:trace>
  <inkml:trace contextRef="#ctx0" brushRef="#br0" timeOffset="68409.14">10624 8375 0,'0'0'0,"0"0"16,0 0-1,0 0 1,-28-54 0,28 29-1,0 25 1,0 25-1,0 111 1,28 106 0,-28 3-1,52-82 1,2-29 15,-27-107-15,0-107-1,-27-54 1,0-58 0,30 5-1,-3 22 1,-2 112 0,29 53-1,-27 134 1,-1 3-1,2 24 1,1-53 0,-2-51-1,-2-86 1,-25-107 0,30 1 15,-30 27-16,24 27 1,-24 54 0,27 135-1,27 108 1,-27 2 0,57-30-1,-4-80 1,-28-54-1,32-108 1,-31-28 0,-26-51-1,-2-31 1,5 29 0,-4 27 15,-26 29-16,0 50 1,0 2 0,0 27-1,28 0 1,-28 0 0,0 56-1,0 23 1,0 29-1,0 27 1,27 1 0,0-1-1,-1-54 1,29 0 15,-2-81-15,29-26-1,-1-2 1,-28-54 0,29-24-1,-54 25 1,-2-1 0,1 27-1,0 29 1,-1 26-1,-26 0 1,0 0 47,-26 81-63,-54 1 0,25 52 0,28 1 31,27-25-16,82-57 1,-2-25 0,1-83-1,0-81 1,-54-25 0,-27 0-1,-27 51 1,27 83-1,0 54 1,27 83 0,27 51-1,28-27 17,-30-53-17,-52-52-15,0-58 16</inkml:trace>
  <inkml:trace contextRef="#ctx0" brushRef="#br0" timeOffset="68743.69">11868 8321 0,'0'0'0,"0"0"0,0 0 0,0 0 16,0 0 0,189-162-1,-81 55 1,-26 53 0</inkml:trace>
  <inkml:trace contextRef="#ctx0" brushRef="#br0" timeOffset="69535.53">13627 9215 0,'0'0'0,"0"0"0,0 0 0,0 0 15,0 0 1,24 26 0,-24 1-1,0 27 1,0 28 0,-51 26-1,-33 0 1,-50 0-1</inkml:trace>
  <inkml:trace contextRef="#ctx0" brushRef="#br0" timeOffset="74437.7">17062 8078 0,'0'0'0,"0"0"0,0 0 15,-54 27 1,-57 27 0,6 54-1,21 82 1,57-1-1,83 27 1,25-24 0,27-58 15,28-81-15,53-53-16,-27-80 31,0-27-16,-26-3 1,-2 2 0,-26 55-1,-54-2 1,-1 55 0,-25-29-1,-28 5 1,0 24-1,-28 0 1,-51 0 0,-3 53-1,-26 26 1,0 31 15,54 27-31,54-3 31,54-28-15,27-78 0,54-28-1,-27-81 1,-27-53 0,-26-56-1,-55 27 1,-28 28-1,1 81 1,-1 27 0,2 108-1,26 28 1,0 25 15,26 1-15,2 1-1,27-1 1,-1-54 0,53-81-1,-24-27 1,24-27 0,1-53-1,-52-29 1,-4 28-1,-52-2 1,0 110 0,0-53-1,28 27 17,-28 26-17,0 26 1,26 27-1,1 2 1,30 27 0,-30 81-1,25-2 1,1-25 0,-53-1-1,0-27 1,0-54-1,-53-27 1,1-27 0,-5-55-1,57 2 17,30-28-17,49 1 1,29-3-1,27 29 1,2 0 0,-2 27-1,1 1 1,-31-1 0,-49-28-1,-28 29 1,-28-1-1,0-28 1,-28 55 0,-53 0-1,27 29 17,-56 50-17,31 29 1,23 55-1,56-28 1,56-27 0,52-54-1,27-82 1,28-54 0,-82-23-1,-28-59 1,-79 3-1,-29 25 1,-25 108 0,53 85 15,54 50-31,53 81 16,56-51 15,-1-3-16,-54-81 1,-26-53 0</inkml:trace>
  <inkml:trace contextRef="#ctx0" brushRef="#br0" timeOffset="76145.6">21850 11999 0,'0'0'0,"0"0"0,0 0 0,0 0 16,52 0-1,220 55 1,161-2 0,-1 2-1,54 26 1,191-53 0,-53-84-1,24 29 1,-81 54-1,-26 29 1,54 51 0,1-53-1,26-54 1,-136-28 0,1 28 15,-27-26-16,-109-27 1,2-1 0,-28-29-1,-163 30 1,0-3 0,-28 31-1,-26-2 1,-26 27-1,-1-28 1,-26 1 0,-55 27-1,53 0 17,-53 0-17,0 0-15</inkml:trace>
  <inkml:trace contextRef="#ctx0" brushRef="#br0" timeOffset="112462.96">32452 13190 0,'0'0'0,"0"0"0</inkml:trace>
  <inkml:trace contextRef="#ctx0" brushRef="#br0" timeOffset="124588.99">23716 8807 0,'0'0'0,"0"0"16,0 0 0,0-24-1,-56-31 1,-25 2 0,-26 77-1,-29 139 1,56 29 15,105-5-31,57-24 16,53-81 15,55-109-15,-2-271-1,-52-135 1,-82 54-1,-54 82 1,0 136 0,-27 24-1,27 109 1,-27 56 0,27 53-1,-28 54 1,2 82-1,0 53 17,26 27-32,0-54 31,26-25-15,55-29-1,0-54 1,27-83-1,28-104 1,-1-57 0,0-53-1,-79 1 1,-31 24 0,-25 56-1,-25 54 1,-85 82-1,2 53 17,0 55-17,54 25-15,54 3 32,26-138-17,301 189 1,-30-134-1,-81-108 1,-26-52 0,-27-4-1</inkml:trace>
  <inkml:trace contextRef="#ctx0" brushRef="#br0" timeOffset="125282.31">28125 8675 0,'0'0'0,"0"0"0,0 0 16,0-29 15,-54-26-15,0 29 0,-54 52-1,0 82 1,-55 82-1,55-54 1,79 54 0,113-29-1,104-51 1,28-84 0,-26-108-1,-56-133 1,-106-83-1,-56 80 1,-80 57 15,-53 107-15,-29 135 0,82 82-1,54-2 1</inkml:trace>
  <inkml:trace contextRef="#ctx0" brushRef="#br0" timeOffset="128649.79">29124 9294 0,'0'0'0,"0"0"15,0 0 1,55-26-1,-2-81 1,-25-84 0,-28-25-1,-28 27 1,3 52 0,-30 84-1,55 82 1,0 51-1,55 1 1,-2 0 15,29-28-15,-1-24 0,27-58-1,0-24 1,-27-28-1,-1 26 1,-52 55 0,56 28-1,-60 53 1,3 83 0,-27 23-1,27 4 1,2-30 15,-29-107-15,52-26-1,5-83 1,23-26 0,28-26-1,27 0 1,-26 23-1,-29 3 1,2 28 0,-56 0-1,1-2 1,-27 2 0,-27-3-1,1 28 1,-56 28-1,2 55 1,-2 82 15,55 24-15,27 2 0,55-55-1,53-55 1,0-80-1,0-81 1,-27-55 0,-27-24-1,-54-5 1,0 29 0,0 84-1,0 79 1,-27 26-1,27 56 17,27 268-17,-27-132-15,26-2 32,29-81-17,-28-107 1,54-56-1,-28-54 1,55-51 0,0-31-1,2 3 1,-2 53 0,0 26-1,0 55 1,-27 27-1,1 0 17,-56-28-17,1 28 1,-27 0 0,-27 0-1,-27 0 1,0 28-1,-54 52 1,27 57 0,-1 24-1,56 3 1,26 24 0,26-51-1,1-84 1,-27-53-1,298 0 1,-81-80 15,-109-85-15,2 32 0,-59-3-1,-23 28 1,26-2-1,-25 31 1,-2 26 0,0 24-1,-2 2 1,-25-1 0,29 56-1,-29-1 1,0 55-1,0 26 1,0 26 15,0 29-15,0-2 0,0-25-1,27-27 1,-2-81-1,58-28 1,-2-55 0,0-27-1,1-54 1,-29 30 0,28 25-1,-26-1 1,-28 27 15,-1 29-31,1-29 31,-27 55-15,0 0 0,0 81-1,-27 56 1,27 24-1,0 30 1,27-30 0,28-53-1,26-55 1,0-80 0,26-54-1,1-53 1,-26-56-1,-28 29 17,-54-2-17,0 55 1,0 27 0,-28-1-1,-25 56 1,-28 26-1,27 79 1,0 31 0,54 53-1,0-55 1,54-28 0,0-26-1,54-54 1,0-54-1,0-26 17,0-54-17,0 24 1,-54 28 0,28 56-1,-28 79 1,0 55-1,0 136 1,-27 1 0,0-30-1,0-54 1,0-105 0,0-112-1,0-78 1,1-82 15,25 53-31,2 55 16,1 55 15,-4 80-15,1 26-1,2 55 1,1 55-1,-4-55 1,56-27 0,0-108 46,29-54-62,-2-53 0,-27-30 0</inkml:trace>
  <inkml:trace contextRef="#ctx0" brushRef="#br0" timeOffset="129022.18">33805 8267 0,'0'0'0,"0"0"16,108-26 0,2-28-1,-58 26 1,-52 1-16</inkml:trace>
  <inkml:trace contextRef="#ctx0" brushRef="#br0" timeOffset="129365.96">32560 7809 0,'0'0'0,"0"0"0,0 0 0,0 0 16,56-28 0,-4 28-1,-23-27 1</inkml:trace>
  <inkml:trace contextRef="#ctx0" brushRef="#br0" timeOffset="131349.29">1696 16596 0,'0'0'0,"0"0"0,0 0 0,0 0 16,-26 0-1,26 0 1,80 0 0,136 0-1,81-26 1,2 52 0,241 27 15,-132-25-31,-31-1 15,326-27 17,-188-27-17,-3 27 1,140 54 0,-4-26-1,190-56 1,0-26-1,-52 1 1,51-55 0,-106 53-1,-29-26 1,-214 26 0,27 83-1,-244-1 16,-30 1-31,-50-28 32,-30 0-32,-26-28 31,-80 1-15,-2 27-1,-53-28 1,-26 2-1,-1-1 1,0 27 0,-1 27-1,4 27 1</inkml:trace>
  <inkml:trace contextRef="#ctx0" brushRef="#br0" timeOffset="138192.29">1372 16299 0,'0'0'0,"0"0"31,27 0-31,135 0 31,27 26-15,-27 29 0,28-2-1,27 2 1,26-27 0,81 52-1,-55-52 1,-50-3-1,22 3 1,5-1 0,78-54-1,-80 27 1,-55 0 0,-29 0-1,3 0 1,-26-28 15,106 3-15,-27 25-1,-28-28 1,-52 56 0,-82-28-1,-25 0 1,-29 0-1,-56 0 1,-50 0 0,-83 0-1,-56 25 1,-25-25 0,-2 28 15,-78-28-16,79-28-15,55 3 32,-54-3-17,-111-27 1,-51 55 0,162 0-1,52 0 1,56 0-1,1 0 1,26 0 0,81 0-1,27 29 1,80-29 15,27 26-31,84-26 16,106 0 15,353 0-15,-216-26-1,-110 26 1,27-29 0,108 29-1,-163 0 1,-106 0-1,-26 0 1,-30 0 0,-107 29-1,0-3 1,-80-26 0,-29 0-1,-26 0 16,-28-26-31,-26-3 32,27 4-17,-54-3 1,27 1 0,-54-1-1,-189 28 1,23 0-1,220 0 1,-1 28 0,57 27-1,50-30 1,2-25 0,55-25-1,26 25 1,26 0-1,1-28 17,27 28-17,29 0 1,50 28 0,246 26-1,30-28 1,-113 2-1,-53-3 1,28 3 0,-28-1-1,-54 0 1,-26 1 0,-83-28 15,-54 0-31,-52 0 15,-54 0 1,-191-28 15,-80 28-15,27-54 0,-57 26-1,-106-25 1,271 53-1,53-26 1,56-3 0,26 4-1,26 25 1,55-28 15,0 28-15,55 0-16,26 28 15,26-3 17,56 30-17,161-2 1,-23-25 0,-5-1-1,-26-27 1,244 27-1,-216-27 1,-109-27 0,-55 27-1,-52 0 1,-54 0 0,-28 0 15,-28 0-31,-54 0 15,3 55 17</inkml:trace>
  <inkml:trace contextRef="#ctx0" brushRef="#br0" timeOffset="140588.72">5833 16433 0,'0'0'0,"0"0"0,0 0 16,0 0 0,0 0-1,28-25 1,-1 25 0,0 0-1,30 0 1,-31-28-1,29 1 1,-4-1 0,5 28-1,26-26 1,-1 26 0,-3 0-1,6 0 1,-4 26 15,-53-26-15,1 55-1,-1-27 1,-27-28 0,0 0-1,-27 0 1,-28 25-1,-51-25 1,-30-25 0,-27 25-1,1-28 1,-27 1 0,24 27-1,58-28 16,25 28-15,28 0 0,54 0-1,54 55 1,57-27 0,22 25-1,56 2 1,0-30-1,-24 4 1,-6-29 0,60 0-1,51 26 1,-54-26 0,0 0-1,-54 28 16,-26-28-15,-29 0 0,-24 0-1,-2 0 1,-55 0 0,-26 0-1,-26 0 1,-55 0-1,-55 25 1,0-25 0,-52 0-1,-2-25 1,28 25 0,0-28 15,54 2-31,27-3 31,54 29-15,-1 0-1,1 0 1,54 29 0,56-3-1,23-26 1,30 28-1,-28-3 1,-27 3 0,-53-1-1,-28 0 1,-82 1 0,-53-56-1,-27 1 16,-1 27-15,56-27 0,-2 27-1,26 0 1,59 27 0,24 0-1,54 1 1,54-28-1,0 28 1,-27-56 0,-26 28-1,-2 0 1,-53 0 0,0 0 15,-27 28-16,1-28 1,-29 25 0,27 3-1,-25-28 1,26 27 0,0-27-1,1 28 1,26-28-1,0 25 1,-28 30 0,-2-27-1</inkml:trace>
  <inkml:trace contextRef="#ctx0" brushRef="#br0" timeOffset="144718.71">8136 16109 0,'0'0'0,"0"0"31,-81 0-15,24 0 0,3 0-1,54 0 1,0 0 0,27 29-1,0-29 1,30 24-1,24-24 1,-3 29 0,-21-29-1,103 0 1,-23 0 15,-4 26-31,4-26 16,-1 0 15,-1-26-15,1-56-1,-56 27 1,136-52 0,108-108-1,-108 52 1,-81-28-1,-54 3 1,-53-3 0,-83 58-1,-26 25 1,-54-1 0,-162-26 15,81 82-16,0 25 1,53 1 0,2-1-1,-193 136 1,-238 244 0,347-134-1,109-4 1,56 4-1,52-29 1,109 54 0,54-109-1,108 3 17,28-83-32,-25-27 15,-57 0 16,-1-1-15,-53-26 0,1 0-1,-81 28 1</inkml:trace>
  <inkml:trace contextRef="#ctx0" brushRef="#br0" timeOffset="156886.31">10814 16054 0,'0'0'0,"0"0"15,78 28 17,166-1-32,80 2 31,3-5-15,23-24-1,-51 0 1,-138 0-1,-54 0 1,-52 0 0,-55 0-1,-162 0 1,-188 0 0,52 0-1,-2 29 1,32-29-1,78 0 1,-28 26 0,86-26-1,48 0 17,111 0-17,162 0 1,327 28-1,52 26 1,27 27 0,-299-28-1,-132-25 1,-57-56 0,-107 28-1,-80-25 1,-191-3-1,-108 28 1,1 0 0,216 0-1,26 0 1,83-27 15,106-1-15,83 2-1,215 52 1,-27 2 0,-108 27-1,-53-2 1,-27 2 0,-136-55-1,-109 0 1,-378-55-1,-27 55 1,245 0 0,106-28 15,26 28-31,137-53 31,137-28-15,161-1-1,270 27 1,-272 84 0,-107 25-1,-54 26 1,-54-25 0,-106-2-1,-111 2 1,-163-55-1,-105 0 1,133-55 0,55 2-1,52-2 17,59 55-17</inkml:trace>
  <inkml:trace contextRef="#ctx0" brushRef="#br0" timeOffset="160758.97">3671 13541 0,'0'0'0,"0"0"0,0 0 0,82-27 15,107-81 1,0-28 0,-81-80-1,-27 26 1,-54 29 0,0 52-1,-27 82 1,0 0-1,0 81 17,55 1-32,-2 79 15,29 55 17,-1 29-17,-1-30 1,-27-25-1,-53-1 1,28-53 0,-28-83-1,-28-52 1,56-30 0,0 28-1,-28 28 1,351-161-1,-135 54 17,-51 25-32,-59 28 31,-53-27-15,-53-27-1,-26 27 1,-56 26-1,31 84 1,-32 52 0,1 27-1,58 53 1,24-25 0,51 25-1,58-53 1,53-53-1,54-81 1,-27-58 15,-24 5-15,-33-29-16,-48 0 31,-30-27-15,-54 27-1,0 27 1,0 26 0,-27 29-1,0 26 1,1 53 0,26-25-1,26 25 1,28-25-1,27-28 17,27-28-32,-27 56 31,0-1-15,-27 26-1,0 55 1,-27 2-1,0-3 1,-27 1 0,54-55-1,28-26 1,-2-54 0,56-26-1,-2-29 1,2-25-1,-28-1 1,-54 26 15,1 1-31,-29 55 32,-26 26-17,0-27 1,-26 54-1,-55 54 1,26 27 0,55 27-1,27-1 1,82-53 0,-2-81-1,2-81 1,-29-106-1,-25-3 1,-55 27 15,0 56-15,-28 107-16,1 107 31,54 56-15,30 53-1,49-27 1,2-54 0,29-80-1,-28-83 1,-28-54 0</inkml:trace>
  <inkml:trace contextRef="#ctx0" brushRef="#br0" timeOffset="160992.37">8513 12757 0,'0'0'0,"0"0"16</inkml:trace>
  <inkml:trace contextRef="#ctx0" brushRef="#br0" timeOffset="161255.25">8458 12703 0,'0'0'0,"0"0"15,0 0 1,0 0 0,84-109-1,-33-53 1,3 55 0,0 79-1</inkml:trace>
  <inkml:trace contextRef="#ctx0" brushRef="#br0" timeOffset="163791.29">10136 13783 0,'0'0'0,"0"0"16,28 82 0,24-27-1,2-82 1,29-245-1,-56-187 1,-1-163 15,1 109-15,0 160-16,-27 166 31,-27 77-15,27 56-1,-27 54 1,27 81 0,-53 135-1,-3 136 1,3 108 0,79-28-1,29-26 1,-55-325-1,135 406 17,-54-326-17,27-53 1,0-108 0,27-108-1,3-242 1,-56-82-1,-58 26 1,-24 27 0,0 109-1,-24 27 1,24 52 0,-30 57-1,5 52 1,25 57-1,0 25 17,25 80-17,-25 55 1,30 190 0,-30 106-1,0-78 1,0-29-1,24-26 1,3-56 0,27-52-1,2-56 1,-1-51 0,25-111-1,29-52 1,-2-82-1,29-29 1,-28 58 15,-27-4-15,-27 29 0,-54 55-1,0 25 1,-27 1-1,-54 54 1,-1 81 0,56-80-1,-1 134 1,0 134 0,81-159-1,-1-110 1,-53-27 15,217-164-15,-109-51-1,-81-2-15,-54 28 32,-1 108-17,28 136 1,-26 134-1,52 108 1,2-80 0,26-2-1,27-107 1,0-81 0,1-162-1,25-109 1,-53 28-1,1 27 1,-2 81 0,-26 81 15,28 244-15,-1-2-1,-27-25 1,26-81-1,2-109 1,-2-191 0,3-25-1,-4 55 1,30 53 0,-28 134-1,1 164 1,-2-1 15,-26-27-31,0-53 16,27-56 15,-27-53-15,1-28-1,1 56 1,-2 52-1,-27 4 1,0-60 0,24-24-1,4-24 1,26-85 0,3-53-1,22-30 1,1 59 15,3 52-31,-28 55 16,-4-2 15,-22 28-15,-2 0-1,-27-27 1,25 27-1,-25-27 1,-25 27 0,25 0-1,0 0 1,25 0 0,-25 27-1,0-27 1,-25 0-1</inkml:trace>
  <inkml:trace contextRef="#ctx0" brushRef="#br0" timeOffset="165718.97">13627 14027 0,'0'0'0,"0"0"15,0 0 1,0 0 0,0-53-1,0-83 1,0-81 15,52 56-15,2 52-16,29 28 31,-30 81-15,0 54-1,3 55 1,-56 79-1,25 3 1,32-57 0,-6-81-1,5-53 1,25-79 0,28-85-1,-28-25 1,27 28 15,-55 53-15,2 80-16,0 28 31,-55 28-15,0-2-1,-83 56 1,-51 79-1,-1-25 1,54 54 0,108-56-1,53-54 1,56-80 0,26-80-1,-28-109 1,-106-28-1,-28 56 1,-28 52 15,2 109-15,-28 109 0,28 80-1,26 27 1,0-27-1,53-81 1,0-79 0,29-58-1,26-79 1,27-53 0,-27-4-1,-27 32 1,28 52-1,-55 27 1,-28 27 15,1-28-15,-54 55 0,-53 28-1,-110 161 1,82 28-1,54-30 1,81-24 0,27-110-1,81-106 1,55-353 0,-82 56-1,-80 25 1,-28 55-1,-28 108 1,28 25 15,0 83-15,0 82 0,0 53-1,-28 82 1,-26 51-1,0 85 1,1 133 0,53-161-1,27-82 1,27-52 0,26-84-1,82-163 1,54-212-1,-77-4 17,-87 137-17,1 54 1,-26 27 0,0 82-1,1-29 1,-2 55-1,-26 0 1,-26 81 0,-56 82-1,-23 53 1,21-27 0,84-27-1,55-28 1,53-106-1,26-135 1,29-218 0,-109 81 15,-27 83-15,-54 25-1,0 163 1,0 216-1,54 0 1,57-54 0,-33-52-1,-22-84 1</inkml:trace>
  <inkml:trace contextRef="#ctx0" brushRef="#br0" timeOffset="167156.44">16897 14946 0,'-52'137'0,"-217"592"15,269-729-15</inkml:trace>
  <inkml:trace contextRef="#ctx0" brushRef="#br0" timeOffset="168486.65">15872 16433 0,'0'0'0,"0"0"15,-30-25 1,-23-30 0,-2 55-1,3 27 1,52 81 0</inkml:trace>
  <inkml:trace contextRef="#ctx0" brushRef="#br0" timeOffset="169015.69">21985 16272 0,'0'0'0,"0"0"31,-191-110-15,55 30 0,163 52-1,163 28 1,163 55-1,80-2 1,-1-24 0,-162-29-1,-54 0 1,-27 26 0,1 29 15</inkml:trace>
  <inkml:trace contextRef="#ctx0" brushRef="#br0" timeOffset="169472.4">16708 16867 0,'0'0'0,"0"0"32,0 0-32,0 0 31,218 0-15,404 28-1,134 25 1,-80-53-1,-25 0 1,-245-53 0,-28-2-1,-216 55 1</inkml:trace>
  <inkml:trace contextRef="#ctx0" brushRef="#br0" timeOffset="170347.99">25959 16541 0,'0'0'0,"0"0"0,0 0 0,28-25 15,297-3-15,351 1 32,-26-1-17,25-25 1,-53-2-1,-243 29 1,-25-28 0,-167 26-1,-106 2 1,-81 26 0,0 0-1,0 0 1,-24-29-1,24 5 17,24 24-32,59 0 31</inkml:trace>
  <inkml:trace contextRef="#ctx0" brushRef="#br0" timeOffset="172586.15">3563 21057 0,'0'0'0,"0"0"0,27-25 15,54-3 1,54 56 0,244 105-1,134-23 1,-106 24-1,160 2 1,-24-109 0,-219-27-1,-135 0 1,-27 0 0,-54-27 15,-54-56-31,-54 3 31,-27-1-15,-54 28-1</inkml:trace>
  <inkml:trace contextRef="#ctx0" brushRef="#br0" timeOffset="174112.11">11597 21032 0,'0'0'0,"0"0"16,52 0-1,194 25 1,375 58-1,-25-2 1,108-1 0,-1-27-1,-109-25 1,-135-56 0,-242-25-1,-82-27 1,-109-1 15,-78-2-15,-85 30-1,4 53 1,-3 28 0</inkml:trace>
  <inkml:trace contextRef="#ctx0" brushRef="#br0" timeOffset="174835.03">22094 21032 0,'0'0'0,"0"0"15,0 0 16,26 25-15,326 58 0,484-58-1,-50 3 1,107-28 0,-135-81-1,-138 1 1,-268 52-1,-160 28 1,-113-27 0,-25-1-1,-54 3 1,-28-3 0,2 1-1,-1 1 16,80 26-31,29 26 32,-1 54-17</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339c7e43d44_0_0: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4" name="Google Shape;74;g339c7e43d44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33d80c55ebe_1_78: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1" name="Google Shape;81;g33d80c55ebe_1_7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33d80c55ebe_1_82: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7" name="Google Shape;87;g33d80c55ebe_1_8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33d80c55ebe_1_1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4" name="Google Shape;94;g33d80c55ebe_1_15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33d80c55ebe_1_1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1" name="Google Shape;101;g33d80c55ebe_1_16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33d80c55ebe_1_1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8" name="Google Shape;108;g33d80c55ebe_1_1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3d80c55ebe_1_1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5" name="Google Shape;115;g33d80c55ebe_1_17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33d80c55ebe_1_1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2" name="Google Shape;122;g33d80c55ebe_1_17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3d80c55ebe_1_197: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9" name="Google Shape;129;g33d80c55ebe_1_19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33d80c55ebe_1_203: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6" name="Google Shape;136;g33d80c55ebe_1_20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3d80c55ebe_1_2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3" name="Google Shape;143;g33d80c55ebe_1_20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33d80c55ebe_1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0" name="Google Shape;150;g33d80c55ebe_1_2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33d80c55ebe_1_221: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7" name="Google Shape;157;g33d80c55ebe_1_2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3d80c55ebe_1_227: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4" name="Google Shape;164;g33d80c55ebe_1_2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3d80c55ebe_1_2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1" name="Google Shape;171;g33d80c55ebe_1_2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33d80c55ebe_1_245: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8" name="Google Shape;178;g33d80c55ebe_1_2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3d80c55ebe_1_251: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5" name="Google Shape;185;g33d80c55ebe_1_25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33d80c55ebe_1_257: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2" name="Google Shape;192;g33d80c55ebe_1_25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3d80c55ebe_1_263: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9" name="Google Shape;199;g33d80c55ebe_1_26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33d80c55ebe_1_275: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6" name="Google Shape;206;g33d80c55ebe_1_27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33d80c55ebe_1_281: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3" name="Google Shape;213;g33d80c55ebe_1_28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33d80c55ebe_1_287: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0" name="Google Shape;220;g33d80c55ebe_1_28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33d80c55ebe_1_293: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7" name="Google Shape;227;g33d80c55ebe_1_29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33d80c55ebe_1_2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4" name="Google Shape;234;g33d80c55ebe_1_29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33d80c55ebe_1_305: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1" name="Google Shape;241;g33d80c55ebe_1_30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339c7e43d44_0_73: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8" name="Google Shape;248;g339c7e43d44_0_7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70b75e789fdf85d4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4" name="Google Shape;254;g70b75e789fdf85d4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33dc8844bd0_0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7" name="Google Shape;267;g33dc8844bd0_0_8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33dc8844bd0_0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33dc8844bd0_0_9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33dc8844bd0_0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3" name="Google Shape;293;g33dc8844bd0_0_10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33dc8844bd0_0_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6" name="Google Shape;306;g33dc8844bd0_0_1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g33dc8844bd0_0_1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9" name="Google Shape;319;g33dc8844bd0_0_1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33dc8844bd0_0_1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2" name="Google Shape;332;g33dc8844bd0_0_1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g33dc8844bd0_0_1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5" name="Google Shape;345;g33dc8844bd0_0_1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33dc8844bd0_0_1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8" name="Google Shape;358;g33dc8844bd0_0_16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g33dc8844bd0_0_1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0" name="Google Shape;370;g33dc8844bd0_0_17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g33dc8844bd0_0_1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2" name="Google Shape;382;g33dc8844bd0_0_19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g33dc8844bd0_0_2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5" name="Google Shape;395;g33dc8844bd0_0_20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g33dd12b01a3_0_0: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8" name="Google Shape;408;g33dd12b01a3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g33dd12b01a3_0_126: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4" name="Google Shape;414;g33dd12b01a3_0_1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g33dd12b01a3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9" name="Google Shape;419;g33dd12b01a3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g33dd12b01a3_0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7" name="Google Shape;427;g33dd12b01a3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g33dd12b01a3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5" name="Google Shape;435;g33dd12b01a3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g33dd12b01a3_0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3" name="Google Shape;443;g33dd12b01a3_0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g33dd12b01a3_0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1" name="Google Shape;451;g33dd12b01a3_0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g33dd12b01a3_0_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9" name="Google Shape;459;g33dd12b01a3_0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g33dd12b01a3_0_2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67" name="Google Shape;467;g33dd12b01a3_0_20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Google Shape;471;g33dd12b01a3_0_2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2" name="Google Shape;472;g33dd12b01a3_0_2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g33dd12b01a3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0" name="Google Shape;480;g33dd12b01a3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33dd12b01a3_0_2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8" name="Google Shape;488;g33dd12b01a3_0_2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4"/>
        <p:cNvGrpSpPr/>
        <p:nvPr/>
      </p:nvGrpSpPr>
      <p:grpSpPr>
        <a:xfrm>
          <a:off x="0" y="0"/>
          <a:ext cx="0" cy="0"/>
          <a:chOff x="0" y="0"/>
          <a:chExt cx="0" cy="0"/>
        </a:xfrm>
      </p:grpSpPr>
      <p:sp>
        <p:nvSpPr>
          <p:cNvPr id="495" name="Google Shape;495;g33dd12b01a3_0_2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6" name="Google Shape;496;g33dd12b01a3_0_2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g33dd12b01a3_0_2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4" name="Google Shape;504;g33dd12b01a3_0_2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g33dd12b01a3_0_2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2" name="Google Shape;512;g33dd12b01a3_0_2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33dd12b01a3_0_2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0" name="Google Shape;520;g33dd12b01a3_0_25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g33dd12b01a3_0_2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5" name="Google Shape;525;g33dd12b01a3_0_2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p:cNvGrpSpPr/>
        <p:nvPr/>
      </p:nvGrpSpPr>
      <p:grpSpPr>
        <a:xfrm>
          <a:off x="0" y="0"/>
          <a:ext cx="0" cy="0"/>
          <a:chOff x="0" y="0"/>
          <a:chExt cx="0" cy="0"/>
        </a:xfrm>
      </p:grpSpPr>
      <p:sp>
        <p:nvSpPr>
          <p:cNvPr id="532" name="Google Shape;532;g33dd12b01a3_0_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3" name="Google Shape;533;g33dd12b01a3_0_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9"/>
        <p:cNvGrpSpPr/>
        <p:nvPr/>
      </p:nvGrpSpPr>
      <p:grpSpPr>
        <a:xfrm>
          <a:off x="0" y="0"/>
          <a:ext cx="0" cy="0"/>
          <a:chOff x="0" y="0"/>
          <a:chExt cx="0" cy="0"/>
        </a:xfrm>
      </p:grpSpPr>
      <p:sp>
        <p:nvSpPr>
          <p:cNvPr id="540" name="Google Shape;540;g33dd12b01a3_0_2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1" name="Google Shape;541;g33dd12b01a3_0_2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g33dd12b01a3_0_2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9" name="Google Shape;549;g33dd12b01a3_0_2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g33dd12b01a3_0_2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7" name="Google Shape;557;g33dd12b01a3_0_2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3"/>
        <p:cNvGrpSpPr/>
        <p:nvPr/>
      </p:nvGrpSpPr>
      <p:grpSpPr>
        <a:xfrm>
          <a:off x="0" y="0"/>
          <a:ext cx="0" cy="0"/>
          <a:chOff x="0" y="0"/>
          <a:chExt cx="0" cy="0"/>
        </a:xfrm>
      </p:grpSpPr>
      <p:sp>
        <p:nvSpPr>
          <p:cNvPr id="564" name="Google Shape;564;g33dd12b01a3_0_2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5" name="Google Shape;565;g33dd12b01a3_0_2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1"/>
        <p:cNvGrpSpPr/>
        <p:nvPr/>
      </p:nvGrpSpPr>
      <p:grpSpPr>
        <a:xfrm>
          <a:off x="0" y="0"/>
          <a:ext cx="0" cy="0"/>
          <a:chOff x="0" y="0"/>
          <a:chExt cx="0" cy="0"/>
        </a:xfrm>
      </p:grpSpPr>
      <p:sp>
        <p:nvSpPr>
          <p:cNvPr id="572" name="Google Shape;572;g33dd12b01a3_0_3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73" name="Google Shape;573;g33dd12b01a3_0_30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g33dd12b01a3_0_3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8" name="Google Shape;578;g33dd12b01a3_0_3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4"/>
        <p:cNvGrpSpPr/>
        <p:nvPr/>
      </p:nvGrpSpPr>
      <p:grpSpPr>
        <a:xfrm>
          <a:off x="0" y="0"/>
          <a:ext cx="0" cy="0"/>
          <a:chOff x="0" y="0"/>
          <a:chExt cx="0" cy="0"/>
        </a:xfrm>
      </p:grpSpPr>
      <p:sp>
        <p:nvSpPr>
          <p:cNvPr id="585" name="Google Shape;585;g33dd12b01a3_0_3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6" name="Google Shape;586;g33dd12b01a3_0_3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2"/>
        <p:cNvGrpSpPr/>
        <p:nvPr/>
      </p:nvGrpSpPr>
      <p:grpSpPr>
        <a:xfrm>
          <a:off x="0" y="0"/>
          <a:ext cx="0" cy="0"/>
          <a:chOff x="0" y="0"/>
          <a:chExt cx="0" cy="0"/>
        </a:xfrm>
      </p:grpSpPr>
      <p:sp>
        <p:nvSpPr>
          <p:cNvPr id="593" name="Google Shape;593;g33dd12b01a3_0_3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4" name="Google Shape;594;g33dd12b01a3_0_3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0"/>
        <p:cNvGrpSpPr/>
        <p:nvPr/>
      </p:nvGrpSpPr>
      <p:grpSpPr>
        <a:xfrm>
          <a:off x="0" y="0"/>
          <a:ext cx="0" cy="0"/>
          <a:chOff x="0" y="0"/>
          <a:chExt cx="0" cy="0"/>
        </a:xfrm>
      </p:grpSpPr>
      <p:sp>
        <p:nvSpPr>
          <p:cNvPr id="601" name="Google Shape;601;g33dd12b01a3_0_3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2" name="Google Shape;602;g33dd12b01a3_0_3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8"/>
        <p:cNvGrpSpPr/>
        <p:nvPr/>
      </p:nvGrpSpPr>
      <p:grpSpPr>
        <a:xfrm>
          <a:off x="0" y="0"/>
          <a:ext cx="0" cy="0"/>
          <a:chOff x="0" y="0"/>
          <a:chExt cx="0" cy="0"/>
        </a:xfrm>
      </p:grpSpPr>
      <p:sp>
        <p:nvSpPr>
          <p:cNvPr id="609" name="Google Shape;609;g33dd12b01a3_0_353: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0" name="Google Shape;610;g33dd12b01a3_0_35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4"/>
        <p:cNvGrpSpPr/>
        <p:nvPr/>
      </p:nvGrpSpPr>
      <p:grpSpPr>
        <a:xfrm>
          <a:off x="0" y="0"/>
          <a:ext cx="0" cy="0"/>
          <a:chOff x="0" y="0"/>
          <a:chExt cx="0" cy="0"/>
        </a:xfrm>
      </p:grpSpPr>
      <p:sp>
        <p:nvSpPr>
          <p:cNvPr id="615" name="Google Shape;615;g33d80c55ebe_1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6" name="Google Shape;616;g33d80c55ebe_1_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0"/>
        <p:cNvGrpSpPr/>
        <p:nvPr/>
      </p:nvGrpSpPr>
      <p:grpSpPr>
        <a:xfrm>
          <a:off x="0" y="0"/>
          <a:ext cx="0" cy="0"/>
          <a:chOff x="0" y="0"/>
          <a:chExt cx="0" cy="0"/>
        </a:xfrm>
      </p:grpSpPr>
      <p:sp>
        <p:nvSpPr>
          <p:cNvPr id="621" name="Google Shape;621;g33dd12b01a3_0_358: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22" name="Google Shape;622;g33dd12b01a3_0_35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1"/>
        <p:cNvGrpSpPr/>
        <p:nvPr/>
      </p:nvGrpSpPr>
      <p:grpSpPr>
        <a:xfrm>
          <a:off x="0" y="0"/>
          <a:ext cx="0" cy="0"/>
          <a:chOff x="0" y="0"/>
          <a:chExt cx="0" cy="0"/>
        </a:xfrm>
      </p:grpSpPr>
      <p:sp>
        <p:nvSpPr>
          <p:cNvPr id="632" name="Google Shape;632;g33dd12b01a3_0_4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33" name="Google Shape;633;g33dd12b01a3_0_4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7"/>
        <p:cNvGrpSpPr/>
        <p:nvPr/>
      </p:nvGrpSpPr>
      <p:grpSpPr>
        <a:xfrm>
          <a:off x="0" y="0"/>
          <a:ext cx="0" cy="0"/>
          <a:chOff x="0" y="0"/>
          <a:chExt cx="0" cy="0"/>
        </a:xfrm>
      </p:grpSpPr>
      <p:sp>
        <p:nvSpPr>
          <p:cNvPr id="638" name="Google Shape;638;g33dd12b01a3_0_440: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39" name="Google Shape;639;g33dd12b01a3_0_4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4"/>
        <p:cNvGrpSpPr/>
        <p:nvPr/>
      </p:nvGrpSpPr>
      <p:grpSpPr>
        <a:xfrm>
          <a:off x="0" y="0"/>
          <a:ext cx="0" cy="0"/>
          <a:chOff x="0" y="0"/>
          <a:chExt cx="0" cy="0"/>
        </a:xfrm>
      </p:grpSpPr>
      <p:sp>
        <p:nvSpPr>
          <p:cNvPr id="655" name="Google Shape;655;g33dd12b01a3_0_5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56" name="Google Shape;656;g33dd12b01a3_0_5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p:cNvGrpSpPr/>
        <p:nvPr/>
      </p:nvGrpSpPr>
      <p:grpSpPr>
        <a:xfrm>
          <a:off x="0" y="0"/>
          <a:ext cx="0" cy="0"/>
          <a:chOff x="0" y="0"/>
          <a:chExt cx="0" cy="0"/>
        </a:xfrm>
      </p:grpSpPr>
      <p:sp>
        <p:nvSpPr>
          <p:cNvPr id="672" name="Google Shape;672;g33dd12b01a3_0_550: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73" name="Google Shape;673;g33dd12b01a3_0_55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2"/>
        <p:cNvGrpSpPr/>
        <p:nvPr/>
      </p:nvGrpSpPr>
      <p:grpSpPr>
        <a:xfrm>
          <a:off x="0" y="0"/>
          <a:ext cx="0" cy="0"/>
          <a:chOff x="0" y="0"/>
          <a:chExt cx="0" cy="0"/>
        </a:xfrm>
      </p:grpSpPr>
      <p:sp>
        <p:nvSpPr>
          <p:cNvPr id="683" name="Google Shape;683;g33dd12b01a3_0_4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84" name="Google Shape;684;g33dd12b01a3_0_45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8"/>
        <p:cNvGrpSpPr/>
        <p:nvPr/>
      </p:nvGrpSpPr>
      <p:grpSpPr>
        <a:xfrm>
          <a:off x="0" y="0"/>
          <a:ext cx="0" cy="0"/>
          <a:chOff x="0" y="0"/>
          <a:chExt cx="0" cy="0"/>
        </a:xfrm>
      </p:grpSpPr>
      <p:sp>
        <p:nvSpPr>
          <p:cNvPr id="689" name="Google Shape;689;g33dd12b01a3_0_455: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0" name="Google Shape;690;g33dd12b01a3_0_45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9"/>
        <p:cNvGrpSpPr/>
        <p:nvPr/>
      </p:nvGrpSpPr>
      <p:grpSpPr>
        <a:xfrm>
          <a:off x="0" y="0"/>
          <a:ext cx="0" cy="0"/>
          <a:chOff x="0" y="0"/>
          <a:chExt cx="0" cy="0"/>
        </a:xfrm>
      </p:grpSpPr>
      <p:sp>
        <p:nvSpPr>
          <p:cNvPr id="700" name="Google Shape;700;g33dd12b01a3_0_5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1" name="Google Shape;701;g33dd12b01a3_0_56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g33dd12b01a3_0_565: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7" name="Google Shape;707;g33dd12b01a3_0_5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6"/>
        <p:cNvGrpSpPr/>
        <p:nvPr/>
      </p:nvGrpSpPr>
      <p:grpSpPr>
        <a:xfrm>
          <a:off x="0" y="0"/>
          <a:ext cx="0" cy="0"/>
          <a:chOff x="0" y="0"/>
          <a:chExt cx="0" cy="0"/>
        </a:xfrm>
      </p:grpSpPr>
      <p:sp>
        <p:nvSpPr>
          <p:cNvPr id="717" name="Google Shape;717;g33dd12b01a3_0_5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8" name="Google Shape;718;g33dd12b01a3_0_57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2"/>
        <p:cNvGrpSpPr/>
        <p:nvPr/>
      </p:nvGrpSpPr>
      <p:grpSpPr>
        <a:xfrm>
          <a:off x="0" y="0"/>
          <a:ext cx="0" cy="0"/>
          <a:chOff x="0" y="0"/>
          <a:chExt cx="0" cy="0"/>
        </a:xfrm>
      </p:grpSpPr>
      <p:sp>
        <p:nvSpPr>
          <p:cNvPr id="723" name="Google Shape;723;g33dd12b01a3_0_580: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24" name="Google Shape;724;g33dd12b01a3_0_58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9"/>
        <p:cNvGrpSpPr/>
        <p:nvPr/>
      </p:nvGrpSpPr>
      <p:grpSpPr>
        <a:xfrm>
          <a:off x="0" y="0"/>
          <a:ext cx="0" cy="0"/>
          <a:chOff x="0" y="0"/>
          <a:chExt cx="0" cy="0"/>
        </a:xfrm>
      </p:grpSpPr>
      <p:sp>
        <p:nvSpPr>
          <p:cNvPr id="740" name="Google Shape;740;g33dd12b01a3_0_595: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41" name="Google Shape;741;g33dd12b01a3_0_5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6"/>
        <p:cNvGrpSpPr/>
        <p:nvPr/>
      </p:nvGrpSpPr>
      <p:grpSpPr>
        <a:xfrm>
          <a:off x="0" y="0"/>
          <a:ext cx="0" cy="0"/>
          <a:chOff x="0" y="0"/>
          <a:chExt cx="0" cy="0"/>
        </a:xfrm>
      </p:grpSpPr>
      <p:sp>
        <p:nvSpPr>
          <p:cNvPr id="757" name="Google Shape;757;g33dd12b01a3_0_610: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58" name="Google Shape;758;g33dd12b01a3_0_6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7"/>
        <p:cNvGrpSpPr/>
        <p:nvPr/>
      </p:nvGrpSpPr>
      <p:grpSpPr>
        <a:xfrm>
          <a:off x="0" y="0"/>
          <a:ext cx="0" cy="0"/>
          <a:chOff x="0" y="0"/>
          <a:chExt cx="0" cy="0"/>
        </a:xfrm>
      </p:grpSpPr>
      <p:sp>
        <p:nvSpPr>
          <p:cNvPr id="768" name="Google Shape;768;g33dd12b01a3_0_4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69" name="Google Shape;769;g33dd12b01a3_0_4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3"/>
        <p:cNvGrpSpPr/>
        <p:nvPr/>
      </p:nvGrpSpPr>
      <p:grpSpPr>
        <a:xfrm>
          <a:off x="0" y="0"/>
          <a:ext cx="0" cy="0"/>
          <a:chOff x="0" y="0"/>
          <a:chExt cx="0" cy="0"/>
        </a:xfrm>
      </p:grpSpPr>
      <p:sp>
        <p:nvSpPr>
          <p:cNvPr id="774" name="Google Shape;774;g33dd12b01a3_0_470: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75" name="Google Shape;775;g33dd12b01a3_0_47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4"/>
        <p:cNvGrpSpPr/>
        <p:nvPr/>
      </p:nvGrpSpPr>
      <p:grpSpPr>
        <a:xfrm>
          <a:off x="0" y="0"/>
          <a:ext cx="0" cy="0"/>
          <a:chOff x="0" y="0"/>
          <a:chExt cx="0" cy="0"/>
        </a:xfrm>
      </p:grpSpPr>
      <p:sp>
        <p:nvSpPr>
          <p:cNvPr id="785" name="Google Shape;785;g33dd12b01a3_0_620: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86" name="Google Shape;786;g33dd12b01a3_0_6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5"/>
        <p:cNvGrpSpPr/>
        <p:nvPr/>
      </p:nvGrpSpPr>
      <p:grpSpPr>
        <a:xfrm>
          <a:off x="0" y="0"/>
          <a:ext cx="0" cy="0"/>
          <a:chOff x="0" y="0"/>
          <a:chExt cx="0" cy="0"/>
        </a:xfrm>
      </p:grpSpPr>
      <p:sp>
        <p:nvSpPr>
          <p:cNvPr id="796" name="Google Shape;796;g33dd12b01a3_0_6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97" name="Google Shape;797;g33dd12b01a3_0_6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6"/>
        <p:cNvGrpSpPr/>
        <p:nvPr/>
      </p:nvGrpSpPr>
      <p:grpSpPr>
        <a:xfrm>
          <a:off x="0" y="0"/>
          <a:ext cx="0" cy="0"/>
          <a:chOff x="0" y="0"/>
          <a:chExt cx="0" cy="0"/>
        </a:xfrm>
      </p:grpSpPr>
      <p:sp>
        <p:nvSpPr>
          <p:cNvPr id="807" name="Google Shape;807;g33dd12b01a3_0_4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08" name="Google Shape;808;g33dd12b01a3_0_48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2"/>
        <p:cNvGrpSpPr/>
        <p:nvPr/>
      </p:nvGrpSpPr>
      <p:grpSpPr>
        <a:xfrm>
          <a:off x="0" y="0"/>
          <a:ext cx="0" cy="0"/>
          <a:chOff x="0" y="0"/>
          <a:chExt cx="0" cy="0"/>
        </a:xfrm>
      </p:grpSpPr>
      <p:sp>
        <p:nvSpPr>
          <p:cNvPr id="813" name="Google Shape;813;g33dd12b01a3_0_485: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14" name="Google Shape;814;g33dd12b01a3_0_48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3"/>
        <p:cNvGrpSpPr/>
        <p:nvPr/>
      </p:nvGrpSpPr>
      <p:grpSpPr>
        <a:xfrm>
          <a:off x="0" y="0"/>
          <a:ext cx="0" cy="0"/>
          <a:chOff x="0" y="0"/>
          <a:chExt cx="0" cy="0"/>
        </a:xfrm>
      </p:grpSpPr>
      <p:sp>
        <p:nvSpPr>
          <p:cNvPr id="824" name="Google Shape;824;g33dd12b01a3_0_641: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5" name="Google Shape;825;g33dd12b01a3_0_6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p:cNvGrpSpPr/>
        <p:nvPr/>
      </p:nvGrpSpPr>
      <p:grpSpPr>
        <a:xfrm>
          <a:off x="0" y="0"/>
          <a:ext cx="0" cy="0"/>
          <a:chOff x="0" y="0"/>
          <a:chExt cx="0" cy="0"/>
        </a:xfrm>
      </p:grpSpPr>
      <p:sp>
        <p:nvSpPr>
          <p:cNvPr id="835" name="Google Shape;835;g33dd12b01a3_0_651: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36" name="Google Shape;836;g33dd12b01a3_0_65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5"/>
        <p:cNvGrpSpPr/>
        <p:nvPr/>
      </p:nvGrpSpPr>
      <p:grpSpPr>
        <a:xfrm>
          <a:off x="0" y="0"/>
          <a:ext cx="0" cy="0"/>
          <a:chOff x="0" y="0"/>
          <a:chExt cx="0" cy="0"/>
        </a:xfrm>
      </p:grpSpPr>
      <p:sp>
        <p:nvSpPr>
          <p:cNvPr id="846" name="Google Shape;846;g33dd12b01a3_0_661: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47" name="Google Shape;847;g33dd12b01a3_0_66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6"/>
        <p:cNvGrpSpPr/>
        <p:nvPr/>
      </p:nvGrpSpPr>
      <p:grpSpPr>
        <a:xfrm>
          <a:off x="0" y="0"/>
          <a:ext cx="0" cy="0"/>
          <a:chOff x="0" y="0"/>
          <a:chExt cx="0" cy="0"/>
        </a:xfrm>
      </p:grpSpPr>
      <p:sp>
        <p:nvSpPr>
          <p:cNvPr id="857" name="Google Shape;857;g33dd12b01a3_0_495: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8" name="Google Shape;858;g33dd12b01a3_0_4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2"/>
        <p:cNvGrpSpPr/>
        <p:nvPr/>
      </p:nvGrpSpPr>
      <p:grpSpPr>
        <a:xfrm>
          <a:off x="0" y="0"/>
          <a:ext cx="0" cy="0"/>
          <a:chOff x="0" y="0"/>
          <a:chExt cx="0" cy="0"/>
        </a:xfrm>
      </p:grpSpPr>
      <p:sp>
        <p:nvSpPr>
          <p:cNvPr id="863" name="Google Shape;863;g33dd12b01a3_0_672: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64" name="Google Shape;864;g33dd12b01a3_0_67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3"/>
        <p:cNvGrpSpPr/>
        <p:nvPr/>
      </p:nvGrpSpPr>
      <p:grpSpPr>
        <a:xfrm>
          <a:off x="0" y="0"/>
          <a:ext cx="0" cy="0"/>
          <a:chOff x="0" y="0"/>
          <a:chExt cx="0" cy="0"/>
        </a:xfrm>
      </p:grpSpPr>
      <p:sp>
        <p:nvSpPr>
          <p:cNvPr id="874" name="Google Shape;874;g33dd12b01a3_0_500: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75" name="Google Shape;875;g33dd12b01a3_0_50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4"/>
        <p:cNvGrpSpPr/>
        <p:nvPr/>
      </p:nvGrpSpPr>
      <p:grpSpPr>
        <a:xfrm>
          <a:off x="0" y="0"/>
          <a:ext cx="0" cy="0"/>
          <a:chOff x="0" y="0"/>
          <a:chExt cx="0" cy="0"/>
        </a:xfrm>
      </p:grpSpPr>
      <p:sp>
        <p:nvSpPr>
          <p:cNvPr id="885" name="Google Shape;885;g33dd12b01a3_0_5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86" name="Google Shape;886;g33dd12b01a3_0_5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0"/>
        <p:cNvGrpSpPr/>
        <p:nvPr/>
      </p:nvGrpSpPr>
      <p:grpSpPr>
        <a:xfrm>
          <a:off x="0" y="0"/>
          <a:ext cx="0" cy="0"/>
          <a:chOff x="0" y="0"/>
          <a:chExt cx="0" cy="0"/>
        </a:xfrm>
      </p:grpSpPr>
      <p:sp>
        <p:nvSpPr>
          <p:cNvPr id="891" name="Google Shape;891;g33dd12b01a3_0_515: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92" name="Google Shape;892;g33dd12b01a3_0_5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1"/>
        <p:cNvGrpSpPr/>
        <p:nvPr/>
      </p:nvGrpSpPr>
      <p:grpSpPr>
        <a:xfrm>
          <a:off x="0" y="0"/>
          <a:ext cx="0" cy="0"/>
          <a:chOff x="0" y="0"/>
          <a:chExt cx="0" cy="0"/>
        </a:xfrm>
      </p:grpSpPr>
      <p:sp>
        <p:nvSpPr>
          <p:cNvPr id="902" name="Google Shape;902;g33dd12b01a3_0_6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3" name="Google Shape;903;g33dd12b01a3_0_68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2"/>
        <p:cNvGrpSpPr/>
        <p:nvPr/>
      </p:nvGrpSpPr>
      <p:grpSpPr>
        <a:xfrm>
          <a:off x="0" y="0"/>
          <a:ext cx="0" cy="0"/>
          <a:chOff x="0" y="0"/>
          <a:chExt cx="0" cy="0"/>
        </a:xfrm>
      </p:grpSpPr>
      <p:sp>
        <p:nvSpPr>
          <p:cNvPr id="913" name="Google Shape;913;g33dd12b01a3_0_6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4" name="Google Shape;914;g33dd12b01a3_0_69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3"/>
        <p:cNvGrpSpPr/>
        <p:nvPr/>
      </p:nvGrpSpPr>
      <p:grpSpPr>
        <a:xfrm>
          <a:off x="0" y="0"/>
          <a:ext cx="0" cy="0"/>
          <a:chOff x="0" y="0"/>
          <a:chExt cx="0" cy="0"/>
        </a:xfrm>
      </p:grpSpPr>
      <p:sp>
        <p:nvSpPr>
          <p:cNvPr id="924" name="Google Shape;924;g33dd12b01a3_0_702: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25" name="Google Shape;925;g33dd12b01a3_0_70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9"/>
        <p:cNvGrpSpPr/>
        <p:nvPr/>
      </p:nvGrpSpPr>
      <p:grpSpPr>
        <a:xfrm>
          <a:off x="0" y="0"/>
          <a:ext cx="0" cy="0"/>
          <a:chOff x="0" y="0"/>
          <a:chExt cx="0" cy="0"/>
        </a:xfrm>
      </p:grpSpPr>
      <p:sp>
        <p:nvSpPr>
          <p:cNvPr id="930" name="Google Shape;930;g33dd12b01a3_0_707: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31" name="Google Shape;931;g33dd12b01a3_0_70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0"/>
        <p:cNvGrpSpPr/>
        <p:nvPr/>
      </p:nvGrpSpPr>
      <p:grpSpPr>
        <a:xfrm>
          <a:off x="0" y="0"/>
          <a:ext cx="0" cy="0"/>
          <a:chOff x="0" y="0"/>
          <a:chExt cx="0" cy="0"/>
        </a:xfrm>
      </p:grpSpPr>
      <p:sp>
        <p:nvSpPr>
          <p:cNvPr id="941" name="Google Shape;941;g33dd12b01a3_0_717: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42" name="Google Shape;942;g33dd12b01a3_0_7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1"/>
        <p:cNvGrpSpPr/>
        <p:nvPr/>
      </p:nvGrpSpPr>
      <p:grpSpPr>
        <a:xfrm>
          <a:off x="0" y="0"/>
          <a:ext cx="0" cy="0"/>
          <a:chOff x="0" y="0"/>
          <a:chExt cx="0" cy="0"/>
        </a:xfrm>
      </p:grpSpPr>
      <p:sp>
        <p:nvSpPr>
          <p:cNvPr id="952" name="Google Shape;952;g33dd12b01a3_0_727: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53" name="Google Shape;953;g33dd12b01a3_0_7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2"/>
        <p:cNvGrpSpPr/>
        <p:nvPr/>
      </p:nvGrpSpPr>
      <p:grpSpPr>
        <a:xfrm>
          <a:off x="0" y="0"/>
          <a:ext cx="0" cy="0"/>
          <a:chOff x="0" y="0"/>
          <a:chExt cx="0" cy="0"/>
        </a:xfrm>
      </p:grpSpPr>
      <p:sp>
        <p:nvSpPr>
          <p:cNvPr id="963" name="Google Shape;963;g33dd12b01a3_0_7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64" name="Google Shape;964;g33dd12b01a3_0_7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8"/>
        <p:cNvGrpSpPr/>
        <p:nvPr/>
      </p:nvGrpSpPr>
      <p:grpSpPr>
        <a:xfrm>
          <a:off x="0" y="0"/>
          <a:ext cx="0" cy="0"/>
          <a:chOff x="0" y="0"/>
          <a:chExt cx="0" cy="0"/>
        </a:xfrm>
      </p:grpSpPr>
      <p:sp>
        <p:nvSpPr>
          <p:cNvPr id="969" name="Google Shape;969;g33dd12b01a3_0_742: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0" name="Google Shape;970;g33dd12b01a3_0_7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9"/>
        <p:cNvGrpSpPr/>
        <p:nvPr/>
      </p:nvGrpSpPr>
      <p:grpSpPr>
        <a:xfrm>
          <a:off x="0" y="0"/>
          <a:ext cx="0" cy="0"/>
          <a:chOff x="0" y="0"/>
          <a:chExt cx="0" cy="0"/>
        </a:xfrm>
      </p:grpSpPr>
      <p:sp>
        <p:nvSpPr>
          <p:cNvPr id="980" name="Google Shape;980;g33dd12b01a3_0_752: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81" name="Google Shape;981;g33dd12b01a3_0_7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0"/>
        <p:cNvGrpSpPr/>
        <p:nvPr/>
      </p:nvGrpSpPr>
      <p:grpSpPr>
        <a:xfrm>
          <a:off x="0" y="0"/>
          <a:ext cx="0" cy="0"/>
          <a:chOff x="0" y="0"/>
          <a:chExt cx="0" cy="0"/>
        </a:xfrm>
      </p:grpSpPr>
      <p:sp>
        <p:nvSpPr>
          <p:cNvPr id="991" name="Google Shape;991;g33dd12b01a3_0_762: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92" name="Google Shape;992;g33dd12b01a3_0_76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1"/>
        <p:cNvGrpSpPr/>
        <p:nvPr/>
      </p:nvGrpSpPr>
      <p:grpSpPr>
        <a:xfrm>
          <a:off x="0" y="0"/>
          <a:ext cx="0" cy="0"/>
          <a:chOff x="0" y="0"/>
          <a:chExt cx="0" cy="0"/>
        </a:xfrm>
      </p:grpSpPr>
      <p:sp>
        <p:nvSpPr>
          <p:cNvPr id="1002" name="Google Shape;1002;g33dd12b01a3_0_772: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03" name="Google Shape;1003;g33dd12b01a3_0_77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2"/>
        <p:cNvGrpSpPr/>
        <p:nvPr/>
      </p:nvGrpSpPr>
      <p:grpSpPr>
        <a:xfrm>
          <a:off x="0" y="0"/>
          <a:ext cx="0" cy="0"/>
          <a:chOff x="0" y="0"/>
          <a:chExt cx="0" cy="0"/>
        </a:xfrm>
      </p:grpSpPr>
      <p:sp>
        <p:nvSpPr>
          <p:cNvPr id="1013" name="Google Shape;1013;g33dd12b01a3_0_7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14" name="Google Shape;1014;g33dd12b01a3_0_78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3"/>
        <p:cNvGrpSpPr/>
        <p:nvPr/>
      </p:nvGrpSpPr>
      <p:grpSpPr>
        <a:xfrm>
          <a:off x="0" y="0"/>
          <a:ext cx="0" cy="0"/>
          <a:chOff x="0" y="0"/>
          <a:chExt cx="0" cy="0"/>
        </a:xfrm>
      </p:grpSpPr>
      <p:sp>
        <p:nvSpPr>
          <p:cNvPr id="1024" name="Google Shape;1024;g33dd12b01a3_0_792: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25" name="Google Shape;1025;g33dd12b01a3_0_79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4"/>
        <p:cNvGrpSpPr/>
        <p:nvPr/>
      </p:nvGrpSpPr>
      <p:grpSpPr>
        <a:xfrm>
          <a:off x="0" y="0"/>
          <a:ext cx="0" cy="0"/>
          <a:chOff x="0" y="0"/>
          <a:chExt cx="0" cy="0"/>
        </a:xfrm>
      </p:grpSpPr>
      <p:sp>
        <p:nvSpPr>
          <p:cNvPr id="1035" name="Google Shape;1035;g33dd12b01a3_0_802: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36" name="Google Shape;1036;g33dd12b01a3_0_80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0"/>
        <p:cNvGrpSpPr/>
        <p:nvPr/>
      </p:nvGrpSpPr>
      <p:grpSpPr>
        <a:xfrm>
          <a:off x="0" y="0"/>
          <a:ext cx="0" cy="0"/>
          <a:chOff x="0" y="0"/>
          <a:chExt cx="0" cy="0"/>
        </a:xfrm>
      </p:grpSpPr>
      <p:sp>
        <p:nvSpPr>
          <p:cNvPr id="1041" name="Google Shape;1041;g33dd12b01a3_0_807: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2" name="Google Shape;1042;g33dd12b01a3_0_80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1"/>
        <p:cNvGrpSpPr/>
        <p:nvPr/>
      </p:nvGrpSpPr>
      <p:grpSpPr>
        <a:xfrm>
          <a:off x="0" y="0"/>
          <a:ext cx="0" cy="0"/>
          <a:chOff x="0" y="0"/>
          <a:chExt cx="0" cy="0"/>
        </a:xfrm>
      </p:grpSpPr>
      <p:sp>
        <p:nvSpPr>
          <p:cNvPr id="1052" name="Google Shape;1052;g33dd12b01a3_0_817: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3" name="Google Shape;1053;g33dd12b01a3_0_8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2"/>
        <p:cNvGrpSpPr/>
        <p:nvPr/>
      </p:nvGrpSpPr>
      <p:grpSpPr>
        <a:xfrm>
          <a:off x="0" y="0"/>
          <a:ext cx="0" cy="0"/>
          <a:chOff x="0" y="0"/>
          <a:chExt cx="0" cy="0"/>
        </a:xfrm>
      </p:grpSpPr>
      <p:sp>
        <p:nvSpPr>
          <p:cNvPr id="1063" name="Google Shape;1063;g33dd12b01a3_0_827: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64" name="Google Shape;1064;g33dd12b01a3_0_8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3"/>
        <p:cNvGrpSpPr/>
        <p:nvPr/>
      </p:nvGrpSpPr>
      <p:grpSpPr>
        <a:xfrm>
          <a:off x="0" y="0"/>
          <a:ext cx="0" cy="0"/>
          <a:chOff x="0" y="0"/>
          <a:chExt cx="0" cy="0"/>
        </a:xfrm>
      </p:grpSpPr>
      <p:sp>
        <p:nvSpPr>
          <p:cNvPr id="1074" name="Google Shape;1074;g33dd12b01a3_0_837: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75" name="Google Shape;1075;g33dd12b01a3_0_8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4"/>
        <p:cNvGrpSpPr/>
        <p:nvPr/>
      </p:nvGrpSpPr>
      <p:grpSpPr>
        <a:xfrm>
          <a:off x="0" y="0"/>
          <a:ext cx="0" cy="0"/>
          <a:chOff x="0" y="0"/>
          <a:chExt cx="0" cy="0"/>
        </a:xfrm>
      </p:grpSpPr>
      <p:sp>
        <p:nvSpPr>
          <p:cNvPr id="1085" name="Google Shape;1085;g33dd12b01a3_0_847: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86" name="Google Shape;1086;g33dd12b01a3_0_8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0"/>
        <p:cNvGrpSpPr/>
        <p:nvPr/>
      </p:nvGrpSpPr>
      <p:grpSpPr>
        <a:xfrm>
          <a:off x="0" y="0"/>
          <a:ext cx="0" cy="0"/>
          <a:chOff x="0" y="0"/>
          <a:chExt cx="0" cy="0"/>
        </a:xfrm>
      </p:grpSpPr>
      <p:sp>
        <p:nvSpPr>
          <p:cNvPr id="1091" name="Google Shape;1091;g33dd12b01a3_0_852: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92" name="Google Shape;1092;g33dd12b01a3_0_8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1"/>
        <p:cNvGrpSpPr/>
        <p:nvPr/>
      </p:nvGrpSpPr>
      <p:grpSpPr>
        <a:xfrm>
          <a:off x="0" y="0"/>
          <a:ext cx="0" cy="0"/>
          <a:chOff x="0" y="0"/>
          <a:chExt cx="0" cy="0"/>
        </a:xfrm>
      </p:grpSpPr>
      <p:sp>
        <p:nvSpPr>
          <p:cNvPr id="1102" name="Google Shape;1102;g33dd12b01a3_0_872: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03" name="Google Shape;1103;g33dd12b01a3_0_87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7"/>
        <p:cNvGrpSpPr/>
        <p:nvPr/>
      </p:nvGrpSpPr>
      <p:grpSpPr>
        <a:xfrm>
          <a:off x="0" y="0"/>
          <a:ext cx="0" cy="0"/>
          <a:chOff x="0" y="0"/>
          <a:chExt cx="0" cy="0"/>
        </a:xfrm>
      </p:grpSpPr>
      <p:sp>
        <p:nvSpPr>
          <p:cNvPr id="1108" name="Google Shape;1108;g33dd12b01a3_0_862: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09" name="Google Shape;1109;g33dd12b01a3_0_86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8"/>
        <p:cNvGrpSpPr/>
        <p:nvPr/>
      </p:nvGrpSpPr>
      <p:grpSpPr>
        <a:xfrm>
          <a:off x="0" y="0"/>
          <a:ext cx="0" cy="0"/>
          <a:chOff x="0" y="0"/>
          <a:chExt cx="0" cy="0"/>
        </a:xfrm>
      </p:grpSpPr>
      <p:sp>
        <p:nvSpPr>
          <p:cNvPr id="1119" name="Google Shape;1119;g33dd12b01a3_0_877: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20" name="Google Shape;1120;g33dd12b01a3_0_87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9"/>
        <p:cNvGrpSpPr/>
        <p:nvPr/>
      </p:nvGrpSpPr>
      <p:grpSpPr>
        <a:xfrm>
          <a:off x="0" y="0"/>
          <a:ext cx="0" cy="0"/>
          <a:chOff x="0" y="0"/>
          <a:chExt cx="0" cy="0"/>
        </a:xfrm>
      </p:grpSpPr>
      <p:sp>
        <p:nvSpPr>
          <p:cNvPr id="1130" name="Google Shape;1130;g33dd12b01a3_0_917: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31" name="Google Shape;1131;g33dd12b01a3_0_9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0"/>
        <p:cNvGrpSpPr/>
        <p:nvPr/>
      </p:nvGrpSpPr>
      <p:grpSpPr>
        <a:xfrm>
          <a:off x="0" y="0"/>
          <a:ext cx="0" cy="0"/>
          <a:chOff x="0" y="0"/>
          <a:chExt cx="0" cy="0"/>
        </a:xfrm>
      </p:grpSpPr>
      <p:sp>
        <p:nvSpPr>
          <p:cNvPr id="1141" name="Google Shape;1141;g33dd12b01a3_0_897: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42" name="Google Shape;1142;g33dd12b01a3_0_89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1"/>
        <p:cNvGrpSpPr/>
        <p:nvPr/>
      </p:nvGrpSpPr>
      <p:grpSpPr>
        <a:xfrm>
          <a:off x="0" y="0"/>
          <a:ext cx="0" cy="0"/>
          <a:chOff x="0" y="0"/>
          <a:chExt cx="0" cy="0"/>
        </a:xfrm>
      </p:grpSpPr>
      <p:sp>
        <p:nvSpPr>
          <p:cNvPr id="1152" name="Google Shape;1152;g33dd12b01a3_0_907: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53" name="Google Shape;1153;g33dd12b01a3_0_90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2"/>
        <p:cNvGrpSpPr/>
        <p:nvPr/>
      </p:nvGrpSpPr>
      <p:grpSpPr>
        <a:xfrm>
          <a:off x="0" y="0"/>
          <a:ext cx="0" cy="0"/>
          <a:chOff x="0" y="0"/>
          <a:chExt cx="0" cy="0"/>
        </a:xfrm>
      </p:grpSpPr>
      <p:sp>
        <p:nvSpPr>
          <p:cNvPr id="1163" name="Google Shape;1163;g33dd12b01a3_0_927: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64" name="Google Shape;1164;g33dd12b01a3_0_9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8"/>
        <p:cNvGrpSpPr/>
        <p:nvPr/>
      </p:nvGrpSpPr>
      <p:grpSpPr>
        <a:xfrm>
          <a:off x="0" y="0"/>
          <a:ext cx="0" cy="0"/>
          <a:chOff x="0" y="0"/>
          <a:chExt cx="0" cy="0"/>
        </a:xfrm>
      </p:grpSpPr>
      <p:sp>
        <p:nvSpPr>
          <p:cNvPr id="1169" name="Google Shape;1169;g33dd12b01a3_0_932: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70" name="Google Shape;1170;g33dd12b01a3_0_9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9"/>
        <p:cNvGrpSpPr/>
        <p:nvPr/>
      </p:nvGrpSpPr>
      <p:grpSpPr>
        <a:xfrm>
          <a:off x="0" y="0"/>
          <a:ext cx="0" cy="0"/>
          <a:chOff x="0" y="0"/>
          <a:chExt cx="0" cy="0"/>
        </a:xfrm>
      </p:grpSpPr>
      <p:sp>
        <p:nvSpPr>
          <p:cNvPr id="1180" name="Google Shape;1180;g33dd12b01a3_0_1003: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81" name="Google Shape;1181;g33dd12b01a3_0_100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0"/>
        <p:cNvGrpSpPr/>
        <p:nvPr/>
      </p:nvGrpSpPr>
      <p:grpSpPr>
        <a:xfrm>
          <a:off x="0" y="0"/>
          <a:ext cx="0" cy="0"/>
          <a:chOff x="0" y="0"/>
          <a:chExt cx="0" cy="0"/>
        </a:xfrm>
      </p:grpSpPr>
      <p:sp>
        <p:nvSpPr>
          <p:cNvPr id="1191" name="Google Shape;1191;g33dd12b01a3_0_1023: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92" name="Google Shape;1192;g33dd12b01a3_0_10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1"/>
        <p:cNvGrpSpPr/>
        <p:nvPr/>
      </p:nvGrpSpPr>
      <p:grpSpPr>
        <a:xfrm>
          <a:off x="0" y="0"/>
          <a:ext cx="0" cy="0"/>
          <a:chOff x="0" y="0"/>
          <a:chExt cx="0" cy="0"/>
        </a:xfrm>
      </p:grpSpPr>
      <p:sp>
        <p:nvSpPr>
          <p:cNvPr id="1202" name="Google Shape;1202;g33dd12b01a3_0_942: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03" name="Google Shape;1203;g33dd12b01a3_0_9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2"/>
        <p:cNvGrpSpPr/>
        <p:nvPr/>
      </p:nvGrpSpPr>
      <p:grpSpPr>
        <a:xfrm>
          <a:off x="0" y="0"/>
          <a:ext cx="0" cy="0"/>
          <a:chOff x="0" y="0"/>
          <a:chExt cx="0" cy="0"/>
        </a:xfrm>
      </p:grpSpPr>
      <p:sp>
        <p:nvSpPr>
          <p:cNvPr id="1213" name="Google Shape;1213;g33dd12b01a3_0_952: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14" name="Google Shape;1214;g33dd12b01a3_0_9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3"/>
        <p:cNvGrpSpPr/>
        <p:nvPr/>
      </p:nvGrpSpPr>
      <p:grpSpPr>
        <a:xfrm>
          <a:off x="0" y="0"/>
          <a:ext cx="0" cy="0"/>
          <a:chOff x="0" y="0"/>
          <a:chExt cx="0" cy="0"/>
        </a:xfrm>
      </p:grpSpPr>
      <p:sp>
        <p:nvSpPr>
          <p:cNvPr id="1224" name="Google Shape;1224;g33dd12b01a3_0_1013: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25" name="Google Shape;1225;g33dd12b01a3_0_10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4"/>
        <p:cNvGrpSpPr/>
        <p:nvPr/>
      </p:nvGrpSpPr>
      <p:grpSpPr>
        <a:xfrm>
          <a:off x="0" y="0"/>
          <a:ext cx="0" cy="0"/>
          <a:chOff x="0" y="0"/>
          <a:chExt cx="0" cy="0"/>
        </a:xfrm>
      </p:grpSpPr>
      <p:sp>
        <p:nvSpPr>
          <p:cNvPr id="1235" name="Google Shape;1235;g33dd12b01a3_0_962: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36" name="Google Shape;1236;g33dd12b01a3_0_96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5"/>
        <p:cNvGrpSpPr/>
        <p:nvPr/>
      </p:nvGrpSpPr>
      <p:grpSpPr>
        <a:xfrm>
          <a:off x="0" y="0"/>
          <a:ext cx="0" cy="0"/>
          <a:chOff x="0" y="0"/>
          <a:chExt cx="0" cy="0"/>
        </a:xfrm>
      </p:grpSpPr>
      <p:sp>
        <p:nvSpPr>
          <p:cNvPr id="1246" name="Google Shape;1246;g33dd12b01a3_0_972: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47" name="Google Shape;1247;g33dd12b01a3_0_97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6"/>
        <p:cNvGrpSpPr/>
        <p:nvPr/>
      </p:nvGrpSpPr>
      <p:grpSpPr>
        <a:xfrm>
          <a:off x="0" y="0"/>
          <a:ext cx="0" cy="0"/>
          <a:chOff x="0" y="0"/>
          <a:chExt cx="0" cy="0"/>
        </a:xfrm>
      </p:grpSpPr>
      <p:sp>
        <p:nvSpPr>
          <p:cNvPr id="1257" name="Google Shape;1257;g33dd12b01a3_0_982: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58" name="Google Shape;1258;g33dd12b01a3_0_98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7"/>
        <p:cNvGrpSpPr/>
        <p:nvPr/>
      </p:nvGrpSpPr>
      <p:grpSpPr>
        <a:xfrm>
          <a:off x="0" y="0"/>
          <a:ext cx="0" cy="0"/>
          <a:chOff x="0" y="0"/>
          <a:chExt cx="0" cy="0"/>
        </a:xfrm>
      </p:grpSpPr>
      <p:sp>
        <p:nvSpPr>
          <p:cNvPr id="1268" name="Google Shape;1268;g33dd12b01a3_0_992: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69" name="Google Shape;1269;g33dd12b01a3_0_99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8"/>
        <p:cNvGrpSpPr/>
        <p:nvPr/>
      </p:nvGrpSpPr>
      <p:grpSpPr>
        <a:xfrm>
          <a:off x="0" y="0"/>
          <a:ext cx="0" cy="0"/>
          <a:chOff x="0" y="0"/>
          <a:chExt cx="0" cy="0"/>
        </a:xfrm>
      </p:grpSpPr>
      <p:sp>
        <p:nvSpPr>
          <p:cNvPr id="1279" name="Google Shape;1279;g33dd12b01a3_0_10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0" name="Google Shape;1280;g33dd12b01a3_0_10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4"/>
        <p:cNvGrpSpPr/>
        <p:nvPr/>
      </p:nvGrpSpPr>
      <p:grpSpPr>
        <a:xfrm>
          <a:off x="0" y="0"/>
          <a:ext cx="0" cy="0"/>
          <a:chOff x="0" y="0"/>
          <a:chExt cx="0" cy="0"/>
        </a:xfrm>
      </p:grpSpPr>
      <p:sp>
        <p:nvSpPr>
          <p:cNvPr id="1285" name="Google Shape;1285;g33dd12b01a3_0_1038: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6" name="Google Shape;1286;g33dd12b01a3_0_10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5"/>
        <p:cNvGrpSpPr/>
        <p:nvPr/>
      </p:nvGrpSpPr>
      <p:grpSpPr>
        <a:xfrm>
          <a:off x="0" y="0"/>
          <a:ext cx="0" cy="0"/>
          <a:chOff x="0" y="0"/>
          <a:chExt cx="0" cy="0"/>
        </a:xfrm>
      </p:grpSpPr>
      <p:sp>
        <p:nvSpPr>
          <p:cNvPr id="1296" name="Google Shape;1296;g33dd12b01a3_0_1048: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97" name="Google Shape;1297;g33dd12b01a3_0_10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6"/>
        <p:cNvGrpSpPr/>
        <p:nvPr/>
      </p:nvGrpSpPr>
      <p:grpSpPr>
        <a:xfrm>
          <a:off x="0" y="0"/>
          <a:ext cx="0" cy="0"/>
          <a:chOff x="0" y="0"/>
          <a:chExt cx="0" cy="0"/>
        </a:xfrm>
      </p:grpSpPr>
      <p:sp>
        <p:nvSpPr>
          <p:cNvPr id="1307" name="Google Shape;1307;g33dd12b01a3_0_1058:notes"/>
          <p:cNvSpPr>
            <a:spLocks noGrp="1" noRot="1" noChangeAspect="1"/>
          </p:cNvSpPr>
          <p:nvPr>
            <p:ph type="sldImg" idx="2"/>
          </p:nvPr>
        </p:nvSpPr>
        <p:spPr>
          <a:xfrm>
            <a:off x="381316"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08" name="Google Shape;1308;g33dd12b01a3_0_105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1458900" y="2644900"/>
            <a:ext cx="15376200" cy="3329400"/>
          </a:xfrm>
          <a:prstGeom prst="rect">
            <a:avLst/>
          </a:prstGeom>
          <a:noFill/>
          <a:ln>
            <a:noFill/>
          </a:ln>
        </p:spPr>
        <p:txBody>
          <a:bodyPr spcFirstLastPara="1" wrap="square" lIns="156175" tIns="156175" rIns="156175" bIns="156175" anchor="t" anchorCtr="0">
            <a:normAutofit/>
          </a:bodyPr>
          <a:lstStyle>
            <a:lvl1pPr lvl="0" algn="l">
              <a:lnSpc>
                <a:spcPct val="100000"/>
              </a:lnSpc>
              <a:spcBef>
                <a:spcPts val="0"/>
              </a:spcBef>
              <a:spcAft>
                <a:spcPts val="0"/>
              </a:spcAft>
              <a:buSzPts val="7200"/>
              <a:buFont typeface="GFS Didot"/>
              <a:buNone/>
              <a:defRPr sz="7200">
                <a:latin typeface="GFS Didot"/>
                <a:ea typeface="GFS Didot"/>
                <a:cs typeface="GFS Didot"/>
                <a:sym typeface="GFS Didot"/>
              </a:defRPr>
            </a:lvl1pPr>
            <a:lvl2pPr lvl="1" algn="l">
              <a:lnSpc>
                <a:spcPct val="100000"/>
              </a:lnSpc>
              <a:spcBef>
                <a:spcPts val="0"/>
              </a:spcBef>
              <a:spcAft>
                <a:spcPts val="0"/>
              </a:spcAft>
              <a:buSzPts val="7200"/>
              <a:buNone/>
              <a:defRPr sz="7200"/>
            </a:lvl2pPr>
            <a:lvl3pPr lvl="2" algn="l">
              <a:lnSpc>
                <a:spcPct val="100000"/>
              </a:lnSpc>
              <a:spcBef>
                <a:spcPts val="0"/>
              </a:spcBef>
              <a:spcAft>
                <a:spcPts val="0"/>
              </a:spcAft>
              <a:buSzPts val="7200"/>
              <a:buNone/>
              <a:defRPr sz="7200"/>
            </a:lvl3pPr>
            <a:lvl4pPr lvl="3" algn="l">
              <a:lnSpc>
                <a:spcPct val="100000"/>
              </a:lnSpc>
              <a:spcBef>
                <a:spcPts val="0"/>
              </a:spcBef>
              <a:spcAft>
                <a:spcPts val="0"/>
              </a:spcAft>
              <a:buSzPts val="7200"/>
              <a:buNone/>
              <a:defRPr sz="7200"/>
            </a:lvl4pPr>
            <a:lvl5pPr lvl="4" algn="l">
              <a:lnSpc>
                <a:spcPct val="100000"/>
              </a:lnSpc>
              <a:spcBef>
                <a:spcPts val="0"/>
              </a:spcBef>
              <a:spcAft>
                <a:spcPts val="0"/>
              </a:spcAft>
              <a:buSzPts val="7200"/>
              <a:buNone/>
              <a:defRPr sz="7200"/>
            </a:lvl5pPr>
            <a:lvl6pPr lvl="5" algn="l">
              <a:lnSpc>
                <a:spcPct val="100000"/>
              </a:lnSpc>
              <a:spcBef>
                <a:spcPts val="0"/>
              </a:spcBef>
              <a:spcAft>
                <a:spcPts val="0"/>
              </a:spcAft>
              <a:buSzPts val="7200"/>
              <a:buNone/>
              <a:defRPr sz="7200"/>
            </a:lvl6pPr>
            <a:lvl7pPr lvl="6" algn="l">
              <a:lnSpc>
                <a:spcPct val="100000"/>
              </a:lnSpc>
              <a:spcBef>
                <a:spcPts val="0"/>
              </a:spcBef>
              <a:spcAft>
                <a:spcPts val="0"/>
              </a:spcAft>
              <a:buSzPts val="7200"/>
              <a:buNone/>
              <a:defRPr sz="7200"/>
            </a:lvl7pPr>
            <a:lvl8pPr lvl="7" algn="l">
              <a:lnSpc>
                <a:spcPct val="100000"/>
              </a:lnSpc>
              <a:spcBef>
                <a:spcPts val="0"/>
              </a:spcBef>
              <a:spcAft>
                <a:spcPts val="0"/>
              </a:spcAft>
              <a:buSzPts val="7200"/>
              <a:buNone/>
              <a:defRPr sz="7200"/>
            </a:lvl8pPr>
            <a:lvl9pPr lvl="8" algn="l">
              <a:lnSpc>
                <a:spcPct val="100000"/>
              </a:lnSpc>
              <a:spcBef>
                <a:spcPts val="0"/>
              </a:spcBef>
              <a:spcAft>
                <a:spcPts val="0"/>
              </a:spcAft>
              <a:buSzPts val="7200"/>
              <a:buNone/>
              <a:defRPr sz="7200"/>
            </a:lvl9pPr>
          </a:lstStyle>
          <a:p>
            <a:endParaRPr/>
          </a:p>
        </p:txBody>
      </p:sp>
      <p:sp>
        <p:nvSpPr>
          <p:cNvPr id="11" name="Google Shape;11;p2"/>
          <p:cNvSpPr txBox="1">
            <a:spLocks noGrp="1"/>
          </p:cNvSpPr>
          <p:nvPr>
            <p:ph type="subTitle" idx="1"/>
          </p:nvPr>
        </p:nvSpPr>
        <p:spPr>
          <a:xfrm>
            <a:off x="1459255" y="6345800"/>
            <a:ext cx="15376200" cy="1082400"/>
          </a:xfrm>
          <a:prstGeom prst="rect">
            <a:avLst/>
          </a:prstGeom>
          <a:noFill/>
          <a:ln>
            <a:noFill/>
          </a:ln>
        </p:spPr>
        <p:txBody>
          <a:bodyPr spcFirstLastPara="1" wrap="square" lIns="156175" tIns="156175" rIns="156175" bIns="156175" anchor="t" anchorCtr="0">
            <a:normAutofit/>
          </a:bodyPr>
          <a:lstStyle>
            <a:lvl1pPr lvl="0" algn="l">
              <a:lnSpc>
                <a:spcPct val="100000"/>
              </a:lnSpc>
              <a:spcBef>
                <a:spcPts val="0"/>
              </a:spcBef>
              <a:spcAft>
                <a:spcPts val="0"/>
              </a:spcAft>
              <a:buSzPts val="2700"/>
              <a:buFont typeface="GFS Neohellenic"/>
              <a:buNone/>
              <a:defRPr sz="2700">
                <a:latin typeface="GFS Neohellenic"/>
                <a:ea typeface="GFS Neohellenic"/>
                <a:cs typeface="GFS Neohellenic"/>
                <a:sym typeface="GFS Neohellenic"/>
              </a:defRPr>
            </a:lvl1pPr>
            <a:lvl2pPr lvl="1" algn="l">
              <a:lnSpc>
                <a:spcPct val="100000"/>
              </a:lnSpc>
              <a:spcBef>
                <a:spcPts val="0"/>
              </a:spcBef>
              <a:spcAft>
                <a:spcPts val="0"/>
              </a:spcAft>
              <a:buSzPts val="2700"/>
              <a:buNone/>
              <a:defRPr sz="2700"/>
            </a:lvl2pPr>
            <a:lvl3pPr lvl="2" algn="l">
              <a:lnSpc>
                <a:spcPct val="100000"/>
              </a:lnSpc>
              <a:spcBef>
                <a:spcPts val="0"/>
              </a:spcBef>
              <a:spcAft>
                <a:spcPts val="0"/>
              </a:spcAft>
              <a:buSzPts val="2700"/>
              <a:buNone/>
              <a:defRPr sz="2700"/>
            </a:lvl3pPr>
            <a:lvl4pPr lvl="3" algn="l">
              <a:lnSpc>
                <a:spcPct val="100000"/>
              </a:lnSpc>
              <a:spcBef>
                <a:spcPts val="0"/>
              </a:spcBef>
              <a:spcAft>
                <a:spcPts val="0"/>
              </a:spcAft>
              <a:buSzPts val="2700"/>
              <a:buNone/>
              <a:defRPr sz="2700"/>
            </a:lvl4pPr>
            <a:lvl5pPr lvl="4" algn="l">
              <a:lnSpc>
                <a:spcPct val="100000"/>
              </a:lnSpc>
              <a:spcBef>
                <a:spcPts val="0"/>
              </a:spcBef>
              <a:spcAft>
                <a:spcPts val="0"/>
              </a:spcAft>
              <a:buSzPts val="2700"/>
              <a:buNone/>
              <a:defRPr sz="2700"/>
            </a:lvl5pPr>
            <a:lvl6pPr lvl="5" algn="l">
              <a:lnSpc>
                <a:spcPct val="100000"/>
              </a:lnSpc>
              <a:spcBef>
                <a:spcPts val="0"/>
              </a:spcBef>
              <a:spcAft>
                <a:spcPts val="0"/>
              </a:spcAft>
              <a:buSzPts val="2700"/>
              <a:buNone/>
              <a:defRPr sz="2700"/>
            </a:lvl6pPr>
            <a:lvl7pPr lvl="6" algn="l">
              <a:lnSpc>
                <a:spcPct val="100000"/>
              </a:lnSpc>
              <a:spcBef>
                <a:spcPts val="0"/>
              </a:spcBef>
              <a:spcAft>
                <a:spcPts val="0"/>
              </a:spcAft>
              <a:buSzPts val="2700"/>
              <a:buNone/>
              <a:defRPr sz="2700"/>
            </a:lvl7pPr>
            <a:lvl8pPr lvl="7" algn="l">
              <a:lnSpc>
                <a:spcPct val="100000"/>
              </a:lnSpc>
              <a:spcBef>
                <a:spcPts val="0"/>
              </a:spcBef>
              <a:spcAft>
                <a:spcPts val="0"/>
              </a:spcAft>
              <a:buSzPts val="2700"/>
              <a:buNone/>
              <a:defRPr sz="2700"/>
            </a:lvl8pPr>
            <a:lvl9pPr lvl="8" algn="l">
              <a:lnSpc>
                <a:spcPct val="100000"/>
              </a:lnSpc>
              <a:spcBef>
                <a:spcPts val="0"/>
              </a:spcBef>
              <a:spcAft>
                <a:spcPts val="0"/>
              </a:spcAft>
              <a:buSzPts val="2700"/>
              <a:buNone/>
              <a:defRPr sz="2700"/>
            </a:lvl9pPr>
          </a:lstStyle>
          <a:p>
            <a:endParaRPr/>
          </a:p>
        </p:txBody>
      </p:sp>
      <p:sp>
        <p:nvSpPr>
          <p:cNvPr id="12" name="Google Shape;12;p2"/>
          <p:cNvSpPr txBox="1">
            <a:spLocks noGrp="1"/>
          </p:cNvSpPr>
          <p:nvPr>
            <p:ph type="sldNum" idx="12"/>
          </p:nvPr>
        </p:nvSpPr>
        <p:spPr>
          <a:xfrm>
            <a:off x="17072605" y="9499702"/>
            <a:ext cx="1097400" cy="786900"/>
          </a:xfrm>
          <a:prstGeom prst="rect">
            <a:avLst/>
          </a:prstGeom>
          <a:noFill/>
          <a:ln>
            <a:noFill/>
          </a:ln>
        </p:spPr>
        <p:txBody>
          <a:bodyPr spcFirstLastPara="1" wrap="square" lIns="156175" tIns="156175" rIns="156175" bIns="156175" anchor="ctr" anchorCtr="0">
            <a:normAutofit/>
          </a:bodyPr>
          <a:lstStyle>
            <a:lvl1pPr marL="0" marR="0" lvl="0" indent="0" algn="r">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1458900" y="2637300"/>
            <a:ext cx="15377400" cy="1070700"/>
          </a:xfrm>
          <a:prstGeom prst="rect">
            <a:avLst/>
          </a:prstGeom>
          <a:noFill/>
          <a:ln>
            <a:noFill/>
          </a:ln>
        </p:spPr>
        <p:txBody>
          <a:bodyPr spcFirstLastPara="1" wrap="square" lIns="156175" tIns="156175" rIns="156175" bIns="156175" anchor="t" anchorCtr="0">
            <a:normAutofit/>
          </a:bodyPr>
          <a:lstStyle>
            <a:lvl1pPr lvl="0" algn="l">
              <a:lnSpc>
                <a:spcPct val="100000"/>
              </a:lnSpc>
              <a:spcBef>
                <a:spcPts val="0"/>
              </a:spcBef>
              <a:spcAft>
                <a:spcPts val="0"/>
              </a:spcAft>
              <a:buSzPts val="4400"/>
              <a:buNone/>
              <a:defRPr sz="4400"/>
            </a:lvl1pPr>
            <a:lvl2pPr lvl="1" algn="l">
              <a:lnSpc>
                <a:spcPct val="100000"/>
              </a:lnSpc>
              <a:spcBef>
                <a:spcPts val="0"/>
              </a:spcBef>
              <a:spcAft>
                <a:spcPts val="0"/>
              </a:spcAft>
              <a:buSzPts val="4400"/>
              <a:buNone/>
              <a:defRPr sz="4400"/>
            </a:lvl2pPr>
            <a:lvl3pPr lvl="2" algn="l">
              <a:lnSpc>
                <a:spcPct val="100000"/>
              </a:lnSpc>
              <a:spcBef>
                <a:spcPts val="0"/>
              </a:spcBef>
              <a:spcAft>
                <a:spcPts val="0"/>
              </a:spcAft>
              <a:buSzPts val="4400"/>
              <a:buNone/>
              <a:defRPr sz="4400"/>
            </a:lvl3pPr>
            <a:lvl4pPr lvl="3" algn="l">
              <a:lnSpc>
                <a:spcPct val="100000"/>
              </a:lnSpc>
              <a:spcBef>
                <a:spcPts val="0"/>
              </a:spcBef>
              <a:spcAft>
                <a:spcPts val="0"/>
              </a:spcAft>
              <a:buSzPts val="4400"/>
              <a:buNone/>
              <a:defRPr sz="4400"/>
            </a:lvl4pPr>
            <a:lvl5pPr lvl="4" algn="l">
              <a:lnSpc>
                <a:spcPct val="100000"/>
              </a:lnSpc>
              <a:spcBef>
                <a:spcPts val="0"/>
              </a:spcBef>
              <a:spcAft>
                <a:spcPts val="0"/>
              </a:spcAft>
              <a:buSzPts val="4400"/>
              <a:buNone/>
              <a:defRPr sz="4400"/>
            </a:lvl5pPr>
            <a:lvl6pPr lvl="5" algn="l">
              <a:lnSpc>
                <a:spcPct val="100000"/>
              </a:lnSpc>
              <a:spcBef>
                <a:spcPts val="0"/>
              </a:spcBef>
              <a:spcAft>
                <a:spcPts val="0"/>
              </a:spcAft>
              <a:buSzPts val="4400"/>
              <a:buNone/>
              <a:defRPr sz="4400"/>
            </a:lvl6pPr>
            <a:lvl7pPr lvl="6" algn="l">
              <a:lnSpc>
                <a:spcPct val="100000"/>
              </a:lnSpc>
              <a:spcBef>
                <a:spcPts val="0"/>
              </a:spcBef>
              <a:spcAft>
                <a:spcPts val="0"/>
              </a:spcAft>
              <a:buSzPts val="4400"/>
              <a:buNone/>
              <a:defRPr sz="4400"/>
            </a:lvl7pPr>
            <a:lvl8pPr lvl="7" algn="l">
              <a:lnSpc>
                <a:spcPct val="100000"/>
              </a:lnSpc>
              <a:spcBef>
                <a:spcPts val="0"/>
              </a:spcBef>
              <a:spcAft>
                <a:spcPts val="0"/>
              </a:spcAft>
              <a:buSzPts val="4400"/>
              <a:buNone/>
              <a:defRPr sz="4400"/>
            </a:lvl8pPr>
            <a:lvl9pPr lvl="8" algn="l">
              <a:lnSpc>
                <a:spcPct val="100000"/>
              </a:lnSpc>
              <a:spcBef>
                <a:spcPts val="0"/>
              </a:spcBef>
              <a:spcAft>
                <a:spcPts val="0"/>
              </a:spcAft>
              <a:buSzPts val="4400"/>
              <a:buNone/>
              <a:defRPr sz="4400"/>
            </a:lvl9pPr>
          </a:lstStyle>
          <a:p>
            <a:endParaRPr/>
          </a:p>
        </p:txBody>
      </p:sp>
      <p:sp>
        <p:nvSpPr>
          <p:cNvPr id="15" name="Google Shape;15;p3"/>
          <p:cNvSpPr txBox="1">
            <a:spLocks noGrp="1"/>
          </p:cNvSpPr>
          <p:nvPr>
            <p:ph type="body" idx="1"/>
          </p:nvPr>
        </p:nvSpPr>
        <p:spPr>
          <a:xfrm>
            <a:off x="1458900" y="4157750"/>
            <a:ext cx="15377400" cy="4522200"/>
          </a:xfrm>
          <a:prstGeom prst="rect">
            <a:avLst/>
          </a:prstGeom>
          <a:noFill/>
          <a:ln>
            <a:noFill/>
          </a:ln>
        </p:spPr>
        <p:txBody>
          <a:bodyPr spcFirstLastPara="1" wrap="square" lIns="156175" tIns="156175" rIns="156175" bIns="156175" anchor="t" anchorCtr="0">
            <a:normAutofit/>
          </a:bodyPr>
          <a:lstStyle>
            <a:lvl1pPr marL="457200" lvl="0" indent="-368300" algn="l">
              <a:lnSpc>
                <a:spcPct val="115000"/>
              </a:lnSpc>
              <a:spcBef>
                <a:spcPts val="0"/>
              </a:spcBef>
              <a:spcAft>
                <a:spcPts val="0"/>
              </a:spcAft>
              <a:buSzPts val="2200"/>
              <a:buChar char="●"/>
              <a:defRPr/>
            </a:lvl1pPr>
            <a:lvl2pPr marL="914400" lvl="1" indent="-349250" algn="l">
              <a:lnSpc>
                <a:spcPct val="115000"/>
              </a:lnSpc>
              <a:spcBef>
                <a:spcPts val="0"/>
              </a:spcBef>
              <a:spcAft>
                <a:spcPts val="0"/>
              </a:spcAft>
              <a:buSzPts val="1900"/>
              <a:buChar char="○"/>
              <a:defRPr/>
            </a:lvl2pPr>
            <a:lvl3pPr marL="1371600" lvl="2" indent="-349250" algn="l">
              <a:lnSpc>
                <a:spcPct val="115000"/>
              </a:lnSpc>
              <a:spcBef>
                <a:spcPts val="0"/>
              </a:spcBef>
              <a:spcAft>
                <a:spcPts val="0"/>
              </a:spcAft>
              <a:buSzPts val="1900"/>
              <a:buChar char="■"/>
              <a:defRPr/>
            </a:lvl3pPr>
            <a:lvl4pPr marL="1828800" lvl="3" indent="-349250" algn="l">
              <a:lnSpc>
                <a:spcPct val="115000"/>
              </a:lnSpc>
              <a:spcBef>
                <a:spcPts val="0"/>
              </a:spcBef>
              <a:spcAft>
                <a:spcPts val="0"/>
              </a:spcAft>
              <a:buSzPts val="1900"/>
              <a:buChar char="●"/>
              <a:defRPr/>
            </a:lvl4pPr>
            <a:lvl5pPr marL="2286000" lvl="4" indent="-349250" algn="l">
              <a:lnSpc>
                <a:spcPct val="115000"/>
              </a:lnSpc>
              <a:spcBef>
                <a:spcPts val="0"/>
              </a:spcBef>
              <a:spcAft>
                <a:spcPts val="0"/>
              </a:spcAft>
              <a:buSzPts val="1900"/>
              <a:buChar char="○"/>
              <a:defRPr/>
            </a:lvl5pPr>
            <a:lvl6pPr marL="2743200" lvl="5" indent="-349250" algn="l">
              <a:lnSpc>
                <a:spcPct val="115000"/>
              </a:lnSpc>
              <a:spcBef>
                <a:spcPts val="0"/>
              </a:spcBef>
              <a:spcAft>
                <a:spcPts val="0"/>
              </a:spcAft>
              <a:buSzPts val="1900"/>
              <a:buChar char="■"/>
              <a:defRPr/>
            </a:lvl6pPr>
            <a:lvl7pPr marL="3200400" lvl="6" indent="-349250" algn="l">
              <a:lnSpc>
                <a:spcPct val="115000"/>
              </a:lnSpc>
              <a:spcBef>
                <a:spcPts val="0"/>
              </a:spcBef>
              <a:spcAft>
                <a:spcPts val="0"/>
              </a:spcAft>
              <a:buSzPts val="1900"/>
              <a:buChar char="●"/>
              <a:defRPr/>
            </a:lvl7pPr>
            <a:lvl8pPr marL="3657600" lvl="7" indent="-349250" algn="l">
              <a:lnSpc>
                <a:spcPct val="115000"/>
              </a:lnSpc>
              <a:spcBef>
                <a:spcPts val="0"/>
              </a:spcBef>
              <a:spcAft>
                <a:spcPts val="0"/>
              </a:spcAft>
              <a:buSzPts val="1900"/>
              <a:buChar char="○"/>
              <a:defRPr/>
            </a:lvl8pPr>
            <a:lvl9pPr marL="4114800" lvl="8" indent="-349250" algn="l">
              <a:lnSpc>
                <a:spcPct val="115000"/>
              </a:lnSpc>
              <a:spcBef>
                <a:spcPts val="0"/>
              </a:spcBef>
              <a:spcAft>
                <a:spcPts val="0"/>
              </a:spcAft>
              <a:buSzPts val="1900"/>
              <a:buChar char="■"/>
              <a:defRPr/>
            </a:lvl9pPr>
          </a:lstStyle>
          <a:p>
            <a:endParaRPr/>
          </a:p>
        </p:txBody>
      </p:sp>
      <p:sp>
        <p:nvSpPr>
          <p:cNvPr id="16" name="Google Shape;16;p3"/>
          <p:cNvSpPr txBox="1">
            <a:spLocks noGrp="1"/>
          </p:cNvSpPr>
          <p:nvPr>
            <p:ph type="sldNum" idx="12"/>
          </p:nvPr>
        </p:nvSpPr>
        <p:spPr>
          <a:xfrm>
            <a:off x="17072605" y="9499702"/>
            <a:ext cx="1097400" cy="786900"/>
          </a:xfrm>
          <a:prstGeom prst="rect">
            <a:avLst/>
          </a:prstGeom>
          <a:noFill/>
          <a:ln>
            <a:noFill/>
          </a:ln>
        </p:spPr>
        <p:txBody>
          <a:bodyPr spcFirstLastPara="1" wrap="square" lIns="156175" tIns="156175" rIns="156175" bIns="156175" anchor="ctr" anchorCtr="0">
            <a:normAutofit/>
          </a:bodyPr>
          <a:lstStyle>
            <a:lvl1pPr marL="0" marR="0" lvl="0" indent="0" algn="r">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grpSp>
        <p:nvGrpSpPr>
          <p:cNvPr id="18" name="Google Shape;18;p4"/>
          <p:cNvGrpSpPr/>
          <p:nvPr/>
        </p:nvGrpSpPr>
        <p:grpSpPr>
          <a:xfrm>
            <a:off x="1660784" y="2382511"/>
            <a:ext cx="1491526" cy="91652"/>
            <a:chOff x="4580561" y="2589004"/>
            <a:chExt cx="1064464" cy="25200"/>
          </a:xfrm>
        </p:grpSpPr>
        <p:sp>
          <p:nvSpPr>
            <p:cNvPr id="19" name="Google Shape;19;p4"/>
            <p:cNvSpPr/>
            <p:nvPr/>
          </p:nvSpPr>
          <p:spPr>
            <a:xfrm rot="-5400000">
              <a:off x="5366325" y="2335504"/>
              <a:ext cx="25200" cy="532200"/>
            </a:xfrm>
            <a:prstGeom prst="rect">
              <a:avLst/>
            </a:prstGeom>
            <a:solidFill>
              <a:schemeClr val="lt1"/>
            </a:solidFill>
            <a:ln>
              <a:noFill/>
            </a:ln>
          </p:spPr>
          <p:txBody>
            <a:bodyPr spcFirstLastPara="1" wrap="square" lIns="156175" tIns="156175" rIns="156175" bIns="1561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4"/>
            <p:cNvSpPr/>
            <p:nvPr/>
          </p:nvSpPr>
          <p:spPr>
            <a:xfrm rot="-5400000">
              <a:off x="4836311" y="2333254"/>
              <a:ext cx="25200" cy="536700"/>
            </a:xfrm>
            <a:prstGeom prst="rect">
              <a:avLst/>
            </a:prstGeom>
            <a:solidFill>
              <a:schemeClr val="lt1"/>
            </a:solidFill>
            <a:ln>
              <a:noFill/>
            </a:ln>
          </p:spPr>
          <p:txBody>
            <a:bodyPr spcFirstLastPara="1" wrap="square" lIns="156175" tIns="156175" rIns="156175" bIns="1561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1" name="Google Shape;21;p4"/>
          <p:cNvSpPr txBox="1">
            <a:spLocks noGrp="1"/>
          </p:cNvSpPr>
          <p:nvPr>
            <p:ph type="title"/>
          </p:nvPr>
        </p:nvSpPr>
        <p:spPr>
          <a:xfrm>
            <a:off x="1458900" y="2644900"/>
            <a:ext cx="15376800" cy="3037200"/>
          </a:xfrm>
          <a:prstGeom prst="rect">
            <a:avLst/>
          </a:prstGeom>
          <a:noFill/>
          <a:ln>
            <a:noFill/>
          </a:ln>
        </p:spPr>
        <p:txBody>
          <a:bodyPr spcFirstLastPara="1" wrap="square" lIns="156175" tIns="156175" rIns="156175" bIns="156175" anchor="t" anchorCtr="0">
            <a:normAutofit/>
          </a:bodyPr>
          <a:lstStyle>
            <a:lvl1pPr lvl="0" algn="l">
              <a:lnSpc>
                <a:spcPct val="100000"/>
              </a:lnSpc>
              <a:spcBef>
                <a:spcPts val="0"/>
              </a:spcBef>
              <a:spcAft>
                <a:spcPts val="0"/>
              </a:spcAft>
              <a:buClr>
                <a:schemeClr val="lt1"/>
              </a:buClr>
              <a:buSzPts val="6200"/>
              <a:buNone/>
              <a:defRPr sz="6200">
                <a:solidFill>
                  <a:schemeClr val="lt1"/>
                </a:solidFill>
              </a:defRPr>
            </a:lvl1pPr>
            <a:lvl2pPr lvl="1" algn="l">
              <a:lnSpc>
                <a:spcPct val="100000"/>
              </a:lnSpc>
              <a:spcBef>
                <a:spcPts val="0"/>
              </a:spcBef>
              <a:spcAft>
                <a:spcPts val="0"/>
              </a:spcAft>
              <a:buClr>
                <a:schemeClr val="lt1"/>
              </a:buClr>
              <a:buSzPts val="6200"/>
              <a:buNone/>
              <a:defRPr sz="6200">
                <a:solidFill>
                  <a:schemeClr val="lt1"/>
                </a:solidFill>
              </a:defRPr>
            </a:lvl2pPr>
            <a:lvl3pPr lvl="2" algn="l">
              <a:lnSpc>
                <a:spcPct val="100000"/>
              </a:lnSpc>
              <a:spcBef>
                <a:spcPts val="0"/>
              </a:spcBef>
              <a:spcAft>
                <a:spcPts val="0"/>
              </a:spcAft>
              <a:buClr>
                <a:schemeClr val="lt1"/>
              </a:buClr>
              <a:buSzPts val="6200"/>
              <a:buNone/>
              <a:defRPr sz="6200">
                <a:solidFill>
                  <a:schemeClr val="lt1"/>
                </a:solidFill>
              </a:defRPr>
            </a:lvl3pPr>
            <a:lvl4pPr lvl="3" algn="l">
              <a:lnSpc>
                <a:spcPct val="100000"/>
              </a:lnSpc>
              <a:spcBef>
                <a:spcPts val="0"/>
              </a:spcBef>
              <a:spcAft>
                <a:spcPts val="0"/>
              </a:spcAft>
              <a:buClr>
                <a:schemeClr val="lt1"/>
              </a:buClr>
              <a:buSzPts val="6200"/>
              <a:buNone/>
              <a:defRPr sz="6200">
                <a:solidFill>
                  <a:schemeClr val="lt1"/>
                </a:solidFill>
              </a:defRPr>
            </a:lvl4pPr>
            <a:lvl5pPr lvl="4" algn="l">
              <a:lnSpc>
                <a:spcPct val="100000"/>
              </a:lnSpc>
              <a:spcBef>
                <a:spcPts val="0"/>
              </a:spcBef>
              <a:spcAft>
                <a:spcPts val="0"/>
              </a:spcAft>
              <a:buClr>
                <a:schemeClr val="lt1"/>
              </a:buClr>
              <a:buSzPts val="6200"/>
              <a:buNone/>
              <a:defRPr sz="6200">
                <a:solidFill>
                  <a:schemeClr val="lt1"/>
                </a:solidFill>
              </a:defRPr>
            </a:lvl5pPr>
            <a:lvl6pPr lvl="5" algn="l">
              <a:lnSpc>
                <a:spcPct val="100000"/>
              </a:lnSpc>
              <a:spcBef>
                <a:spcPts val="0"/>
              </a:spcBef>
              <a:spcAft>
                <a:spcPts val="0"/>
              </a:spcAft>
              <a:buClr>
                <a:schemeClr val="lt1"/>
              </a:buClr>
              <a:buSzPts val="6200"/>
              <a:buNone/>
              <a:defRPr sz="6200">
                <a:solidFill>
                  <a:schemeClr val="lt1"/>
                </a:solidFill>
              </a:defRPr>
            </a:lvl6pPr>
            <a:lvl7pPr lvl="6" algn="l">
              <a:lnSpc>
                <a:spcPct val="100000"/>
              </a:lnSpc>
              <a:spcBef>
                <a:spcPts val="0"/>
              </a:spcBef>
              <a:spcAft>
                <a:spcPts val="0"/>
              </a:spcAft>
              <a:buClr>
                <a:schemeClr val="lt1"/>
              </a:buClr>
              <a:buSzPts val="6200"/>
              <a:buNone/>
              <a:defRPr sz="6200">
                <a:solidFill>
                  <a:schemeClr val="lt1"/>
                </a:solidFill>
              </a:defRPr>
            </a:lvl7pPr>
            <a:lvl8pPr lvl="7" algn="l">
              <a:lnSpc>
                <a:spcPct val="100000"/>
              </a:lnSpc>
              <a:spcBef>
                <a:spcPts val="0"/>
              </a:spcBef>
              <a:spcAft>
                <a:spcPts val="0"/>
              </a:spcAft>
              <a:buClr>
                <a:schemeClr val="lt1"/>
              </a:buClr>
              <a:buSzPts val="6200"/>
              <a:buNone/>
              <a:defRPr sz="6200">
                <a:solidFill>
                  <a:schemeClr val="lt1"/>
                </a:solidFill>
              </a:defRPr>
            </a:lvl8pPr>
            <a:lvl9pPr lvl="8" algn="l">
              <a:lnSpc>
                <a:spcPct val="100000"/>
              </a:lnSpc>
              <a:spcBef>
                <a:spcPts val="0"/>
              </a:spcBef>
              <a:spcAft>
                <a:spcPts val="0"/>
              </a:spcAft>
              <a:buClr>
                <a:schemeClr val="lt1"/>
              </a:buClr>
              <a:buSzPts val="6200"/>
              <a:buNone/>
              <a:defRPr sz="6200">
                <a:solidFill>
                  <a:schemeClr val="lt1"/>
                </a:solidFill>
              </a:defRPr>
            </a:lvl9pPr>
          </a:lstStyle>
          <a:p>
            <a:endParaRPr/>
          </a:p>
        </p:txBody>
      </p:sp>
      <p:sp>
        <p:nvSpPr>
          <p:cNvPr id="22" name="Google Shape;22;p4"/>
          <p:cNvSpPr txBox="1">
            <a:spLocks noGrp="1"/>
          </p:cNvSpPr>
          <p:nvPr>
            <p:ph type="sldNum" idx="12"/>
          </p:nvPr>
        </p:nvSpPr>
        <p:spPr>
          <a:xfrm>
            <a:off x="17072605" y="9499702"/>
            <a:ext cx="1097400" cy="786900"/>
          </a:xfrm>
          <a:prstGeom prst="rect">
            <a:avLst/>
          </a:prstGeom>
          <a:noFill/>
          <a:ln>
            <a:noFill/>
          </a:ln>
        </p:spPr>
        <p:txBody>
          <a:bodyPr spcFirstLastPara="1" wrap="square" lIns="156175" tIns="156175" rIns="156175" bIns="156175" anchor="ctr" anchorCtr="0">
            <a:normAutofit/>
          </a:bodyPr>
          <a:lstStyle>
            <a:lvl1pPr marL="0" marR="0" lvl="0" indent="0" algn="r">
              <a:lnSpc>
                <a:spcPct val="100000"/>
              </a:lnSpc>
              <a:spcBef>
                <a:spcPts val="0"/>
              </a:spcBef>
              <a:spcAft>
                <a:spcPts val="0"/>
              </a:spcAft>
              <a:buClr>
                <a:srgbClr val="000000"/>
              </a:buClr>
              <a:buSzPts val="1700"/>
              <a:buFont typeface="Arial"/>
              <a:buNone/>
              <a:defRPr sz="17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700"/>
              <a:buFont typeface="Arial"/>
              <a:buNone/>
              <a:defRPr sz="17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700"/>
              <a:buFont typeface="Arial"/>
              <a:buNone/>
              <a:defRPr sz="17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700"/>
              <a:buFont typeface="Arial"/>
              <a:buNone/>
              <a:defRPr sz="17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700"/>
              <a:buFont typeface="Arial"/>
              <a:buNone/>
              <a:defRPr sz="17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700"/>
              <a:buFont typeface="Arial"/>
              <a:buNone/>
              <a:defRPr sz="17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700"/>
              <a:buFont typeface="Arial"/>
              <a:buNone/>
              <a:defRPr sz="17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700"/>
              <a:buFont typeface="Arial"/>
              <a:buNone/>
              <a:defRPr sz="17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700"/>
              <a:buFont typeface="Arial"/>
              <a:buNone/>
              <a:defRPr sz="17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3"/>
        <p:cNvGrpSpPr/>
        <p:nvPr/>
      </p:nvGrpSpPr>
      <p:grpSpPr>
        <a:xfrm>
          <a:off x="0" y="0"/>
          <a:ext cx="0" cy="0"/>
          <a:chOff x="0" y="0"/>
          <a:chExt cx="0" cy="0"/>
        </a:xfrm>
      </p:grpSpPr>
      <p:grpSp>
        <p:nvGrpSpPr>
          <p:cNvPr id="24" name="Google Shape;24;p5"/>
          <p:cNvGrpSpPr/>
          <p:nvPr/>
        </p:nvGrpSpPr>
        <p:grpSpPr>
          <a:xfrm>
            <a:off x="1660784" y="2382511"/>
            <a:ext cx="1491526" cy="91652"/>
            <a:chOff x="4580561" y="2589004"/>
            <a:chExt cx="1064464" cy="25200"/>
          </a:xfrm>
        </p:grpSpPr>
        <p:sp>
          <p:nvSpPr>
            <p:cNvPr id="25" name="Google Shape;25;p5"/>
            <p:cNvSpPr/>
            <p:nvPr/>
          </p:nvSpPr>
          <p:spPr>
            <a:xfrm rot="-5400000">
              <a:off x="5366325" y="2335504"/>
              <a:ext cx="25200" cy="532200"/>
            </a:xfrm>
            <a:prstGeom prst="rect">
              <a:avLst/>
            </a:prstGeom>
            <a:solidFill>
              <a:schemeClr val="accent3"/>
            </a:solidFill>
            <a:ln>
              <a:noFill/>
            </a:ln>
          </p:spPr>
          <p:txBody>
            <a:bodyPr spcFirstLastPara="1" wrap="square" lIns="156175" tIns="156175" rIns="156175" bIns="1561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 name="Google Shape;26;p5"/>
            <p:cNvSpPr/>
            <p:nvPr/>
          </p:nvSpPr>
          <p:spPr>
            <a:xfrm rot="-5400000">
              <a:off x="4836311" y="2333254"/>
              <a:ext cx="25200" cy="536700"/>
            </a:xfrm>
            <a:prstGeom prst="rect">
              <a:avLst/>
            </a:prstGeom>
            <a:solidFill>
              <a:schemeClr val="dk1"/>
            </a:solidFill>
            <a:ln>
              <a:noFill/>
            </a:ln>
          </p:spPr>
          <p:txBody>
            <a:bodyPr spcFirstLastPara="1" wrap="square" lIns="156175" tIns="156175" rIns="156175" bIns="1561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7" name="Google Shape;27;p5"/>
          <p:cNvSpPr txBox="1">
            <a:spLocks noGrp="1"/>
          </p:cNvSpPr>
          <p:nvPr>
            <p:ph type="title"/>
          </p:nvPr>
        </p:nvSpPr>
        <p:spPr>
          <a:xfrm>
            <a:off x="1458900" y="2637300"/>
            <a:ext cx="15376800" cy="1070700"/>
          </a:xfrm>
          <a:prstGeom prst="rect">
            <a:avLst/>
          </a:prstGeom>
          <a:noFill/>
          <a:ln>
            <a:noFill/>
          </a:ln>
        </p:spPr>
        <p:txBody>
          <a:bodyPr spcFirstLastPara="1" wrap="square" lIns="156175" tIns="156175" rIns="156175" bIns="156175" anchor="t" anchorCtr="0">
            <a:normAutofit/>
          </a:bodyPr>
          <a:lstStyle>
            <a:lvl1pPr lvl="0" algn="l">
              <a:lnSpc>
                <a:spcPct val="100000"/>
              </a:lnSpc>
              <a:spcBef>
                <a:spcPts val="0"/>
              </a:spcBef>
              <a:spcAft>
                <a:spcPts val="0"/>
              </a:spcAft>
              <a:buSzPts val="4400"/>
              <a:buNone/>
              <a:defRPr sz="4400"/>
            </a:lvl1pPr>
            <a:lvl2pPr lvl="1" algn="l">
              <a:lnSpc>
                <a:spcPct val="100000"/>
              </a:lnSpc>
              <a:spcBef>
                <a:spcPts val="0"/>
              </a:spcBef>
              <a:spcAft>
                <a:spcPts val="0"/>
              </a:spcAft>
              <a:buSzPts val="4400"/>
              <a:buNone/>
              <a:defRPr sz="4400"/>
            </a:lvl2pPr>
            <a:lvl3pPr lvl="2" algn="l">
              <a:lnSpc>
                <a:spcPct val="100000"/>
              </a:lnSpc>
              <a:spcBef>
                <a:spcPts val="0"/>
              </a:spcBef>
              <a:spcAft>
                <a:spcPts val="0"/>
              </a:spcAft>
              <a:buSzPts val="4400"/>
              <a:buNone/>
              <a:defRPr sz="4400"/>
            </a:lvl3pPr>
            <a:lvl4pPr lvl="3" algn="l">
              <a:lnSpc>
                <a:spcPct val="100000"/>
              </a:lnSpc>
              <a:spcBef>
                <a:spcPts val="0"/>
              </a:spcBef>
              <a:spcAft>
                <a:spcPts val="0"/>
              </a:spcAft>
              <a:buSzPts val="4400"/>
              <a:buNone/>
              <a:defRPr sz="4400"/>
            </a:lvl4pPr>
            <a:lvl5pPr lvl="4" algn="l">
              <a:lnSpc>
                <a:spcPct val="100000"/>
              </a:lnSpc>
              <a:spcBef>
                <a:spcPts val="0"/>
              </a:spcBef>
              <a:spcAft>
                <a:spcPts val="0"/>
              </a:spcAft>
              <a:buSzPts val="4400"/>
              <a:buNone/>
              <a:defRPr sz="4400"/>
            </a:lvl5pPr>
            <a:lvl6pPr lvl="5" algn="l">
              <a:lnSpc>
                <a:spcPct val="100000"/>
              </a:lnSpc>
              <a:spcBef>
                <a:spcPts val="0"/>
              </a:spcBef>
              <a:spcAft>
                <a:spcPts val="0"/>
              </a:spcAft>
              <a:buSzPts val="4400"/>
              <a:buNone/>
              <a:defRPr sz="4400"/>
            </a:lvl6pPr>
            <a:lvl7pPr lvl="6" algn="l">
              <a:lnSpc>
                <a:spcPct val="100000"/>
              </a:lnSpc>
              <a:spcBef>
                <a:spcPts val="0"/>
              </a:spcBef>
              <a:spcAft>
                <a:spcPts val="0"/>
              </a:spcAft>
              <a:buSzPts val="4400"/>
              <a:buNone/>
              <a:defRPr sz="4400"/>
            </a:lvl7pPr>
            <a:lvl8pPr lvl="7" algn="l">
              <a:lnSpc>
                <a:spcPct val="100000"/>
              </a:lnSpc>
              <a:spcBef>
                <a:spcPts val="0"/>
              </a:spcBef>
              <a:spcAft>
                <a:spcPts val="0"/>
              </a:spcAft>
              <a:buSzPts val="4400"/>
              <a:buNone/>
              <a:defRPr sz="4400"/>
            </a:lvl8pPr>
            <a:lvl9pPr lvl="8" algn="l">
              <a:lnSpc>
                <a:spcPct val="100000"/>
              </a:lnSpc>
              <a:spcBef>
                <a:spcPts val="0"/>
              </a:spcBef>
              <a:spcAft>
                <a:spcPts val="0"/>
              </a:spcAft>
              <a:buSzPts val="4400"/>
              <a:buNone/>
              <a:defRPr sz="4400"/>
            </a:lvl9pPr>
          </a:lstStyle>
          <a:p>
            <a:endParaRPr/>
          </a:p>
        </p:txBody>
      </p:sp>
      <p:sp>
        <p:nvSpPr>
          <p:cNvPr id="28" name="Google Shape;28;p5"/>
          <p:cNvSpPr txBox="1">
            <a:spLocks noGrp="1"/>
          </p:cNvSpPr>
          <p:nvPr>
            <p:ph type="body" idx="1"/>
          </p:nvPr>
        </p:nvSpPr>
        <p:spPr>
          <a:xfrm>
            <a:off x="1458650" y="4157750"/>
            <a:ext cx="7548600" cy="4522200"/>
          </a:xfrm>
          <a:prstGeom prst="rect">
            <a:avLst/>
          </a:prstGeom>
          <a:noFill/>
          <a:ln>
            <a:noFill/>
          </a:ln>
        </p:spPr>
        <p:txBody>
          <a:bodyPr spcFirstLastPara="1" wrap="square" lIns="156175" tIns="156175" rIns="156175" bIns="156175" anchor="t" anchorCtr="0">
            <a:normAutofit/>
          </a:bodyPr>
          <a:lstStyle>
            <a:lvl1pPr marL="457200" lvl="0" indent="-368300" algn="l">
              <a:lnSpc>
                <a:spcPct val="115000"/>
              </a:lnSpc>
              <a:spcBef>
                <a:spcPts val="0"/>
              </a:spcBef>
              <a:spcAft>
                <a:spcPts val="0"/>
              </a:spcAft>
              <a:buSzPts val="2200"/>
              <a:buChar char="●"/>
              <a:defRPr/>
            </a:lvl1pPr>
            <a:lvl2pPr marL="914400" lvl="1" indent="-349250" algn="l">
              <a:lnSpc>
                <a:spcPct val="115000"/>
              </a:lnSpc>
              <a:spcBef>
                <a:spcPts val="0"/>
              </a:spcBef>
              <a:spcAft>
                <a:spcPts val="0"/>
              </a:spcAft>
              <a:buSzPts val="1900"/>
              <a:buChar char="○"/>
              <a:defRPr/>
            </a:lvl2pPr>
            <a:lvl3pPr marL="1371600" lvl="2" indent="-349250" algn="l">
              <a:lnSpc>
                <a:spcPct val="115000"/>
              </a:lnSpc>
              <a:spcBef>
                <a:spcPts val="0"/>
              </a:spcBef>
              <a:spcAft>
                <a:spcPts val="0"/>
              </a:spcAft>
              <a:buSzPts val="1900"/>
              <a:buChar char="■"/>
              <a:defRPr/>
            </a:lvl3pPr>
            <a:lvl4pPr marL="1828800" lvl="3" indent="-349250" algn="l">
              <a:lnSpc>
                <a:spcPct val="115000"/>
              </a:lnSpc>
              <a:spcBef>
                <a:spcPts val="0"/>
              </a:spcBef>
              <a:spcAft>
                <a:spcPts val="0"/>
              </a:spcAft>
              <a:buSzPts val="1900"/>
              <a:buChar char="●"/>
              <a:defRPr/>
            </a:lvl4pPr>
            <a:lvl5pPr marL="2286000" lvl="4" indent="-349250" algn="l">
              <a:lnSpc>
                <a:spcPct val="115000"/>
              </a:lnSpc>
              <a:spcBef>
                <a:spcPts val="0"/>
              </a:spcBef>
              <a:spcAft>
                <a:spcPts val="0"/>
              </a:spcAft>
              <a:buSzPts val="1900"/>
              <a:buChar char="○"/>
              <a:defRPr/>
            </a:lvl5pPr>
            <a:lvl6pPr marL="2743200" lvl="5" indent="-349250" algn="l">
              <a:lnSpc>
                <a:spcPct val="115000"/>
              </a:lnSpc>
              <a:spcBef>
                <a:spcPts val="0"/>
              </a:spcBef>
              <a:spcAft>
                <a:spcPts val="0"/>
              </a:spcAft>
              <a:buSzPts val="1900"/>
              <a:buChar char="■"/>
              <a:defRPr/>
            </a:lvl6pPr>
            <a:lvl7pPr marL="3200400" lvl="6" indent="-349250" algn="l">
              <a:lnSpc>
                <a:spcPct val="115000"/>
              </a:lnSpc>
              <a:spcBef>
                <a:spcPts val="0"/>
              </a:spcBef>
              <a:spcAft>
                <a:spcPts val="0"/>
              </a:spcAft>
              <a:buSzPts val="1900"/>
              <a:buChar char="●"/>
              <a:defRPr/>
            </a:lvl7pPr>
            <a:lvl8pPr marL="3657600" lvl="7" indent="-349250" algn="l">
              <a:lnSpc>
                <a:spcPct val="115000"/>
              </a:lnSpc>
              <a:spcBef>
                <a:spcPts val="0"/>
              </a:spcBef>
              <a:spcAft>
                <a:spcPts val="0"/>
              </a:spcAft>
              <a:buSzPts val="1900"/>
              <a:buChar char="○"/>
              <a:defRPr/>
            </a:lvl8pPr>
            <a:lvl9pPr marL="4114800" lvl="8" indent="-349250" algn="l">
              <a:lnSpc>
                <a:spcPct val="115000"/>
              </a:lnSpc>
              <a:spcBef>
                <a:spcPts val="0"/>
              </a:spcBef>
              <a:spcAft>
                <a:spcPts val="0"/>
              </a:spcAft>
              <a:buSzPts val="1900"/>
              <a:buChar char="■"/>
              <a:defRPr/>
            </a:lvl9pPr>
          </a:lstStyle>
          <a:p>
            <a:endParaRPr/>
          </a:p>
        </p:txBody>
      </p:sp>
      <p:sp>
        <p:nvSpPr>
          <p:cNvPr id="29" name="Google Shape;29;p5"/>
          <p:cNvSpPr txBox="1">
            <a:spLocks noGrp="1"/>
          </p:cNvSpPr>
          <p:nvPr>
            <p:ph type="body" idx="2"/>
          </p:nvPr>
        </p:nvSpPr>
        <p:spPr>
          <a:xfrm>
            <a:off x="9287207" y="4157750"/>
            <a:ext cx="7548600" cy="4522200"/>
          </a:xfrm>
          <a:prstGeom prst="rect">
            <a:avLst/>
          </a:prstGeom>
          <a:noFill/>
          <a:ln>
            <a:noFill/>
          </a:ln>
        </p:spPr>
        <p:txBody>
          <a:bodyPr spcFirstLastPara="1" wrap="square" lIns="156175" tIns="156175" rIns="156175" bIns="156175" anchor="t" anchorCtr="0">
            <a:normAutofit/>
          </a:bodyPr>
          <a:lstStyle>
            <a:lvl1pPr marL="457200" lvl="0" indent="-368300" algn="l">
              <a:lnSpc>
                <a:spcPct val="115000"/>
              </a:lnSpc>
              <a:spcBef>
                <a:spcPts val="0"/>
              </a:spcBef>
              <a:spcAft>
                <a:spcPts val="0"/>
              </a:spcAft>
              <a:buSzPts val="2200"/>
              <a:buChar char="●"/>
              <a:defRPr/>
            </a:lvl1pPr>
            <a:lvl2pPr marL="914400" lvl="1" indent="-349250" algn="l">
              <a:lnSpc>
                <a:spcPct val="115000"/>
              </a:lnSpc>
              <a:spcBef>
                <a:spcPts val="0"/>
              </a:spcBef>
              <a:spcAft>
                <a:spcPts val="0"/>
              </a:spcAft>
              <a:buSzPts val="1900"/>
              <a:buChar char="○"/>
              <a:defRPr/>
            </a:lvl2pPr>
            <a:lvl3pPr marL="1371600" lvl="2" indent="-349250" algn="l">
              <a:lnSpc>
                <a:spcPct val="115000"/>
              </a:lnSpc>
              <a:spcBef>
                <a:spcPts val="0"/>
              </a:spcBef>
              <a:spcAft>
                <a:spcPts val="0"/>
              </a:spcAft>
              <a:buSzPts val="1900"/>
              <a:buChar char="■"/>
              <a:defRPr/>
            </a:lvl3pPr>
            <a:lvl4pPr marL="1828800" lvl="3" indent="-349250" algn="l">
              <a:lnSpc>
                <a:spcPct val="115000"/>
              </a:lnSpc>
              <a:spcBef>
                <a:spcPts val="0"/>
              </a:spcBef>
              <a:spcAft>
                <a:spcPts val="0"/>
              </a:spcAft>
              <a:buSzPts val="1900"/>
              <a:buChar char="●"/>
              <a:defRPr/>
            </a:lvl4pPr>
            <a:lvl5pPr marL="2286000" lvl="4" indent="-349250" algn="l">
              <a:lnSpc>
                <a:spcPct val="115000"/>
              </a:lnSpc>
              <a:spcBef>
                <a:spcPts val="0"/>
              </a:spcBef>
              <a:spcAft>
                <a:spcPts val="0"/>
              </a:spcAft>
              <a:buSzPts val="1900"/>
              <a:buChar char="○"/>
              <a:defRPr/>
            </a:lvl5pPr>
            <a:lvl6pPr marL="2743200" lvl="5" indent="-349250" algn="l">
              <a:lnSpc>
                <a:spcPct val="115000"/>
              </a:lnSpc>
              <a:spcBef>
                <a:spcPts val="0"/>
              </a:spcBef>
              <a:spcAft>
                <a:spcPts val="0"/>
              </a:spcAft>
              <a:buSzPts val="1900"/>
              <a:buChar char="■"/>
              <a:defRPr/>
            </a:lvl6pPr>
            <a:lvl7pPr marL="3200400" lvl="6" indent="-349250" algn="l">
              <a:lnSpc>
                <a:spcPct val="115000"/>
              </a:lnSpc>
              <a:spcBef>
                <a:spcPts val="0"/>
              </a:spcBef>
              <a:spcAft>
                <a:spcPts val="0"/>
              </a:spcAft>
              <a:buSzPts val="1900"/>
              <a:buChar char="●"/>
              <a:defRPr/>
            </a:lvl7pPr>
            <a:lvl8pPr marL="3657600" lvl="7" indent="-349250" algn="l">
              <a:lnSpc>
                <a:spcPct val="115000"/>
              </a:lnSpc>
              <a:spcBef>
                <a:spcPts val="0"/>
              </a:spcBef>
              <a:spcAft>
                <a:spcPts val="0"/>
              </a:spcAft>
              <a:buSzPts val="1900"/>
              <a:buChar char="○"/>
              <a:defRPr/>
            </a:lvl8pPr>
            <a:lvl9pPr marL="4114800" lvl="8" indent="-349250" algn="l">
              <a:lnSpc>
                <a:spcPct val="115000"/>
              </a:lnSpc>
              <a:spcBef>
                <a:spcPts val="0"/>
              </a:spcBef>
              <a:spcAft>
                <a:spcPts val="0"/>
              </a:spcAft>
              <a:buSzPts val="1900"/>
              <a:buChar char="■"/>
              <a:defRPr/>
            </a:lvl9pPr>
          </a:lstStyle>
          <a:p>
            <a:endParaRPr/>
          </a:p>
        </p:txBody>
      </p:sp>
      <p:sp>
        <p:nvSpPr>
          <p:cNvPr id="30" name="Google Shape;30;p5"/>
          <p:cNvSpPr txBox="1">
            <a:spLocks noGrp="1"/>
          </p:cNvSpPr>
          <p:nvPr>
            <p:ph type="sldNum" idx="12"/>
          </p:nvPr>
        </p:nvSpPr>
        <p:spPr>
          <a:xfrm>
            <a:off x="17072605" y="9499702"/>
            <a:ext cx="1097400" cy="786900"/>
          </a:xfrm>
          <a:prstGeom prst="rect">
            <a:avLst/>
          </a:prstGeom>
          <a:noFill/>
          <a:ln>
            <a:noFill/>
          </a:ln>
        </p:spPr>
        <p:txBody>
          <a:bodyPr spcFirstLastPara="1" wrap="square" lIns="156175" tIns="156175" rIns="156175" bIns="156175" anchor="ctr" anchorCtr="0">
            <a:normAutofit/>
          </a:bodyPr>
          <a:lstStyle>
            <a:lvl1pPr marL="0" marR="0" lvl="0" indent="0" algn="r">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
        <p:cNvGrpSpPr/>
        <p:nvPr/>
      </p:nvGrpSpPr>
      <p:grpSpPr>
        <a:xfrm>
          <a:off x="0" y="0"/>
          <a:ext cx="0" cy="0"/>
          <a:chOff x="0" y="0"/>
          <a:chExt cx="0" cy="0"/>
        </a:xfrm>
      </p:grpSpPr>
      <p:sp>
        <p:nvSpPr>
          <p:cNvPr id="32" name="Google Shape;32;p6"/>
          <p:cNvSpPr/>
          <p:nvPr/>
        </p:nvSpPr>
        <p:spPr>
          <a:xfrm>
            <a:off x="0" y="0"/>
            <a:ext cx="18288000" cy="975600"/>
          </a:xfrm>
          <a:prstGeom prst="rect">
            <a:avLst/>
          </a:prstGeom>
          <a:solidFill>
            <a:schemeClr val="lt2"/>
          </a:solidFill>
          <a:ln>
            <a:noFill/>
          </a:ln>
        </p:spPr>
        <p:txBody>
          <a:bodyPr spcFirstLastPara="1" wrap="square" lIns="156175" tIns="156175" rIns="156175" bIns="1561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3" name="Google Shape;33;p6"/>
          <p:cNvGrpSpPr/>
          <p:nvPr/>
        </p:nvGrpSpPr>
        <p:grpSpPr>
          <a:xfrm>
            <a:off x="1660784" y="2382511"/>
            <a:ext cx="1491526" cy="91652"/>
            <a:chOff x="4580561" y="2589004"/>
            <a:chExt cx="1064464" cy="25200"/>
          </a:xfrm>
        </p:grpSpPr>
        <p:sp>
          <p:nvSpPr>
            <p:cNvPr id="34" name="Google Shape;34;p6"/>
            <p:cNvSpPr/>
            <p:nvPr/>
          </p:nvSpPr>
          <p:spPr>
            <a:xfrm rot="-5400000">
              <a:off x="5366325" y="2335504"/>
              <a:ext cx="25200" cy="532200"/>
            </a:xfrm>
            <a:prstGeom prst="rect">
              <a:avLst/>
            </a:prstGeom>
            <a:solidFill>
              <a:schemeClr val="accent3"/>
            </a:solidFill>
            <a:ln>
              <a:noFill/>
            </a:ln>
          </p:spPr>
          <p:txBody>
            <a:bodyPr spcFirstLastPara="1" wrap="square" lIns="156175" tIns="156175" rIns="156175" bIns="1561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 name="Google Shape;35;p6"/>
            <p:cNvSpPr/>
            <p:nvPr/>
          </p:nvSpPr>
          <p:spPr>
            <a:xfrm rot="-5400000">
              <a:off x="4836311" y="2333254"/>
              <a:ext cx="25200" cy="536700"/>
            </a:xfrm>
            <a:prstGeom prst="rect">
              <a:avLst/>
            </a:prstGeom>
            <a:solidFill>
              <a:schemeClr val="dk1"/>
            </a:solidFill>
            <a:ln>
              <a:noFill/>
            </a:ln>
          </p:spPr>
          <p:txBody>
            <a:bodyPr spcFirstLastPara="1" wrap="square" lIns="156175" tIns="156175" rIns="156175" bIns="1561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6" name="Google Shape;36;p6"/>
          <p:cNvSpPr txBox="1">
            <a:spLocks noGrp="1"/>
          </p:cNvSpPr>
          <p:nvPr>
            <p:ph type="title"/>
          </p:nvPr>
        </p:nvSpPr>
        <p:spPr>
          <a:xfrm>
            <a:off x="1458900" y="2637300"/>
            <a:ext cx="15376800" cy="1070700"/>
          </a:xfrm>
          <a:prstGeom prst="rect">
            <a:avLst/>
          </a:prstGeom>
          <a:noFill/>
          <a:ln>
            <a:noFill/>
          </a:ln>
        </p:spPr>
        <p:txBody>
          <a:bodyPr spcFirstLastPara="1" wrap="square" lIns="156175" tIns="156175" rIns="156175" bIns="156175" anchor="t" anchorCtr="0">
            <a:normAutofit/>
          </a:bodyPr>
          <a:lstStyle>
            <a:lvl1pPr lvl="0" algn="l">
              <a:lnSpc>
                <a:spcPct val="100000"/>
              </a:lnSpc>
              <a:spcBef>
                <a:spcPts val="0"/>
              </a:spcBef>
              <a:spcAft>
                <a:spcPts val="0"/>
              </a:spcAft>
              <a:buSzPts val="4400"/>
              <a:buNone/>
              <a:defRPr sz="4400"/>
            </a:lvl1pPr>
            <a:lvl2pPr lvl="1" algn="l">
              <a:lnSpc>
                <a:spcPct val="100000"/>
              </a:lnSpc>
              <a:spcBef>
                <a:spcPts val="0"/>
              </a:spcBef>
              <a:spcAft>
                <a:spcPts val="0"/>
              </a:spcAft>
              <a:buSzPts val="4400"/>
              <a:buNone/>
              <a:defRPr sz="4400"/>
            </a:lvl2pPr>
            <a:lvl3pPr lvl="2" algn="l">
              <a:lnSpc>
                <a:spcPct val="100000"/>
              </a:lnSpc>
              <a:spcBef>
                <a:spcPts val="0"/>
              </a:spcBef>
              <a:spcAft>
                <a:spcPts val="0"/>
              </a:spcAft>
              <a:buSzPts val="4400"/>
              <a:buNone/>
              <a:defRPr sz="4400"/>
            </a:lvl3pPr>
            <a:lvl4pPr lvl="3" algn="l">
              <a:lnSpc>
                <a:spcPct val="100000"/>
              </a:lnSpc>
              <a:spcBef>
                <a:spcPts val="0"/>
              </a:spcBef>
              <a:spcAft>
                <a:spcPts val="0"/>
              </a:spcAft>
              <a:buSzPts val="4400"/>
              <a:buNone/>
              <a:defRPr sz="4400"/>
            </a:lvl4pPr>
            <a:lvl5pPr lvl="4" algn="l">
              <a:lnSpc>
                <a:spcPct val="100000"/>
              </a:lnSpc>
              <a:spcBef>
                <a:spcPts val="0"/>
              </a:spcBef>
              <a:spcAft>
                <a:spcPts val="0"/>
              </a:spcAft>
              <a:buSzPts val="4400"/>
              <a:buNone/>
              <a:defRPr sz="4400"/>
            </a:lvl5pPr>
            <a:lvl6pPr lvl="5" algn="l">
              <a:lnSpc>
                <a:spcPct val="100000"/>
              </a:lnSpc>
              <a:spcBef>
                <a:spcPts val="0"/>
              </a:spcBef>
              <a:spcAft>
                <a:spcPts val="0"/>
              </a:spcAft>
              <a:buSzPts val="4400"/>
              <a:buNone/>
              <a:defRPr sz="4400"/>
            </a:lvl6pPr>
            <a:lvl7pPr lvl="6" algn="l">
              <a:lnSpc>
                <a:spcPct val="100000"/>
              </a:lnSpc>
              <a:spcBef>
                <a:spcPts val="0"/>
              </a:spcBef>
              <a:spcAft>
                <a:spcPts val="0"/>
              </a:spcAft>
              <a:buSzPts val="4400"/>
              <a:buNone/>
              <a:defRPr sz="4400"/>
            </a:lvl7pPr>
            <a:lvl8pPr lvl="7" algn="l">
              <a:lnSpc>
                <a:spcPct val="100000"/>
              </a:lnSpc>
              <a:spcBef>
                <a:spcPts val="0"/>
              </a:spcBef>
              <a:spcAft>
                <a:spcPts val="0"/>
              </a:spcAft>
              <a:buSzPts val="4400"/>
              <a:buNone/>
              <a:defRPr sz="4400"/>
            </a:lvl8pPr>
            <a:lvl9pPr lvl="8" algn="l">
              <a:lnSpc>
                <a:spcPct val="100000"/>
              </a:lnSpc>
              <a:spcBef>
                <a:spcPts val="0"/>
              </a:spcBef>
              <a:spcAft>
                <a:spcPts val="0"/>
              </a:spcAft>
              <a:buSzPts val="4400"/>
              <a:buNone/>
              <a:defRPr sz="4400"/>
            </a:lvl9pPr>
          </a:lstStyle>
          <a:p>
            <a:endParaRPr/>
          </a:p>
        </p:txBody>
      </p:sp>
      <p:sp>
        <p:nvSpPr>
          <p:cNvPr id="37" name="Google Shape;37;p6"/>
          <p:cNvSpPr txBox="1">
            <a:spLocks noGrp="1"/>
          </p:cNvSpPr>
          <p:nvPr>
            <p:ph type="sldNum" idx="12"/>
          </p:nvPr>
        </p:nvSpPr>
        <p:spPr>
          <a:xfrm>
            <a:off x="17072605" y="9499702"/>
            <a:ext cx="1097400" cy="786900"/>
          </a:xfrm>
          <a:prstGeom prst="rect">
            <a:avLst/>
          </a:prstGeom>
          <a:noFill/>
          <a:ln>
            <a:noFill/>
          </a:ln>
        </p:spPr>
        <p:txBody>
          <a:bodyPr spcFirstLastPara="1" wrap="square" lIns="156175" tIns="156175" rIns="156175" bIns="156175" anchor="ctr" anchorCtr="0">
            <a:normAutofit/>
          </a:bodyPr>
          <a:lstStyle>
            <a:lvl1pPr marL="0" marR="0" lvl="0" indent="0" algn="r">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8"/>
        <p:cNvGrpSpPr/>
        <p:nvPr/>
      </p:nvGrpSpPr>
      <p:grpSpPr>
        <a:xfrm>
          <a:off x="0" y="0"/>
          <a:ext cx="0" cy="0"/>
          <a:chOff x="0" y="0"/>
          <a:chExt cx="0" cy="0"/>
        </a:xfrm>
      </p:grpSpPr>
      <p:sp>
        <p:nvSpPr>
          <p:cNvPr id="39" name="Google Shape;39;p7"/>
          <p:cNvSpPr/>
          <p:nvPr/>
        </p:nvSpPr>
        <p:spPr>
          <a:xfrm>
            <a:off x="0" y="0"/>
            <a:ext cx="18288000" cy="975600"/>
          </a:xfrm>
          <a:prstGeom prst="rect">
            <a:avLst/>
          </a:prstGeom>
          <a:solidFill>
            <a:schemeClr val="lt2"/>
          </a:solidFill>
          <a:ln>
            <a:noFill/>
          </a:ln>
        </p:spPr>
        <p:txBody>
          <a:bodyPr spcFirstLastPara="1" wrap="square" lIns="156175" tIns="156175" rIns="156175" bIns="1561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0" name="Google Shape;40;p7"/>
          <p:cNvGrpSpPr/>
          <p:nvPr/>
        </p:nvGrpSpPr>
        <p:grpSpPr>
          <a:xfrm>
            <a:off x="1660784" y="2382511"/>
            <a:ext cx="1491526" cy="91652"/>
            <a:chOff x="4580561" y="2589004"/>
            <a:chExt cx="1064464" cy="25200"/>
          </a:xfrm>
        </p:grpSpPr>
        <p:sp>
          <p:nvSpPr>
            <p:cNvPr id="41" name="Google Shape;41;p7"/>
            <p:cNvSpPr/>
            <p:nvPr/>
          </p:nvSpPr>
          <p:spPr>
            <a:xfrm rot="-5400000">
              <a:off x="5366325" y="2335504"/>
              <a:ext cx="25200" cy="532200"/>
            </a:xfrm>
            <a:prstGeom prst="rect">
              <a:avLst/>
            </a:prstGeom>
            <a:solidFill>
              <a:schemeClr val="accent3"/>
            </a:solidFill>
            <a:ln>
              <a:noFill/>
            </a:ln>
          </p:spPr>
          <p:txBody>
            <a:bodyPr spcFirstLastPara="1" wrap="square" lIns="156175" tIns="156175" rIns="156175" bIns="1561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7"/>
            <p:cNvSpPr/>
            <p:nvPr/>
          </p:nvSpPr>
          <p:spPr>
            <a:xfrm rot="-5400000">
              <a:off x="4836311" y="2333254"/>
              <a:ext cx="25200" cy="536700"/>
            </a:xfrm>
            <a:prstGeom prst="rect">
              <a:avLst/>
            </a:prstGeom>
            <a:solidFill>
              <a:schemeClr val="dk1"/>
            </a:solidFill>
            <a:ln>
              <a:noFill/>
            </a:ln>
          </p:spPr>
          <p:txBody>
            <a:bodyPr spcFirstLastPara="1" wrap="square" lIns="156175" tIns="156175" rIns="156175" bIns="1561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3" name="Google Shape;43;p7"/>
          <p:cNvSpPr txBox="1">
            <a:spLocks noGrp="1"/>
          </p:cNvSpPr>
          <p:nvPr>
            <p:ph type="title"/>
          </p:nvPr>
        </p:nvSpPr>
        <p:spPr>
          <a:xfrm>
            <a:off x="1460000" y="2637300"/>
            <a:ext cx="6601800" cy="2763000"/>
          </a:xfrm>
          <a:prstGeom prst="rect">
            <a:avLst/>
          </a:prstGeom>
          <a:noFill/>
          <a:ln>
            <a:noFill/>
          </a:ln>
        </p:spPr>
        <p:txBody>
          <a:bodyPr spcFirstLastPara="1" wrap="square" lIns="156175" tIns="156175" rIns="156175" bIns="156175" anchor="t" anchorCtr="0">
            <a:normAutofit/>
          </a:bodyPr>
          <a:lstStyle>
            <a:lvl1pPr lvl="0" algn="l">
              <a:lnSpc>
                <a:spcPct val="100000"/>
              </a:lnSpc>
              <a:spcBef>
                <a:spcPts val="0"/>
              </a:spcBef>
              <a:spcAft>
                <a:spcPts val="0"/>
              </a:spcAft>
              <a:buSzPts val="4400"/>
              <a:buNone/>
              <a:defRPr sz="4400"/>
            </a:lvl1pPr>
            <a:lvl2pPr lvl="1" algn="l">
              <a:lnSpc>
                <a:spcPct val="100000"/>
              </a:lnSpc>
              <a:spcBef>
                <a:spcPts val="0"/>
              </a:spcBef>
              <a:spcAft>
                <a:spcPts val="0"/>
              </a:spcAft>
              <a:buSzPts val="4400"/>
              <a:buNone/>
              <a:defRPr sz="4400"/>
            </a:lvl2pPr>
            <a:lvl3pPr lvl="2" algn="l">
              <a:lnSpc>
                <a:spcPct val="100000"/>
              </a:lnSpc>
              <a:spcBef>
                <a:spcPts val="0"/>
              </a:spcBef>
              <a:spcAft>
                <a:spcPts val="0"/>
              </a:spcAft>
              <a:buSzPts val="4400"/>
              <a:buNone/>
              <a:defRPr sz="4400"/>
            </a:lvl3pPr>
            <a:lvl4pPr lvl="3" algn="l">
              <a:lnSpc>
                <a:spcPct val="100000"/>
              </a:lnSpc>
              <a:spcBef>
                <a:spcPts val="0"/>
              </a:spcBef>
              <a:spcAft>
                <a:spcPts val="0"/>
              </a:spcAft>
              <a:buSzPts val="4400"/>
              <a:buNone/>
              <a:defRPr sz="4400"/>
            </a:lvl4pPr>
            <a:lvl5pPr lvl="4" algn="l">
              <a:lnSpc>
                <a:spcPct val="100000"/>
              </a:lnSpc>
              <a:spcBef>
                <a:spcPts val="0"/>
              </a:spcBef>
              <a:spcAft>
                <a:spcPts val="0"/>
              </a:spcAft>
              <a:buSzPts val="4400"/>
              <a:buNone/>
              <a:defRPr sz="4400"/>
            </a:lvl5pPr>
            <a:lvl6pPr lvl="5" algn="l">
              <a:lnSpc>
                <a:spcPct val="100000"/>
              </a:lnSpc>
              <a:spcBef>
                <a:spcPts val="0"/>
              </a:spcBef>
              <a:spcAft>
                <a:spcPts val="0"/>
              </a:spcAft>
              <a:buSzPts val="4400"/>
              <a:buNone/>
              <a:defRPr sz="4400"/>
            </a:lvl6pPr>
            <a:lvl7pPr lvl="6" algn="l">
              <a:lnSpc>
                <a:spcPct val="100000"/>
              </a:lnSpc>
              <a:spcBef>
                <a:spcPts val="0"/>
              </a:spcBef>
              <a:spcAft>
                <a:spcPts val="0"/>
              </a:spcAft>
              <a:buSzPts val="4400"/>
              <a:buNone/>
              <a:defRPr sz="4400"/>
            </a:lvl7pPr>
            <a:lvl8pPr lvl="7" algn="l">
              <a:lnSpc>
                <a:spcPct val="100000"/>
              </a:lnSpc>
              <a:spcBef>
                <a:spcPts val="0"/>
              </a:spcBef>
              <a:spcAft>
                <a:spcPts val="0"/>
              </a:spcAft>
              <a:buSzPts val="4400"/>
              <a:buNone/>
              <a:defRPr sz="4400"/>
            </a:lvl8pPr>
            <a:lvl9pPr lvl="8" algn="l">
              <a:lnSpc>
                <a:spcPct val="100000"/>
              </a:lnSpc>
              <a:spcBef>
                <a:spcPts val="0"/>
              </a:spcBef>
              <a:spcAft>
                <a:spcPts val="0"/>
              </a:spcAft>
              <a:buSzPts val="4400"/>
              <a:buNone/>
              <a:defRPr sz="4400"/>
            </a:lvl9pPr>
          </a:lstStyle>
          <a:p>
            <a:endParaRPr/>
          </a:p>
        </p:txBody>
      </p:sp>
      <p:sp>
        <p:nvSpPr>
          <p:cNvPr id="44" name="Google Shape;44;p7"/>
          <p:cNvSpPr txBox="1">
            <a:spLocks noGrp="1"/>
          </p:cNvSpPr>
          <p:nvPr>
            <p:ph type="body" idx="1"/>
          </p:nvPr>
        </p:nvSpPr>
        <p:spPr>
          <a:xfrm>
            <a:off x="1442450" y="5563450"/>
            <a:ext cx="6601800" cy="3195000"/>
          </a:xfrm>
          <a:prstGeom prst="rect">
            <a:avLst/>
          </a:prstGeom>
          <a:noFill/>
          <a:ln>
            <a:noFill/>
          </a:ln>
        </p:spPr>
        <p:txBody>
          <a:bodyPr spcFirstLastPara="1" wrap="square" lIns="156175" tIns="156175" rIns="156175" bIns="156175" anchor="t" anchorCtr="0">
            <a:normAutofit/>
          </a:bodyPr>
          <a:lstStyle>
            <a:lvl1pPr marL="457200" lvl="0" indent="-368300" algn="l">
              <a:lnSpc>
                <a:spcPct val="115000"/>
              </a:lnSpc>
              <a:spcBef>
                <a:spcPts val="0"/>
              </a:spcBef>
              <a:spcAft>
                <a:spcPts val="0"/>
              </a:spcAft>
              <a:buSzPts val="2200"/>
              <a:buChar char="●"/>
              <a:defRPr/>
            </a:lvl1pPr>
            <a:lvl2pPr marL="914400" lvl="1" indent="-349250" algn="l">
              <a:lnSpc>
                <a:spcPct val="115000"/>
              </a:lnSpc>
              <a:spcBef>
                <a:spcPts val="0"/>
              </a:spcBef>
              <a:spcAft>
                <a:spcPts val="0"/>
              </a:spcAft>
              <a:buSzPts val="1900"/>
              <a:buChar char="○"/>
              <a:defRPr/>
            </a:lvl2pPr>
            <a:lvl3pPr marL="1371600" lvl="2" indent="-349250" algn="l">
              <a:lnSpc>
                <a:spcPct val="115000"/>
              </a:lnSpc>
              <a:spcBef>
                <a:spcPts val="0"/>
              </a:spcBef>
              <a:spcAft>
                <a:spcPts val="0"/>
              </a:spcAft>
              <a:buSzPts val="1900"/>
              <a:buChar char="■"/>
              <a:defRPr/>
            </a:lvl3pPr>
            <a:lvl4pPr marL="1828800" lvl="3" indent="-349250" algn="l">
              <a:lnSpc>
                <a:spcPct val="115000"/>
              </a:lnSpc>
              <a:spcBef>
                <a:spcPts val="0"/>
              </a:spcBef>
              <a:spcAft>
                <a:spcPts val="0"/>
              </a:spcAft>
              <a:buSzPts val="1900"/>
              <a:buChar char="●"/>
              <a:defRPr/>
            </a:lvl4pPr>
            <a:lvl5pPr marL="2286000" lvl="4" indent="-349250" algn="l">
              <a:lnSpc>
                <a:spcPct val="115000"/>
              </a:lnSpc>
              <a:spcBef>
                <a:spcPts val="0"/>
              </a:spcBef>
              <a:spcAft>
                <a:spcPts val="0"/>
              </a:spcAft>
              <a:buSzPts val="1900"/>
              <a:buChar char="○"/>
              <a:defRPr/>
            </a:lvl5pPr>
            <a:lvl6pPr marL="2743200" lvl="5" indent="-349250" algn="l">
              <a:lnSpc>
                <a:spcPct val="115000"/>
              </a:lnSpc>
              <a:spcBef>
                <a:spcPts val="0"/>
              </a:spcBef>
              <a:spcAft>
                <a:spcPts val="0"/>
              </a:spcAft>
              <a:buSzPts val="1900"/>
              <a:buChar char="■"/>
              <a:defRPr/>
            </a:lvl6pPr>
            <a:lvl7pPr marL="3200400" lvl="6" indent="-349250" algn="l">
              <a:lnSpc>
                <a:spcPct val="115000"/>
              </a:lnSpc>
              <a:spcBef>
                <a:spcPts val="0"/>
              </a:spcBef>
              <a:spcAft>
                <a:spcPts val="0"/>
              </a:spcAft>
              <a:buSzPts val="1900"/>
              <a:buChar char="●"/>
              <a:defRPr/>
            </a:lvl7pPr>
            <a:lvl8pPr marL="3657600" lvl="7" indent="-349250" algn="l">
              <a:lnSpc>
                <a:spcPct val="115000"/>
              </a:lnSpc>
              <a:spcBef>
                <a:spcPts val="0"/>
              </a:spcBef>
              <a:spcAft>
                <a:spcPts val="0"/>
              </a:spcAft>
              <a:buSzPts val="1900"/>
              <a:buChar char="○"/>
              <a:defRPr/>
            </a:lvl8pPr>
            <a:lvl9pPr marL="4114800" lvl="8" indent="-349250" algn="l">
              <a:lnSpc>
                <a:spcPct val="115000"/>
              </a:lnSpc>
              <a:spcBef>
                <a:spcPts val="0"/>
              </a:spcBef>
              <a:spcAft>
                <a:spcPts val="0"/>
              </a:spcAft>
              <a:buSzPts val="1900"/>
              <a:buChar char="■"/>
              <a:defRPr/>
            </a:lvl9pPr>
          </a:lstStyle>
          <a:p>
            <a:endParaRPr/>
          </a:p>
        </p:txBody>
      </p:sp>
      <p:sp>
        <p:nvSpPr>
          <p:cNvPr id="45" name="Google Shape;45;p7"/>
          <p:cNvSpPr txBox="1">
            <a:spLocks noGrp="1"/>
          </p:cNvSpPr>
          <p:nvPr>
            <p:ph type="sldNum" idx="12"/>
          </p:nvPr>
        </p:nvSpPr>
        <p:spPr>
          <a:xfrm>
            <a:off x="17072605" y="9499702"/>
            <a:ext cx="1097400" cy="786900"/>
          </a:xfrm>
          <a:prstGeom prst="rect">
            <a:avLst/>
          </a:prstGeom>
          <a:noFill/>
          <a:ln>
            <a:noFill/>
          </a:ln>
        </p:spPr>
        <p:txBody>
          <a:bodyPr spcFirstLastPara="1" wrap="square" lIns="156175" tIns="156175" rIns="156175" bIns="156175" anchor="ctr" anchorCtr="0">
            <a:normAutofit/>
          </a:bodyPr>
          <a:lstStyle>
            <a:lvl1pPr marL="0" marR="0" lvl="0" indent="0" algn="r">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6"/>
        <p:cNvGrpSpPr/>
        <p:nvPr/>
      </p:nvGrpSpPr>
      <p:grpSpPr>
        <a:xfrm>
          <a:off x="0" y="0"/>
          <a:ext cx="0" cy="0"/>
          <a:chOff x="0" y="0"/>
          <a:chExt cx="0" cy="0"/>
        </a:xfrm>
      </p:grpSpPr>
      <p:grpSp>
        <p:nvGrpSpPr>
          <p:cNvPr id="47" name="Google Shape;47;p8"/>
          <p:cNvGrpSpPr/>
          <p:nvPr/>
        </p:nvGrpSpPr>
        <p:grpSpPr>
          <a:xfrm>
            <a:off x="1660784" y="8338260"/>
            <a:ext cx="1491526" cy="91652"/>
            <a:chOff x="4580561" y="2589004"/>
            <a:chExt cx="1064464" cy="25200"/>
          </a:xfrm>
        </p:grpSpPr>
        <p:sp>
          <p:nvSpPr>
            <p:cNvPr id="48" name="Google Shape;48;p8"/>
            <p:cNvSpPr/>
            <p:nvPr/>
          </p:nvSpPr>
          <p:spPr>
            <a:xfrm rot="-5400000">
              <a:off x="5366325" y="2335504"/>
              <a:ext cx="25200" cy="532200"/>
            </a:xfrm>
            <a:prstGeom prst="rect">
              <a:avLst/>
            </a:prstGeom>
            <a:solidFill>
              <a:schemeClr val="lt1"/>
            </a:solidFill>
            <a:ln>
              <a:noFill/>
            </a:ln>
          </p:spPr>
          <p:txBody>
            <a:bodyPr spcFirstLastPara="1" wrap="square" lIns="156175" tIns="156175" rIns="156175" bIns="1561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 name="Google Shape;49;p8"/>
            <p:cNvSpPr/>
            <p:nvPr/>
          </p:nvSpPr>
          <p:spPr>
            <a:xfrm rot="-5400000">
              <a:off x="4836311" y="2333254"/>
              <a:ext cx="25200" cy="536700"/>
            </a:xfrm>
            <a:prstGeom prst="rect">
              <a:avLst/>
            </a:prstGeom>
            <a:solidFill>
              <a:schemeClr val="lt1"/>
            </a:solidFill>
            <a:ln>
              <a:noFill/>
            </a:ln>
          </p:spPr>
          <p:txBody>
            <a:bodyPr spcFirstLastPara="1" wrap="square" lIns="156175" tIns="156175" rIns="156175" bIns="1561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0" name="Google Shape;50;p8"/>
          <p:cNvSpPr txBox="1">
            <a:spLocks noGrp="1"/>
          </p:cNvSpPr>
          <p:nvPr>
            <p:ph type="title"/>
          </p:nvPr>
        </p:nvSpPr>
        <p:spPr>
          <a:xfrm>
            <a:off x="1458900" y="1728600"/>
            <a:ext cx="14042400" cy="5970000"/>
          </a:xfrm>
          <a:prstGeom prst="rect">
            <a:avLst/>
          </a:prstGeom>
          <a:noFill/>
          <a:ln>
            <a:noFill/>
          </a:ln>
        </p:spPr>
        <p:txBody>
          <a:bodyPr spcFirstLastPara="1" wrap="square" lIns="156175" tIns="156175" rIns="156175" bIns="156175" anchor="ctr" anchorCtr="0">
            <a:normAutofit/>
          </a:bodyPr>
          <a:lstStyle>
            <a:lvl1pPr lvl="0" algn="l">
              <a:lnSpc>
                <a:spcPct val="100000"/>
              </a:lnSpc>
              <a:spcBef>
                <a:spcPts val="0"/>
              </a:spcBef>
              <a:spcAft>
                <a:spcPts val="0"/>
              </a:spcAft>
              <a:buClr>
                <a:schemeClr val="lt1"/>
              </a:buClr>
              <a:buSzPts val="6200"/>
              <a:buNone/>
              <a:defRPr sz="6200">
                <a:solidFill>
                  <a:schemeClr val="lt1"/>
                </a:solidFill>
              </a:defRPr>
            </a:lvl1pPr>
            <a:lvl2pPr lvl="1" algn="l">
              <a:lnSpc>
                <a:spcPct val="100000"/>
              </a:lnSpc>
              <a:spcBef>
                <a:spcPts val="0"/>
              </a:spcBef>
              <a:spcAft>
                <a:spcPts val="0"/>
              </a:spcAft>
              <a:buClr>
                <a:schemeClr val="lt1"/>
              </a:buClr>
              <a:buSzPts val="6200"/>
              <a:buNone/>
              <a:defRPr sz="6200">
                <a:solidFill>
                  <a:schemeClr val="lt1"/>
                </a:solidFill>
              </a:defRPr>
            </a:lvl2pPr>
            <a:lvl3pPr lvl="2" algn="l">
              <a:lnSpc>
                <a:spcPct val="100000"/>
              </a:lnSpc>
              <a:spcBef>
                <a:spcPts val="0"/>
              </a:spcBef>
              <a:spcAft>
                <a:spcPts val="0"/>
              </a:spcAft>
              <a:buClr>
                <a:schemeClr val="lt1"/>
              </a:buClr>
              <a:buSzPts val="6200"/>
              <a:buNone/>
              <a:defRPr sz="6200">
                <a:solidFill>
                  <a:schemeClr val="lt1"/>
                </a:solidFill>
              </a:defRPr>
            </a:lvl3pPr>
            <a:lvl4pPr lvl="3" algn="l">
              <a:lnSpc>
                <a:spcPct val="100000"/>
              </a:lnSpc>
              <a:spcBef>
                <a:spcPts val="0"/>
              </a:spcBef>
              <a:spcAft>
                <a:spcPts val="0"/>
              </a:spcAft>
              <a:buClr>
                <a:schemeClr val="lt1"/>
              </a:buClr>
              <a:buSzPts val="6200"/>
              <a:buNone/>
              <a:defRPr sz="6200">
                <a:solidFill>
                  <a:schemeClr val="lt1"/>
                </a:solidFill>
              </a:defRPr>
            </a:lvl4pPr>
            <a:lvl5pPr lvl="4" algn="l">
              <a:lnSpc>
                <a:spcPct val="100000"/>
              </a:lnSpc>
              <a:spcBef>
                <a:spcPts val="0"/>
              </a:spcBef>
              <a:spcAft>
                <a:spcPts val="0"/>
              </a:spcAft>
              <a:buClr>
                <a:schemeClr val="lt1"/>
              </a:buClr>
              <a:buSzPts val="6200"/>
              <a:buNone/>
              <a:defRPr sz="6200">
                <a:solidFill>
                  <a:schemeClr val="lt1"/>
                </a:solidFill>
              </a:defRPr>
            </a:lvl5pPr>
            <a:lvl6pPr lvl="5" algn="l">
              <a:lnSpc>
                <a:spcPct val="100000"/>
              </a:lnSpc>
              <a:spcBef>
                <a:spcPts val="0"/>
              </a:spcBef>
              <a:spcAft>
                <a:spcPts val="0"/>
              </a:spcAft>
              <a:buClr>
                <a:schemeClr val="lt1"/>
              </a:buClr>
              <a:buSzPts val="6200"/>
              <a:buNone/>
              <a:defRPr sz="6200">
                <a:solidFill>
                  <a:schemeClr val="lt1"/>
                </a:solidFill>
              </a:defRPr>
            </a:lvl6pPr>
            <a:lvl7pPr lvl="6" algn="l">
              <a:lnSpc>
                <a:spcPct val="100000"/>
              </a:lnSpc>
              <a:spcBef>
                <a:spcPts val="0"/>
              </a:spcBef>
              <a:spcAft>
                <a:spcPts val="0"/>
              </a:spcAft>
              <a:buClr>
                <a:schemeClr val="lt1"/>
              </a:buClr>
              <a:buSzPts val="6200"/>
              <a:buNone/>
              <a:defRPr sz="6200">
                <a:solidFill>
                  <a:schemeClr val="lt1"/>
                </a:solidFill>
              </a:defRPr>
            </a:lvl7pPr>
            <a:lvl8pPr lvl="7" algn="l">
              <a:lnSpc>
                <a:spcPct val="100000"/>
              </a:lnSpc>
              <a:spcBef>
                <a:spcPts val="0"/>
              </a:spcBef>
              <a:spcAft>
                <a:spcPts val="0"/>
              </a:spcAft>
              <a:buClr>
                <a:schemeClr val="lt1"/>
              </a:buClr>
              <a:buSzPts val="6200"/>
              <a:buNone/>
              <a:defRPr sz="6200">
                <a:solidFill>
                  <a:schemeClr val="lt1"/>
                </a:solidFill>
              </a:defRPr>
            </a:lvl8pPr>
            <a:lvl9pPr lvl="8" algn="l">
              <a:lnSpc>
                <a:spcPct val="100000"/>
              </a:lnSpc>
              <a:spcBef>
                <a:spcPts val="0"/>
              </a:spcBef>
              <a:spcAft>
                <a:spcPts val="0"/>
              </a:spcAft>
              <a:buClr>
                <a:schemeClr val="lt1"/>
              </a:buClr>
              <a:buSzPts val="6200"/>
              <a:buNone/>
              <a:defRPr sz="6200">
                <a:solidFill>
                  <a:schemeClr val="lt1"/>
                </a:solidFill>
              </a:defRPr>
            </a:lvl9pPr>
          </a:lstStyle>
          <a:p>
            <a:endParaRPr/>
          </a:p>
        </p:txBody>
      </p:sp>
      <p:sp>
        <p:nvSpPr>
          <p:cNvPr id="51" name="Google Shape;51;p8"/>
          <p:cNvSpPr txBox="1">
            <a:spLocks noGrp="1"/>
          </p:cNvSpPr>
          <p:nvPr>
            <p:ph type="sldNum" idx="12"/>
          </p:nvPr>
        </p:nvSpPr>
        <p:spPr>
          <a:xfrm>
            <a:off x="17072605" y="9499702"/>
            <a:ext cx="1097400" cy="786900"/>
          </a:xfrm>
          <a:prstGeom prst="rect">
            <a:avLst/>
          </a:prstGeom>
          <a:noFill/>
          <a:ln>
            <a:noFill/>
          </a:ln>
        </p:spPr>
        <p:txBody>
          <a:bodyPr spcFirstLastPara="1" wrap="square" lIns="156175" tIns="156175" rIns="156175" bIns="156175" anchor="ctr" anchorCtr="0">
            <a:normAutofit/>
          </a:bodyPr>
          <a:lstStyle>
            <a:lvl1pPr marL="0" marR="0" lvl="0" indent="0" algn="r">
              <a:lnSpc>
                <a:spcPct val="100000"/>
              </a:lnSpc>
              <a:spcBef>
                <a:spcPts val="0"/>
              </a:spcBef>
              <a:spcAft>
                <a:spcPts val="0"/>
              </a:spcAft>
              <a:buClr>
                <a:srgbClr val="000000"/>
              </a:buClr>
              <a:buSzPts val="1700"/>
              <a:buFont typeface="Arial"/>
              <a:buNone/>
              <a:defRPr sz="17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700"/>
              <a:buFont typeface="Arial"/>
              <a:buNone/>
              <a:defRPr sz="17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700"/>
              <a:buFont typeface="Arial"/>
              <a:buNone/>
              <a:defRPr sz="17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700"/>
              <a:buFont typeface="Arial"/>
              <a:buNone/>
              <a:defRPr sz="17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700"/>
              <a:buFont typeface="Arial"/>
              <a:buNone/>
              <a:defRPr sz="17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700"/>
              <a:buFont typeface="Arial"/>
              <a:buNone/>
              <a:defRPr sz="17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700"/>
              <a:buFont typeface="Arial"/>
              <a:buNone/>
              <a:defRPr sz="17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700"/>
              <a:buFont typeface="Arial"/>
              <a:buNone/>
              <a:defRPr sz="17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700"/>
              <a:buFont typeface="Arial"/>
              <a:buNone/>
              <a:defRPr sz="17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2"/>
        <p:cNvGrpSpPr/>
        <p:nvPr/>
      </p:nvGrpSpPr>
      <p:grpSpPr>
        <a:xfrm>
          <a:off x="0" y="0"/>
          <a:ext cx="0" cy="0"/>
          <a:chOff x="0" y="0"/>
          <a:chExt cx="0" cy="0"/>
        </a:xfrm>
      </p:grpSpPr>
      <p:grpSp>
        <p:nvGrpSpPr>
          <p:cNvPr id="53" name="Google Shape;53;p9"/>
          <p:cNvGrpSpPr/>
          <p:nvPr/>
        </p:nvGrpSpPr>
        <p:grpSpPr>
          <a:xfrm>
            <a:off x="1660784" y="2382511"/>
            <a:ext cx="1491526" cy="91652"/>
            <a:chOff x="4580561" y="2589004"/>
            <a:chExt cx="1064464" cy="25200"/>
          </a:xfrm>
        </p:grpSpPr>
        <p:sp>
          <p:nvSpPr>
            <p:cNvPr id="54" name="Google Shape;54;p9"/>
            <p:cNvSpPr/>
            <p:nvPr/>
          </p:nvSpPr>
          <p:spPr>
            <a:xfrm rot="-5400000">
              <a:off x="5366325" y="2335504"/>
              <a:ext cx="25200" cy="532200"/>
            </a:xfrm>
            <a:prstGeom prst="rect">
              <a:avLst/>
            </a:prstGeom>
            <a:solidFill>
              <a:schemeClr val="accent3"/>
            </a:solidFill>
            <a:ln>
              <a:noFill/>
            </a:ln>
          </p:spPr>
          <p:txBody>
            <a:bodyPr spcFirstLastPara="1" wrap="square" lIns="156175" tIns="156175" rIns="156175" bIns="1561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 name="Google Shape;55;p9"/>
            <p:cNvSpPr/>
            <p:nvPr/>
          </p:nvSpPr>
          <p:spPr>
            <a:xfrm rot="-5400000">
              <a:off x="4836311" y="2333254"/>
              <a:ext cx="25200" cy="536700"/>
            </a:xfrm>
            <a:prstGeom prst="rect">
              <a:avLst/>
            </a:prstGeom>
            <a:solidFill>
              <a:schemeClr val="dk1"/>
            </a:solidFill>
            <a:ln>
              <a:noFill/>
            </a:ln>
          </p:spPr>
          <p:txBody>
            <a:bodyPr spcFirstLastPara="1" wrap="square" lIns="156175" tIns="156175" rIns="156175" bIns="1561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6" name="Google Shape;56;p9"/>
          <p:cNvSpPr txBox="1">
            <a:spLocks noGrp="1"/>
          </p:cNvSpPr>
          <p:nvPr>
            <p:ph type="title"/>
          </p:nvPr>
        </p:nvSpPr>
        <p:spPr>
          <a:xfrm>
            <a:off x="1460000" y="2637300"/>
            <a:ext cx="6601800" cy="3374400"/>
          </a:xfrm>
          <a:prstGeom prst="rect">
            <a:avLst/>
          </a:prstGeom>
          <a:noFill/>
          <a:ln>
            <a:noFill/>
          </a:ln>
        </p:spPr>
        <p:txBody>
          <a:bodyPr spcFirstLastPara="1" wrap="square" lIns="156175" tIns="156175" rIns="156175" bIns="156175" anchor="t" anchorCtr="0">
            <a:normAutofit/>
          </a:bodyPr>
          <a:lstStyle>
            <a:lvl1pPr lvl="0" algn="l">
              <a:lnSpc>
                <a:spcPct val="100000"/>
              </a:lnSpc>
              <a:spcBef>
                <a:spcPts val="0"/>
              </a:spcBef>
              <a:spcAft>
                <a:spcPts val="0"/>
              </a:spcAft>
              <a:buSzPts val="4400"/>
              <a:buNone/>
              <a:defRPr sz="4400"/>
            </a:lvl1pPr>
            <a:lvl2pPr lvl="1" algn="l">
              <a:lnSpc>
                <a:spcPct val="100000"/>
              </a:lnSpc>
              <a:spcBef>
                <a:spcPts val="0"/>
              </a:spcBef>
              <a:spcAft>
                <a:spcPts val="0"/>
              </a:spcAft>
              <a:buSzPts val="4400"/>
              <a:buNone/>
              <a:defRPr sz="4400"/>
            </a:lvl2pPr>
            <a:lvl3pPr lvl="2" algn="l">
              <a:lnSpc>
                <a:spcPct val="100000"/>
              </a:lnSpc>
              <a:spcBef>
                <a:spcPts val="0"/>
              </a:spcBef>
              <a:spcAft>
                <a:spcPts val="0"/>
              </a:spcAft>
              <a:buSzPts val="4400"/>
              <a:buNone/>
              <a:defRPr sz="4400"/>
            </a:lvl3pPr>
            <a:lvl4pPr lvl="3" algn="l">
              <a:lnSpc>
                <a:spcPct val="100000"/>
              </a:lnSpc>
              <a:spcBef>
                <a:spcPts val="0"/>
              </a:spcBef>
              <a:spcAft>
                <a:spcPts val="0"/>
              </a:spcAft>
              <a:buSzPts val="4400"/>
              <a:buNone/>
              <a:defRPr sz="4400"/>
            </a:lvl4pPr>
            <a:lvl5pPr lvl="4" algn="l">
              <a:lnSpc>
                <a:spcPct val="100000"/>
              </a:lnSpc>
              <a:spcBef>
                <a:spcPts val="0"/>
              </a:spcBef>
              <a:spcAft>
                <a:spcPts val="0"/>
              </a:spcAft>
              <a:buSzPts val="4400"/>
              <a:buNone/>
              <a:defRPr sz="4400"/>
            </a:lvl5pPr>
            <a:lvl6pPr lvl="5" algn="l">
              <a:lnSpc>
                <a:spcPct val="100000"/>
              </a:lnSpc>
              <a:spcBef>
                <a:spcPts val="0"/>
              </a:spcBef>
              <a:spcAft>
                <a:spcPts val="0"/>
              </a:spcAft>
              <a:buSzPts val="4400"/>
              <a:buNone/>
              <a:defRPr sz="4400"/>
            </a:lvl6pPr>
            <a:lvl7pPr lvl="6" algn="l">
              <a:lnSpc>
                <a:spcPct val="100000"/>
              </a:lnSpc>
              <a:spcBef>
                <a:spcPts val="0"/>
              </a:spcBef>
              <a:spcAft>
                <a:spcPts val="0"/>
              </a:spcAft>
              <a:buSzPts val="4400"/>
              <a:buNone/>
              <a:defRPr sz="4400"/>
            </a:lvl7pPr>
            <a:lvl8pPr lvl="7" algn="l">
              <a:lnSpc>
                <a:spcPct val="100000"/>
              </a:lnSpc>
              <a:spcBef>
                <a:spcPts val="0"/>
              </a:spcBef>
              <a:spcAft>
                <a:spcPts val="0"/>
              </a:spcAft>
              <a:buSzPts val="4400"/>
              <a:buNone/>
              <a:defRPr sz="4400"/>
            </a:lvl8pPr>
            <a:lvl9pPr lvl="8" algn="l">
              <a:lnSpc>
                <a:spcPct val="100000"/>
              </a:lnSpc>
              <a:spcBef>
                <a:spcPts val="0"/>
              </a:spcBef>
              <a:spcAft>
                <a:spcPts val="0"/>
              </a:spcAft>
              <a:buSzPts val="4400"/>
              <a:buNone/>
              <a:defRPr sz="4400"/>
            </a:lvl9pPr>
          </a:lstStyle>
          <a:p>
            <a:endParaRPr/>
          </a:p>
        </p:txBody>
      </p:sp>
      <p:sp>
        <p:nvSpPr>
          <p:cNvPr id="57" name="Google Shape;57;p9"/>
          <p:cNvSpPr txBox="1">
            <a:spLocks noGrp="1"/>
          </p:cNvSpPr>
          <p:nvPr>
            <p:ph type="subTitle" idx="1"/>
          </p:nvPr>
        </p:nvSpPr>
        <p:spPr>
          <a:xfrm>
            <a:off x="1449900" y="6323050"/>
            <a:ext cx="6601800" cy="1518000"/>
          </a:xfrm>
          <a:prstGeom prst="rect">
            <a:avLst/>
          </a:prstGeom>
          <a:noFill/>
          <a:ln>
            <a:noFill/>
          </a:ln>
        </p:spPr>
        <p:txBody>
          <a:bodyPr spcFirstLastPara="1" wrap="square" lIns="156175" tIns="156175" rIns="156175" bIns="156175" anchor="t" anchorCtr="0">
            <a:normAutofit/>
          </a:bodyPr>
          <a:lstStyle>
            <a:lvl1pPr lvl="0" algn="l">
              <a:lnSpc>
                <a:spcPct val="100000"/>
              </a:lnSpc>
              <a:spcBef>
                <a:spcPts val="0"/>
              </a:spcBef>
              <a:spcAft>
                <a:spcPts val="0"/>
              </a:spcAft>
              <a:buSzPts val="2700"/>
              <a:buNone/>
              <a:defRPr sz="2700"/>
            </a:lvl1pPr>
            <a:lvl2pPr lvl="1" algn="l">
              <a:lnSpc>
                <a:spcPct val="100000"/>
              </a:lnSpc>
              <a:spcBef>
                <a:spcPts val="0"/>
              </a:spcBef>
              <a:spcAft>
                <a:spcPts val="0"/>
              </a:spcAft>
              <a:buSzPts val="2700"/>
              <a:buNone/>
              <a:defRPr sz="2700"/>
            </a:lvl2pPr>
            <a:lvl3pPr lvl="2" algn="l">
              <a:lnSpc>
                <a:spcPct val="100000"/>
              </a:lnSpc>
              <a:spcBef>
                <a:spcPts val="0"/>
              </a:spcBef>
              <a:spcAft>
                <a:spcPts val="0"/>
              </a:spcAft>
              <a:buSzPts val="2700"/>
              <a:buNone/>
              <a:defRPr sz="2700"/>
            </a:lvl3pPr>
            <a:lvl4pPr lvl="3" algn="l">
              <a:lnSpc>
                <a:spcPct val="100000"/>
              </a:lnSpc>
              <a:spcBef>
                <a:spcPts val="0"/>
              </a:spcBef>
              <a:spcAft>
                <a:spcPts val="0"/>
              </a:spcAft>
              <a:buSzPts val="2700"/>
              <a:buNone/>
              <a:defRPr sz="2700"/>
            </a:lvl4pPr>
            <a:lvl5pPr lvl="4" algn="l">
              <a:lnSpc>
                <a:spcPct val="100000"/>
              </a:lnSpc>
              <a:spcBef>
                <a:spcPts val="0"/>
              </a:spcBef>
              <a:spcAft>
                <a:spcPts val="0"/>
              </a:spcAft>
              <a:buSzPts val="2700"/>
              <a:buNone/>
              <a:defRPr sz="2700"/>
            </a:lvl5pPr>
            <a:lvl6pPr lvl="5" algn="l">
              <a:lnSpc>
                <a:spcPct val="100000"/>
              </a:lnSpc>
              <a:spcBef>
                <a:spcPts val="0"/>
              </a:spcBef>
              <a:spcAft>
                <a:spcPts val="0"/>
              </a:spcAft>
              <a:buSzPts val="2700"/>
              <a:buNone/>
              <a:defRPr sz="2700"/>
            </a:lvl6pPr>
            <a:lvl7pPr lvl="6" algn="l">
              <a:lnSpc>
                <a:spcPct val="100000"/>
              </a:lnSpc>
              <a:spcBef>
                <a:spcPts val="0"/>
              </a:spcBef>
              <a:spcAft>
                <a:spcPts val="0"/>
              </a:spcAft>
              <a:buSzPts val="2700"/>
              <a:buNone/>
              <a:defRPr sz="2700"/>
            </a:lvl7pPr>
            <a:lvl8pPr lvl="7" algn="l">
              <a:lnSpc>
                <a:spcPct val="100000"/>
              </a:lnSpc>
              <a:spcBef>
                <a:spcPts val="0"/>
              </a:spcBef>
              <a:spcAft>
                <a:spcPts val="0"/>
              </a:spcAft>
              <a:buSzPts val="2700"/>
              <a:buNone/>
              <a:defRPr sz="2700"/>
            </a:lvl8pPr>
            <a:lvl9pPr lvl="8" algn="l">
              <a:lnSpc>
                <a:spcPct val="100000"/>
              </a:lnSpc>
              <a:spcBef>
                <a:spcPts val="0"/>
              </a:spcBef>
              <a:spcAft>
                <a:spcPts val="0"/>
              </a:spcAft>
              <a:buSzPts val="2700"/>
              <a:buNone/>
              <a:defRPr sz="2700"/>
            </a:lvl9pPr>
          </a:lstStyle>
          <a:p>
            <a:endParaRPr/>
          </a:p>
        </p:txBody>
      </p:sp>
      <p:sp>
        <p:nvSpPr>
          <p:cNvPr id="58" name="Google Shape;58;p9"/>
          <p:cNvSpPr txBox="1">
            <a:spLocks noGrp="1"/>
          </p:cNvSpPr>
          <p:nvPr>
            <p:ph type="body" idx="2"/>
          </p:nvPr>
        </p:nvSpPr>
        <p:spPr>
          <a:xfrm>
            <a:off x="10348450" y="2705250"/>
            <a:ext cx="6748800" cy="6051000"/>
          </a:xfrm>
          <a:prstGeom prst="rect">
            <a:avLst/>
          </a:prstGeom>
          <a:noFill/>
          <a:ln>
            <a:noFill/>
          </a:ln>
        </p:spPr>
        <p:txBody>
          <a:bodyPr spcFirstLastPara="1" wrap="square" lIns="156175" tIns="156175" rIns="156175" bIns="156175" anchor="t" anchorCtr="0">
            <a:normAutofit/>
          </a:bodyPr>
          <a:lstStyle>
            <a:lvl1pPr marL="457200" lvl="0" indent="-368300" algn="l">
              <a:lnSpc>
                <a:spcPct val="115000"/>
              </a:lnSpc>
              <a:spcBef>
                <a:spcPts val="0"/>
              </a:spcBef>
              <a:spcAft>
                <a:spcPts val="0"/>
              </a:spcAft>
              <a:buSzPts val="2200"/>
              <a:buChar char="●"/>
              <a:defRPr/>
            </a:lvl1pPr>
            <a:lvl2pPr marL="914400" lvl="1" indent="-349250" algn="l">
              <a:lnSpc>
                <a:spcPct val="115000"/>
              </a:lnSpc>
              <a:spcBef>
                <a:spcPts val="0"/>
              </a:spcBef>
              <a:spcAft>
                <a:spcPts val="0"/>
              </a:spcAft>
              <a:buSzPts val="1900"/>
              <a:buChar char="○"/>
              <a:defRPr/>
            </a:lvl2pPr>
            <a:lvl3pPr marL="1371600" lvl="2" indent="-349250" algn="l">
              <a:lnSpc>
                <a:spcPct val="115000"/>
              </a:lnSpc>
              <a:spcBef>
                <a:spcPts val="0"/>
              </a:spcBef>
              <a:spcAft>
                <a:spcPts val="0"/>
              </a:spcAft>
              <a:buSzPts val="1900"/>
              <a:buChar char="■"/>
              <a:defRPr/>
            </a:lvl3pPr>
            <a:lvl4pPr marL="1828800" lvl="3" indent="-349250" algn="l">
              <a:lnSpc>
                <a:spcPct val="115000"/>
              </a:lnSpc>
              <a:spcBef>
                <a:spcPts val="0"/>
              </a:spcBef>
              <a:spcAft>
                <a:spcPts val="0"/>
              </a:spcAft>
              <a:buSzPts val="1900"/>
              <a:buChar char="●"/>
              <a:defRPr/>
            </a:lvl4pPr>
            <a:lvl5pPr marL="2286000" lvl="4" indent="-349250" algn="l">
              <a:lnSpc>
                <a:spcPct val="115000"/>
              </a:lnSpc>
              <a:spcBef>
                <a:spcPts val="0"/>
              </a:spcBef>
              <a:spcAft>
                <a:spcPts val="0"/>
              </a:spcAft>
              <a:buSzPts val="1900"/>
              <a:buChar char="○"/>
              <a:defRPr/>
            </a:lvl5pPr>
            <a:lvl6pPr marL="2743200" lvl="5" indent="-349250" algn="l">
              <a:lnSpc>
                <a:spcPct val="115000"/>
              </a:lnSpc>
              <a:spcBef>
                <a:spcPts val="0"/>
              </a:spcBef>
              <a:spcAft>
                <a:spcPts val="0"/>
              </a:spcAft>
              <a:buSzPts val="1900"/>
              <a:buChar char="■"/>
              <a:defRPr/>
            </a:lvl6pPr>
            <a:lvl7pPr marL="3200400" lvl="6" indent="-349250" algn="l">
              <a:lnSpc>
                <a:spcPct val="115000"/>
              </a:lnSpc>
              <a:spcBef>
                <a:spcPts val="0"/>
              </a:spcBef>
              <a:spcAft>
                <a:spcPts val="0"/>
              </a:spcAft>
              <a:buSzPts val="1900"/>
              <a:buChar char="●"/>
              <a:defRPr/>
            </a:lvl7pPr>
            <a:lvl8pPr marL="3657600" lvl="7" indent="-349250" algn="l">
              <a:lnSpc>
                <a:spcPct val="115000"/>
              </a:lnSpc>
              <a:spcBef>
                <a:spcPts val="0"/>
              </a:spcBef>
              <a:spcAft>
                <a:spcPts val="0"/>
              </a:spcAft>
              <a:buSzPts val="1900"/>
              <a:buChar char="○"/>
              <a:defRPr/>
            </a:lvl8pPr>
            <a:lvl9pPr marL="4114800" lvl="8" indent="-349250" algn="l">
              <a:lnSpc>
                <a:spcPct val="115000"/>
              </a:lnSpc>
              <a:spcBef>
                <a:spcPts val="0"/>
              </a:spcBef>
              <a:spcAft>
                <a:spcPts val="0"/>
              </a:spcAft>
              <a:buSzPts val="1900"/>
              <a:buChar char="■"/>
              <a:defRPr/>
            </a:lvl9pPr>
          </a:lstStyle>
          <a:p>
            <a:endParaRPr/>
          </a:p>
        </p:txBody>
      </p:sp>
      <p:sp>
        <p:nvSpPr>
          <p:cNvPr id="59" name="Google Shape;59;p9"/>
          <p:cNvSpPr txBox="1">
            <a:spLocks noGrp="1"/>
          </p:cNvSpPr>
          <p:nvPr>
            <p:ph type="sldNum" idx="12"/>
          </p:nvPr>
        </p:nvSpPr>
        <p:spPr>
          <a:xfrm>
            <a:off x="17072605" y="9499702"/>
            <a:ext cx="1097400" cy="786900"/>
          </a:xfrm>
          <a:prstGeom prst="rect">
            <a:avLst/>
          </a:prstGeom>
          <a:noFill/>
          <a:ln>
            <a:noFill/>
          </a:ln>
        </p:spPr>
        <p:txBody>
          <a:bodyPr spcFirstLastPara="1" wrap="square" lIns="156175" tIns="156175" rIns="156175" bIns="156175" anchor="ctr" anchorCtr="0">
            <a:normAutofit/>
          </a:bodyPr>
          <a:lstStyle>
            <a:lvl1pPr marL="0" marR="0" lvl="0" indent="0" algn="r">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0"/>
        <p:cNvGrpSpPr/>
        <p:nvPr/>
      </p:nvGrpSpPr>
      <p:grpSpPr>
        <a:xfrm>
          <a:off x="0" y="0"/>
          <a:ext cx="0" cy="0"/>
          <a:chOff x="0" y="0"/>
          <a:chExt cx="0" cy="0"/>
        </a:xfrm>
      </p:grpSpPr>
      <p:sp>
        <p:nvSpPr>
          <p:cNvPr id="61" name="Google Shape;61;p10"/>
          <p:cNvSpPr txBox="1">
            <a:spLocks noGrp="1"/>
          </p:cNvSpPr>
          <p:nvPr>
            <p:ph type="body" idx="1"/>
          </p:nvPr>
        </p:nvSpPr>
        <p:spPr>
          <a:xfrm>
            <a:off x="1449900" y="8745102"/>
            <a:ext cx="15394800" cy="921000"/>
          </a:xfrm>
          <a:prstGeom prst="rect">
            <a:avLst/>
          </a:prstGeom>
          <a:noFill/>
          <a:ln>
            <a:noFill/>
          </a:ln>
        </p:spPr>
        <p:txBody>
          <a:bodyPr spcFirstLastPara="1" wrap="square" lIns="156175" tIns="156175" rIns="156175" bIns="156175" anchor="ctr" anchorCtr="0">
            <a:normAutofit/>
          </a:bodyPr>
          <a:lstStyle>
            <a:lvl1pPr marL="457200" lvl="0" indent="-228600" algn="l">
              <a:lnSpc>
                <a:spcPct val="100000"/>
              </a:lnSpc>
              <a:spcBef>
                <a:spcPts val="0"/>
              </a:spcBef>
              <a:spcAft>
                <a:spcPts val="0"/>
              </a:spcAft>
              <a:buSzPts val="2200"/>
              <a:buNone/>
              <a:defRPr/>
            </a:lvl1pPr>
          </a:lstStyle>
          <a:p>
            <a:endParaRPr/>
          </a:p>
        </p:txBody>
      </p:sp>
      <p:sp>
        <p:nvSpPr>
          <p:cNvPr id="62" name="Google Shape;62;p10"/>
          <p:cNvSpPr txBox="1">
            <a:spLocks noGrp="1"/>
          </p:cNvSpPr>
          <p:nvPr>
            <p:ph type="sldNum" idx="12"/>
          </p:nvPr>
        </p:nvSpPr>
        <p:spPr>
          <a:xfrm>
            <a:off x="17072605" y="9499702"/>
            <a:ext cx="1097400" cy="786900"/>
          </a:xfrm>
          <a:prstGeom prst="rect">
            <a:avLst/>
          </a:prstGeom>
          <a:noFill/>
          <a:ln>
            <a:noFill/>
          </a:ln>
        </p:spPr>
        <p:txBody>
          <a:bodyPr spcFirstLastPara="1" wrap="square" lIns="156175" tIns="156175" rIns="156175" bIns="156175" anchor="ctr" anchorCtr="0">
            <a:normAutofit/>
          </a:bodyPr>
          <a:lstStyle>
            <a:lvl1pPr marL="0" marR="0" lvl="0" indent="0" algn="r">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63"/>
        <p:cNvGrpSpPr/>
        <p:nvPr/>
      </p:nvGrpSpPr>
      <p:grpSpPr>
        <a:xfrm>
          <a:off x="0" y="0"/>
          <a:ext cx="0" cy="0"/>
          <a:chOff x="0" y="0"/>
          <a:chExt cx="0" cy="0"/>
        </a:xfrm>
      </p:grpSpPr>
      <p:grpSp>
        <p:nvGrpSpPr>
          <p:cNvPr id="64" name="Google Shape;64;p11"/>
          <p:cNvGrpSpPr/>
          <p:nvPr/>
        </p:nvGrpSpPr>
        <p:grpSpPr>
          <a:xfrm>
            <a:off x="1660784" y="8338260"/>
            <a:ext cx="1491526" cy="91652"/>
            <a:chOff x="4580561" y="2589004"/>
            <a:chExt cx="1064464" cy="25200"/>
          </a:xfrm>
        </p:grpSpPr>
        <p:sp>
          <p:nvSpPr>
            <p:cNvPr id="65" name="Google Shape;65;p11"/>
            <p:cNvSpPr/>
            <p:nvPr/>
          </p:nvSpPr>
          <p:spPr>
            <a:xfrm rot="-5400000">
              <a:off x="5366325" y="2335504"/>
              <a:ext cx="25200" cy="532200"/>
            </a:xfrm>
            <a:prstGeom prst="rect">
              <a:avLst/>
            </a:prstGeom>
            <a:solidFill>
              <a:schemeClr val="lt1"/>
            </a:solidFill>
            <a:ln>
              <a:noFill/>
            </a:ln>
          </p:spPr>
          <p:txBody>
            <a:bodyPr spcFirstLastPara="1" wrap="square" lIns="156175" tIns="156175" rIns="156175" bIns="1561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 name="Google Shape;66;p11"/>
            <p:cNvSpPr/>
            <p:nvPr/>
          </p:nvSpPr>
          <p:spPr>
            <a:xfrm rot="-5400000">
              <a:off x="4836311" y="2333254"/>
              <a:ext cx="25200" cy="536700"/>
            </a:xfrm>
            <a:prstGeom prst="rect">
              <a:avLst/>
            </a:prstGeom>
            <a:solidFill>
              <a:schemeClr val="lt1"/>
            </a:solidFill>
            <a:ln>
              <a:noFill/>
            </a:ln>
          </p:spPr>
          <p:txBody>
            <a:bodyPr spcFirstLastPara="1" wrap="square" lIns="156175" tIns="156175" rIns="156175" bIns="1561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7" name="Google Shape;67;p11"/>
          <p:cNvSpPr txBox="1">
            <a:spLocks noGrp="1"/>
          </p:cNvSpPr>
          <p:nvPr>
            <p:ph type="title" hasCustomPrompt="1"/>
          </p:nvPr>
        </p:nvSpPr>
        <p:spPr>
          <a:xfrm>
            <a:off x="1458900" y="1467900"/>
            <a:ext cx="15376800" cy="2489400"/>
          </a:xfrm>
          <a:prstGeom prst="rect">
            <a:avLst/>
          </a:prstGeom>
          <a:noFill/>
          <a:ln>
            <a:noFill/>
          </a:ln>
        </p:spPr>
        <p:txBody>
          <a:bodyPr spcFirstLastPara="1" wrap="square" lIns="156175" tIns="156175" rIns="156175" bIns="156175" anchor="t" anchorCtr="0">
            <a:normAutofit/>
          </a:bodyPr>
          <a:lstStyle>
            <a:lvl1pPr lvl="0" algn="l">
              <a:lnSpc>
                <a:spcPct val="100000"/>
              </a:lnSpc>
              <a:spcBef>
                <a:spcPts val="0"/>
              </a:spcBef>
              <a:spcAft>
                <a:spcPts val="0"/>
              </a:spcAft>
              <a:buClr>
                <a:schemeClr val="lt1"/>
              </a:buClr>
              <a:buSzPts val="13700"/>
              <a:buNone/>
              <a:defRPr sz="13700">
                <a:solidFill>
                  <a:schemeClr val="lt1"/>
                </a:solidFill>
              </a:defRPr>
            </a:lvl1pPr>
            <a:lvl2pPr lvl="1" algn="l">
              <a:lnSpc>
                <a:spcPct val="100000"/>
              </a:lnSpc>
              <a:spcBef>
                <a:spcPts val="0"/>
              </a:spcBef>
              <a:spcAft>
                <a:spcPts val="0"/>
              </a:spcAft>
              <a:buClr>
                <a:schemeClr val="lt1"/>
              </a:buClr>
              <a:buSzPts val="13700"/>
              <a:buNone/>
              <a:defRPr sz="13700">
                <a:solidFill>
                  <a:schemeClr val="lt1"/>
                </a:solidFill>
              </a:defRPr>
            </a:lvl2pPr>
            <a:lvl3pPr lvl="2" algn="l">
              <a:lnSpc>
                <a:spcPct val="100000"/>
              </a:lnSpc>
              <a:spcBef>
                <a:spcPts val="0"/>
              </a:spcBef>
              <a:spcAft>
                <a:spcPts val="0"/>
              </a:spcAft>
              <a:buClr>
                <a:schemeClr val="lt1"/>
              </a:buClr>
              <a:buSzPts val="13700"/>
              <a:buNone/>
              <a:defRPr sz="13700">
                <a:solidFill>
                  <a:schemeClr val="lt1"/>
                </a:solidFill>
              </a:defRPr>
            </a:lvl3pPr>
            <a:lvl4pPr lvl="3" algn="l">
              <a:lnSpc>
                <a:spcPct val="100000"/>
              </a:lnSpc>
              <a:spcBef>
                <a:spcPts val="0"/>
              </a:spcBef>
              <a:spcAft>
                <a:spcPts val="0"/>
              </a:spcAft>
              <a:buClr>
                <a:schemeClr val="lt1"/>
              </a:buClr>
              <a:buSzPts val="13700"/>
              <a:buNone/>
              <a:defRPr sz="13700">
                <a:solidFill>
                  <a:schemeClr val="lt1"/>
                </a:solidFill>
              </a:defRPr>
            </a:lvl4pPr>
            <a:lvl5pPr lvl="4" algn="l">
              <a:lnSpc>
                <a:spcPct val="100000"/>
              </a:lnSpc>
              <a:spcBef>
                <a:spcPts val="0"/>
              </a:spcBef>
              <a:spcAft>
                <a:spcPts val="0"/>
              </a:spcAft>
              <a:buClr>
                <a:schemeClr val="lt1"/>
              </a:buClr>
              <a:buSzPts val="13700"/>
              <a:buNone/>
              <a:defRPr sz="13700">
                <a:solidFill>
                  <a:schemeClr val="lt1"/>
                </a:solidFill>
              </a:defRPr>
            </a:lvl5pPr>
            <a:lvl6pPr lvl="5" algn="l">
              <a:lnSpc>
                <a:spcPct val="100000"/>
              </a:lnSpc>
              <a:spcBef>
                <a:spcPts val="0"/>
              </a:spcBef>
              <a:spcAft>
                <a:spcPts val="0"/>
              </a:spcAft>
              <a:buClr>
                <a:schemeClr val="lt1"/>
              </a:buClr>
              <a:buSzPts val="13700"/>
              <a:buNone/>
              <a:defRPr sz="13700">
                <a:solidFill>
                  <a:schemeClr val="lt1"/>
                </a:solidFill>
              </a:defRPr>
            </a:lvl6pPr>
            <a:lvl7pPr lvl="6" algn="l">
              <a:lnSpc>
                <a:spcPct val="100000"/>
              </a:lnSpc>
              <a:spcBef>
                <a:spcPts val="0"/>
              </a:spcBef>
              <a:spcAft>
                <a:spcPts val="0"/>
              </a:spcAft>
              <a:buClr>
                <a:schemeClr val="lt1"/>
              </a:buClr>
              <a:buSzPts val="13700"/>
              <a:buNone/>
              <a:defRPr sz="13700">
                <a:solidFill>
                  <a:schemeClr val="lt1"/>
                </a:solidFill>
              </a:defRPr>
            </a:lvl7pPr>
            <a:lvl8pPr lvl="7" algn="l">
              <a:lnSpc>
                <a:spcPct val="100000"/>
              </a:lnSpc>
              <a:spcBef>
                <a:spcPts val="0"/>
              </a:spcBef>
              <a:spcAft>
                <a:spcPts val="0"/>
              </a:spcAft>
              <a:buClr>
                <a:schemeClr val="lt1"/>
              </a:buClr>
              <a:buSzPts val="13700"/>
              <a:buNone/>
              <a:defRPr sz="13700">
                <a:solidFill>
                  <a:schemeClr val="lt1"/>
                </a:solidFill>
              </a:defRPr>
            </a:lvl8pPr>
            <a:lvl9pPr lvl="8" algn="l">
              <a:lnSpc>
                <a:spcPct val="100000"/>
              </a:lnSpc>
              <a:spcBef>
                <a:spcPts val="0"/>
              </a:spcBef>
              <a:spcAft>
                <a:spcPts val="0"/>
              </a:spcAft>
              <a:buClr>
                <a:schemeClr val="lt1"/>
              </a:buClr>
              <a:buSzPts val="13700"/>
              <a:buNone/>
              <a:defRPr sz="13700">
                <a:solidFill>
                  <a:schemeClr val="lt1"/>
                </a:solidFill>
              </a:defRPr>
            </a:lvl9pPr>
          </a:lstStyle>
          <a:p>
            <a:r>
              <a:t>xx%</a:t>
            </a:r>
          </a:p>
        </p:txBody>
      </p:sp>
      <p:sp>
        <p:nvSpPr>
          <p:cNvPr id="68" name="Google Shape;68;p11"/>
          <p:cNvSpPr txBox="1">
            <a:spLocks noGrp="1"/>
          </p:cNvSpPr>
          <p:nvPr>
            <p:ph type="body" idx="1"/>
          </p:nvPr>
        </p:nvSpPr>
        <p:spPr>
          <a:xfrm>
            <a:off x="1458900" y="4545776"/>
            <a:ext cx="15376800" cy="3160800"/>
          </a:xfrm>
          <a:prstGeom prst="rect">
            <a:avLst/>
          </a:prstGeom>
          <a:noFill/>
          <a:ln>
            <a:noFill/>
          </a:ln>
        </p:spPr>
        <p:txBody>
          <a:bodyPr spcFirstLastPara="1" wrap="square" lIns="156175" tIns="156175" rIns="156175" bIns="156175" anchor="t" anchorCtr="0">
            <a:normAutofit/>
          </a:bodyPr>
          <a:lstStyle>
            <a:lvl1pPr marL="457200" lvl="0" indent="-368300" algn="l">
              <a:lnSpc>
                <a:spcPct val="115000"/>
              </a:lnSpc>
              <a:spcBef>
                <a:spcPts val="0"/>
              </a:spcBef>
              <a:spcAft>
                <a:spcPts val="0"/>
              </a:spcAft>
              <a:buClr>
                <a:schemeClr val="lt1"/>
              </a:buClr>
              <a:buSzPts val="2200"/>
              <a:buChar char="●"/>
              <a:defRPr>
                <a:solidFill>
                  <a:schemeClr val="lt1"/>
                </a:solidFill>
              </a:defRPr>
            </a:lvl1pPr>
            <a:lvl2pPr marL="914400" lvl="1" indent="-349250" algn="l">
              <a:lnSpc>
                <a:spcPct val="115000"/>
              </a:lnSpc>
              <a:spcBef>
                <a:spcPts val="0"/>
              </a:spcBef>
              <a:spcAft>
                <a:spcPts val="0"/>
              </a:spcAft>
              <a:buClr>
                <a:schemeClr val="lt1"/>
              </a:buClr>
              <a:buSzPts val="1900"/>
              <a:buChar char="○"/>
              <a:defRPr>
                <a:solidFill>
                  <a:schemeClr val="lt1"/>
                </a:solidFill>
              </a:defRPr>
            </a:lvl2pPr>
            <a:lvl3pPr marL="1371600" lvl="2" indent="-349250" algn="l">
              <a:lnSpc>
                <a:spcPct val="115000"/>
              </a:lnSpc>
              <a:spcBef>
                <a:spcPts val="0"/>
              </a:spcBef>
              <a:spcAft>
                <a:spcPts val="0"/>
              </a:spcAft>
              <a:buClr>
                <a:schemeClr val="lt1"/>
              </a:buClr>
              <a:buSzPts val="1900"/>
              <a:buChar char="■"/>
              <a:defRPr>
                <a:solidFill>
                  <a:schemeClr val="lt1"/>
                </a:solidFill>
              </a:defRPr>
            </a:lvl3pPr>
            <a:lvl4pPr marL="1828800" lvl="3" indent="-349250" algn="l">
              <a:lnSpc>
                <a:spcPct val="115000"/>
              </a:lnSpc>
              <a:spcBef>
                <a:spcPts val="0"/>
              </a:spcBef>
              <a:spcAft>
                <a:spcPts val="0"/>
              </a:spcAft>
              <a:buClr>
                <a:schemeClr val="lt1"/>
              </a:buClr>
              <a:buSzPts val="1900"/>
              <a:buChar char="●"/>
              <a:defRPr>
                <a:solidFill>
                  <a:schemeClr val="lt1"/>
                </a:solidFill>
              </a:defRPr>
            </a:lvl4pPr>
            <a:lvl5pPr marL="2286000" lvl="4" indent="-349250" algn="l">
              <a:lnSpc>
                <a:spcPct val="115000"/>
              </a:lnSpc>
              <a:spcBef>
                <a:spcPts val="0"/>
              </a:spcBef>
              <a:spcAft>
                <a:spcPts val="0"/>
              </a:spcAft>
              <a:buClr>
                <a:schemeClr val="lt1"/>
              </a:buClr>
              <a:buSzPts val="1900"/>
              <a:buChar char="○"/>
              <a:defRPr>
                <a:solidFill>
                  <a:schemeClr val="lt1"/>
                </a:solidFill>
              </a:defRPr>
            </a:lvl5pPr>
            <a:lvl6pPr marL="2743200" lvl="5" indent="-349250" algn="l">
              <a:lnSpc>
                <a:spcPct val="115000"/>
              </a:lnSpc>
              <a:spcBef>
                <a:spcPts val="0"/>
              </a:spcBef>
              <a:spcAft>
                <a:spcPts val="0"/>
              </a:spcAft>
              <a:buClr>
                <a:schemeClr val="lt1"/>
              </a:buClr>
              <a:buSzPts val="1900"/>
              <a:buChar char="■"/>
              <a:defRPr>
                <a:solidFill>
                  <a:schemeClr val="lt1"/>
                </a:solidFill>
              </a:defRPr>
            </a:lvl6pPr>
            <a:lvl7pPr marL="3200400" lvl="6" indent="-349250" algn="l">
              <a:lnSpc>
                <a:spcPct val="115000"/>
              </a:lnSpc>
              <a:spcBef>
                <a:spcPts val="0"/>
              </a:spcBef>
              <a:spcAft>
                <a:spcPts val="0"/>
              </a:spcAft>
              <a:buClr>
                <a:schemeClr val="lt1"/>
              </a:buClr>
              <a:buSzPts val="1900"/>
              <a:buChar char="●"/>
              <a:defRPr>
                <a:solidFill>
                  <a:schemeClr val="lt1"/>
                </a:solidFill>
              </a:defRPr>
            </a:lvl7pPr>
            <a:lvl8pPr marL="3657600" lvl="7" indent="-349250" algn="l">
              <a:lnSpc>
                <a:spcPct val="115000"/>
              </a:lnSpc>
              <a:spcBef>
                <a:spcPts val="0"/>
              </a:spcBef>
              <a:spcAft>
                <a:spcPts val="0"/>
              </a:spcAft>
              <a:buClr>
                <a:schemeClr val="lt1"/>
              </a:buClr>
              <a:buSzPts val="1900"/>
              <a:buChar char="○"/>
              <a:defRPr>
                <a:solidFill>
                  <a:schemeClr val="lt1"/>
                </a:solidFill>
              </a:defRPr>
            </a:lvl8pPr>
            <a:lvl9pPr marL="4114800" lvl="8" indent="-349250" algn="l">
              <a:lnSpc>
                <a:spcPct val="115000"/>
              </a:lnSpc>
              <a:spcBef>
                <a:spcPts val="0"/>
              </a:spcBef>
              <a:spcAft>
                <a:spcPts val="0"/>
              </a:spcAft>
              <a:buClr>
                <a:schemeClr val="lt1"/>
              </a:buClr>
              <a:buSzPts val="1900"/>
              <a:buChar char="■"/>
              <a:defRPr>
                <a:solidFill>
                  <a:schemeClr val="lt1"/>
                </a:solidFill>
              </a:defRPr>
            </a:lvl9pPr>
          </a:lstStyle>
          <a:p>
            <a:endParaRPr/>
          </a:p>
        </p:txBody>
      </p:sp>
      <p:sp>
        <p:nvSpPr>
          <p:cNvPr id="69" name="Google Shape;69;p11"/>
          <p:cNvSpPr txBox="1">
            <a:spLocks noGrp="1"/>
          </p:cNvSpPr>
          <p:nvPr>
            <p:ph type="sldNum" idx="12"/>
          </p:nvPr>
        </p:nvSpPr>
        <p:spPr>
          <a:xfrm>
            <a:off x="17072605" y="9499702"/>
            <a:ext cx="1097400" cy="786900"/>
          </a:xfrm>
          <a:prstGeom prst="rect">
            <a:avLst/>
          </a:prstGeom>
          <a:noFill/>
          <a:ln>
            <a:noFill/>
          </a:ln>
        </p:spPr>
        <p:txBody>
          <a:bodyPr spcFirstLastPara="1" wrap="square" lIns="156175" tIns="156175" rIns="156175" bIns="156175" anchor="ctr" anchorCtr="0">
            <a:normAutofit/>
          </a:bodyPr>
          <a:lstStyle>
            <a:lvl1pPr marL="0" marR="0" lvl="0" indent="0" algn="r">
              <a:lnSpc>
                <a:spcPct val="100000"/>
              </a:lnSpc>
              <a:spcBef>
                <a:spcPts val="0"/>
              </a:spcBef>
              <a:spcAft>
                <a:spcPts val="0"/>
              </a:spcAft>
              <a:buClr>
                <a:srgbClr val="000000"/>
              </a:buClr>
              <a:buSzPts val="1700"/>
              <a:buFont typeface="Arial"/>
              <a:buNone/>
              <a:defRPr sz="17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700"/>
              <a:buFont typeface="Arial"/>
              <a:buNone/>
              <a:defRPr sz="17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700"/>
              <a:buFont typeface="Arial"/>
              <a:buNone/>
              <a:defRPr sz="17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700"/>
              <a:buFont typeface="Arial"/>
              <a:buNone/>
              <a:defRPr sz="17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700"/>
              <a:buFont typeface="Arial"/>
              <a:buNone/>
              <a:defRPr sz="17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700"/>
              <a:buFont typeface="Arial"/>
              <a:buNone/>
              <a:defRPr sz="17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700"/>
              <a:buFont typeface="Arial"/>
              <a:buNone/>
              <a:defRPr sz="17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700"/>
              <a:buFont typeface="Arial"/>
              <a:buNone/>
              <a:defRPr sz="17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700"/>
              <a:buFont typeface="Arial"/>
              <a:buNone/>
              <a:defRPr sz="17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0"/>
        <p:cNvGrpSpPr/>
        <p:nvPr/>
      </p:nvGrpSpPr>
      <p:grpSpPr>
        <a:xfrm>
          <a:off x="0" y="0"/>
          <a:ext cx="0" cy="0"/>
          <a:chOff x="0" y="0"/>
          <a:chExt cx="0" cy="0"/>
        </a:xfrm>
      </p:grpSpPr>
      <p:sp>
        <p:nvSpPr>
          <p:cNvPr id="71" name="Google Shape;71;p12"/>
          <p:cNvSpPr txBox="1">
            <a:spLocks noGrp="1"/>
          </p:cNvSpPr>
          <p:nvPr>
            <p:ph type="sldNum" idx="12"/>
          </p:nvPr>
        </p:nvSpPr>
        <p:spPr>
          <a:xfrm>
            <a:off x="17072605" y="9499702"/>
            <a:ext cx="1097400" cy="786900"/>
          </a:xfrm>
          <a:prstGeom prst="rect">
            <a:avLst/>
          </a:prstGeom>
          <a:noFill/>
          <a:ln>
            <a:noFill/>
          </a:ln>
        </p:spPr>
        <p:txBody>
          <a:bodyPr spcFirstLastPara="1" wrap="square" lIns="156175" tIns="156175" rIns="156175" bIns="156175" anchor="ctr" anchorCtr="0">
            <a:normAutofit/>
          </a:bodyPr>
          <a:lstStyle>
            <a:lvl1pPr marL="0" marR="0" lvl="0" indent="0" algn="r">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blipFill>
          <a:blip r:embed="rId13">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623400" y="280450"/>
            <a:ext cx="17041200" cy="1145400"/>
          </a:xfrm>
          <a:prstGeom prst="rect">
            <a:avLst/>
          </a:prstGeom>
          <a:noFill/>
          <a:ln>
            <a:noFill/>
          </a:ln>
        </p:spPr>
        <p:txBody>
          <a:bodyPr spcFirstLastPara="1" wrap="square" lIns="156175" tIns="156175" rIns="156175" bIns="156175" anchor="t" anchorCtr="0">
            <a:normAutofit/>
          </a:bodyPr>
          <a:lstStyle>
            <a:lvl1pPr marR="0" lvl="0" algn="l" rtl="0">
              <a:lnSpc>
                <a:spcPct val="100000"/>
              </a:lnSpc>
              <a:spcBef>
                <a:spcPts val="0"/>
              </a:spcBef>
              <a:spcAft>
                <a:spcPts val="0"/>
              </a:spcAft>
              <a:buClr>
                <a:schemeClr val="dk2"/>
              </a:buClr>
              <a:buSzPts val="4800"/>
              <a:buFont typeface="Raleway"/>
              <a:buNone/>
              <a:defRPr sz="4800" b="1" i="0" u="none" strike="noStrike" cap="none">
                <a:solidFill>
                  <a:schemeClr val="dk2"/>
                </a:solidFill>
                <a:latin typeface="Raleway"/>
                <a:ea typeface="Raleway"/>
                <a:cs typeface="Raleway"/>
                <a:sym typeface="Raleway"/>
              </a:defRPr>
            </a:lvl1pPr>
            <a:lvl2pPr marR="0" lvl="1" algn="l" rtl="0">
              <a:lnSpc>
                <a:spcPct val="100000"/>
              </a:lnSpc>
              <a:spcBef>
                <a:spcPts val="0"/>
              </a:spcBef>
              <a:spcAft>
                <a:spcPts val="0"/>
              </a:spcAft>
              <a:buClr>
                <a:schemeClr val="dk2"/>
              </a:buClr>
              <a:buSzPts val="4800"/>
              <a:buFont typeface="Raleway"/>
              <a:buNone/>
              <a:defRPr sz="48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4800"/>
              <a:buFont typeface="Raleway"/>
              <a:buNone/>
              <a:defRPr sz="48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4800"/>
              <a:buFont typeface="Raleway"/>
              <a:buNone/>
              <a:defRPr sz="48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4800"/>
              <a:buFont typeface="Raleway"/>
              <a:buNone/>
              <a:defRPr sz="48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4800"/>
              <a:buFont typeface="Raleway"/>
              <a:buNone/>
              <a:defRPr sz="48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4800"/>
              <a:buFont typeface="Raleway"/>
              <a:buNone/>
              <a:defRPr sz="48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4800"/>
              <a:buFont typeface="Raleway"/>
              <a:buNone/>
              <a:defRPr sz="48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4800"/>
              <a:buFont typeface="Raleway"/>
              <a:buNone/>
              <a:defRPr sz="4800" b="1" i="0" u="none" strike="noStrike" cap="none">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623400" y="2304950"/>
            <a:ext cx="17041200" cy="6832800"/>
          </a:xfrm>
          <a:prstGeom prst="rect">
            <a:avLst/>
          </a:prstGeom>
          <a:noFill/>
          <a:ln>
            <a:noFill/>
          </a:ln>
        </p:spPr>
        <p:txBody>
          <a:bodyPr spcFirstLastPara="1" wrap="square" lIns="156175" tIns="156175" rIns="156175" bIns="156175" anchor="t" anchorCtr="0">
            <a:normAutofit/>
          </a:bodyPr>
          <a:lstStyle>
            <a:lvl1pPr marL="457200" marR="0" lvl="0" indent="-368300" algn="l" rtl="0">
              <a:lnSpc>
                <a:spcPct val="115000"/>
              </a:lnSpc>
              <a:spcBef>
                <a:spcPts val="0"/>
              </a:spcBef>
              <a:spcAft>
                <a:spcPts val="0"/>
              </a:spcAft>
              <a:buClr>
                <a:schemeClr val="accent1"/>
              </a:buClr>
              <a:buSzPts val="2200"/>
              <a:buFont typeface="Lato"/>
              <a:buChar char="●"/>
              <a:defRPr sz="2200" b="0" i="0" u="none" strike="noStrike" cap="none">
                <a:solidFill>
                  <a:schemeClr val="accent1"/>
                </a:solidFill>
                <a:latin typeface="Lato"/>
                <a:ea typeface="Lato"/>
                <a:cs typeface="Lato"/>
                <a:sym typeface="Lato"/>
              </a:defRPr>
            </a:lvl1pPr>
            <a:lvl2pPr marL="914400" marR="0" lvl="1" indent="-349250" algn="l" rtl="0">
              <a:lnSpc>
                <a:spcPct val="115000"/>
              </a:lnSpc>
              <a:spcBef>
                <a:spcPts val="0"/>
              </a:spcBef>
              <a:spcAft>
                <a:spcPts val="0"/>
              </a:spcAft>
              <a:buClr>
                <a:schemeClr val="accent1"/>
              </a:buClr>
              <a:buSzPts val="1900"/>
              <a:buFont typeface="Lato"/>
              <a:buChar char="○"/>
              <a:defRPr sz="1900" b="0" i="0" u="none" strike="noStrike" cap="none">
                <a:solidFill>
                  <a:schemeClr val="accent1"/>
                </a:solidFill>
                <a:latin typeface="Lato"/>
                <a:ea typeface="Lato"/>
                <a:cs typeface="Lato"/>
                <a:sym typeface="Lato"/>
              </a:defRPr>
            </a:lvl2pPr>
            <a:lvl3pPr marL="1371600" marR="0" lvl="2" indent="-349250" algn="l" rtl="0">
              <a:lnSpc>
                <a:spcPct val="115000"/>
              </a:lnSpc>
              <a:spcBef>
                <a:spcPts val="0"/>
              </a:spcBef>
              <a:spcAft>
                <a:spcPts val="0"/>
              </a:spcAft>
              <a:buClr>
                <a:schemeClr val="accent1"/>
              </a:buClr>
              <a:buSzPts val="1900"/>
              <a:buFont typeface="Lato"/>
              <a:buChar char="■"/>
              <a:defRPr sz="1900" b="0" i="0" u="none" strike="noStrike" cap="none">
                <a:solidFill>
                  <a:schemeClr val="accent1"/>
                </a:solidFill>
                <a:latin typeface="Lato"/>
                <a:ea typeface="Lato"/>
                <a:cs typeface="Lato"/>
                <a:sym typeface="Lato"/>
              </a:defRPr>
            </a:lvl3pPr>
            <a:lvl4pPr marL="1828800" marR="0" lvl="3" indent="-349250" algn="l" rtl="0">
              <a:lnSpc>
                <a:spcPct val="115000"/>
              </a:lnSpc>
              <a:spcBef>
                <a:spcPts val="0"/>
              </a:spcBef>
              <a:spcAft>
                <a:spcPts val="0"/>
              </a:spcAft>
              <a:buClr>
                <a:schemeClr val="accent1"/>
              </a:buClr>
              <a:buSzPts val="1900"/>
              <a:buFont typeface="Lato"/>
              <a:buChar char="●"/>
              <a:defRPr sz="1900" b="0" i="0" u="none" strike="noStrike" cap="none">
                <a:solidFill>
                  <a:schemeClr val="accent1"/>
                </a:solidFill>
                <a:latin typeface="Lato"/>
                <a:ea typeface="Lato"/>
                <a:cs typeface="Lato"/>
                <a:sym typeface="Lato"/>
              </a:defRPr>
            </a:lvl4pPr>
            <a:lvl5pPr marL="2286000" marR="0" lvl="4" indent="-349250" algn="l" rtl="0">
              <a:lnSpc>
                <a:spcPct val="115000"/>
              </a:lnSpc>
              <a:spcBef>
                <a:spcPts val="0"/>
              </a:spcBef>
              <a:spcAft>
                <a:spcPts val="0"/>
              </a:spcAft>
              <a:buClr>
                <a:schemeClr val="accent1"/>
              </a:buClr>
              <a:buSzPts val="1900"/>
              <a:buFont typeface="Lato"/>
              <a:buChar char="○"/>
              <a:defRPr sz="1900" b="0" i="0" u="none" strike="noStrike" cap="none">
                <a:solidFill>
                  <a:schemeClr val="accent1"/>
                </a:solidFill>
                <a:latin typeface="Lato"/>
                <a:ea typeface="Lato"/>
                <a:cs typeface="Lato"/>
                <a:sym typeface="Lato"/>
              </a:defRPr>
            </a:lvl5pPr>
            <a:lvl6pPr marL="2743200" marR="0" lvl="5" indent="-349250" algn="l" rtl="0">
              <a:lnSpc>
                <a:spcPct val="115000"/>
              </a:lnSpc>
              <a:spcBef>
                <a:spcPts val="0"/>
              </a:spcBef>
              <a:spcAft>
                <a:spcPts val="0"/>
              </a:spcAft>
              <a:buClr>
                <a:schemeClr val="accent1"/>
              </a:buClr>
              <a:buSzPts val="1900"/>
              <a:buFont typeface="Lato"/>
              <a:buChar char="■"/>
              <a:defRPr sz="1900" b="0" i="0" u="none" strike="noStrike" cap="none">
                <a:solidFill>
                  <a:schemeClr val="accent1"/>
                </a:solidFill>
                <a:latin typeface="Lato"/>
                <a:ea typeface="Lato"/>
                <a:cs typeface="Lato"/>
                <a:sym typeface="Lato"/>
              </a:defRPr>
            </a:lvl6pPr>
            <a:lvl7pPr marL="3200400" marR="0" lvl="6" indent="-349250" algn="l" rtl="0">
              <a:lnSpc>
                <a:spcPct val="115000"/>
              </a:lnSpc>
              <a:spcBef>
                <a:spcPts val="0"/>
              </a:spcBef>
              <a:spcAft>
                <a:spcPts val="0"/>
              </a:spcAft>
              <a:buClr>
                <a:schemeClr val="accent1"/>
              </a:buClr>
              <a:buSzPts val="1900"/>
              <a:buFont typeface="Lato"/>
              <a:buChar char="●"/>
              <a:defRPr sz="1900" b="0" i="0" u="none" strike="noStrike" cap="none">
                <a:solidFill>
                  <a:schemeClr val="accent1"/>
                </a:solidFill>
                <a:latin typeface="Lato"/>
                <a:ea typeface="Lato"/>
                <a:cs typeface="Lato"/>
                <a:sym typeface="Lato"/>
              </a:defRPr>
            </a:lvl7pPr>
            <a:lvl8pPr marL="3657600" marR="0" lvl="7" indent="-349250" algn="l" rtl="0">
              <a:lnSpc>
                <a:spcPct val="115000"/>
              </a:lnSpc>
              <a:spcBef>
                <a:spcPts val="0"/>
              </a:spcBef>
              <a:spcAft>
                <a:spcPts val="0"/>
              </a:spcAft>
              <a:buClr>
                <a:schemeClr val="accent1"/>
              </a:buClr>
              <a:buSzPts val="1900"/>
              <a:buFont typeface="Lato"/>
              <a:buChar char="○"/>
              <a:defRPr sz="1900" b="0" i="0" u="none" strike="noStrike" cap="none">
                <a:solidFill>
                  <a:schemeClr val="accent1"/>
                </a:solidFill>
                <a:latin typeface="Lato"/>
                <a:ea typeface="Lato"/>
                <a:cs typeface="Lato"/>
                <a:sym typeface="Lato"/>
              </a:defRPr>
            </a:lvl8pPr>
            <a:lvl9pPr marL="4114800" marR="0" lvl="8" indent="-349250" algn="l" rtl="0">
              <a:lnSpc>
                <a:spcPct val="115000"/>
              </a:lnSpc>
              <a:spcBef>
                <a:spcPts val="0"/>
              </a:spcBef>
              <a:spcAft>
                <a:spcPts val="0"/>
              </a:spcAft>
              <a:buClr>
                <a:schemeClr val="accent1"/>
              </a:buClr>
              <a:buSzPts val="1900"/>
              <a:buFont typeface="Lato"/>
              <a:buChar char="■"/>
              <a:defRPr sz="1900" b="0" i="0" u="none" strike="noStrike" cap="none">
                <a:solidFill>
                  <a:schemeClr val="accen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17072605" y="9499702"/>
            <a:ext cx="1097400" cy="786900"/>
          </a:xfrm>
          <a:prstGeom prst="rect">
            <a:avLst/>
          </a:prstGeom>
          <a:noFill/>
          <a:ln>
            <a:noFill/>
          </a:ln>
        </p:spPr>
        <p:txBody>
          <a:bodyPr spcFirstLastPara="1" wrap="square" lIns="156175" tIns="156175" rIns="156175" bIns="156175" anchor="ctr" anchorCtr="0">
            <a:normAutofit/>
          </a:bodyPr>
          <a:lstStyle>
            <a:lvl1pPr marL="0" marR="0" lvl="0" indent="0" algn="r" rtl="0">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1pPr>
            <a:lvl2pPr marL="0" marR="0" lvl="1" indent="0" algn="r" rtl="0">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2pPr>
            <a:lvl3pPr marL="0" marR="0" lvl="2" indent="0" algn="r" rtl="0">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3pPr>
            <a:lvl4pPr marL="0" marR="0" lvl="3" indent="0" algn="r" rtl="0">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4pPr>
            <a:lvl5pPr marL="0" marR="0" lvl="4" indent="0" algn="r" rtl="0">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5pPr>
            <a:lvl6pPr marL="0" marR="0" lvl="5" indent="0" algn="r" rtl="0">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6pPr>
            <a:lvl7pPr marL="0" marR="0" lvl="6" indent="0" algn="r" rtl="0">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7pPr>
            <a:lvl8pPr marL="0" marR="0" lvl="7" indent="0" algn="r" rtl="0">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8pPr>
            <a:lvl9pPr marL="0" marR="0" lvl="8" indent="0" algn="r" rtl="0">
              <a:lnSpc>
                <a:spcPct val="100000"/>
              </a:lnSpc>
              <a:spcBef>
                <a:spcPts val="0"/>
              </a:spcBef>
              <a:spcAft>
                <a:spcPts val="0"/>
              </a:spcAft>
              <a:buClr>
                <a:srgbClr val="000000"/>
              </a:buClr>
              <a:buSzPts val="1700"/>
              <a:buFont typeface="Arial"/>
              <a:buNone/>
              <a:defRPr sz="17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s-419"/>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ustomXml" Target="../ink/ink8.xml"/><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29.xml.rels><?xml version="1.0" encoding="UTF-8" standalone="yes"?>
<Relationships xmlns="http://schemas.openxmlformats.org/package/2006/relationships"><Relationship Id="rId3" Type="http://schemas.openxmlformats.org/officeDocument/2006/relationships/customXml" Target="../ink/ink11.xml"/><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customXml" Target="../ink/ink12.xml"/><Relationship Id="rId2" Type="http://schemas.openxmlformats.org/officeDocument/2006/relationships/notesSlide" Target="../notesSlides/notesSlide53.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customXml" Target="../ink/ink13.xml"/><Relationship Id="rId2" Type="http://schemas.openxmlformats.org/officeDocument/2006/relationships/notesSlide" Target="../notesSlides/notesSlide56.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customXml" Target="../ink/ink14.xml"/><Relationship Id="rId2" Type="http://schemas.openxmlformats.org/officeDocument/2006/relationships/notesSlide" Target="../notesSlides/notesSlide67.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customXml" Target="../ink/ink15.xml"/><Relationship Id="rId2" Type="http://schemas.openxmlformats.org/officeDocument/2006/relationships/notesSlide" Target="../notesSlides/notesSlide69.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customXml" Target="../ink/ink16.xml"/><Relationship Id="rId2" Type="http://schemas.openxmlformats.org/officeDocument/2006/relationships/notesSlide" Target="../notesSlides/notesSlide73.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customXml" Target="../ink/ink17.xml"/><Relationship Id="rId2" Type="http://schemas.openxmlformats.org/officeDocument/2006/relationships/notesSlide" Target="../notesSlides/notesSlide75.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3" Type="http://schemas.openxmlformats.org/officeDocument/2006/relationships/customXml" Target="../ink/ink18.xml"/><Relationship Id="rId2" Type="http://schemas.openxmlformats.org/officeDocument/2006/relationships/notesSlide" Target="../notesSlides/notesSlide81.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3" Type="http://schemas.openxmlformats.org/officeDocument/2006/relationships/customXml" Target="../ink/ink19.xml"/><Relationship Id="rId2" Type="http://schemas.openxmlformats.org/officeDocument/2006/relationships/notesSlide" Target="../notesSlides/notesSlide85.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3"/>
          <p:cNvSpPr txBox="1">
            <a:spLocks noGrp="1"/>
          </p:cNvSpPr>
          <p:nvPr>
            <p:ph type="ctrTitle"/>
          </p:nvPr>
        </p:nvSpPr>
        <p:spPr>
          <a:xfrm>
            <a:off x="578925" y="2791275"/>
            <a:ext cx="17070900" cy="2201100"/>
          </a:xfrm>
          <a:prstGeom prst="rect">
            <a:avLst/>
          </a:prstGeom>
          <a:noFill/>
          <a:ln>
            <a:noFill/>
          </a:ln>
        </p:spPr>
        <p:txBody>
          <a:bodyPr spcFirstLastPara="1" wrap="square" lIns="156175" tIns="156175" rIns="156175" bIns="156175" anchor="t" anchorCtr="0">
            <a:noAutofit/>
          </a:bodyPr>
          <a:lstStyle/>
          <a:p>
            <a:pPr marL="0" lvl="0" indent="0" algn="l" rtl="0">
              <a:lnSpc>
                <a:spcPct val="100000"/>
              </a:lnSpc>
              <a:spcBef>
                <a:spcPts val="0"/>
              </a:spcBef>
              <a:spcAft>
                <a:spcPts val="4000"/>
              </a:spcAft>
              <a:buSzPts val="7200"/>
              <a:buNone/>
            </a:pPr>
            <a:r>
              <a:rPr lang="es-419" sz="16000" b="0">
                <a:solidFill>
                  <a:srgbClr val="666666"/>
                </a:solidFill>
                <a:latin typeface="Oswald Medium"/>
                <a:ea typeface="Oswald Medium"/>
                <a:cs typeface="Oswald Medium"/>
                <a:sym typeface="Oswald Medium"/>
              </a:rPr>
              <a:t>EJERCICIO 15</a:t>
            </a:r>
            <a:endParaRPr sz="22000" b="0">
              <a:solidFill>
                <a:srgbClr val="666666"/>
              </a:solidFill>
              <a:latin typeface="Oswald"/>
              <a:ea typeface="Oswald"/>
              <a:cs typeface="Oswald"/>
              <a:sym typeface="Oswald"/>
            </a:endParaRPr>
          </a:p>
        </p:txBody>
      </p:sp>
      <p:sp>
        <p:nvSpPr>
          <p:cNvPr id="77" name="Google Shape;77;p13"/>
          <p:cNvSpPr txBox="1">
            <a:spLocks noGrp="1"/>
          </p:cNvSpPr>
          <p:nvPr>
            <p:ph type="ctrTitle"/>
          </p:nvPr>
        </p:nvSpPr>
        <p:spPr>
          <a:xfrm>
            <a:off x="721075" y="5218600"/>
            <a:ext cx="9201300" cy="20028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0"/>
              </a:spcBef>
              <a:spcAft>
                <a:spcPts val="0"/>
              </a:spcAft>
              <a:buSzPts val="7200"/>
              <a:buNone/>
            </a:pPr>
            <a:r>
              <a:rPr lang="es-419" sz="5400" i="1">
                <a:solidFill>
                  <a:srgbClr val="434343"/>
                </a:solidFill>
                <a:latin typeface="EB Garamond"/>
                <a:ea typeface="EB Garamond"/>
                <a:cs typeface="EB Garamond"/>
                <a:sym typeface="EB Garamond"/>
              </a:rPr>
              <a:t>Perfecto Indicativo</a:t>
            </a:r>
            <a:endParaRPr sz="4700" i="1">
              <a:solidFill>
                <a:srgbClr val="434343"/>
              </a:solidFill>
              <a:latin typeface="EB Garamond"/>
              <a:ea typeface="EB Garamond"/>
              <a:cs typeface="EB Garamond"/>
              <a:sym typeface="EB Garamond"/>
            </a:endParaRPr>
          </a:p>
          <a:p>
            <a:pPr marL="0" lvl="0" indent="0" algn="l" rtl="0">
              <a:lnSpc>
                <a:spcPct val="115000"/>
              </a:lnSpc>
              <a:spcBef>
                <a:spcPts val="0"/>
              </a:spcBef>
              <a:spcAft>
                <a:spcPts val="0"/>
              </a:spcAft>
              <a:buSzPts val="7200"/>
              <a:buNone/>
            </a:pPr>
            <a:br>
              <a:rPr lang="es-419" sz="6300">
                <a:solidFill>
                  <a:srgbClr val="434343"/>
                </a:solidFill>
                <a:latin typeface="EB Garamond"/>
                <a:ea typeface="EB Garamond"/>
                <a:cs typeface="EB Garamond"/>
                <a:sym typeface="EB Garamond"/>
              </a:rPr>
            </a:br>
            <a:br>
              <a:rPr lang="es-419" sz="6300">
                <a:solidFill>
                  <a:srgbClr val="434343"/>
                </a:solidFill>
                <a:latin typeface="EB Garamond"/>
                <a:ea typeface="EB Garamond"/>
                <a:cs typeface="EB Garamond"/>
                <a:sym typeface="EB Garamond"/>
              </a:rPr>
            </a:br>
            <a:endParaRPr sz="5800">
              <a:solidFill>
                <a:srgbClr val="434343"/>
              </a:solidFill>
              <a:latin typeface="EB Garamond"/>
              <a:ea typeface="EB Garamond"/>
              <a:cs typeface="EB Garamond"/>
              <a:sym typeface="EB Garamond"/>
            </a:endParaRPr>
          </a:p>
          <a:p>
            <a:pPr marL="0" lvl="0" indent="0" algn="l" rtl="0">
              <a:lnSpc>
                <a:spcPct val="115000"/>
              </a:lnSpc>
              <a:spcBef>
                <a:spcPts val="0"/>
              </a:spcBef>
              <a:spcAft>
                <a:spcPts val="0"/>
              </a:spcAft>
              <a:buSzPts val="7200"/>
              <a:buNone/>
            </a:pPr>
            <a:endParaRPr sz="5800">
              <a:solidFill>
                <a:srgbClr val="434343"/>
              </a:solidFill>
              <a:latin typeface="EB Garamond"/>
              <a:ea typeface="EB Garamond"/>
              <a:cs typeface="EB Garamond"/>
              <a:sym typeface="EB Garamond"/>
            </a:endParaRPr>
          </a:p>
          <a:p>
            <a:pPr marL="0" lvl="0" indent="0" algn="l" rtl="0">
              <a:lnSpc>
                <a:spcPct val="115000"/>
              </a:lnSpc>
              <a:spcBef>
                <a:spcPts val="0"/>
              </a:spcBef>
              <a:spcAft>
                <a:spcPts val="0"/>
              </a:spcAft>
              <a:buSzPts val="7200"/>
              <a:buNone/>
            </a:pPr>
            <a:endParaRPr sz="5800">
              <a:solidFill>
                <a:srgbClr val="434343"/>
              </a:solidFill>
              <a:latin typeface="EB Garamond"/>
              <a:ea typeface="EB Garamond"/>
              <a:cs typeface="EB Garamond"/>
              <a:sym typeface="EB Garamond"/>
            </a:endParaRPr>
          </a:p>
          <a:p>
            <a:pPr marL="0" lvl="0" indent="0" algn="l" rtl="0">
              <a:lnSpc>
                <a:spcPct val="115000"/>
              </a:lnSpc>
              <a:spcBef>
                <a:spcPts val="0"/>
              </a:spcBef>
              <a:spcAft>
                <a:spcPts val="0"/>
              </a:spcAft>
              <a:buSzPts val="7200"/>
              <a:buNone/>
            </a:pPr>
            <a:endParaRPr sz="4800">
              <a:solidFill>
                <a:srgbClr val="434343"/>
              </a:solidFill>
              <a:latin typeface="EB Garamond"/>
              <a:ea typeface="EB Garamond"/>
              <a:cs typeface="EB Garamond"/>
              <a:sym typeface="EB Garamond"/>
            </a:endParaRPr>
          </a:p>
        </p:txBody>
      </p:sp>
      <p:sp>
        <p:nvSpPr>
          <p:cNvPr id="78" name="Google Shape;78;p13"/>
          <p:cNvSpPr txBox="1">
            <a:spLocks noGrp="1"/>
          </p:cNvSpPr>
          <p:nvPr>
            <p:ph type="ctrTitle"/>
          </p:nvPr>
        </p:nvSpPr>
        <p:spPr>
          <a:xfrm>
            <a:off x="10457675" y="8419000"/>
            <a:ext cx="7326900" cy="1073400"/>
          </a:xfrm>
          <a:prstGeom prst="rect">
            <a:avLst/>
          </a:prstGeom>
          <a:noFill/>
          <a:ln>
            <a:noFill/>
          </a:ln>
        </p:spPr>
        <p:txBody>
          <a:bodyPr spcFirstLastPara="1" wrap="square" lIns="156175" tIns="156175" rIns="156175" bIns="156175" anchor="t" anchorCtr="0">
            <a:noAutofit/>
          </a:bodyPr>
          <a:lstStyle/>
          <a:p>
            <a:pPr marL="0" lvl="0" indent="0" algn="r" rtl="0">
              <a:lnSpc>
                <a:spcPct val="115000"/>
              </a:lnSpc>
              <a:spcBef>
                <a:spcPts val="0"/>
              </a:spcBef>
              <a:spcAft>
                <a:spcPts val="0"/>
              </a:spcAft>
              <a:buSzPts val="7200"/>
              <a:buNone/>
            </a:pPr>
            <a:r>
              <a:rPr lang="es-419" sz="4000">
                <a:solidFill>
                  <a:srgbClr val="434343"/>
                </a:solidFill>
              </a:rPr>
              <a:t>13 de marzo 2025</a:t>
            </a:r>
            <a:endParaRPr sz="4000">
              <a:solidFill>
                <a:srgbClr val="434343"/>
              </a:solidFill>
            </a:endParaRPr>
          </a:p>
          <a:p>
            <a:pPr marL="0" lvl="0" indent="0" algn="l" rtl="0">
              <a:lnSpc>
                <a:spcPct val="115000"/>
              </a:lnSpc>
              <a:spcBef>
                <a:spcPts val="0"/>
              </a:spcBef>
              <a:spcAft>
                <a:spcPts val="0"/>
              </a:spcAft>
              <a:buSzPts val="7200"/>
              <a:buNone/>
            </a:pPr>
            <a:endParaRPr sz="4800">
              <a:solidFill>
                <a:srgbClr val="434343"/>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ctrTitle"/>
          </p:nvPr>
        </p:nvSpPr>
        <p:spPr>
          <a:xfrm>
            <a:off x="392850" y="4222575"/>
            <a:ext cx="16164600" cy="1432500"/>
          </a:xfrm>
          <a:prstGeom prst="rect">
            <a:avLst/>
          </a:prstGeom>
          <a:noFill/>
          <a:ln>
            <a:noFill/>
          </a:ln>
        </p:spPr>
        <p:txBody>
          <a:bodyPr spcFirstLastPara="1" wrap="square" lIns="156175" tIns="156175" rIns="156175" bIns="156175" anchor="ctr" anchorCtr="0">
            <a:noAutofit/>
          </a:bodyPr>
          <a:lstStyle/>
          <a:p>
            <a:pPr marL="0" lvl="0" indent="0" algn="l" rtl="0">
              <a:lnSpc>
                <a:spcPct val="115000"/>
              </a:lnSpc>
              <a:spcBef>
                <a:spcPts val="0"/>
              </a:spcBef>
              <a:spcAft>
                <a:spcPts val="0"/>
              </a:spcAft>
              <a:buSzPts val="7200"/>
              <a:buNone/>
            </a:pPr>
            <a:r>
              <a:rPr lang="es-419" sz="15000" b="0">
                <a:solidFill>
                  <a:srgbClr val="434343"/>
                </a:solidFill>
                <a:latin typeface="Bebas Neue"/>
                <a:ea typeface="Bebas Neue"/>
                <a:cs typeface="Bebas Neue"/>
                <a:sym typeface="Bebas Neue"/>
              </a:rPr>
              <a:t>I. Vocabulario 15</a:t>
            </a:r>
            <a:endParaRPr sz="15000" b="0">
              <a:solidFill>
                <a:srgbClr val="434343"/>
              </a:solidFill>
              <a:latin typeface="Bebas Neue"/>
              <a:ea typeface="Bebas Neue"/>
              <a:cs typeface="Bebas Neue"/>
              <a:sym typeface="Bebas Neue"/>
            </a:endParaRPr>
          </a:p>
        </p:txBody>
      </p:sp>
      <p:sp>
        <p:nvSpPr>
          <p:cNvPr id="84" name="Google Shape;84;p14"/>
          <p:cNvSpPr/>
          <p:nvPr/>
        </p:nvSpPr>
        <p:spPr>
          <a:xfrm>
            <a:off x="645100" y="5937150"/>
            <a:ext cx="11934000" cy="163800"/>
          </a:xfrm>
          <a:prstGeom prst="rect">
            <a:avLst/>
          </a:prstGeom>
          <a:gradFill>
            <a:gsLst>
              <a:gs pos="0">
                <a:srgbClr val="487BAC"/>
              </a:gs>
              <a:gs pos="100000">
                <a:srgbClr val="6E84B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5"/>
          <p:cNvSpPr txBox="1">
            <a:spLocks noGrp="1"/>
          </p:cNvSpPr>
          <p:nvPr>
            <p:ph type="ctrTitle"/>
          </p:nvPr>
        </p:nvSpPr>
        <p:spPr>
          <a:xfrm>
            <a:off x="378925" y="1680175"/>
            <a:ext cx="14069700" cy="36195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1200"/>
              </a:spcBef>
              <a:spcAft>
                <a:spcPts val="1200"/>
              </a:spcAft>
              <a:buNone/>
            </a:pPr>
            <a:r>
              <a:rPr lang="es-419" sz="15600">
                <a:solidFill>
                  <a:srgbClr val="434343"/>
                </a:solidFill>
              </a:rPr>
              <a:t>λέγω</a:t>
            </a:r>
            <a:endParaRPr sz="15600">
              <a:solidFill>
                <a:srgbClr val="434343"/>
              </a:solidFill>
            </a:endParaRPr>
          </a:p>
        </p:txBody>
      </p:sp>
      <p:sp>
        <p:nvSpPr>
          <p:cNvPr id="90" name="Google Shape;90;p15"/>
          <p:cNvSpPr txBox="1"/>
          <p:nvPr/>
        </p:nvSpPr>
        <p:spPr>
          <a:xfrm>
            <a:off x="574375" y="5123775"/>
            <a:ext cx="140697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s-419" sz="12000">
                <a:solidFill>
                  <a:schemeClr val="accent1"/>
                </a:solidFill>
                <a:latin typeface="Didact Gothic"/>
                <a:ea typeface="Didact Gothic"/>
                <a:cs typeface="Didact Gothic"/>
                <a:sym typeface="Didact Gothic"/>
              </a:rPr>
              <a:t>εἴρηκα</a:t>
            </a:r>
            <a:endParaRPr sz="12000" b="0" i="0" u="none" strike="noStrike" cap="none">
              <a:solidFill>
                <a:schemeClr val="accent1"/>
              </a:solidFill>
              <a:latin typeface="Didact Gothic"/>
              <a:ea typeface="Didact Gothic"/>
              <a:cs typeface="Didact Gothic"/>
              <a:sym typeface="Didact Gothic"/>
            </a:endParaRPr>
          </a:p>
        </p:txBody>
      </p:sp>
      <p:cxnSp>
        <p:nvCxnSpPr>
          <p:cNvPr id="91" name="Google Shape;91;p15"/>
          <p:cNvCxnSpPr/>
          <p:nvPr/>
        </p:nvCxnSpPr>
        <p:spPr>
          <a:xfrm>
            <a:off x="570800" y="4710525"/>
            <a:ext cx="13962000" cy="0"/>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6"/>
          <p:cNvSpPr txBox="1">
            <a:spLocks noGrp="1"/>
          </p:cNvSpPr>
          <p:nvPr>
            <p:ph type="ctrTitle"/>
          </p:nvPr>
        </p:nvSpPr>
        <p:spPr>
          <a:xfrm>
            <a:off x="378925" y="1680175"/>
            <a:ext cx="14069700" cy="36195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1200"/>
              </a:spcBef>
              <a:spcAft>
                <a:spcPts val="1200"/>
              </a:spcAft>
              <a:buNone/>
            </a:pPr>
            <a:r>
              <a:rPr lang="es-419" sz="15600">
                <a:solidFill>
                  <a:srgbClr val="434343"/>
                </a:solidFill>
              </a:rPr>
              <a:t>ἔχω</a:t>
            </a:r>
            <a:endParaRPr sz="15600">
              <a:solidFill>
                <a:srgbClr val="434343"/>
              </a:solidFill>
            </a:endParaRPr>
          </a:p>
        </p:txBody>
      </p:sp>
      <p:sp>
        <p:nvSpPr>
          <p:cNvPr id="97" name="Google Shape;97;p16"/>
          <p:cNvSpPr txBox="1"/>
          <p:nvPr/>
        </p:nvSpPr>
        <p:spPr>
          <a:xfrm>
            <a:off x="574375" y="5123775"/>
            <a:ext cx="140697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s-419" sz="12000">
                <a:solidFill>
                  <a:schemeClr val="accent1"/>
                </a:solidFill>
                <a:latin typeface="Didact Gothic"/>
                <a:ea typeface="Didact Gothic"/>
                <a:cs typeface="Didact Gothic"/>
                <a:sym typeface="Didact Gothic"/>
              </a:rPr>
              <a:t>ἔσχηκα</a:t>
            </a:r>
            <a:endParaRPr sz="12000" b="0" i="0" u="none" strike="noStrike" cap="none">
              <a:solidFill>
                <a:schemeClr val="accent1"/>
              </a:solidFill>
              <a:latin typeface="Didact Gothic"/>
              <a:ea typeface="Didact Gothic"/>
              <a:cs typeface="Didact Gothic"/>
              <a:sym typeface="Didact Gothic"/>
            </a:endParaRPr>
          </a:p>
        </p:txBody>
      </p:sp>
      <p:cxnSp>
        <p:nvCxnSpPr>
          <p:cNvPr id="98" name="Google Shape;98;p16"/>
          <p:cNvCxnSpPr/>
          <p:nvPr/>
        </p:nvCxnSpPr>
        <p:spPr>
          <a:xfrm>
            <a:off x="570800" y="4710525"/>
            <a:ext cx="13962000" cy="0"/>
          </a:xfrm>
          <a:prstGeom prst="straightConnector1">
            <a:avLst/>
          </a:prstGeom>
          <a:noFill/>
          <a:ln w="9525" cap="flat" cmpd="sng">
            <a:solidFill>
              <a:schemeClr val="dk2"/>
            </a:solidFill>
            <a:prstDash val="solid"/>
            <a:round/>
            <a:headEnd type="none" w="med" len="med"/>
            <a:tailEnd type="none" w="med" len="med"/>
          </a:ln>
        </p:spPr>
      </p:cxn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C1933F0D-DB7C-D3E5-1A55-52650FD0402E}"/>
                  </a:ext>
                </a:extLst>
              </p14:cNvPr>
              <p14:cNvContentPartPr/>
              <p14:nvPr/>
            </p14:nvContentPartPr>
            <p14:xfrm>
              <a:off x="873360" y="7279200"/>
              <a:ext cx="3185280" cy="408600"/>
            </p14:xfrm>
          </p:contentPart>
        </mc:Choice>
        <mc:Fallback xmlns="">
          <p:pic>
            <p:nvPicPr>
              <p:cNvPr id="2" name="Ink 1">
                <a:extLst>
                  <a:ext uri="{FF2B5EF4-FFF2-40B4-BE49-F238E27FC236}">
                    <a16:creationId xmlns:a16="http://schemas.microsoft.com/office/drawing/2014/main" id="{C1933F0D-DB7C-D3E5-1A55-52650FD0402E}"/>
                  </a:ext>
                </a:extLst>
              </p:cNvPr>
              <p:cNvPicPr/>
              <p:nvPr/>
            </p:nvPicPr>
            <p:blipFill>
              <a:blip r:embed="rId4"/>
              <a:stretch>
                <a:fillRect/>
              </a:stretch>
            </p:blipFill>
            <p:spPr>
              <a:xfrm>
                <a:off x="864000" y="7269840"/>
                <a:ext cx="3204000" cy="42732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7"/>
          <p:cNvSpPr txBox="1">
            <a:spLocks noGrp="1"/>
          </p:cNvSpPr>
          <p:nvPr>
            <p:ph type="ctrTitle"/>
          </p:nvPr>
        </p:nvSpPr>
        <p:spPr>
          <a:xfrm>
            <a:off x="378925" y="1680175"/>
            <a:ext cx="14069700" cy="36195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1200"/>
              </a:spcBef>
              <a:spcAft>
                <a:spcPts val="1200"/>
              </a:spcAft>
              <a:buNone/>
            </a:pPr>
            <a:r>
              <a:rPr lang="es-419" sz="15600">
                <a:solidFill>
                  <a:srgbClr val="434343"/>
                </a:solidFill>
              </a:rPr>
              <a:t>γίνομαι</a:t>
            </a:r>
            <a:endParaRPr sz="15600">
              <a:solidFill>
                <a:srgbClr val="434343"/>
              </a:solidFill>
            </a:endParaRPr>
          </a:p>
        </p:txBody>
      </p:sp>
      <p:sp>
        <p:nvSpPr>
          <p:cNvPr id="104" name="Google Shape;104;p17"/>
          <p:cNvSpPr txBox="1"/>
          <p:nvPr/>
        </p:nvSpPr>
        <p:spPr>
          <a:xfrm>
            <a:off x="574375" y="5123775"/>
            <a:ext cx="140697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s-419" sz="12000">
                <a:solidFill>
                  <a:schemeClr val="accent1"/>
                </a:solidFill>
                <a:latin typeface="Didact Gothic"/>
                <a:ea typeface="Didact Gothic"/>
                <a:cs typeface="Didact Gothic"/>
                <a:sym typeface="Didact Gothic"/>
              </a:rPr>
              <a:t>γέγονα</a:t>
            </a:r>
            <a:endParaRPr sz="12000" b="0" i="0" u="none" strike="noStrike" cap="none">
              <a:solidFill>
                <a:schemeClr val="accent1"/>
              </a:solidFill>
              <a:latin typeface="Didact Gothic"/>
              <a:ea typeface="Didact Gothic"/>
              <a:cs typeface="Didact Gothic"/>
              <a:sym typeface="Didact Gothic"/>
            </a:endParaRPr>
          </a:p>
        </p:txBody>
      </p:sp>
      <p:cxnSp>
        <p:nvCxnSpPr>
          <p:cNvPr id="105" name="Google Shape;105;p17"/>
          <p:cNvCxnSpPr/>
          <p:nvPr/>
        </p:nvCxnSpPr>
        <p:spPr>
          <a:xfrm>
            <a:off x="570800" y="4710525"/>
            <a:ext cx="13962000" cy="0"/>
          </a:xfrm>
          <a:prstGeom prst="straightConnector1">
            <a:avLst/>
          </a:prstGeom>
          <a:noFill/>
          <a:ln w="9525" cap="flat" cmpd="sng">
            <a:solidFill>
              <a:schemeClr val="dk2"/>
            </a:solidFill>
            <a:prstDash val="solid"/>
            <a:round/>
            <a:headEnd type="none" w="med" len="med"/>
            <a:tailEnd type="none" w="med" len="med"/>
          </a:ln>
        </p:spPr>
      </p:cxn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CC053596-90D2-40B5-CFEF-27F690CEFF43}"/>
                  </a:ext>
                </a:extLst>
              </p14:cNvPr>
              <p14:cNvContentPartPr/>
              <p14:nvPr/>
            </p14:nvContentPartPr>
            <p14:xfrm>
              <a:off x="12822840" y="6548760"/>
              <a:ext cx="2006280" cy="525960"/>
            </p14:xfrm>
          </p:contentPart>
        </mc:Choice>
        <mc:Fallback xmlns="">
          <p:pic>
            <p:nvPicPr>
              <p:cNvPr id="2" name="Ink 1">
                <a:extLst>
                  <a:ext uri="{FF2B5EF4-FFF2-40B4-BE49-F238E27FC236}">
                    <a16:creationId xmlns:a16="http://schemas.microsoft.com/office/drawing/2014/main" id="{CC053596-90D2-40B5-CFEF-27F690CEFF43}"/>
                  </a:ext>
                </a:extLst>
              </p:cNvPr>
              <p:cNvPicPr/>
              <p:nvPr/>
            </p:nvPicPr>
            <p:blipFill>
              <a:blip r:embed="rId4"/>
              <a:stretch>
                <a:fillRect/>
              </a:stretch>
            </p:blipFill>
            <p:spPr>
              <a:xfrm>
                <a:off x="12813480" y="6539400"/>
                <a:ext cx="2025000" cy="54468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8"/>
          <p:cNvSpPr txBox="1">
            <a:spLocks noGrp="1"/>
          </p:cNvSpPr>
          <p:nvPr>
            <p:ph type="ctrTitle"/>
          </p:nvPr>
        </p:nvSpPr>
        <p:spPr>
          <a:xfrm>
            <a:off x="378925" y="1680175"/>
            <a:ext cx="14069700" cy="36195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1200"/>
              </a:spcBef>
              <a:spcAft>
                <a:spcPts val="0"/>
              </a:spcAft>
              <a:buNone/>
            </a:pPr>
            <a:r>
              <a:rPr lang="es-419" sz="15600">
                <a:solidFill>
                  <a:srgbClr val="434343"/>
                </a:solidFill>
              </a:rPr>
              <a:t>ἔρχομαι</a:t>
            </a:r>
            <a:endParaRPr sz="15600">
              <a:solidFill>
                <a:srgbClr val="434343"/>
              </a:solidFill>
            </a:endParaRPr>
          </a:p>
          <a:p>
            <a:pPr marL="0" lvl="0" indent="0" algn="l" rtl="0">
              <a:lnSpc>
                <a:spcPct val="115000"/>
              </a:lnSpc>
              <a:spcBef>
                <a:spcPts val="1200"/>
              </a:spcBef>
              <a:spcAft>
                <a:spcPts val="1200"/>
              </a:spcAft>
              <a:buNone/>
            </a:pPr>
            <a:endParaRPr sz="15600">
              <a:solidFill>
                <a:srgbClr val="434343"/>
              </a:solidFill>
            </a:endParaRPr>
          </a:p>
        </p:txBody>
      </p:sp>
      <p:sp>
        <p:nvSpPr>
          <p:cNvPr id="111" name="Google Shape;111;p18"/>
          <p:cNvSpPr txBox="1"/>
          <p:nvPr/>
        </p:nvSpPr>
        <p:spPr>
          <a:xfrm>
            <a:off x="574375" y="5123775"/>
            <a:ext cx="140697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s-419" sz="12000">
                <a:solidFill>
                  <a:schemeClr val="accent1"/>
                </a:solidFill>
                <a:latin typeface="Didact Gothic"/>
                <a:ea typeface="Didact Gothic"/>
                <a:cs typeface="Didact Gothic"/>
                <a:sym typeface="Didact Gothic"/>
              </a:rPr>
              <a:t>ἐλήλυθα</a:t>
            </a:r>
            <a:endParaRPr sz="12000" b="0" i="0" u="none" strike="noStrike" cap="none">
              <a:solidFill>
                <a:schemeClr val="accent1"/>
              </a:solidFill>
              <a:latin typeface="Didact Gothic"/>
              <a:ea typeface="Didact Gothic"/>
              <a:cs typeface="Didact Gothic"/>
              <a:sym typeface="Didact Gothic"/>
            </a:endParaRPr>
          </a:p>
        </p:txBody>
      </p:sp>
      <p:cxnSp>
        <p:nvCxnSpPr>
          <p:cNvPr id="112" name="Google Shape;112;p18"/>
          <p:cNvCxnSpPr/>
          <p:nvPr/>
        </p:nvCxnSpPr>
        <p:spPr>
          <a:xfrm>
            <a:off x="570800" y="4710525"/>
            <a:ext cx="13962000" cy="0"/>
          </a:xfrm>
          <a:prstGeom prst="straightConnector1">
            <a:avLst/>
          </a:prstGeom>
          <a:noFill/>
          <a:ln w="9525" cap="flat" cmpd="sng">
            <a:solidFill>
              <a:schemeClr val="dk2"/>
            </a:solidFill>
            <a:prstDash val="solid"/>
            <a:round/>
            <a:headEnd type="none" w="med" len="med"/>
            <a:tailEnd type="none" w="med" len="med"/>
          </a:ln>
        </p:spPr>
      </p:cxn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13078942-D211-E877-325B-C16536CBF528}"/>
                  </a:ext>
                </a:extLst>
              </p14:cNvPr>
              <p14:cNvContentPartPr/>
              <p14:nvPr/>
            </p14:nvContentPartPr>
            <p14:xfrm>
              <a:off x="795240" y="5341680"/>
              <a:ext cx="10118880" cy="3767760"/>
            </p14:xfrm>
          </p:contentPart>
        </mc:Choice>
        <mc:Fallback xmlns="">
          <p:pic>
            <p:nvPicPr>
              <p:cNvPr id="2" name="Ink 1">
                <a:extLst>
                  <a:ext uri="{FF2B5EF4-FFF2-40B4-BE49-F238E27FC236}">
                    <a16:creationId xmlns:a16="http://schemas.microsoft.com/office/drawing/2014/main" id="{13078942-D211-E877-325B-C16536CBF528}"/>
                  </a:ext>
                </a:extLst>
              </p:cNvPr>
              <p:cNvPicPr/>
              <p:nvPr/>
            </p:nvPicPr>
            <p:blipFill>
              <a:blip r:embed="rId4"/>
              <a:stretch>
                <a:fillRect/>
              </a:stretch>
            </p:blipFill>
            <p:spPr>
              <a:xfrm>
                <a:off x="785880" y="5332320"/>
                <a:ext cx="10137600" cy="378648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9"/>
          <p:cNvSpPr txBox="1">
            <a:spLocks noGrp="1"/>
          </p:cNvSpPr>
          <p:nvPr>
            <p:ph type="ctrTitle"/>
          </p:nvPr>
        </p:nvSpPr>
        <p:spPr>
          <a:xfrm>
            <a:off x="378925" y="1680175"/>
            <a:ext cx="14069700" cy="36195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1200"/>
              </a:spcBef>
              <a:spcAft>
                <a:spcPts val="1200"/>
              </a:spcAft>
              <a:buNone/>
            </a:pPr>
            <a:r>
              <a:rPr lang="es-419" sz="15600">
                <a:solidFill>
                  <a:srgbClr val="434343"/>
                </a:solidFill>
              </a:rPr>
              <a:t>ἀκούω</a:t>
            </a:r>
            <a:endParaRPr sz="15600">
              <a:solidFill>
                <a:srgbClr val="434343"/>
              </a:solidFill>
            </a:endParaRPr>
          </a:p>
        </p:txBody>
      </p:sp>
      <p:sp>
        <p:nvSpPr>
          <p:cNvPr id="118" name="Google Shape;118;p19"/>
          <p:cNvSpPr txBox="1"/>
          <p:nvPr/>
        </p:nvSpPr>
        <p:spPr>
          <a:xfrm>
            <a:off x="574375" y="5123775"/>
            <a:ext cx="140697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s-419" sz="12000">
                <a:solidFill>
                  <a:schemeClr val="accent1"/>
                </a:solidFill>
                <a:latin typeface="Didact Gothic"/>
                <a:ea typeface="Didact Gothic"/>
                <a:cs typeface="Didact Gothic"/>
                <a:sym typeface="Didact Gothic"/>
              </a:rPr>
              <a:t>ἀκήκοα</a:t>
            </a:r>
            <a:endParaRPr sz="12000" b="0" i="0" u="none" strike="noStrike" cap="none">
              <a:solidFill>
                <a:schemeClr val="accent1"/>
              </a:solidFill>
              <a:latin typeface="Didact Gothic"/>
              <a:ea typeface="Didact Gothic"/>
              <a:cs typeface="Didact Gothic"/>
              <a:sym typeface="Didact Gothic"/>
            </a:endParaRPr>
          </a:p>
        </p:txBody>
      </p:sp>
      <p:cxnSp>
        <p:nvCxnSpPr>
          <p:cNvPr id="119" name="Google Shape;119;p19"/>
          <p:cNvCxnSpPr/>
          <p:nvPr/>
        </p:nvCxnSpPr>
        <p:spPr>
          <a:xfrm>
            <a:off x="570800" y="4710525"/>
            <a:ext cx="13962000" cy="0"/>
          </a:xfrm>
          <a:prstGeom prst="straightConnector1">
            <a:avLst/>
          </a:prstGeom>
          <a:noFill/>
          <a:ln w="9525" cap="flat" cmpd="sng">
            <a:solidFill>
              <a:schemeClr val="dk2"/>
            </a:solidFill>
            <a:prstDash val="solid"/>
            <a:round/>
            <a:headEnd type="none" w="med" len="med"/>
            <a:tailEnd type="none" w="med" len="med"/>
          </a:ln>
        </p:spPr>
      </p:cxn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C7001A86-714B-D7A1-2F64-4A2D49C96F52}"/>
                  </a:ext>
                </a:extLst>
              </p14:cNvPr>
              <p14:cNvContentPartPr/>
              <p14:nvPr/>
            </p14:nvContentPartPr>
            <p14:xfrm>
              <a:off x="795240" y="1272960"/>
              <a:ext cx="2337480" cy="7222680"/>
            </p14:xfrm>
          </p:contentPart>
        </mc:Choice>
        <mc:Fallback xmlns="">
          <p:pic>
            <p:nvPicPr>
              <p:cNvPr id="2" name="Ink 1">
                <a:extLst>
                  <a:ext uri="{FF2B5EF4-FFF2-40B4-BE49-F238E27FC236}">
                    <a16:creationId xmlns:a16="http://schemas.microsoft.com/office/drawing/2014/main" id="{C7001A86-714B-D7A1-2F64-4A2D49C96F52}"/>
                  </a:ext>
                </a:extLst>
              </p:cNvPr>
              <p:cNvPicPr/>
              <p:nvPr/>
            </p:nvPicPr>
            <p:blipFill>
              <a:blip r:embed="rId4"/>
              <a:stretch>
                <a:fillRect/>
              </a:stretch>
            </p:blipFill>
            <p:spPr>
              <a:xfrm>
                <a:off x="785880" y="1263600"/>
                <a:ext cx="2356200" cy="724140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0"/>
          <p:cNvSpPr txBox="1">
            <a:spLocks noGrp="1"/>
          </p:cNvSpPr>
          <p:nvPr>
            <p:ph type="ctrTitle"/>
          </p:nvPr>
        </p:nvSpPr>
        <p:spPr>
          <a:xfrm>
            <a:off x="378925" y="1680175"/>
            <a:ext cx="14069700" cy="36195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1200"/>
              </a:spcBef>
              <a:spcAft>
                <a:spcPts val="1200"/>
              </a:spcAft>
              <a:buNone/>
            </a:pPr>
            <a:r>
              <a:rPr lang="es-419" sz="15600">
                <a:solidFill>
                  <a:srgbClr val="434343"/>
                </a:solidFill>
              </a:rPr>
              <a:t>οἶδα</a:t>
            </a:r>
            <a:endParaRPr sz="15600">
              <a:solidFill>
                <a:srgbClr val="434343"/>
              </a:solidFill>
            </a:endParaRPr>
          </a:p>
        </p:txBody>
      </p:sp>
      <p:sp>
        <p:nvSpPr>
          <p:cNvPr id="125" name="Google Shape;125;p20"/>
          <p:cNvSpPr txBox="1"/>
          <p:nvPr/>
        </p:nvSpPr>
        <p:spPr>
          <a:xfrm>
            <a:off x="574375" y="5123775"/>
            <a:ext cx="140697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s-419" sz="12000">
                <a:solidFill>
                  <a:schemeClr val="accent1"/>
                </a:solidFill>
                <a:latin typeface="Didact Gothic"/>
                <a:ea typeface="Didact Gothic"/>
                <a:cs typeface="Didact Gothic"/>
                <a:sym typeface="Didact Gothic"/>
              </a:rPr>
              <a:t>Saber, conocer	</a:t>
            </a:r>
            <a:endParaRPr sz="12000" b="0" i="0" u="none" strike="noStrike" cap="none">
              <a:solidFill>
                <a:schemeClr val="accent1"/>
              </a:solidFill>
              <a:latin typeface="Didact Gothic"/>
              <a:ea typeface="Didact Gothic"/>
              <a:cs typeface="Didact Gothic"/>
              <a:sym typeface="Didact Gothic"/>
            </a:endParaRPr>
          </a:p>
        </p:txBody>
      </p:sp>
      <p:cxnSp>
        <p:nvCxnSpPr>
          <p:cNvPr id="126" name="Google Shape;126;p20"/>
          <p:cNvCxnSpPr/>
          <p:nvPr/>
        </p:nvCxnSpPr>
        <p:spPr>
          <a:xfrm>
            <a:off x="570800" y="4710525"/>
            <a:ext cx="13962000" cy="0"/>
          </a:xfrm>
          <a:prstGeom prst="straightConnector1">
            <a:avLst/>
          </a:prstGeom>
          <a:noFill/>
          <a:ln w="9525" cap="flat" cmpd="sng">
            <a:solidFill>
              <a:schemeClr val="dk2"/>
            </a:solidFill>
            <a:prstDash val="solid"/>
            <a:round/>
            <a:headEnd type="none" w="med" len="med"/>
            <a:tailEnd type="none" w="med" len="med"/>
          </a:ln>
        </p:spPr>
      </p:cxn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F99EEE0C-1E79-7417-A88D-684A44E4E183}"/>
                  </a:ext>
                </a:extLst>
              </p14:cNvPr>
              <p14:cNvContentPartPr/>
              <p14:nvPr/>
            </p14:nvContentPartPr>
            <p14:xfrm>
              <a:off x="717120" y="2976120"/>
              <a:ext cx="4470840" cy="993240"/>
            </p14:xfrm>
          </p:contentPart>
        </mc:Choice>
        <mc:Fallback xmlns="">
          <p:pic>
            <p:nvPicPr>
              <p:cNvPr id="2" name="Ink 1">
                <a:extLst>
                  <a:ext uri="{FF2B5EF4-FFF2-40B4-BE49-F238E27FC236}">
                    <a16:creationId xmlns:a16="http://schemas.microsoft.com/office/drawing/2014/main" id="{F99EEE0C-1E79-7417-A88D-684A44E4E183}"/>
                  </a:ext>
                </a:extLst>
              </p:cNvPr>
              <p:cNvPicPr/>
              <p:nvPr/>
            </p:nvPicPr>
            <p:blipFill>
              <a:blip r:embed="rId4"/>
              <a:stretch>
                <a:fillRect/>
              </a:stretch>
            </p:blipFill>
            <p:spPr>
              <a:xfrm>
                <a:off x="707760" y="2966760"/>
                <a:ext cx="4489560" cy="101196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1"/>
          <p:cNvSpPr txBox="1">
            <a:spLocks noGrp="1"/>
          </p:cNvSpPr>
          <p:nvPr>
            <p:ph type="ctrTitle"/>
          </p:nvPr>
        </p:nvSpPr>
        <p:spPr>
          <a:xfrm>
            <a:off x="378925" y="1680175"/>
            <a:ext cx="14069700" cy="36195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1200"/>
              </a:spcBef>
              <a:spcAft>
                <a:spcPts val="1200"/>
              </a:spcAft>
              <a:buNone/>
            </a:pPr>
            <a:r>
              <a:rPr lang="es-419" sz="15600">
                <a:solidFill>
                  <a:srgbClr val="434343"/>
                </a:solidFill>
              </a:rPr>
              <a:t>λαμβάνω</a:t>
            </a:r>
            <a:endParaRPr sz="15600">
              <a:solidFill>
                <a:srgbClr val="434343"/>
              </a:solidFill>
            </a:endParaRPr>
          </a:p>
        </p:txBody>
      </p:sp>
      <p:sp>
        <p:nvSpPr>
          <p:cNvPr id="132" name="Google Shape;132;p21"/>
          <p:cNvSpPr txBox="1"/>
          <p:nvPr/>
        </p:nvSpPr>
        <p:spPr>
          <a:xfrm>
            <a:off x="574375" y="5123775"/>
            <a:ext cx="140697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s-419" sz="12000">
                <a:solidFill>
                  <a:schemeClr val="accent1"/>
                </a:solidFill>
                <a:latin typeface="Didact Gothic"/>
                <a:ea typeface="Didact Gothic"/>
                <a:cs typeface="Didact Gothic"/>
                <a:sym typeface="Didact Gothic"/>
              </a:rPr>
              <a:t>εἴληφα</a:t>
            </a:r>
            <a:endParaRPr sz="12000" b="0" i="0" u="none" strike="noStrike" cap="none">
              <a:solidFill>
                <a:schemeClr val="accent1"/>
              </a:solidFill>
              <a:latin typeface="Didact Gothic"/>
              <a:ea typeface="Didact Gothic"/>
              <a:cs typeface="Didact Gothic"/>
              <a:sym typeface="Didact Gothic"/>
            </a:endParaRPr>
          </a:p>
        </p:txBody>
      </p:sp>
      <p:cxnSp>
        <p:nvCxnSpPr>
          <p:cNvPr id="133" name="Google Shape;133;p21"/>
          <p:cNvCxnSpPr/>
          <p:nvPr/>
        </p:nvCxnSpPr>
        <p:spPr>
          <a:xfrm>
            <a:off x="570800" y="4710525"/>
            <a:ext cx="13962000" cy="0"/>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2"/>
          <p:cNvSpPr txBox="1">
            <a:spLocks noGrp="1"/>
          </p:cNvSpPr>
          <p:nvPr>
            <p:ph type="ctrTitle"/>
          </p:nvPr>
        </p:nvSpPr>
        <p:spPr>
          <a:xfrm>
            <a:off x="378925" y="1680175"/>
            <a:ext cx="14069700" cy="36195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1200"/>
              </a:spcBef>
              <a:spcAft>
                <a:spcPts val="1200"/>
              </a:spcAft>
              <a:buNone/>
            </a:pPr>
            <a:r>
              <a:rPr lang="es-419" sz="15600">
                <a:solidFill>
                  <a:srgbClr val="434343"/>
                </a:solidFill>
              </a:rPr>
              <a:t>γράφω</a:t>
            </a:r>
            <a:endParaRPr sz="15600">
              <a:solidFill>
                <a:srgbClr val="434343"/>
              </a:solidFill>
            </a:endParaRPr>
          </a:p>
        </p:txBody>
      </p:sp>
      <p:sp>
        <p:nvSpPr>
          <p:cNvPr id="139" name="Google Shape;139;p22"/>
          <p:cNvSpPr txBox="1"/>
          <p:nvPr/>
        </p:nvSpPr>
        <p:spPr>
          <a:xfrm>
            <a:off x="574375" y="5123775"/>
            <a:ext cx="140697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s-419" sz="12000">
                <a:solidFill>
                  <a:schemeClr val="accent1"/>
                </a:solidFill>
                <a:latin typeface="Didact Gothic"/>
                <a:ea typeface="Didact Gothic"/>
                <a:cs typeface="Didact Gothic"/>
                <a:sym typeface="Didact Gothic"/>
              </a:rPr>
              <a:t>γέγραφα</a:t>
            </a:r>
            <a:endParaRPr sz="12000" b="0" i="0" u="none" strike="noStrike" cap="none">
              <a:solidFill>
                <a:schemeClr val="accent1"/>
              </a:solidFill>
              <a:latin typeface="Didact Gothic"/>
              <a:ea typeface="Didact Gothic"/>
              <a:cs typeface="Didact Gothic"/>
              <a:sym typeface="Didact Gothic"/>
            </a:endParaRPr>
          </a:p>
        </p:txBody>
      </p:sp>
      <p:cxnSp>
        <p:nvCxnSpPr>
          <p:cNvPr id="140" name="Google Shape;140;p22"/>
          <p:cNvCxnSpPr/>
          <p:nvPr/>
        </p:nvCxnSpPr>
        <p:spPr>
          <a:xfrm>
            <a:off x="570800" y="4710525"/>
            <a:ext cx="13962000" cy="0"/>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3"/>
          <p:cNvSpPr txBox="1">
            <a:spLocks noGrp="1"/>
          </p:cNvSpPr>
          <p:nvPr>
            <p:ph type="ctrTitle"/>
          </p:nvPr>
        </p:nvSpPr>
        <p:spPr>
          <a:xfrm>
            <a:off x="378925" y="1680175"/>
            <a:ext cx="14069700" cy="36195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1200"/>
              </a:spcBef>
              <a:spcAft>
                <a:spcPts val="1200"/>
              </a:spcAft>
              <a:buNone/>
            </a:pPr>
            <a:r>
              <a:rPr lang="es-419" sz="15600">
                <a:solidFill>
                  <a:srgbClr val="434343"/>
                </a:solidFill>
              </a:rPr>
              <a:t>γινώσκω</a:t>
            </a:r>
            <a:endParaRPr sz="15600">
              <a:solidFill>
                <a:srgbClr val="434343"/>
              </a:solidFill>
            </a:endParaRPr>
          </a:p>
        </p:txBody>
      </p:sp>
      <p:sp>
        <p:nvSpPr>
          <p:cNvPr id="146" name="Google Shape;146;p23"/>
          <p:cNvSpPr txBox="1"/>
          <p:nvPr/>
        </p:nvSpPr>
        <p:spPr>
          <a:xfrm>
            <a:off x="574375" y="5123775"/>
            <a:ext cx="140697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s-419" sz="12000">
                <a:solidFill>
                  <a:schemeClr val="accent1"/>
                </a:solidFill>
                <a:latin typeface="Didact Gothic"/>
                <a:ea typeface="Didact Gothic"/>
                <a:cs typeface="Didact Gothic"/>
                <a:sym typeface="Didact Gothic"/>
              </a:rPr>
              <a:t>ἔγνωκα</a:t>
            </a:r>
            <a:endParaRPr sz="12000" b="0" i="0" u="none" strike="noStrike" cap="none">
              <a:solidFill>
                <a:schemeClr val="accent1"/>
              </a:solidFill>
              <a:latin typeface="Didact Gothic"/>
              <a:ea typeface="Didact Gothic"/>
              <a:cs typeface="Didact Gothic"/>
              <a:sym typeface="Didact Gothic"/>
            </a:endParaRPr>
          </a:p>
        </p:txBody>
      </p:sp>
      <p:cxnSp>
        <p:nvCxnSpPr>
          <p:cNvPr id="147" name="Google Shape;147;p23"/>
          <p:cNvCxnSpPr/>
          <p:nvPr/>
        </p:nvCxnSpPr>
        <p:spPr>
          <a:xfrm>
            <a:off x="570800" y="4710525"/>
            <a:ext cx="13962000" cy="0"/>
          </a:xfrm>
          <a:prstGeom prst="straightConnector1">
            <a:avLst/>
          </a:prstGeom>
          <a:noFill/>
          <a:ln w="9525" cap="flat" cmpd="sng">
            <a:solidFill>
              <a:schemeClr val="dk2"/>
            </a:solidFill>
            <a:prstDash val="solid"/>
            <a:round/>
            <a:headEnd type="none" w="med" len="med"/>
            <a:tailEnd type="none" w="med" len="med"/>
          </a:ln>
        </p:spPr>
      </p:cxn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77291570-9E04-8F97-2877-7D67E24BC345}"/>
                  </a:ext>
                </a:extLst>
              </p14:cNvPr>
              <p14:cNvContentPartPr/>
              <p14:nvPr/>
            </p14:nvContentPartPr>
            <p14:xfrm>
              <a:off x="1010520" y="7191720"/>
              <a:ext cx="2784600" cy="223920"/>
            </p14:xfrm>
          </p:contentPart>
        </mc:Choice>
        <mc:Fallback xmlns="">
          <p:pic>
            <p:nvPicPr>
              <p:cNvPr id="2" name="Ink 1">
                <a:extLst>
                  <a:ext uri="{FF2B5EF4-FFF2-40B4-BE49-F238E27FC236}">
                    <a16:creationId xmlns:a16="http://schemas.microsoft.com/office/drawing/2014/main" id="{77291570-9E04-8F97-2877-7D67E24BC345}"/>
                  </a:ext>
                </a:extLst>
              </p:cNvPr>
              <p:cNvPicPr/>
              <p:nvPr/>
            </p:nvPicPr>
            <p:blipFill>
              <a:blip r:embed="rId4"/>
              <a:stretch>
                <a:fillRect/>
              </a:stretch>
            </p:blipFill>
            <p:spPr>
              <a:xfrm>
                <a:off x="1001160" y="7182360"/>
                <a:ext cx="2803320" cy="24264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4"/>
          <p:cNvSpPr txBox="1">
            <a:spLocks noGrp="1"/>
          </p:cNvSpPr>
          <p:nvPr>
            <p:ph type="ctrTitle"/>
          </p:nvPr>
        </p:nvSpPr>
        <p:spPr>
          <a:xfrm>
            <a:off x="378925" y="1680175"/>
            <a:ext cx="14069700" cy="36195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1200"/>
              </a:spcBef>
              <a:spcAft>
                <a:spcPts val="1200"/>
              </a:spcAft>
              <a:buNone/>
            </a:pPr>
            <a:r>
              <a:rPr lang="es-419" sz="15600">
                <a:solidFill>
                  <a:srgbClr val="434343"/>
                </a:solidFill>
              </a:rPr>
              <a:t>ἀνοίγω</a:t>
            </a:r>
            <a:endParaRPr sz="15600">
              <a:solidFill>
                <a:srgbClr val="434343"/>
              </a:solidFill>
            </a:endParaRPr>
          </a:p>
        </p:txBody>
      </p:sp>
      <p:sp>
        <p:nvSpPr>
          <p:cNvPr id="153" name="Google Shape;153;p24"/>
          <p:cNvSpPr txBox="1"/>
          <p:nvPr/>
        </p:nvSpPr>
        <p:spPr>
          <a:xfrm>
            <a:off x="574375" y="5123775"/>
            <a:ext cx="140697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s-419" sz="12000">
                <a:solidFill>
                  <a:schemeClr val="accent1"/>
                </a:solidFill>
                <a:latin typeface="Didact Gothic"/>
                <a:ea typeface="Didact Gothic"/>
                <a:cs typeface="Didact Gothic"/>
                <a:sym typeface="Didact Gothic"/>
              </a:rPr>
              <a:t>ἀνέῳγα</a:t>
            </a:r>
            <a:endParaRPr sz="12000" b="0" i="0" u="none" strike="noStrike" cap="none">
              <a:solidFill>
                <a:schemeClr val="accent1"/>
              </a:solidFill>
              <a:latin typeface="Didact Gothic"/>
              <a:ea typeface="Didact Gothic"/>
              <a:cs typeface="Didact Gothic"/>
              <a:sym typeface="Didact Gothic"/>
            </a:endParaRPr>
          </a:p>
        </p:txBody>
      </p:sp>
      <p:cxnSp>
        <p:nvCxnSpPr>
          <p:cNvPr id="154" name="Google Shape;154;p24"/>
          <p:cNvCxnSpPr/>
          <p:nvPr/>
        </p:nvCxnSpPr>
        <p:spPr>
          <a:xfrm>
            <a:off x="570800" y="4710525"/>
            <a:ext cx="13962000" cy="0"/>
          </a:xfrm>
          <a:prstGeom prst="straightConnector1">
            <a:avLst/>
          </a:prstGeom>
          <a:noFill/>
          <a:ln w="9525" cap="flat" cmpd="sng">
            <a:solidFill>
              <a:schemeClr val="dk2"/>
            </a:solidFill>
            <a:prstDash val="solid"/>
            <a:round/>
            <a:headEnd type="none" w="med" len="med"/>
            <a:tailEnd type="none" w="med" len="med"/>
          </a:ln>
        </p:spPr>
      </p:cxn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B7F58FCC-1ACF-D773-B6BF-C2DBF5D0C67A}"/>
                  </a:ext>
                </a:extLst>
              </p14:cNvPr>
              <p14:cNvContentPartPr/>
              <p14:nvPr/>
            </p14:nvContentPartPr>
            <p14:xfrm>
              <a:off x="3395880" y="6626880"/>
              <a:ext cx="652320" cy="613800"/>
            </p14:xfrm>
          </p:contentPart>
        </mc:Choice>
        <mc:Fallback xmlns="">
          <p:pic>
            <p:nvPicPr>
              <p:cNvPr id="2" name="Ink 1">
                <a:extLst>
                  <a:ext uri="{FF2B5EF4-FFF2-40B4-BE49-F238E27FC236}">
                    <a16:creationId xmlns:a16="http://schemas.microsoft.com/office/drawing/2014/main" id="{B7F58FCC-1ACF-D773-B6BF-C2DBF5D0C67A}"/>
                  </a:ext>
                </a:extLst>
              </p:cNvPr>
              <p:cNvPicPr/>
              <p:nvPr/>
            </p:nvPicPr>
            <p:blipFill>
              <a:blip r:embed="rId4"/>
              <a:stretch>
                <a:fillRect/>
              </a:stretch>
            </p:blipFill>
            <p:spPr>
              <a:xfrm>
                <a:off x="3386520" y="6617520"/>
                <a:ext cx="671040" cy="63252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5"/>
          <p:cNvSpPr txBox="1">
            <a:spLocks noGrp="1"/>
          </p:cNvSpPr>
          <p:nvPr>
            <p:ph type="ctrTitle"/>
          </p:nvPr>
        </p:nvSpPr>
        <p:spPr>
          <a:xfrm>
            <a:off x="378925" y="1680175"/>
            <a:ext cx="14069700" cy="36195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1200"/>
              </a:spcBef>
              <a:spcAft>
                <a:spcPts val="0"/>
              </a:spcAft>
              <a:buNone/>
            </a:pPr>
            <a:r>
              <a:rPr lang="es-419" sz="15600">
                <a:solidFill>
                  <a:srgbClr val="434343"/>
                </a:solidFill>
              </a:rPr>
              <a:t>ἀπόλλυμι</a:t>
            </a:r>
            <a:endParaRPr sz="15600">
              <a:solidFill>
                <a:srgbClr val="434343"/>
              </a:solidFill>
            </a:endParaRPr>
          </a:p>
          <a:p>
            <a:pPr marL="0" lvl="0" indent="0" algn="l" rtl="0">
              <a:lnSpc>
                <a:spcPct val="115000"/>
              </a:lnSpc>
              <a:spcBef>
                <a:spcPts val="1200"/>
              </a:spcBef>
              <a:spcAft>
                <a:spcPts val="1200"/>
              </a:spcAft>
              <a:buNone/>
            </a:pPr>
            <a:endParaRPr sz="15600">
              <a:solidFill>
                <a:srgbClr val="434343"/>
              </a:solidFill>
            </a:endParaRPr>
          </a:p>
        </p:txBody>
      </p:sp>
      <p:sp>
        <p:nvSpPr>
          <p:cNvPr id="160" name="Google Shape;160;p25"/>
          <p:cNvSpPr txBox="1"/>
          <p:nvPr/>
        </p:nvSpPr>
        <p:spPr>
          <a:xfrm>
            <a:off x="574375" y="5123775"/>
            <a:ext cx="140697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s-419" sz="12000">
                <a:solidFill>
                  <a:schemeClr val="accent1"/>
                </a:solidFill>
                <a:latin typeface="Didact Gothic"/>
                <a:ea typeface="Didact Gothic"/>
                <a:cs typeface="Didact Gothic"/>
                <a:sym typeface="Didact Gothic"/>
              </a:rPr>
              <a:t>ἀπόλωλα</a:t>
            </a:r>
            <a:endParaRPr sz="12000" b="0" i="0" u="none" strike="noStrike" cap="none">
              <a:solidFill>
                <a:schemeClr val="accent1"/>
              </a:solidFill>
              <a:latin typeface="Didact Gothic"/>
              <a:ea typeface="Didact Gothic"/>
              <a:cs typeface="Didact Gothic"/>
              <a:sym typeface="Didact Gothic"/>
            </a:endParaRPr>
          </a:p>
        </p:txBody>
      </p:sp>
      <p:cxnSp>
        <p:nvCxnSpPr>
          <p:cNvPr id="161" name="Google Shape;161;p25"/>
          <p:cNvCxnSpPr/>
          <p:nvPr/>
        </p:nvCxnSpPr>
        <p:spPr>
          <a:xfrm>
            <a:off x="570800" y="4710525"/>
            <a:ext cx="13962000" cy="0"/>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6"/>
          <p:cNvSpPr txBox="1">
            <a:spLocks noGrp="1"/>
          </p:cNvSpPr>
          <p:nvPr>
            <p:ph type="ctrTitle"/>
          </p:nvPr>
        </p:nvSpPr>
        <p:spPr>
          <a:xfrm>
            <a:off x="378925" y="1680175"/>
            <a:ext cx="14069700" cy="36195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1200"/>
              </a:spcBef>
              <a:spcAft>
                <a:spcPts val="1200"/>
              </a:spcAft>
              <a:buNone/>
            </a:pPr>
            <a:r>
              <a:rPr lang="es-419" sz="15600">
                <a:solidFill>
                  <a:srgbClr val="434343"/>
                </a:solidFill>
              </a:rPr>
              <a:t>εὑρίσκω</a:t>
            </a:r>
            <a:endParaRPr sz="15600">
              <a:solidFill>
                <a:srgbClr val="434343"/>
              </a:solidFill>
            </a:endParaRPr>
          </a:p>
        </p:txBody>
      </p:sp>
      <p:sp>
        <p:nvSpPr>
          <p:cNvPr id="167" name="Google Shape;167;p26"/>
          <p:cNvSpPr txBox="1"/>
          <p:nvPr/>
        </p:nvSpPr>
        <p:spPr>
          <a:xfrm>
            <a:off x="574375" y="5123775"/>
            <a:ext cx="140697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s-419" sz="12000">
                <a:solidFill>
                  <a:schemeClr val="accent1"/>
                </a:solidFill>
                <a:latin typeface="Didact Gothic"/>
                <a:ea typeface="Didact Gothic"/>
                <a:cs typeface="Didact Gothic"/>
                <a:sym typeface="Didact Gothic"/>
              </a:rPr>
              <a:t>εὕρηκα</a:t>
            </a:r>
            <a:endParaRPr sz="12000" b="0" i="0" u="none" strike="noStrike" cap="none">
              <a:solidFill>
                <a:schemeClr val="accent1"/>
              </a:solidFill>
              <a:latin typeface="Didact Gothic"/>
              <a:ea typeface="Didact Gothic"/>
              <a:cs typeface="Didact Gothic"/>
              <a:sym typeface="Didact Gothic"/>
            </a:endParaRPr>
          </a:p>
        </p:txBody>
      </p:sp>
      <p:cxnSp>
        <p:nvCxnSpPr>
          <p:cNvPr id="168" name="Google Shape;168;p26"/>
          <p:cNvCxnSpPr/>
          <p:nvPr/>
        </p:nvCxnSpPr>
        <p:spPr>
          <a:xfrm>
            <a:off x="570800" y="4710525"/>
            <a:ext cx="13962000" cy="0"/>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27"/>
          <p:cNvSpPr txBox="1">
            <a:spLocks noGrp="1"/>
          </p:cNvSpPr>
          <p:nvPr>
            <p:ph type="ctrTitle"/>
          </p:nvPr>
        </p:nvSpPr>
        <p:spPr>
          <a:xfrm>
            <a:off x="378925" y="1680175"/>
            <a:ext cx="14069700" cy="36195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1200"/>
              </a:spcBef>
              <a:spcAft>
                <a:spcPts val="1200"/>
              </a:spcAft>
              <a:buNone/>
            </a:pPr>
            <a:r>
              <a:rPr lang="es-419" sz="15600">
                <a:solidFill>
                  <a:srgbClr val="434343"/>
                </a:solidFill>
              </a:rPr>
              <a:t>βάλλω</a:t>
            </a:r>
            <a:endParaRPr sz="15600">
              <a:solidFill>
                <a:srgbClr val="434343"/>
              </a:solidFill>
            </a:endParaRPr>
          </a:p>
        </p:txBody>
      </p:sp>
      <p:sp>
        <p:nvSpPr>
          <p:cNvPr id="174" name="Google Shape;174;p27"/>
          <p:cNvSpPr txBox="1"/>
          <p:nvPr/>
        </p:nvSpPr>
        <p:spPr>
          <a:xfrm>
            <a:off x="574375" y="5123775"/>
            <a:ext cx="140697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s-419" sz="12000">
                <a:solidFill>
                  <a:schemeClr val="accent1"/>
                </a:solidFill>
                <a:latin typeface="Didact Gothic"/>
                <a:ea typeface="Didact Gothic"/>
                <a:cs typeface="Didact Gothic"/>
                <a:sym typeface="Didact Gothic"/>
              </a:rPr>
              <a:t>βέβλημαι</a:t>
            </a:r>
            <a:endParaRPr sz="12000" b="0" i="0" u="none" strike="noStrike" cap="none">
              <a:solidFill>
                <a:schemeClr val="accent1"/>
              </a:solidFill>
              <a:latin typeface="Didact Gothic"/>
              <a:ea typeface="Didact Gothic"/>
              <a:cs typeface="Didact Gothic"/>
              <a:sym typeface="Didact Gothic"/>
            </a:endParaRPr>
          </a:p>
        </p:txBody>
      </p:sp>
      <p:cxnSp>
        <p:nvCxnSpPr>
          <p:cNvPr id="175" name="Google Shape;175;p27"/>
          <p:cNvCxnSpPr/>
          <p:nvPr/>
        </p:nvCxnSpPr>
        <p:spPr>
          <a:xfrm>
            <a:off x="570800" y="4710525"/>
            <a:ext cx="13962000" cy="0"/>
          </a:xfrm>
          <a:prstGeom prst="straightConnector1">
            <a:avLst/>
          </a:prstGeom>
          <a:noFill/>
          <a:ln w="9525" cap="flat" cmpd="sng">
            <a:solidFill>
              <a:schemeClr val="dk2"/>
            </a:solidFill>
            <a:prstDash val="solid"/>
            <a:round/>
            <a:headEnd type="none" w="med" len="med"/>
            <a:tailEnd type="none" w="med" len="med"/>
          </a:ln>
        </p:spPr>
      </p:cxn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4C6D8A1F-EAC4-135D-156D-F8486317BA9C}"/>
                  </a:ext>
                </a:extLst>
              </p14:cNvPr>
              <p14:cNvContentPartPr/>
              <p14:nvPr/>
            </p14:nvContentPartPr>
            <p14:xfrm>
              <a:off x="4730040" y="7473960"/>
              <a:ext cx="2318400" cy="165960"/>
            </p14:xfrm>
          </p:contentPart>
        </mc:Choice>
        <mc:Fallback xmlns="">
          <p:pic>
            <p:nvPicPr>
              <p:cNvPr id="2" name="Ink 1">
                <a:extLst>
                  <a:ext uri="{FF2B5EF4-FFF2-40B4-BE49-F238E27FC236}">
                    <a16:creationId xmlns:a16="http://schemas.microsoft.com/office/drawing/2014/main" id="{4C6D8A1F-EAC4-135D-156D-F8486317BA9C}"/>
                  </a:ext>
                </a:extLst>
              </p:cNvPr>
              <p:cNvPicPr/>
              <p:nvPr/>
            </p:nvPicPr>
            <p:blipFill>
              <a:blip r:embed="rId4"/>
              <a:stretch>
                <a:fillRect/>
              </a:stretch>
            </p:blipFill>
            <p:spPr>
              <a:xfrm>
                <a:off x="4720680" y="7464600"/>
                <a:ext cx="2337120" cy="18468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8"/>
          <p:cNvSpPr txBox="1">
            <a:spLocks noGrp="1"/>
          </p:cNvSpPr>
          <p:nvPr>
            <p:ph type="ctrTitle"/>
          </p:nvPr>
        </p:nvSpPr>
        <p:spPr>
          <a:xfrm>
            <a:off x="378925" y="1680175"/>
            <a:ext cx="14069700" cy="36195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1200"/>
              </a:spcBef>
              <a:spcAft>
                <a:spcPts val="1200"/>
              </a:spcAft>
              <a:buNone/>
            </a:pPr>
            <a:r>
              <a:rPr lang="es-419" sz="15600">
                <a:solidFill>
                  <a:srgbClr val="434343"/>
                </a:solidFill>
              </a:rPr>
              <a:t>ὁράω</a:t>
            </a:r>
            <a:endParaRPr sz="15600">
              <a:solidFill>
                <a:srgbClr val="434343"/>
              </a:solidFill>
            </a:endParaRPr>
          </a:p>
        </p:txBody>
      </p:sp>
      <p:sp>
        <p:nvSpPr>
          <p:cNvPr id="181" name="Google Shape;181;p28"/>
          <p:cNvSpPr txBox="1"/>
          <p:nvPr/>
        </p:nvSpPr>
        <p:spPr>
          <a:xfrm>
            <a:off x="574375" y="5123775"/>
            <a:ext cx="140697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s-419" sz="12000">
                <a:solidFill>
                  <a:schemeClr val="accent1"/>
                </a:solidFill>
                <a:latin typeface="Didact Gothic"/>
                <a:ea typeface="Didact Gothic"/>
                <a:cs typeface="Didact Gothic"/>
                <a:sym typeface="Didact Gothic"/>
              </a:rPr>
              <a:t>ἑώρακα</a:t>
            </a:r>
            <a:endParaRPr sz="12000" b="0" i="0" u="none" strike="noStrike" cap="none">
              <a:solidFill>
                <a:schemeClr val="accent1"/>
              </a:solidFill>
              <a:latin typeface="Didact Gothic"/>
              <a:ea typeface="Didact Gothic"/>
              <a:cs typeface="Didact Gothic"/>
              <a:sym typeface="Didact Gothic"/>
            </a:endParaRPr>
          </a:p>
        </p:txBody>
      </p:sp>
      <p:cxnSp>
        <p:nvCxnSpPr>
          <p:cNvPr id="182" name="Google Shape;182;p28"/>
          <p:cNvCxnSpPr/>
          <p:nvPr/>
        </p:nvCxnSpPr>
        <p:spPr>
          <a:xfrm>
            <a:off x="570800" y="4710525"/>
            <a:ext cx="13962000" cy="0"/>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29"/>
          <p:cNvSpPr txBox="1">
            <a:spLocks noGrp="1"/>
          </p:cNvSpPr>
          <p:nvPr>
            <p:ph type="ctrTitle"/>
          </p:nvPr>
        </p:nvSpPr>
        <p:spPr>
          <a:xfrm>
            <a:off x="378925" y="1680175"/>
            <a:ext cx="14069700" cy="36195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1200"/>
              </a:spcBef>
              <a:spcAft>
                <a:spcPts val="1200"/>
              </a:spcAft>
              <a:buNone/>
            </a:pPr>
            <a:r>
              <a:rPr lang="es-419" sz="15600">
                <a:solidFill>
                  <a:srgbClr val="434343"/>
                </a:solidFill>
              </a:rPr>
              <a:t>πίπτω</a:t>
            </a:r>
            <a:endParaRPr sz="15600">
              <a:solidFill>
                <a:srgbClr val="434343"/>
              </a:solidFill>
            </a:endParaRPr>
          </a:p>
        </p:txBody>
      </p:sp>
      <p:sp>
        <p:nvSpPr>
          <p:cNvPr id="188" name="Google Shape;188;p29"/>
          <p:cNvSpPr txBox="1"/>
          <p:nvPr/>
        </p:nvSpPr>
        <p:spPr>
          <a:xfrm>
            <a:off x="574375" y="5123775"/>
            <a:ext cx="140697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s-419" sz="12000">
                <a:solidFill>
                  <a:schemeClr val="accent1"/>
                </a:solidFill>
                <a:latin typeface="Didact Gothic"/>
                <a:ea typeface="Didact Gothic"/>
                <a:cs typeface="Didact Gothic"/>
                <a:sym typeface="Didact Gothic"/>
              </a:rPr>
              <a:t>πέπτωκα</a:t>
            </a:r>
            <a:endParaRPr sz="12000" b="0" i="0" u="none" strike="noStrike" cap="none">
              <a:solidFill>
                <a:schemeClr val="accent1"/>
              </a:solidFill>
              <a:latin typeface="Didact Gothic"/>
              <a:ea typeface="Didact Gothic"/>
              <a:cs typeface="Didact Gothic"/>
              <a:sym typeface="Didact Gothic"/>
            </a:endParaRPr>
          </a:p>
        </p:txBody>
      </p:sp>
      <p:cxnSp>
        <p:nvCxnSpPr>
          <p:cNvPr id="189" name="Google Shape;189;p29"/>
          <p:cNvCxnSpPr/>
          <p:nvPr/>
        </p:nvCxnSpPr>
        <p:spPr>
          <a:xfrm>
            <a:off x="570800" y="4710525"/>
            <a:ext cx="13962000" cy="0"/>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0"/>
          <p:cNvSpPr txBox="1">
            <a:spLocks noGrp="1"/>
          </p:cNvSpPr>
          <p:nvPr>
            <p:ph type="ctrTitle"/>
          </p:nvPr>
        </p:nvSpPr>
        <p:spPr>
          <a:xfrm>
            <a:off x="378925" y="1680175"/>
            <a:ext cx="14069700" cy="36195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1200"/>
              </a:spcBef>
              <a:spcAft>
                <a:spcPts val="1200"/>
              </a:spcAft>
              <a:buNone/>
            </a:pPr>
            <a:r>
              <a:rPr lang="es-419" sz="15600">
                <a:solidFill>
                  <a:srgbClr val="434343"/>
                </a:solidFill>
              </a:rPr>
              <a:t>βαίνω</a:t>
            </a:r>
            <a:endParaRPr sz="15600">
              <a:solidFill>
                <a:srgbClr val="434343"/>
              </a:solidFill>
            </a:endParaRPr>
          </a:p>
        </p:txBody>
      </p:sp>
      <p:sp>
        <p:nvSpPr>
          <p:cNvPr id="195" name="Google Shape;195;p30"/>
          <p:cNvSpPr txBox="1"/>
          <p:nvPr/>
        </p:nvSpPr>
        <p:spPr>
          <a:xfrm>
            <a:off x="574375" y="5123775"/>
            <a:ext cx="140697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s-419" sz="12000">
                <a:solidFill>
                  <a:schemeClr val="accent1"/>
                </a:solidFill>
                <a:latin typeface="Didact Gothic"/>
                <a:ea typeface="Didact Gothic"/>
                <a:cs typeface="Didact Gothic"/>
                <a:sym typeface="Didact Gothic"/>
              </a:rPr>
              <a:t>βέβηκα</a:t>
            </a:r>
            <a:endParaRPr sz="12000" b="0" i="0" u="none" strike="noStrike" cap="none">
              <a:solidFill>
                <a:schemeClr val="accent1"/>
              </a:solidFill>
              <a:latin typeface="Didact Gothic"/>
              <a:ea typeface="Didact Gothic"/>
              <a:cs typeface="Didact Gothic"/>
              <a:sym typeface="Didact Gothic"/>
            </a:endParaRPr>
          </a:p>
        </p:txBody>
      </p:sp>
      <p:cxnSp>
        <p:nvCxnSpPr>
          <p:cNvPr id="196" name="Google Shape;196;p30"/>
          <p:cNvCxnSpPr/>
          <p:nvPr/>
        </p:nvCxnSpPr>
        <p:spPr>
          <a:xfrm>
            <a:off x="570800" y="4710525"/>
            <a:ext cx="13962000" cy="0"/>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31"/>
          <p:cNvSpPr txBox="1">
            <a:spLocks noGrp="1"/>
          </p:cNvSpPr>
          <p:nvPr>
            <p:ph type="ctrTitle"/>
          </p:nvPr>
        </p:nvSpPr>
        <p:spPr>
          <a:xfrm>
            <a:off x="378925" y="1680175"/>
            <a:ext cx="14069700" cy="36195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1200"/>
              </a:spcBef>
              <a:spcAft>
                <a:spcPts val="0"/>
              </a:spcAft>
              <a:buNone/>
            </a:pPr>
            <a:r>
              <a:rPr lang="es-419" sz="15600">
                <a:solidFill>
                  <a:srgbClr val="434343"/>
                </a:solidFill>
              </a:rPr>
              <a:t>χαίρω</a:t>
            </a:r>
            <a:endParaRPr sz="15600">
              <a:solidFill>
                <a:srgbClr val="434343"/>
              </a:solidFill>
            </a:endParaRPr>
          </a:p>
          <a:p>
            <a:pPr marL="0" lvl="0" indent="0" algn="l" rtl="0">
              <a:lnSpc>
                <a:spcPct val="115000"/>
              </a:lnSpc>
              <a:spcBef>
                <a:spcPts val="1200"/>
              </a:spcBef>
              <a:spcAft>
                <a:spcPts val="1200"/>
              </a:spcAft>
              <a:buNone/>
            </a:pPr>
            <a:endParaRPr sz="15600">
              <a:solidFill>
                <a:srgbClr val="434343"/>
              </a:solidFill>
            </a:endParaRPr>
          </a:p>
        </p:txBody>
      </p:sp>
      <p:sp>
        <p:nvSpPr>
          <p:cNvPr id="202" name="Google Shape;202;p31"/>
          <p:cNvSpPr txBox="1"/>
          <p:nvPr/>
        </p:nvSpPr>
        <p:spPr>
          <a:xfrm>
            <a:off x="574375" y="5123775"/>
            <a:ext cx="14069700" cy="4100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12000">
                <a:solidFill>
                  <a:schemeClr val="accent1"/>
                </a:solidFill>
                <a:latin typeface="Didact Gothic"/>
                <a:ea typeface="Didact Gothic"/>
                <a:cs typeface="Didact Gothic"/>
                <a:sym typeface="Didact Gothic"/>
              </a:rPr>
              <a:t>κεχάρηκα</a:t>
            </a:r>
            <a:endParaRPr sz="12000">
              <a:solidFill>
                <a:schemeClr val="accent1"/>
              </a:solidFill>
              <a:latin typeface="Didact Gothic"/>
              <a:ea typeface="Didact Gothic"/>
              <a:cs typeface="Didact Gothic"/>
              <a:sym typeface="Didact Gothic"/>
            </a:endParaRPr>
          </a:p>
        </p:txBody>
      </p:sp>
      <p:cxnSp>
        <p:nvCxnSpPr>
          <p:cNvPr id="203" name="Google Shape;203;p31"/>
          <p:cNvCxnSpPr/>
          <p:nvPr/>
        </p:nvCxnSpPr>
        <p:spPr>
          <a:xfrm>
            <a:off x="570800" y="4710525"/>
            <a:ext cx="13962000" cy="0"/>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32"/>
          <p:cNvSpPr txBox="1">
            <a:spLocks noGrp="1"/>
          </p:cNvSpPr>
          <p:nvPr>
            <p:ph type="ctrTitle"/>
          </p:nvPr>
        </p:nvSpPr>
        <p:spPr>
          <a:xfrm>
            <a:off x="378925" y="1680175"/>
            <a:ext cx="14069700" cy="36195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1200"/>
              </a:spcBef>
              <a:spcAft>
                <a:spcPts val="0"/>
              </a:spcAft>
              <a:buNone/>
            </a:pPr>
            <a:r>
              <a:rPr lang="es-419" sz="15600">
                <a:solidFill>
                  <a:srgbClr val="434343"/>
                </a:solidFill>
              </a:rPr>
              <a:t>φέρω</a:t>
            </a:r>
            <a:endParaRPr sz="15600">
              <a:solidFill>
                <a:srgbClr val="434343"/>
              </a:solidFill>
            </a:endParaRPr>
          </a:p>
          <a:p>
            <a:pPr marL="0" lvl="0" indent="0" algn="l" rtl="0">
              <a:lnSpc>
                <a:spcPct val="115000"/>
              </a:lnSpc>
              <a:spcBef>
                <a:spcPts val="1200"/>
              </a:spcBef>
              <a:spcAft>
                <a:spcPts val="1200"/>
              </a:spcAft>
              <a:buNone/>
            </a:pPr>
            <a:endParaRPr sz="15600">
              <a:solidFill>
                <a:srgbClr val="434343"/>
              </a:solidFill>
            </a:endParaRPr>
          </a:p>
        </p:txBody>
      </p:sp>
      <p:sp>
        <p:nvSpPr>
          <p:cNvPr id="209" name="Google Shape;209;p32"/>
          <p:cNvSpPr txBox="1"/>
          <p:nvPr/>
        </p:nvSpPr>
        <p:spPr>
          <a:xfrm>
            <a:off x="574375" y="5123775"/>
            <a:ext cx="14069700" cy="4100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12000">
                <a:solidFill>
                  <a:schemeClr val="accent1"/>
                </a:solidFill>
                <a:latin typeface="Didact Gothic"/>
                <a:ea typeface="Didact Gothic"/>
                <a:cs typeface="Didact Gothic"/>
                <a:sym typeface="Didact Gothic"/>
              </a:rPr>
              <a:t>ἐνήνοχα</a:t>
            </a:r>
            <a:endParaRPr sz="12000">
              <a:solidFill>
                <a:schemeClr val="accent1"/>
              </a:solidFill>
              <a:latin typeface="Didact Gothic"/>
              <a:ea typeface="Didact Gothic"/>
              <a:cs typeface="Didact Gothic"/>
              <a:sym typeface="Didact Gothic"/>
            </a:endParaRPr>
          </a:p>
        </p:txBody>
      </p:sp>
      <p:cxnSp>
        <p:nvCxnSpPr>
          <p:cNvPr id="210" name="Google Shape;210;p32"/>
          <p:cNvCxnSpPr/>
          <p:nvPr/>
        </p:nvCxnSpPr>
        <p:spPr>
          <a:xfrm>
            <a:off x="570800" y="4710525"/>
            <a:ext cx="13962000" cy="0"/>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33"/>
          <p:cNvSpPr txBox="1">
            <a:spLocks noGrp="1"/>
          </p:cNvSpPr>
          <p:nvPr>
            <p:ph type="ctrTitle"/>
          </p:nvPr>
        </p:nvSpPr>
        <p:spPr>
          <a:xfrm>
            <a:off x="378925" y="1680175"/>
            <a:ext cx="14069700" cy="36195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1200"/>
              </a:spcBef>
              <a:spcAft>
                <a:spcPts val="1200"/>
              </a:spcAft>
              <a:buNone/>
            </a:pPr>
            <a:r>
              <a:rPr lang="es-419" sz="15600">
                <a:solidFill>
                  <a:srgbClr val="434343"/>
                </a:solidFill>
              </a:rPr>
              <a:t>ἁμαρτάνω</a:t>
            </a:r>
            <a:endParaRPr sz="15600">
              <a:solidFill>
                <a:srgbClr val="434343"/>
              </a:solidFill>
            </a:endParaRPr>
          </a:p>
        </p:txBody>
      </p:sp>
      <p:sp>
        <p:nvSpPr>
          <p:cNvPr id="216" name="Google Shape;216;p33"/>
          <p:cNvSpPr txBox="1"/>
          <p:nvPr/>
        </p:nvSpPr>
        <p:spPr>
          <a:xfrm>
            <a:off x="574375" y="5123775"/>
            <a:ext cx="14069700" cy="4100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12000">
                <a:solidFill>
                  <a:schemeClr val="accent1"/>
                </a:solidFill>
                <a:latin typeface="Didact Gothic"/>
                <a:ea typeface="Didact Gothic"/>
                <a:cs typeface="Didact Gothic"/>
                <a:sym typeface="Didact Gothic"/>
              </a:rPr>
              <a:t>ἥμαρτηκα</a:t>
            </a:r>
            <a:endParaRPr sz="12000">
              <a:solidFill>
                <a:schemeClr val="accent1"/>
              </a:solidFill>
              <a:latin typeface="Didact Gothic"/>
              <a:ea typeface="Didact Gothic"/>
              <a:cs typeface="Didact Gothic"/>
              <a:sym typeface="Didact Gothic"/>
            </a:endParaRPr>
          </a:p>
        </p:txBody>
      </p:sp>
      <p:cxnSp>
        <p:nvCxnSpPr>
          <p:cNvPr id="217" name="Google Shape;217;p33"/>
          <p:cNvCxnSpPr/>
          <p:nvPr/>
        </p:nvCxnSpPr>
        <p:spPr>
          <a:xfrm>
            <a:off x="570800" y="4710525"/>
            <a:ext cx="13962000" cy="0"/>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34"/>
          <p:cNvSpPr txBox="1">
            <a:spLocks noGrp="1"/>
          </p:cNvSpPr>
          <p:nvPr>
            <p:ph type="ctrTitle"/>
          </p:nvPr>
        </p:nvSpPr>
        <p:spPr>
          <a:xfrm>
            <a:off x="378925" y="1680175"/>
            <a:ext cx="14069700" cy="36195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1200"/>
              </a:spcBef>
              <a:spcAft>
                <a:spcPts val="1200"/>
              </a:spcAft>
              <a:buNone/>
            </a:pPr>
            <a:r>
              <a:rPr lang="es-419" sz="15600">
                <a:solidFill>
                  <a:srgbClr val="434343"/>
                </a:solidFill>
              </a:rPr>
              <a:t>πάσχω</a:t>
            </a:r>
            <a:endParaRPr sz="15600">
              <a:solidFill>
                <a:srgbClr val="434343"/>
              </a:solidFill>
            </a:endParaRPr>
          </a:p>
        </p:txBody>
      </p:sp>
      <p:sp>
        <p:nvSpPr>
          <p:cNvPr id="223" name="Google Shape;223;p34"/>
          <p:cNvSpPr txBox="1"/>
          <p:nvPr/>
        </p:nvSpPr>
        <p:spPr>
          <a:xfrm>
            <a:off x="574375" y="5123775"/>
            <a:ext cx="14069700" cy="4100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12000">
                <a:solidFill>
                  <a:schemeClr val="accent1"/>
                </a:solidFill>
                <a:latin typeface="Didact Gothic"/>
                <a:ea typeface="Didact Gothic"/>
                <a:cs typeface="Didact Gothic"/>
                <a:sym typeface="Didact Gothic"/>
              </a:rPr>
              <a:t>πέπονθα</a:t>
            </a:r>
            <a:endParaRPr sz="12000">
              <a:solidFill>
                <a:schemeClr val="accent1"/>
              </a:solidFill>
              <a:latin typeface="Didact Gothic"/>
              <a:ea typeface="Didact Gothic"/>
              <a:cs typeface="Didact Gothic"/>
              <a:sym typeface="Didact Gothic"/>
            </a:endParaRPr>
          </a:p>
        </p:txBody>
      </p:sp>
      <p:cxnSp>
        <p:nvCxnSpPr>
          <p:cNvPr id="224" name="Google Shape;224;p34"/>
          <p:cNvCxnSpPr/>
          <p:nvPr/>
        </p:nvCxnSpPr>
        <p:spPr>
          <a:xfrm>
            <a:off x="570800" y="4710525"/>
            <a:ext cx="13962000" cy="0"/>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35"/>
          <p:cNvSpPr txBox="1">
            <a:spLocks noGrp="1"/>
          </p:cNvSpPr>
          <p:nvPr>
            <p:ph type="ctrTitle"/>
          </p:nvPr>
        </p:nvSpPr>
        <p:spPr>
          <a:xfrm>
            <a:off x="378925" y="1680175"/>
            <a:ext cx="14069700" cy="36195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1200"/>
              </a:spcBef>
              <a:spcAft>
                <a:spcPts val="1200"/>
              </a:spcAft>
              <a:buNone/>
            </a:pPr>
            <a:r>
              <a:rPr lang="es-419" sz="15600">
                <a:solidFill>
                  <a:srgbClr val="434343"/>
                </a:solidFill>
              </a:rPr>
              <a:t>πείθω</a:t>
            </a:r>
            <a:endParaRPr sz="15600">
              <a:solidFill>
                <a:srgbClr val="434343"/>
              </a:solidFill>
            </a:endParaRPr>
          </a:p>
        </p:txBody>
      </p:sp>
      <p:sp>
        <p:nvSpPr>
          <p:cNvPr id="230" name="Google Shape;230;p35"/>
          <p:cNvSpPr txBox="1"/>
          <p:nvPr/>
        </p:nvSpPr>
        <p:spPr>
          <a:xfrm>
            <a:off x="574375" y="5123775"/>
            <a:ext cx="14069700" cy="4100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12000">
                <a:solidFill>
                  <a:schemeClr val="accent1"/>
                </a:solidFill>
                <a:latin typeface="Didact Gothic"/>
                <a:ea typeface="Didact Gothic"/>
                <a:cs typeface="Didact Gothic"/>
                <a:sym typeface="Didact Gothic"/>
              </a:rPr>
              <a:t>πέποιθα</a:t>
            </a:r>
            <a:endParaRPr sz="12000">
              <a:solidFill>
                <a:schemeClr val="accent1"/>
              </a:solidFill>
              <a:latin typeface="Didact Gothic"/>
              <a:ea typeface="Didact Gothic"/>
              <a:cs typeface="Didact Gothic"/>
              <a:sym typeface="Didact Gothic"/>
            </a:endParaRPr>
          </a:p>
        </p:txBody>
      </p:sp>
      <p:cxnSp>
        <p:nvCxnSpPr>
          <p:cNvPr id="231" name="Google Shape;231;p35"/>
          <p:cNvCxnSpPr/>
          <p:nvPr/>
        </p:nvCxnSpPr>
        <p:spPr>
          <a:xfrm>
            <a:off x="570800" y="4710525"/>
            <a:ext cx="13962000" cy="0"/>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36"/>
          <p:cNvSpPr txBox="1">
            <a:spLocks noGrp="1"/>
          </p:cNvSpPr>
          <p:nvPr>
            <p:ph type="ctrTitle"/>
          </p:nvPr>
        </p:nvSpPr>
        <p:spPr>
          <a:xfrm>
            <a:off x="378925" y="1680175"/>
            <a:ext cx="14069700" cy="36195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1200"/>
              </a:spcBef>
              <a:spcAft>
                <a:spcPts val="1200"/>
              </a:spcAft>
              <a:buNone/>
            </a:pPr>
            <a:r>
              <a:rPr lang="es-419" sz="15600">
                <a:solidFill>
                  <a:srgbClr val="434343"/>
                </a:solidFill>
              </a:rPr>
              <a:t>πράσσω</a:t>
            </a:r>
            <a:endParaRPr sz="15600">
              <a:solidFill>
                <a:srgbClr val="434343"/>
              </a:solidFill>
            </a:endParaRPr>
          </a:p>
        </p:txBody>
      </p:sp>
      <p:sp>
        <p:nvSpPr>
          <p:cNvPr id="237" name="Google Shape;237;p36"/>
          <p:cNvSpPr txBox="1"/>
          <p:nvPr/>
        </p:nvSpPr>
        <p:spPr>
          <a:xfrm>
            <a:off x="574375" y="5123775"/>
            <a:ext cx="14069700" cy="4100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12000">
                <a:solidFill>
                  <a:schemeClr val="accent1"/>
                </a:solidFill>
                <a:latin typeface="Didact Gothic"/>
                <a:ea typeface="Didact Gothic"/>
                <a:cs typeface="Didact Gothic"/>
                <a:sym typeface="Didact Gothic"/>
              </a:rPr>
              <a:t>πέπραχα</a:t>
            </a:r>
            <a:endParaRPr sz="12000">
              <a:solidFill>
                <a:schemeClr val="accent1"/>
              </a:solidFill>
              <a:latin typeface="Didact Gothic"/>
              <a:ea typeface="Didact Gothic"/>
              <a:cs typeface="Didact Gothic"/>
              <a:sym typeface="Didact Gothic"/>
            </a:endParaRPr>
          </a:p>
        </p:txBody>
      </p:sp>
      <p:cxnSp>
        <p:nvCxnSpPr>
          <p:cNvPr id="238" name="Google Shape;238;p36"/>
          <p:cNvCxnSpPr/>
          <p:nvPr/>
        </p:nvCxnSpPr>
        <p:spPr>
          <a:xfrm>
            <a:off x="570800" y="4710525"/>
            <a:ext cx="13962000" cy="0"/>
          </a:xfrm>
          <a:prstGeom prst="straightConnector1">
            <a:avLst/>
          </a:prstGeom>
          <a:noFill/>
          <a:ln w="9525" cap="flat" cmpd="sng">
            <a:solidFill>
              <a:schemeClr val="dk2"/>
            </a:solidFill>
            <a:prstDash val="solid"/>
            <a:round/>
            <a:headEnd type="none" w="med" len="med"/>
            <a:tailEnd type="none" w="med" len="med"/>
          </a:ln>
        </p:spPr>
      </p:cxn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A455CDD4-1265-8F31-8C39-42D564E584CD}"/>
                  </a:ext>
                </a:extLst>
              </p14:cNvPr>
              <p14:cNvContentPartPr/>
              <p14:nvPr/>
            </p14:nvContentPartPr>
            <p14:xfrm>
              <a:off x="1496880" y="1759680"/>
              <a:ext cx="2561760" cy="885600"/>
            </p14:xfrm>
          </p:contentPart>
        </mc:Choice>
        <mc:Fallback xmlns="">
          <p:pic>
            <p:nvPicPr>
              <p:cNvPr id="2" name="Ink 1">
                <a:extLst>
                  <a:ext uri="{FF2B5EF4-FFF2-40B4-BE49-F238E27FC236}">
                    <a16:creationId xmlns:a16="http://schemas.microsoft.com/office/drawing/2014/main" id="{A455CDD4-1265-8F31-8C39-42D564E584CD}"/>
                  </a:ext>
                </a:extLst>
              </p:cNvPr>
              <p:cNvPicPr/>
              <p:nvPr/>
            </p:nvPicPr>
            <p:blipFill>
              <a:blip r:embed="rId4"/>
              <a:stretch>
                <a:fillRect/>
              </a:stretch>
            </p:blipFill>
            <p:spPr>
              <a:xfrm>
                <a:off x="1487520" y="1750320"/>
                <a:ext cx="2580480" cy="90432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37"/>
          <p:cNvSpPr txBox="1">
            <a:spLocks noGrp="1"/>
          </p:cNvSpPr>
          <p:nvPr>
            <p:ph type="ctrTitle"/>
          </p:nvPr>
        </p:nvSpPr>
        <p:spPr>
          <a:xfrm>
            <a:off x="378925" y="1680175"/>
            <a:ext cx="14069700" cy="36195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1200"/>
              </a:spcBef>
              <a:spcAft>
                <a:spcPts val="1200"/>
              </a:spcAft>
              <a:buNone/>
            </a:pPr>
            <a:r>
              <a:rPr lang="es-419" sz="15600">
                <a:solidFill>
                  <a:srgbClr val="434343"/>
                </a:solidFill>
              </a:rPr>
              <a:t>κράζω</a:t>
            </a:r>
            <a:endParaRPr sz="15600">
              <a:solidFill>
                <a:srgbClr val="434343"/>
              </a:solidFill>
            </a:endParaRPr>
          </a:p>
        </p:txBody>
      </p:sp>
      <p:sp>
        <p:nvSpPr>
          <p:cNvPr id="244" name="Google Shape;244;p37"/>
          <p:cNvSpPr txBox="1"/>
          <p:nvPr/>
        </p:nvSpPr>
        <p:spPr>
          <a:xfrm>
            <a:off x="574375" y="5123775"/>
            <a:ext cx="14069700" cy="4100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12000">
                <a:solidFill>
                  <a:schemeClr val="accent1"/>
                </a:solidFill>
                <a:latin typeface="Didact Gothic"/>
                <a:ea typeface="Didact Gothic"/>
                <a:cs typeface="Didact Gothic"/>
                <a:sym typeface="Didact Gothic"/>
              </a:rPr>
              <a:t>κέκραγα</a:t>
            </a:r>
            <a:endParaRPr sz="12000">
              <a:solidFill>
                <a:schemeClr val="accent1"/>
              </a:solidFill>
              <a:latin typeface="Didact Gothic"/>
              <a:ea typeface="Didact Gothic"/>
              <a:cs typeface="Didact Gothic"/>
              <a:sym typeface="Didact Gothic"/>
            </a:endParaRPr>
          </a:p>
        </p:txBody>
      </p:sp>
      <p:cxnSp>
        <p:nvCxnSpPr>
          <p:cNvPr id="245" name="Google Shape;245;p37"/>
          <p:cNvCxnSpPr/>
          <p:nvPr/>
        </p:nvCxnSpPr>
        <p:spPr>
          <a:xfrm>
            <a:off x="570800" y="4710525"/>
            <a:ext cx="13962000" cy="0"/>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38"/>
          <p:cNvSpPr txBox="1">
            <a:spLocks noGrp="1"/>
          </p:cNvSpPr>
          <p:nvPr>
            <p:ph type="ctrTitle"/>
          </p:nvPr>
        </p:nvSpPr>
        <p:spPr>
          <a:xfrm>
            <a:off x="697650" y="4222575"/>
            <a:ext cx="16164600" cy="1432500"/>
          </a:xfrm>
          <a:prstGeom prst="rect">
            <a:avLst/>
          </a:prstGeom>
          <a:noFill/>
          <a:ln>
            <a:noFill/>
          </a:ln>
        </p:spPr>
        <p:txBody>
          <a:bodyPr spcFirstLastPara="1" wrap="square" lIns="156175" tIns="156175" rIns="156175" bIns="156175" anchor="ctr" anchorCtr="0">
            <a:noAutofit/>
          </a:bodyPr>
          <a:lstStyle/>
          <a:p>
            <a:pPr marL="0" lvl="0" indent="0" algn="l" rtl="0">
              <a:lnSpc>
                <a:spcPct val="115000"/>
              </a:lnSpc>
              <a:spcBef>
                <a:spcPts val="0"/>
              </a:spcBef>
              <a:spcAft>
                <a:spcPts val="0"/>
              </a:spcAft>
              <a:buNone/>
            </a:pPr>
            <a:r>
              <a:rPr lang="es-419" sz="15000" b="0">
                <a:solidFill>
                  <a:srgbClr val="434343"/>
                </a:solidFill>
                <a:latin typeface="Bebas Neue"/>
                <a:ea typeface="Bebas Neue"/>
                <a:cs typeface="Bebas Neue"/>
                <a:sym typeface="Bebas Neue"/>
              </a:rPr>
              <a:t>II. Formas verbales</a:t>
            </a:r>
            <a:endParaRPr sz="15000" b="0">
              <a:solidFill>
                <a:srgbClr val="434343"/>
              </a:solidFill>
              <a:latin typeface="Bebas Neue"/>
              <a:ea typeface="Bebas Neue"/>
              <a:cs typeface="Bebas Neue"/>
              <a:sym typeface="Bebas Neue"/>
            </a:endParaRPr>
          </a:p>
        </p:txBody>
      </p:sp>
      <p:sp>
        <p:nvSpPr>
          <p:cNvPr id="251" name="Google Shape;251;p38"/>
          <p:cNvSpPr/>
          <p:nvPr/>
        </p:nvSpPr>
        <p:spPr>
          <a:xfrm>
            <a:off x="873700" y="5937150"/>
            <a:ext cx="12450000" cy="163800"/>
          </a:xfrm>
          <a:prstGeom prst="rect">
            <a:avLst/>
          </a:prstGeom>
          <a:gradFill>
            <a:gsLst>
              <a:gs pos="0">
                <a:srgbClr val="487BAC"/>
              </a:gs>
              <a:gs pos="100000">
                <a:srgbClr val="6E84B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graphicFrame>
        <p:nvGraphicFramePr>
          <p:cNvPr id="256" name="Google Shape;256;p39"/>
          <p:cNvGraphicFramePr/>
          <p:nvPr/>
        </p:nvGraphicFramePr>
        <p:xfrm>
          <a:off x="723900" y="2545325"/>
          <a:ext cx="9264425" cy="6748200"/>
        </p:xfrm>
        <a:graphic>
          <a:graphicData uri="http://schemas.openxmlformats.org/drawingml/2006/table">
            <a:tbl>
              <a:tblPr>
                <a:noFill/>
                <a:tableStyleId>{C464F850-EE42-4C69-97A1-59E714ADE28D}</a:tableStyleId>
              </a:tblPr>
              <a:tblGrid>
                <a:gridCol w="3041200">
                  <a:extLst>
                    <a:ext uri="{9D8B030D-6E8A-4147-A177-3AD203B41FA5}">
                      <a16:colId xmlns:a16="http://schemas.microsoft.com/office/drawing/2014/main" val="20000"/>
                    </a:ext>
                  </a:extLst>
                </a:gridCol>
                <a:gridCol w="6223225">
                  <a:extLst>
                    <a:ext uri="{9D8B030D-6E8A-4147-A177-3AD203B41FA5}">
                      <a16:colId xmlns:a16="http://schemas.microsoft.com/office/drawing/2014/main" val="20001"/>
                    </a:ext>
                  </a:extLst>
                </a:gridCol>
              </a:tblGrid>
              <a:tr h="1124700">
                <a:tc>
                  <a:txBody>
                    <a:bodyPr/>
                    <a:lstStyle/>
                    <a:p>
                      <a:pPr marL="0" lvl="0" indent="0" algn="ctr" rtl="0">
                        <a:spcBef>
                          <a:spcPts val="0"/>
                        </a:spcBef>
                        <a:spcAft>
                          <a:spcPts val="0"/>
                        </a:spcAft>
                        <a:buNone/>
                      </a:pPr>
                      <a:r>
                        <a:rPr lang="es-419" sz="1800" dirty="0">
                          <a:solidFill>
                            <a:srgbClr val="FFFFFF"/>
                          </a:solidFill>
                          <a:latin typeface="Montserrat SemiBold"/>
                          <a:ea typeface="Montserrat SemiBold"/>
                          <a:cs typeface="Montserrat SemiBold"/>
                          <a:sym typeface="Montserrat SemiBold"/>
                        </a:rPr>
                        <a:t>PRESENTE</a:t>
                      </a:r>
                      <a:endParaRPr sz="1800" dirty="0">
                        <a:solidFill>
                          <a:srgbClr val="FFFFFF"/>
                        </a:solidFill>
                        <a:latin typeface="Montserrat SemiBold"/>
                        <a:ea typeface="Montserrat SemiBold"/>
                        <a:cs typeface="Montserrat SemiBold"/>
                        <a:sym typeface="Montserrat SemiBold"/>
                      </a:endParaRPr>
                    </a:p>
                  </a:txBody>
                  <a:tcPr marL="63500" marR="63500" marT="63500" marB="635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666666"/>
                    </a:solidFill>
                  </a:tcPr>
                </a:tc>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&gt;</a:t>
                      </a:r>
                      <a:endParaRPr sz="1800">
                        <a:solidFill>
                          <a:srgbClr val="FFFFFF"/>
                        </a:solidFill>
                        <a:latin typeface="Montserrat SemiBold"/>
                        <a:ea typeface="Montserrat SemiBold"/>
                        <a:cs typeface="Montserrat SemiBold"/>
                        <a:sym typeface="Montserrat SemiBold"/>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1124700">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IMPERFECTO</a:t>
                      </a:r>
                      <a:endParaRPr/>
                    </a:p>
                  </a:txBody>
                  <a:tcPr marL="91425" marR="91425" marT="91425" marB="91425" anchor="ct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a:p>
                  </a:txBody>
                  <a:tcPr marL="91425" marR="91425" marT="91425" marB="91425">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1124700">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AORISTO</a:t>
                      </a:r>
                      <a:endParaRPr/>
                    </a:p>
                  </a:txBody>
                  <a:tcPr marL="91425" marR="91425" marT="91425" marB="91425" anchor="ct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a:p>
                  </a:txBody>
                  <a:tcPr marL="91425" marR="91425" marT="91425" marB="91425">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1124700">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FUTURO</a:t>
                      </a:r>
                      <a:endParaRPr/>
                    </a:p>
                  </a:txBody>
                  <a:tcPr marL="91425" marR="91425" marT="91425" marB="91425" anchor="ctr">
                    <a:lnR w="9525" cap="flat" cmpd="sng">
                      <a:solidFill>
                        <a:srgbClr val="9E9E9E"/>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1124700">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PERFECTO</a:t>
                      </a:r>
                      <a:endParaRPr/>
                    </a:p>
                  </a:txBody>
                  <a:tcPr marL="91425" marR="91425" marT="91425" marB="91425" anchor="ctr">
                    <a:lnR w="9525" cap="flat" cmpd="sng">
                      <a:solidFill>
                        <a:srgbClr val="9E9E9E"/>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1124700">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PERFECTO MED / PASIVO</a:t>
                      </a:r>
                      <a:endParaRPr sz="1800">
                        <a:solidFill>
                          <a:srgbClr val="FFFFFF"/>
                        </a:solidFill>
                        <a:latin typeface="Montserrat SemiBold"/>
                        <a:ea typeface="Montserrat SemiBold"/>
                        <a:cs typeface="Montserrat SemiBold"/>
                        <a:sym typeface="Montserrat SemiBold"/>
                      </a:endParaRPr>
                    </a:p>
                  </a:txBody>
                  <a:tcPr marL="91425" marR="91425" marT="91425" marB="91425" anchor="ctr">
                    <a:lnR w="9525" cap="flat" cmpd="sng">
                      <a:solidFill>
                        <a:srgbClr val="9E9E9E"/>
                      </a:solidFill>
                      <a:prstDash val="solid"/>
                      <a:round/>
                      <a:headEnd type="none" w="sm" len="sm"/>
                      <a:tailEnd type="none" w="sm" len="sm"/>
                    </a:lnR>
                    <a:lnT w="12700" cap="flat" cmpd="sng">
                      <a:solidFill>
                        <a:srgbClr val="000000"/>
                      </a:solidFill>
                      <a:prstDash val="solid"/>
                      <a:round/>
                      <a:headEnd type="none" w="sm" len="sm"/>
                      <a:tailEnd type="none" w="sm" len="sm"/>
                    </a:lnT>
                    <a:solidFill>
                      <a:srgbClr val="666666"/>
                    </a:solidFill>
                  </a:tcPr>
                </a:tc>
                <a:tc>
                  <a:txBody>
                    <a:bodyPr/>
                    <a:lstStyle/>
                    <a:p>
                      <a:pPr marL="0" lvl="0" indent="0" algn="l" rtl="0">
                        <a:spcBef>
                          <a:spcPts val="0"/>
                        </a:spcBef>
                        <a:spcAft>
                          <a:spcPts val="0"/>
                        </a:spcAft>
                        <a:buNone/>
                      </a:pPr>
                      <a:endParaRPr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257" name="Google Shape;257;p39"/>
          <p:cNvSpPr txBox="1">
            <a:spLocks noGrp="1"/>
          </p:cNvSpPr>
          <p:nvPr>
            <p:ph type="ctrTitle"/>
          </p:nvPr>
        </p:nvSpPr>
        <p:spPr>
          <a:xfrm>
            <a:off x="2131525" y="435951"/>
            <a:ext cx="10892100" cy="19320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1200"/>
              </a:spcBef>
              <a:spcAft>
                <a:spcPts val="1200"/>
              </a:spcAft>
              <a:buNone/>
            </a:pPr>
            <a:r>
              <a:rPr lang="es-419" sz="11000">
                <a:solidFill>
                  <a:srgbClr val="434343"/>
                </a:solidFill>
              </a:rPr>
              <a:t>ἀκούω </a:t>
            </a:r>
            <a:endParaRPr sz="11000">
              <a:solidFill>
                <a:srgbClr val="434343"/>
              </a:solidFill>
            </a:endParaRPr>
          </a:p>
        </p:txBody>
      </p:sp>
      <p:sp>
        <p:nvSpPr>
          <p:cNvPr id="258" name="Google Shape;258;p39"/>
          <p:cNvSpPr txBox="1"/>
          <p:nvPr/>
        </p:nvSpPr>
        <p:spPr>
          <a:xfrm>
            <a:off x="4046325" y="2267701"/>
            <a:ext cx="59421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ἀκούετε</a:t>
            </a:r>
            <a:endParaRPr sz="6300" b="1">
              <a:solidFill>
                <a:schemeClr val="accent1"/>
              </a:solidFill>
              <a:latin typeface="Didact Gothic"/>
              <a:ea typeface="Didact Gothic"/>
              <a:cs typeface="Didact Gothic"/>
              <a:sym typeface="Didact Gothic"/>
            </a:endParaRPr>
          </a:p>
        </p:txBody>
      </p:sp>
      <p:sp>
        <p:nvSpPr>
          <p:cNvPr id="259" name="Google Shape;259;p39"/>
          <p:cNvSpPr txBox="1"/>
          <p:nvPr/>
        </p:nvSpPr>
        <p:spPr>
          <a:xfrm>
            <a:off x="4046325" y="3410701"/>
            <a:ext cx="59421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ἠκούετε</a:t>
            </a:r>
            <a:endParaRPr sz="6300" b="1">
              <a:solidFill>
                <a:schemeClr val="accent1"/>
              </a:solidFill>
              <a:latin typeface="Didact Gothic"/>
              <a:ea typeface="Didact Gothic"/>
              <a:cs typeface="Didact Gothic"/>
              <a:sym typeface="Didact Gothic"/>
            </a:endParaRPr>
          </a:p>
        </p:txBody>
      </p:sp>
      <p:sp>
        <p:nvSpPr>
          <p:cNvPr id="260" name="Google Shape;260;p39"/>
          <p:cNvSpPr txBox="1"/>
          <p:nvPr/>
        </p:nvSpPr>
        <p:spPr>
          <a:xfrm>
            <a:off x="4046325" y="4553701"/>
            <a:ext cx="59421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ἠκούσατε</a:t>
            </a:r>
            <a:endParaRPr sz="6300" b="1">
              <a:solidFill>
                <a:schemeClr val="accent1"/>
              </a:solidFill>
              <a:latin typeface="Didact Gothic"/>
              <a:ea typeface="Didact Gothic"/>
              <a:cs typeface="Didact Gothic"/>
              <a:sym typeface="Didact Gothic"/>
            </a:endParaRPr>
          </a:p>
        </p:txBody>
      </p:sp>
      <p:sp>
        <p:nvSpPr>
          <p:cNvPr id="261" name="Google Shape;261;p39"/>
          <p:cNvSpPr txBox="1"/>
          <p:nvPr/>
        </p:nvSpPr>
        <p:spPr>
          <a:xfrm>
            <a:off x="4046325" y="5696701"/>
            <a:ext cx="59421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ἀκούσετε</a:t>
            </a:r>
            <a:endParaRPr sz="6300" b="1">
              <a:solidFill>
                <a:schemeClr val="accent1"/>
              </a:solidFill>
              <a:latin typeface="Didact Gothic"/>
              <a:ea typeface="Didact Gothic"/>
              <a:cs typeface="Didact Gothic"/>
              <a:sym typeface="Didact Gothic"/>
            </a:endParaRPr>
          </a:p>
        </p:txBody>
      </p:sp>
      <p:sp>
        <p:nvSpPr>
          <p:cNvPr id="262" name="Google Shape;262;p39"/>
          <p:cNvSpPr txBox="1"/>
          <p:nvPr/>
        </p:nvSpPr>
        <p:spPr>
          <a:xfrm>
            <a:off x="4046325" y="6839701"/>
            <a:ext cx="59421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ἀκήκοατε</a:t>
            </a:r>
            <a:endParaRPr sz="6300" b="1">
              <a:solidFill>
                <a:schemeClr val="accent1"/>
              </a:solidFill>
              <a:latin typeface="Didact Gothic"/>
              <a:ea typeface="Didact Gothic"/>
              <a:cs typeface="Didact Gothic"/>
              <a:sym typeface="Didact Gothic"/>
            </a:endParaRPr>
          </a:p>
        </p:txBody>
      </p:sp>
      <p:sp>
        <p:nvSpPr>
          <p:cNvPr id="263" name="Google Shape;263;p39"/>
          <p:cNvSpPr txBox="1"/>
          <p:nvPr/>
        </p:nvSpPr>
        <p:spPr>
          <a:xfrm>
            <a:off x="4046325" y="7982701"/>
            <a:ext cx="59421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ἀκήκοασθε</a:t>
            </a:r>
            <a:endParaRPr sz="6300" b="1">
              <a:solidFill>
                <a:schemeClr val="accent1"/>
              </a:solidFill>
              <a:latin typeface="Didact Gothic"/>
              <a:ea typeface="Didact Gothic"/>
              <a:cs typeface="Didact Gothic"/>
              <a:sym typeface="Didact Gothic"/>
            </a:endParaRPr>
          </a:p>
        </p:txBody>
      </p:sp>
      <p:sp>
        <p:nvSpPr>
          <p:cNvPr id="264" name="Google Shape;264;p39"/>
          <p:cNvSpPr txBox="1"/>
          <p:nvPr/>
        </p:nvSpPr>
        <p:spPr>
          <a:xfrm>
            <a:off x="693525" y="972301"/>
            <a:ext cx="14379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dirty="0">
                <a:solidFill>
                  <a:schemeClr val="accent1"/>
                </a:solidFill>
                <a:latin typeface="Didact Gothic"/>
                <a:ea typeface="Didact Gothic"/>
                <a:cs typeface="Didact Gothic"/>
                <a:sym typeface="Didact Gothic"/>
              </a:rPr>
              <a:t>2P :</a:t>
            </a:r>
            <a:endParaRPr sz="6300" b="1" dirty="0">
              <a:solidFill>
                <a:schemeClr val="accent1"/>
              </a:solidFill>
              <a:latin typeface="Didact Gothic"/>
              <a:ea typeface="Didact Gothic"/>
              <a:cs typeface="Didact Gothic"/>
              <a:sym typeface="Didact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6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graphicFrame>
        <p:nvGraphicFramePr>
          <p:cNvPr id="269" name="Google Shape;269;p40"/>
          <p:cNvGraphicFramePr/>
          <p:nvPr/>
        </p:nvGraphicFramePr>
        <p:xfrm>
          <a:off x="723900" y="2545325"/>
          <a:ext cx="9264425" cy="6748200"/>
        </p:xfrm>
        <a:graphic>
          <a:graphicData uri="http://schemas.openxmlformats.org/drawingml/2006/table">
            <a:tbl>
              <a:tblPr>
                <a:noFill/>
                <a:tableStyleId>{C464F850-EE42-4C69-97A1-59E714ADE28D}</a:tableStyleId>
              </a:tblPr>
              <a:tblGrid>
                <a:gridCol w="3041200">
                  <a:extLst>
                    <a:ext uri="{9D8B030D-6E8A-4147-A177-3AD203B41FA5}">
                      <a16:colId xmlns:a16="http://schemas.microsoft.com/office/drawing/2014/main" val="20000"/>
                    </a:ext>
                  </a:extLst>
                </a:gridCol>
                <a:gridCol w="6223225">
                  <a:extLst>
                    <a:ext uri="{9D8B030D-6E8A-4147-A177-3AD203B41FA5}">
                      <a16:colId xmlns:a16="http://schemas.microsoft.com/office/drawing/2014/main" val="20001"/>
                    </a:ext>
                  </a:extLst>
                </a:gridCol>
              </a:tblGrid>
              <a:tr h="1124700">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PRESENTE</a:t>
                      </a:r>
                      <a:endParaRPr sz="1800">
                        <a:solidFill>
                          <a:srgbClr val="FFFFFF"/>
                        </a:solidFill>
                        <a:latin typeface="Montserrat SemiBold"/>
                        <a:ea typeface="Montserrat SemiBold"/>
                        <a:cs typeface="Montserrat SemiBold"/>
                        <a:sym typeface="Montserrat SemiBold"/>
                      </a:endParaRPr>
                    </a:p>
                  </a:txBody>
                  <a:tcPr marL="63500" marR="63500" marT="63500" marB="635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666666"/>
                    </a:solidFill>
                  </a:tcPr>
                </a:tc>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&gt;</a:t>
                      </a:r>
                      <a:endParaRPr sz="1800">
                        <a:solidFill>
                          <a:srgbClr val="FFFFFF"/>
                        </a:solidFill>
                        <a:latin typeface="Montserrat SemiBold"/>
                        <a:ea typeface="Montserrat SemiBold"/>
                        <a:cs typeface="Montserrat SemiBold"/>
                        <a:sym typeface="Montserrat SemiBold"/>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1124700">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IMPERFECTO</a:t>
                      </a:r>
                      <a:endParaRPr/>
                    </a:p>
                  </a:txBody>
                  <a:tcPr marL="91425" marR="91425" marT="91425" marB="91425" anchor="ct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a:p>
                  </a:txBody>
                  <a:tcPr marL="91425" marR="91425" marT="91425" marB="91425">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1124700">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AORISTO</a:t>
                      </a:r>
                      <a:endParaRPr/>
                    </a:p>
                  </a:txBody>
                  <a:tcPr marL="91425" marR="91425" marT="91425" marB="91425" anchor="ct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a:p>
                  </a:txBody>
                  <a:tcPr marL="91425" marR="91425" marT="91425" marB="91425">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1124700">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FUTURO</a:t>
                      </a:r>
                      <a:endParaRPr/>
                    </a:p>
                  </a:txBody>
                  <a:tcPr marL="91425" marR="91425" marT="91425" marB="91425" anchor="ctr">
                    <a:lnR w="9525" cap="flat" cmpd="sng">
                      <a:solidFill>
                        <a:srgbClr val="9E9E9E"/>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1124700">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PERFECTO</a:t>
                      </a:r>
                      <a:endParaRPr/>
                    </a:p>
                  </a:txBody>
                  <a:tcPr marL="91425" marR="91425" marT="91425" marB="91425" anchor="ctr">
                    <a:lnR w="9525" cap="flat" cmpd="sng">
                      <a:solidFill>
                        <a:srgbClr val="9E9E9E"/>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1124700">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PERFECTO MED / PASIVO</a:t>
                      </a:r>
                      <a:endParaRPr sz="1800">
                        <a:solidFill>
                          <a:srgbClr val="FFFFFF"/>
                        </a:solidFill>
                        <a:latin typeface="Montserrat SemiBold"/>
                        <a:ea typeface="Montserrat SemiBold"/>
                        <a:cs typeface="Montserrat SemiBold"/>
                        <a:sym typeface="Montserrat SemiBold"/>
                      </a:endParaRPr>
                    </a:p>
                  </a:txBody>
                  <a:tcPr marL="91425" marR="91425" marT="91425" marB="91425" anchor="ctr">
                    <a:lnR w="9525" cap="flat" cmpd="sng">
                      <a:solidFill>
                        <a:srgbClr val="9E9E9E"/>
                      </a:solidFill>
                      <a:prstDash val="solid"/>
                      <a:round/>
                      <a:headEnd type="none" w="sm" len="sm"/>
                      <a:tailEnd type="none" w="sm" len="sm"/>
                    </a:lnR>
                    <a:lnT w="12700" cap="flat" cmpd="sng">
                      <a:solidFill>
                        <a:srgbClr val="000000"/>
                      </a:solidFill>
                      <a:prstDash val="solid"/>
                      <a:round/>
                      <a:headEnd type="none" w="sm" len="sm"/>
                      <a:tailEnd type="none" w="sm" len="sm"/>
                    </a:lnT>
                    <a:solidFill>
                      <a:srgbClr val="666666"/>
                    </a:solidFill>
                  </a:tcPr>
                </a:tc>
                <a:tc>
                  <a:txBody>
                    <a:bodyPr/>
                    <a:lstStyle/>
                    <a:p>
                      <a:pPr marL="0" lvl="0" indent="0" algn="l" rtl="0">
                        <a:spcBef>
                          <a:spcPts val="0"/>
                        </a:spcBef>
                        <a:spcAft>
                          <a:spcPts val="0"/>
                        </a:spcAft>
                        <a:buNone/>
                      </a:pP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270" name="Google Shape;270;p40"/>
          <p:cNvSpPr txBox="1">
            <a:spLocks noGrp="1"/>
          </p:cNvSpPr>
          <p:nvPr>
            <p:ph type="ctrTitle"/>
          </p:nvPr>
        </p:nvSpPr>
        <p:spPr>
          <a:xfrm>
            <a:off x="2131525" y="435951"/>
            <a:ext cx="10892100" cy="19320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1200"/>
              </a:spcBef>
              <a:spcAft>
                <a:spcPts val="1200"/>
              </a:spcAft>
              <a:buNone/>
            </a:pPr>
            <a:r>
              <a:rPr lang="es-419" sz="11000">
                <a:solidFill>
                  <a:srgbClr val="434343"/>
                </a:solidFill>
              </a:rPr>
              <a:t>κράζω</a:t>
            </a:r>
            <a:endParaRPr sz="11000">
              <a:solidFill>
                <a:srgbClr val="434343"/>
              </a:solidFill>
            </a:endParaRPr>
          </a:p>
        </p:txBody>
      </p:sp>
      <p:sp>
        <p:nvSpPr>
          <p:cNvPr id="271" name="Google Shape;271;p40"/>
          <p:cNvSpPr txBox="1"/>
          <p:nvPr/>
        </p:nvSpPr>
        <p:spPr>
          <a:xfrm>
            <a:off x="4046325" y="2267701"/>
            <a:ext cx="59421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κράζομεν</a:t>
            </a:r>
            <a:endParaRPr sz="6300" b="1">
              <a:solidFill>
                <a:schemeClr val="accent1"/>
              </a:solidFill>
              <a:latin typeface="Didact Gothic"/>
              <a:ea typeface="Didact Gothic"/>
              <a:cs typeface="Didact Gothic"/>
              <a:sym typeface="Didact Gothic"/>
            </a:endParaRPr>
          </a:p>
        </p:txBody>
      </p:sp>
      <p:sp>
        <p:nvSpPr>
          <p:cNvPr id="272" name="Google Shape;272;p40"/>
          <p:cNvSpPr txBox="1"/>
          <p:nvPr/>
        </p:nvSpPr>
        <p:spPr>
          <a:xfrm>
            <a:off x="4046325" y="3410701"/>
            <a:ext cx="59421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ἐκράζομεν</a:t>
            </a:r>
            <a:endParaRPr sz="6300" b="1">
              <a:solidFill>
                <a:schemeClr val="accent1"/>
              </a:solidFill>
              <a:latin typeface="Didact Gothic"/>
              <a:ea typeface="Didact Gothic"/>
              <a:cs typeface="Didact Gothic"/>
              <a:sym typeface="Didact Gothic"/>
            </a:endParaRPr>
          </a:p>
        </p:txBody>
      </p:sp>
      <p:sp>
        <p:nvSpPr>
          <p:cNvPr id="273" name="Google Shape;273;p40"/>
          <p:cNvSpPr txBox="1"/>
          <p:nvPr/>
        </p:nvSpPr>
        <p:spPr>
          <a:xfrm>
            <a:off x="4046325" y="4553701"/>
            <a:ext cx="59421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ἐκράσαμεν</a:t>
            </a:r>
            <a:endParaRPr sz="6300" b="1">
              <a:solidFill>
                <a:schemeClr val="accent1"/>
              </a:solidFill>
              <a:latin typeface="Didact Gothic"/>
              <a:ea typeface="Didact Gothic"/>
              <a:cs typeface="Didact Gothic"/>
              <a:sym typeface="Didact Gothic"/>
            </a:endParaRPr>
          </a:p>
        </p:txBody>
      </p:sp>
      <p:sp>
        <p:nvSpPr>
          <p:cNvPr id="274" name="Google Shape;274;p40"/>
          <p:cNvSpPr txBox="1"/>
          <p:nvPr/>
        </p:nvSpPr>
        <p:spPr>
          <a:xfrm>
            <a:off x="4046325" y="5696701"/>
            <a:ext cx="59421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κράσομεν</a:t>
            </a:r>
            <a:endParaRPr sz="6300" b="1">
              <a:solidFill>
                <a:schemeClr val="accent1"/>
              </a:solidFill>
              <a:latin typeface="Didact Gothic"/>
              <a:ea typeface="Didact Gothic"/>
              <a:cs typeface="Didact Gothic"/>
              <a:sym typeface="Didact Gothic"/>
            </a:endParaRPr>
          </a:p>
        </p:txBody>
      </p:sp>
      <p:sp>
        <p:nvSpPr>
          <p:cNvPr id="275" name="Google Shape;275;p40"/>
          <p:cNvSpPr txBox="1"/>
          <p:nvPr/>
        </p:nvSpPr>
        <p:spPr>
          <a:xfrm>
            <a:off x="4046325" y="6839701"/>
            <a:ext cx="59421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κεκράγαμεν</a:t>
            </a:r>
            <a:endParaRPr sz="6300" b="1">
              <a:solidFill>
                <a:schemeClr val="accent1"/>
              </a:solidFill>
              <a:latin typeface="Didact Gothic"/>
              <a:ea typeface="Didact Gothic"/>
              <a:cs typeface="Didact Gothic"/>
              <a:sym typeface="Didact Gothic"/>
            </a:endParaRPr>
          </a:p>
        </p:txBody>
      </p:sp>
      <p:sp>
        <p:nvSpPr>
          <p:cNvPr id="276" name="Google Shape;276;p40"/>
          <p:cNvSpPr txBox="1"/>
          <p:nvPr/>
        </p:nvSpPr>
        <p:spPr>
          <a:xfrm>
            <a:off x="4046325" y="7982701"/>
            <a:ext cx="59421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κεκράγμεθα</a:t>
            </a:r>
            <a:endParaRPr sz="6300" b="1">
              <a:solidFill>
                <a:schemeClr val="accent1"/>
              </a:solidFill>
              <a:latin typeface="Didact Gothic"/>
              <a:ea typeface="Didact Gothic"/>
              <a:cs typeface="Didact Gothic"/>
              <a:sym typeface="Didact Gothic"/>
            </a:endParaRPr>
          </a:p>
        </p:txBody>
      </p:sp>
      <p:sp>
        <p:nvSpPr>
          <p:cNvPr id="277" name="Google Shape;277;p40"/>
          <p:cNvSpPr txBox="1"/>
          <p:nvPr/>
        </p:nvSpPr>
        <p:spPr>
          <a:xfrm>
            <a:off x="693525" y="972301"/>
            <a:ext cx="14379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1P :</a:t>
            </a:r>
            <a:endParaRPr sz="6300" b="1">
              <a:solidFill>
                <a:schemeClr val="accent1"/>
              </a:solidFill>
              <a:latin typeface="Didact Gothic"/>
              <a:ea typeface="Didact Gothic"/>
              <a:cs typeface="Didact Gothic"/>
              <a:sym typeface="Didact Gothic"/>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DE2B5C3A-0DA4-C8BB-BA5C-6807872DE874}"/>
                  </a:ext>
                </a:extLst>
              </p14:cNvPr>
              <p14:cNvContentPartPr/>
              <p14:nvPr/>
            </p14:nvContentPartPr>
            <p14:xfrm>
              <a:off x="4213800" y="3764520"/>
              <a:ext cx="4411440" cy="5880240"/>
            </p14:xfrm>
          </p:contentPart>
        </mc:Choice>
        <mc:Fallback xmlns="">
          <p:pic>
            <p:nvPicPr>
              <p:cNvPr id="2" name="Ink 1">
                <a:extLst>
                  <a:ext uri="{FF2B5EF4-FFF2-40B4-BE49-F238E27FC236}">
                    <a16:creationId xmlns:a16="http://schemas.microsoft.com/office/drawing/2014/main" id="{DE2B5C3A-0DA4-C8BB-BA5C-6807872DE874}"/>
                  </a:ext>
                </a:extLst>
              </p:cNvPr>
              <p:cNvPicPr/>
              <p:nvPr/>
            </p:nvPicPr>
            <p:blipFill>
              <a:blip r:embed="rId4"/>
              <a:stretch>
                <a:fillRect/>
              </a:stretch>
            </p:blipFill>
            <p:spPr>
              <a:xfrm>
                <a:off x="4204440" y="3755160"/>
                <a:ext cx="4430160" cy="589896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7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graphicFrame>
        <p:nvGraphicFramePr>
          <p:cNvPr id="282" name="Google Shape;282;p41"/>
          <p:cNvGraphicFramePr/>
          <p:nvPr/>
        </p:nvGraphicFramePr>
        <p:xfrm>
          <a:off x="723900" y="2545325"/>
          <a:ext cx="9264425" cy="6748200"/>
        </p:xfrm>
        <a:graphic>
          <a:graphicData uri="http://schemas.openxmlformats.org/drawingml/2006/table">
            <a:tbl>
              <a:tblPr>
                <a:noFill/>
                <a:tableStyleId>{C464F850-EE42-4C69-97A1-59E714ADE28D}</a:tableStyleId>
              </a:tblPr>
              <a:tblGrid>
                <a:gridCol w="3041200">
                  <a:extLst>
                    <a:ext uri="{9D8B030D-6E8A-4147-A177-3AD203B41FA5}">
                      <a16:colId xmlns:a16="http://schemas.microsoft.com/office/drawing/2014/main" val="20000"/>
                    </a:ext>
                  </a:extLst>
                </a:gridCol>
                <a:gridCol w="6223225">
                  <a:extLst>
                    <a:ext uri="{9D8B030D-6E8A-4147-A177-3AD203B41FA5}">
                      <a16:colId xmlns:a16="http://schemas.microsoft.com/office/drawing/2014/main" val="20001"/>
                    </a:ext>
                  </a:extLst>
                </a:gridCol>
              </a:tblGrid>
              <a:tr h="1124700">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PRESENTE</a:t>
                      </a:r>
                      <a:endParaRPr sz="1800">
                        <a:solidFill>
                          <a:srgbClr val="FFFFFF"/>
                        </a:solidFill>
                        <a:latin typeface="Montserrat SemiBold"/>
                        <a:ea typeface="Montserrat SemiBold"/>
                        <a:cs typeface="Montserrat SemiBold"/>
                        <a:sym typeface="Montserrat SemiBold"/>
                      </a:endParaRPr>
                    </a:p>
                  </a:txBody>
                  <a:tcPr marL="63500" marR="63500" marT="63500" marB="635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666666"/>
                    </a:solidFill>
                  </a:tcPr>
                </a:tc>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&gt;</a:t>
                      </a:r>
                      <a:endParaRPr sz="1800">
                        <a:solidFill>
                          <a:srgbClr val="FFFFFF"/>
                        </a:solidFill>
                        <a:latin typeface="Montserrat SemiBold"/>
                        <a:ea typeface="Montserrat SemiBold"/>
                        <a:cs typeface="Montserrat SemiBold"/>
                        <a:sym typeface="Montserrat SemiBold"/>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1124700">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IMPERFECTO</a:t>
                      </a:r>
                      <a:endParaRPr/>
                    </a:p>
                  </a:txBody>
                  <a:tcPr marL="91425" marR="91425" marT="91425" marB="91425" anchor="ct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a:p>
                  </a:txBody>
                  <a:tcPr marL="91425" marR="91425" marT="91425" marB="91425">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1124700">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AORISTO</a:t>
                      </a:r>
                      <a:endParaRPr/>
                    </a:p>
                  </a:txBody>
                  <a:tcPr marL="91425" marR="91425" marT="91425" marB="91425" anchor="ct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a:p>
                  </a:txBody>
                  <a:tcPr marL="91425" marR="91425" marT="91425" marB="91425">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1124700">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FUTURO</a:t>
                      </a:r>
                      <a:endParaRPr/>
                    </a:p>
                  </a:txBody>
                  <a:tcPr marL="91425" marR="91425" marT="91425" marB="91425" anchor="ctr">
                    <a:lnR w="9525" cap="flat" cmpd="sng">
                      <a:solidFill>
                        <a:srgbClr val="9E9E9E"/>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1124700">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PERFECTO</a:t>
                      </a:r>
                      <a:endParaRPr/>
                    </a:p>
                  </a:txBody>
                  <a:tcPr marL="91425" marR="91425" marT="91425" marB="91425" anchor="ctr">
                    <a:lnR w="9525" cap="flat" cmpd="sng">
                      <a:solidFill>
                        <a:srgbClr val="9E9E9E"/>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1124700">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PERFECTO MED / PASIVO</a:t>
                      </a:r>
                      <a:endParaRPr sz="1800">
                        <a:solidFill>
                          <a:srgbClr val="FFFFFF"/>
                        </a:solidFill>
                        <a:latin typeface="Montserrat SemiBold"/>
                        <a:ea typeface="Montserrat SemiBold"/>
                        <a:cs typeface="Montserrat SemiBold"/>
                        <a:sym typeface="Montserrat SemiBold"/>
                      </a:endParaRPr>
                    </a:p>
                  </a:txBody>
                  <a:tcPr marL="91425" marR="91425" marT="91425" marB="91425" anchor="ctr">
                    <a:lnR w="9525" cap="flat" cmpd="sng">
                      <a:solidFill>
                        <a:srgbClr val="9E9E9E"/>
                      </a:solidFill>
                      <a:prstDash val="solid"/>
                      <a:round/>
                      <a:headEnd type="none" w="sm" len="sm"/>
                      <a:tailEnd type="none" w="sm" len="sm"/>
                    </a:lnR>
                    <a:lnT w="12700" cap="flat" cmpd="sng">
                      <a:solidFill>
                        <a:srgbClr val="000000"/>
                      </a:solidFill>
                      <a:prstDash val="solid"/>
                      <a:round/>
                      <a:headEnd type="none" w="sm" len="sm"/>
                      <a:tailEnd type="none" w="sm" len="sm"/>
                    </a:lnT>
                    <a:solidFill>
                      <a:srgbClr val="666666"/>
                    </a:solidFill>
                  </a:tcPr>
                </a:tc>
                <a:tc>
                  <a:txBody>
                    <a:bodyPr/>
                    <a:lstStyle/>
                    <a:p>
                      <a:pPr marL="0" lvl="0" indent="0" algn="l" rtl="0">
                        <a:spcBef>
                          <a:spcPts val="0"/>
                        </a:spcBef>
                        <a:spcAft>
                          <a:spcPts val="0"/>
                        </a:spcAft>
                        <a:buNone/>
                      </a:pP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283" name="Google Shape;283;p41"/>
          <p:cNvSpPr txBox="1">
            <a:spLocks noGrp="1"/>
          </p:cNvSpPr>
          <p:nvPr>
            <p:ph type="ctrTitle"/>
          </p:nvPr>
        </p:nvSpPr>
        <p:spPr>
          <a:xfrm>
            <a:off x="2131525" y="381359"/>
            <a:ext cx="10892100" cy="19320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1200"/>
              </a:spcBef>
              <a:spcAft>
                <a:spcPts val="1200"/>
              </a:spcAft>
              <a:buNone/>
            </a:pPr>
            <a:r>
              <a:rPr lang="es-419" sz="11000">
                <a:solidFill>
                  <a:srgbClr val="434343"/>
                </a:solidFill>
              </a:rPr>
              <a:t>χαίρω</a:t>
            </a:r>
            <a:endParaRPr sz="11000">
              <a:solidFill>
                <a:srgbClr val="434343"/>
              </a:solidFill>
            </a:endParaRPr>
          </a:p>
        </p:txBody>
      </p:sp>
      <p:sp>
        <p:nvSpPr>
          <p:cNvPr id="284" name="Google Shape;284;p41"/>
          <p:cNvSpPr txBox="1"/>
          <p:nvPr/>
        </p:nvSpPr>
        <p:spPr>
          <a:xfrm>
            <a:off x="4046325" y="2213109"/>
            <a:ext cx="59421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χαίρει</a:t>
            </a:r>
            <a:endParaRPr sz="6300" b="1">
              <a:solidFill>
                <a:schemeClr val="accent1"/>
              </a:solidFill>
              <a:latin typeface="Didact Gothic"/>
              <a:ea typeface="Didact Gothic"/>
              <a:cs typeface="Didact Gothic"/>
              <a:sym typeface="Didact Gothic"/>
            </a:endParaRPr>
          </a:p>
        </p:txBody>
      </p:sp>
      <p:sp>
        <p:nvSpPr>
          <p:cNvPr id="285" name="Google Shape;285;p41"/>
          <p:cNvSpPr txBox="1"/>
          <p:nvPr/>
        </p:nvSpPr>
        <p:spPr>
          <a:xfrm>
            <a:off x="4046325" y="3356109"/>
            <a:ext cx="59421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ἔχαιρε</a:t>
            </a:r>
            <a:endParaRPr sz="6300" b="1">
              <a:solidFill>
                <a:schemeClr val="accent1"/>
              </a:solidFill>
              <a:latin typeface="Didact Gothic"/>
              <a:ea typeface="Didact Gothic"/>
              <a:cs typeface="Didact Gothic"/>
              <a:sym typeface="Didact Gothic"/>
            </a:endParaRPr>
          </a:p>
        </p:txBody>
      </p:sp>
      <p:sp>
        <p:nvSpPr>
          <p:cNvPr id="286" name="Google Shape;286;p41"/>
          <p:cNvSpPr txBox="1"/>
          <p:nvPr/>
        </p:nvSpPr>
        <p:spPr>
          <a:xfrm>
            <a:off x="4046325" y="4499109"/>
            <a:ext cx="59421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ἐχάρη</a:t>
            </a:r>
            <a:endParaRPr sz="6300" b="1">
              <a:solidFill>
                <a:schemeClr val="accent1"/>
              </a:solidFill>
              <a:latin typeface="Didact Gothic"/>
              <a:ea typeface="Didact Gothic"/>
              <a:cs typeface="Didact Gothic"/>
              <a:sym typeface="Didact Gothic"/>
            </a:endParaRPr>
          </a:p>
        </p:txBody>
      </p:sp>
      <p:sp>
        <p:nvSpPr>
          <p:cNvPr id="287" name="Google Shape;287;p41"/>
          <p:cNvSpPr txBox="1"/>
          <p:nvPr/>
        </p:nvSpPr>
        <p:spPr>
          <a:xfrm>
            <a:off x="4046325" y="5642109"/>
            <a:ext cx="59421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χάρησεται</a:t>
            </a:r>
            <a:endParaRPr sz="6300" b="1">
              <a:solidFill>
                <a:schemeClr val="accent1"/>
              </a:solidFill>
              <a:latin typeface="Didact Gothic"/>
              <a:ea typeface="Didact Gothic"/>
              <a:cs typeface="Didact Gothic"/>
              <a:sym typeface="Didact Gothic"/>
            </a:endParaRPr>
          </a:p>
        </p:txBody>
      </p:sp>
      <p:sp>
        <p:nvSpPr>
          <p:cNvPr id="288" name="Google Shape;288;p41"/>
          <p:cNvSpPr txBox="1"/>
          <p:nvPr/>
        </p:nvSpPr>
        <p:spPr>
          <a:xfrm>
            <a:off x="4046325" y="6785109"/>
            <a:ext cx="59421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κεχάρηκε (ν)</a:t>
            </a:r>
            <a:endParaRPr sz="6300" b="1">
              <a:solidFill>
                <a:schemeClr val="accent1"/>
              </a:solidFill>
              <a:latin typeface="Didact Gothic"/>
              <a:ea typeface="Didact Gothic"/>
              <a:cs typeface="Didact Gothic"/>
              <a:sym typeface="Didact Gothic"/>
            </a:endParaRPr>
          </a:p>
        </p:txBody>
      </p:sp>
      <p:sp>
        <p:nvSpPr>
          <p:cNvPr id="289" name="Google Shape;289;p41"/>
          <p:cNvSpPr txBox="1"/>
          <p:nvPr/>
        </p:nvSpPr>
        <p:spPr>
          <a:xfrm>
            <a:off x="4046325" y="7928109"/>
            <a:ext cx="59421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κεχάρται</a:t>
            </a:r>
            <a:endParaRPr sz="6300" b="1">
              <a:solidFill>
                <a:schemeClr val="accent1"/>
              </a:solidFill>
              <a:latin typeface="Didact Gothic"/>
              <a:ea typeface="Didact Gothic"/>
              <a:cs typeface="Didact Gothic"/>
              <a:sym typeface="Didact Gothic"/>
            </a:endParaRPr>
          </a:p>
        </p:txBody>
      </p:sp>
      <p:sp>
        <p:nvSpPr>
          <p:cNvPr id="290" name="Google Shape;290;p41"/>
          <p:cNvSpPr txBox="1"/>
          <p:nvPr/>
        </p:nvSpPr>
        <p:spPr>
          <a:xfrm>
            <a:off x="693525" y="917709"/>
            <a:ext cx="14379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3S :</a:t>
            </a:r>
            <a:endParaRPr sz="6300" b="1">
              <a:solidFill>
                <a:schemeClr val="accent1"/>
              </a:solidFill>
              <a:latin typeface="Didact Gothic"/>
              <a:ea typeface="Didact Gothic"/>
              <a:cs typeface="Didact Gothic"/>
              <a:sym typeface="Didact Gothic"/>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07081FE5-798C-B46D-5F53-17DD32FA7BEA}"/>
                  </a:ext>
                </a:extLst>
              </p14:cNvPr>
              <p14:cNvContentPartPr/>
              <p14:nvPr/>
            </p14:nvContentPartPr>
            <p14:xfrm>
              <a:off x="4008960" y="2606760"/>
              <a:ext cx="9261360" cy="4215240"/>
            </p14:xfrm>
          </p:contentPart>
        </mc:Choice>
        <mc:Fallback xmlns="">
          <p:pic>
            <p:nvPicPr>
              <p:cNvPr id="2" name="Ink 1">
                <a:extLst>
                  <a:ext uri="{FF2B5EF4-FFF2-40B4-BE49-F238E27FC236}">
                    <a16:creationId xmlns:a16="http://schemas.microsoft.com/office/drawing/2014/main" id="{07081FE5-798C-B46D-5F53-17DD32FA7BEA}"/>
                  </a:ext>
                </a:extLst>
              </p:cNvPr>
              <p:cNvPicPr/>
              <p:nvPr/>
            </p:nvPicPr>
            <p:blipFill>
              <a:blip r:embed="rId4"/>
              <a:stretch>
                <a:fillRect/>
              </a:stretch>
            </p:blipFill>
            <p:spPr>
              <a:xfrm>
                <a:off x="3999600" y="2597400"/>
                <a:ext cx="9280080" cy="423396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graphicFrame>
        <p:nvGraphicFramePr>
          <p:cNvPr id="295" name="Google Shape;295;p42"/>
          <p:cNvGraphicFramePr/>
          <p:nvPr/>
        </p:nvGraphicFramePr>
        <p:xfrm>
          <a:off x="723900" y="2545325"/>
          <a:ext cx="9264425" cy="6748200"/>
        </p:xfrm>
        <a:graphic>
          <a:graphicData uri="http://schemas.openxmlformats.org/drawingml/2006/table">
            <a:tbl>
              <a:tblPr>
                <a:noFill/>
                <a:tableStyleId>{C464F850-EE42-4C69-97A1-59E714ADE28D}</a:tableStyleId>
              </a:tblPr>
              <a:tblGrid>
                <a:gridCol w="3041200">
                  <a:extLst>
                    <a:ext uri="{9D8B030D-6E8A-4147-A177-3AD203B41FA5}">
                      <a16:colId xmlns:a16="http://schemas.microsoft.com/office/drawing/2014/main" val="20000"/>
                    </a:ext>
                  </a:extLst>
                </a:gridCol>
                <a:gridCol w="6223225">
                  <a:extLst>
                    <a:ext uri="{9D8B030D-6E8A-4147-A177-3AD203B41FA5}">
                      <a16:colId xmlns:a16="http://schemas.microsoft.com/office/drawing/2014/main" val="20001"/>
                    </a:ext>
                  </a:extLst>
                </a:gridCol>
              </a:tblGrid>
              <a:tr h="1124700">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PRESENTE</a:t>
                      </a:r>
                      <a:endParaRPr sz="1800">
                        <a:solidFill>
                          <a:srgbClr val="FFFFFF"/>
                        </a:solidFill>
                        <a:latin typeface="Montserrat SemiBold"/>
                        <a:ea typeface="Montserrat SemiBold"/>
                        <a:cs typeface="Montserrat SemiBold"/>
                        <a:sym typeface="Montserrat SemiBold"/>
                      </a:endParaRPr>
                    </a:p>
                  </a:txBody>
                  <a:tcPr marL="63500" marR="63500" marT="63500" marB="635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666666"/>
                    </a:solidFill>
                  </a:tcPr>
                </a:tc>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&gt;</a:t>
                      </a:r>
                      <a:endParaRPr sz="1800">
                        <a:solidFill>
                          <a:srgbClr val="FFFFFF"/>
                        </a:solidFill>
                        <a:latin typeface="Montserrat SemiBold"/>
                        <a:ea typeface="Montserrat SemiBold"/>
                        <a:cs typeface="Montserrat SemiBold"/>
                        <a:sym typeface="Montserrat SemiBold"/>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1124700">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IMPERFECTO</a:t>
                      </a:r>
                      <a:endParaRPr/>
                    </a:p>
                  </a:txBody>
                  <a:tcPr marL="91425" marR="91425" marT="91425" marB="91425" anchor="ct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a:p>
                  </a:txBody>
                  <a:tcPr marL="91425" marR="91425" marT="91425" marB="91425">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1124700">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AORISTO</a:t>
                      </a:r>
                      <a:endParaRPr/>
                    </a:p>
                  </a:txBody>
                  <a:tcPr marL="91425" marR="91425" marT="91425" marB="91425" anchor="ct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a:p>
                  </a:txBody>
                  <a:tcPr marL="91425" marR="91425" marT="91425" marB="91425">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1124700">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FUTURO</a:t>
                      </a:r>
                      <a:endParaRPr/>
                    </a:p>
                  </a:txBody>
                  <a:tcPr marL="91425" marR="91425" marT="91425" marB="91425" anchor="ctr">
                    <a:lnR w="9525" cap="flat" cmpd="sng">
                      <a:solidFill>
                        <a:srgbClr val="9E9E9E"/>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1124700">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PERFECTO</a:t>
                      </a:r>
                      <a:endParaRPr/>
                    </a:p>
                  </a:txBody>
                  <a:tcPr marL="91425" marR="91425" marT="91425" marB="91425" anchor="ctr">
                    <a:lnR w="9525" cap="flat" cmpd="sng">
                      <a:solidFill>
                        <a:srgbClr val="9E9E9E"/>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1124700">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PERFECTO MED / PASIVO</a:t>
                      </a:r>
                      <a:endParaRPr sz="1800">
                        <a:solidFill>
                          <a:srgbClr val="FFFFFF"/>
                        </a:solidFill>
                        <a:latin typeface="Montserrat SemiBold"/>
                        <a:ea typeface="Montserrat SemiBold"/>
                        <a:cs typeface="Montserrat SemiBold"/>
                        <a:sym typeface="Montserrat SemiBold"/>
                      </a:endParaRPr>
                    </a:p>
                  </a:txBody>
                  <a:tcPr marL="91425" marR="91425" marT="91425" marB="91425" anchor="ctr">
                    <a:lnR w="9525" cap="flat" cmpd="sng">
                      <a:solidFill>
                        <a:srgbClr val="9E9E9E"/>
                      </a:solidFill>
                      <a:prstDash val="solid"/>
                      <a:round/>
                      <a:headEnd type="none" w="sm" len="sm"/>
                      <a:tailEnd type="none" w="sm" len="sm"/>
                    </a:lnR>
                    <a:lnT w="12700" cap="flat" cmpd="sng">
                      <a:solidFill>
                        <a:srgbClr val="000000"/>
                      </a:solidFill>
                      <a:prstDash val="solid"/>
                      <a:round/>
                      <a:headEnd type="none" w="sm" len="sm"/>
                      <a:tailEnd type="none" w="sm" len="sm"/>
                    </a:lnT>
                    <a:solidFill>
                      <a:srgbClr val="666666"/>
                    </a:solidFill>
                  </a:tcPr>
                </a:tc>
                <a:tc>
                  <a:txBody>
                    <a:bodyPr/>
                    <a:lstStyle/>
                    <a:p>
                      <a:pPr marL="0" lvl="0" indent="0" algn="l" rtl="0">
                        <a:spcBef>
                          <a:spcPts val="0"/>
                        </a:spcBef>
                        <a:spcAft>
                          <a:spcPts val="0"/>
                        </a:spcAft>
                        <a:buNone/>
                      </a:pP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296" name="Google Shape;296;p42"/>
          <p:cNvSpPr txBox="1">
            <a:spLocks noGrp="1"/>
          </p:cNvSpPr>
          <p:nvPr>
            <p:ph type="ctrTitle"/>
          </p:nvPr>
        </p:nvSpPr>
        <p:spPr>
          <a:xfrm>
            <a:off x="2131525" y="326768"/>
            <a:ext cx="10892100" cy="19320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1200"/>
              </a:spcBef>
              <a:spcAft>
                <a:spcPts val="1200"/>
              </a:spcAft>
              <a:buNone/>
            </a:pPr>
            <a:r>
              <a:rPr lang="es-419" sz="11000" dirty="0" err="1">
                <a:solidFill>
                  <a:srgbClr val="434343"/>
                </a:solidFill>
              </a:rPr>
              <a:t>γινώσκω</a:t>
            </a:r>
            <a:endParaRPr sz="11000" dirty="0">
              <a:solidFill>
                <a:srgbClr val="434343"/>
              </a:solidFill>
            </a:endParaRPr>
          </a:p>
        </p:txBody>
      </p:sp>
      <p:sp>
        <p:nvSpPr>
          <p:cNvPr id="297" name="Google Shape;297;p42"/>
          <p:cNvSpPr txBox="1"/>
          <p:nvPr/>
        </p:nvSpPr>
        <p:spPr>
          <a:xfrm>
            <a:off x="4046325" y="2267701"/>
            <a:ext cx="59421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dirty="0" err="1">
                <a:solidFill>
                  <a:schemeClr val="accent1"/>
                </a:solidFill>
                <a:latin typeface="Didact Gothic"/>
                <a:ea typeface="Didact Gothic"/>
                <a:cs typeface="Didact Gothic"/>
                <a:sym typeface="Didact Gothic"/>
              </a:rPr>
              <a:t>γινώσκω</a:t>
            </a:r>
            <a:endParaRPr sz="6300" b="1" dirty="0">
              <a:solidFill>
                <a:schemeClr val="accent1"/>
              </a:solidFill>
              <a:latin typeface="Didact Gothic"/>
              <a:ea typeface="Didact Gothic"/>
              <a:cs typeface="Didact Gothic"/>
              <a:sym typeface="Didact Gothic"/>
            </a:endParaRPr>
          </a:p>
        </p:txBody>
      </p:sp>
      <p:sp>
        <p:nvSpPr>
          <p:cNvPr id="298" name="Google Shape;298;p42"/>
          <p:cNvSpPr txBox="1"/>
          <p:nvPr/>
        </p:nvSpPr>
        <p:spPr>
          <a:xfrm>
            <a:off x="4046325" y="3410701"/>
            <a:ext cx="59421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ἐγινώσκον</a:t>
            </a:r>
            <a:endParaRPr sz="6300" b="1">
              <a:solidFill>
                <a:schemeClr val="accent1"/>
              </a:solidFill>
              <a:latin typeface="Didact Gothic"/>
              <a:ea typeface="Didact Gothic"/>
              <a:cs typeface="Didact Gothic"/>
              <a:sym typeface="Didact Gothic"/>
            </a:endParaRPr>
          </a:p>
        </p:txBody>
      </p:sp>
      <p:sp>
        <p:nvSpPr>
          <p:cNvPr id="299" name="Google Shape;299;p42"/>
          <p:cNvSpPr txBox="1"/>
          <p:nvPr/>
        </p:nvSpPr>
        <p:spPr>
          <a:xfrm>
            <a:off x="4046325" y="4553701"/>
            <a:ext cx="59421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ἔγνων</a:t>
            </a:r>
            <a:endParaRPr sz="6300" b="1">
              <a:solidFill>
                <a:schemeClr val="accent1"/>
              </a:solidFill>
              <a:latin typeface="Didact Gothic"/>
              <a:ea typeface="Didact Gothic"/>
              <a:cs typeface="Didact Gothic"/>
              <a:sym typeface="Didact Gothic"/>
            </a:endParaRPr>
          </a:p>
        </p:txBody>
      </p:sp>
      <p:sp>
        <p:nvSpPr>
          <p:cNvPr id="300" name="Google Shape;300;p42"/>
          <p:cNvSpPr txBox="1"/>
          <p:nvPr/>
        </p:nvSpPr>
        <p:spPr>
          <a:xfrm>
            <a:off x="4046325" y="5696701"/>
            <a:ext cx="59421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γνώσομαι</a:t>
            </a:r>
            <a:endParaRPr sz="6300" b="1">
              <a:solidFill>
                <a:schemeClr val="accent1"/>
              </a:solidFill>
              <a:latin typeface="Didact Gothic"/>
              <a:ea typeface="Didact Gothic"/>
              <a:cs typeface="Didact Gothic"/>
              <a:sym typeface="Didact Gothic"/>
            </a:endParaRPr>
          </a:p>
        </p:txBody>
      </p:sp>
      <p:sp>
        <p:nvSpPr>
          <p:cNvPr id="301" name="Google Shape;301;p42"/>
          <p:cNvSpPr txBox="1"/>
          <p:nvPr/>
        </p:nvSpPr>
        <p:spPr>
          <a:xfrm>
            <a:off x="4046325" y="6839701"/>
            <a:ext cx="59421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ἔγνωκα</a:t>
            </a:r>
            <a:endParaRPr sz="6300" b="1">
              <a:solidFill>
                <a:schemeClr val="accent1"/>
              </a:solidFill>
              <a:latin typeface="Didact Gothic"/>
              <a:ea typeface="Didact Gothic"/>
              <a:cs typeface="Didact Gothic"/>
              <a:sym typeface="Didact Gothic"/>
            </a:endParaRPr>
          </a:p>
        </p:txBody>
      </p:sp>
      <p:sp>
        <p:nvSpPr>
          <p:cNvPr id="302" name="Google Shape;302;p42"/>
          <p:cNvSpPr txBox="1"/>
          <p:nvPr/>
        </p:nvSpPr>
        <p:spPr>
          <a:xfrm>
            <a:off x="4046325" y="7982701"/>
            <a:ext cx="59421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ἔγνωσμαι</a:t>
            </a:r>
            <a:endParaRPr sz="6300" b="1">
              <a:solidFill>
                <a:schemeClr val="accent1"/>
              </a:solidFill>
              <a:latin typeface="Didact Gothic"/>
              <a:ea typeface="Didact Gothic"/>
              <a:cs typeface="Didact Gothic"/>
              <a:sym typeface="Didact Gothic"/>
            </a:endParaRPr>
          </a:p>
        </p:txBody>
      </p:sp>
      <p:sp>
        <p:nvSpPr>
          <p:cNvPr id="303" name="Google Shape;303;p42"/>
          <p:cNvSpPr txBox="1"/>
          <p:nvPr/>
        </p:nvSpPr>
        <p:spPr>
          <a:xfrm>
            <a:off x="693525" y="863118"/>
            <a:ext cx="14379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1S:</a:t>
            </a:r>
            <a:endParaRPr sz="6300" b="1">
              <a:solidFill>
                <a:schemeClr val="accent1"/>
              </a:solidFill>
              <a:latin typeface="Didact Gothic"/>
              <a:ea typeface="Didact Gothic"/>
              <a:cs typeface="Didact Gothic"/>
              <a:sym typeface="Didact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0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0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graphicFrame>
        <p:nvGraphicFramePr>
          <p:cNvPr id="308" name="Google Shape;308;p43"/>
          <p:cNvGraphicFramePr/>
          <p:nvPr/>
        </p:nvGraphicFramePr>
        <p:xfrm>
          <a:off x="723900" y="2545325"/>
          <a:ext cx="9264425" cy="6748200"/>
        </p:xfrm>
        <a:graphic>
          <a:graphicData uri="http://schemas.openxmlformats.org/drawingml/2006/table">
            <a:tbl>
              <a:tblPr>
                <a:noFill/>
                <a:tableStyleId>{C464F850-EE42-4C69-97A1-59E714ADE28D}</a:tableStyleId>
              </a:tblPr>
              <a:tblGrid>
                <a:gridCol w="3041200">
                  <a:extLst>
                    <a:ext uri="{9D8B030D-6E8A-4147-A177-3AD203B41FA5}">
                      <a16:colId xmlns:a16="http://schemas.microsoft.com/office/drawing/2014/main" val="20000"/>
                    </a:ext>
                  </a:extLst>
                </a:gridCol>
                <a:gridCol w="6223225">
                  <a:extLst>
                    <a:ext uri="{9D8B030D-6E8A-4147-A177-3AD203B41FA5}">
                      <a16:colId xmlns:a16="http://schemas.microsoft.com/office/drawing/2014/main" val="20001"/>
                    </a:ext>
                  </a:extLst>
                </a:gridCol>
              </a:tblGrid>
              <a:tr h="1124700">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PRESENTE</a:t>
                      </a:r>
                      <a:endParaRPr sz="1800">
                        <a:solidFill>
                          <a:srgbClr val="FFFFFF"/>
                        </a:solidFill>
                        <a:latin typeface="Montserrat SemiBold"/>
                        <a:ea typeface="Montserrat SemiBold"/>
                        <a:cs typeface="Montserrat SemiBold"/>
                        <a:sym typeface="Montserrat SemiBold"/>
                      </a:endParaRPr>
                    </a:p>
                  </a:txBody>
                  <a:tcPr marL="63500" marR="63500" marT="63500" marB="635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666666"/>
                    </a:solidFill>
                  </a:tcPr>
                </a:tc>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&gt;</a:t>
                      </a:r>
                      <a:endParaRPr sz="1800">
                        <a:solidFill>
                          <a:srgbClr val="FFFFFF"/>
                        </a:solidFill>
                        <a:latin typeface="Montserrat SemiBold"/>
                        <a:ea typeface="Montserrat SemiBold"/>
                        <a:cs typeface="Montserrat SemiBold"/>
                        <a:sym typeface="Montserrat SemiBold"/>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1124700">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IMPERFECTO</a:t>
                      </a:r>
                      <a:endParaRPr/>
                    </a:p>
                  </a:txBody>
                  <a:tcPr marL="91425" marR="91425" marT="91425" marB="91425" anchor="ct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a:p>
                  </a:txBody>
                  <a:tcPr marL="91425" marR="91425" marT="91425" marB="91425">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1124700">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AORISTO</a:t>
                      </a:r>
                      <a:endParaRPr/>
                    </a:p>
                  </a:txBody>
                  <a:tcPr marL="91425" marR="91425" marT="91425" marB="91425" anchor="ct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a:p>
                  </a:txBody>
                  <a:tcPr marL="91425" marR="91425" marT="91425" marB="91425">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1124700">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FUTURO</a:t>
                      </a:r>
                      <a:endParaRPr/>
                    </a:p>
                  </a:txBody>
                  <a:tcPr marL="91425" marR="91425" marT="91425" marB="91425" anchor="ctr">
                    <a:lnR w="9525" cap="flat" cmpd="sng">
                      <a:solidFill>
                        <a:srgbClr val="9E9E9E"/>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1124700">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PERFECTO</a:t>
                      </a:r>
                      <a:endParaRPr/>
                    </a:p>
                  </a:txBody>
                  <a:tcPr marL="91425" marR="91425" marT="91425" marB="91425" anchor="ctr">
                    <a:lnR w="9525" cap="flat" cmpd="sng">
                      <a:solidFill>
                        <a:srgbClr val="9E9E9E"/>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1124700">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PERFECTO MED / PASIVO</a:t>
                      </a:r>
                      <a:endParaRPr sz="1800">
                        <a:solidFill>
                          <a:srgbClr val="FFFFFF"/>
                        </a:solidFill>
                        <a:latin typeface="Montserrat SemiBold"/>
                        <a:ea typeface="Montserrat SemiBold"/>
                        <a:cs typeface="Montserrat SemiBold"/>
                        <a:sym typeface="Montserrat SemiBold"/>
                      </a:endParaRPr>
                    </a:p>
                  </a:txBody>
                  <a:tcPr marL="91425" marR="91425" marT="91425" marB="91425" anchor="ctr">
                    <a:lnR w="9525" cap="flat" cmpd="sng">
                      <a:solidFill>
                        <a:srgbClr val="9E9E9E"/>
                      </a:solidFill>
                      <a:prstDash val="solid"/>
                      <a:round/>
                      <a:headEnd type="none" w="sm" len="sm"/>
                      <a:tailEnd type="none" w="sm" len="sm"/>
                    </a:lnR>
                    <a:lnT w="12700" cap="flat" cmpd="sng">
                      <a:solidFill>
                        <a:srgbClr val="000000"/>
                      </a:solidFill>
                      <a:prstDash val="solid"/>
                      <a:round/>
                      <a:headEnd type="none" w="sm" len="sm"/>
                      <a:tailEnd type="none" w="sm" len="sm"/>
                    </a:lnT>
                    <a:solidFill>
                      <a:srgbClr val="666666"/>
                    </a:solidFill>
                  </a:tcPr>
                </a:tc>
                <a:tc>
                  <a:txBody>
                    <a:bodyPr/>
                    <a:lstStyle/>
                    <a:p>
                      <a:pPr marL="0" lvl="0" indent="0" algn="l" rtl="0">
                        <a:spcBef>
                          <a:spcPts val="0"/>
                        </a:spcBef>
                        <a:spcAft>
                          <a:spcPts val="0"/>
                        </a:spcAft>
                        <a:buNone/>
                      </a:pP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309" name="Google Shape;309;p43"/>
          <p:cNvSpPr txBox="1">
            <a:spLocks noGrp="1"/>
          </p:cNvSpPr>
          <p:nvPr>
            <p:ph type="ctrTitle"/>
          </p:nvPr>
        </p:nvSpPr>
        <p:spPr>
          <a:xfrm>
            <a:off x="2131525" y="613375"/>
            <a:ext cx="10892100" cy="19320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1200"/>
              </a:spcBef>
              <a:spcAft>
                <a:spcPts val="1200"/>
              </a:spcAft>
              <a:buNone/>
            </a:pPr>
            <a:r>
              <a:rPr lang="es-419" sz="11000">
                <a:solidFill>
                  <a:srgbClr val="434343"/>
                </a:solidFill>
              </a:rPr>
              <a:t>εὑρίσκω</a:t>
            </a:r>
            <a:endParaRPr sz="11000">
              <a:solidFill>
                <a:srgbClr val="434343"/>
              </a:solidFill>
            </a:endParaRPr>
          </a:p>
        </p:txBody>
      </p:sp>
      <p:sp>
        <p:nvSpPr>
          <p:cNvPr id="310" name="Google Shape;310;p43"/>
          <p:cNvSpPr txBox="1"/>
          <p:nvPr/>
        </p:nvSpPr>
        <p:spPr>
          <a:xfrm>
            <a:off x="4046325" y="2445125"/>
            <a:ext cx="59421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εὑρίσκουσιν</a:t>
            </a:r>
            <a:endParaRPr sz="6300" b="1">
              <a:solidFill>
                <a:schemeClr val="accent1"/>
              </a:solidFill>
              <a:latin typeface="Didact Gothic"/>
              <a:ea typeface="Didact Gothic"/>
              <a:cs typeface="Didact Gothic"/>
              <a:sym typeface="Didact Gothic"/>
            </a:endParaRPr>
          </a:p>
        </p:txBody>
      </p:sp>
      <p:sp>
        <p:nvSpPr>
          <p:cNvPr id="311" name="Google Shape;311;p43"/>
          <p:cNvSpPr txBox="1"/>
          <p:nvPr/>
        </p:nvSpPr>
        <p:spPr>
          <a:xfrm>
            <a:off x="4046325" y="3588125"/>
            <a:ext cx="59421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ηὕρισκον</a:t>
            </a:r>
            <a:endParaRPr sz="6300" b="1">
              <a:solidFill>
                <a:schemeClr val="accent1"/>
              </a:solidFill>
              <a:latin typeface="Didact Gothic"/>
              <a:ea typeface="Didact Gothic"/>
              <a:cs typeface="Didact Gothic"/>
              <a:sym typeface="Didact Gothic"/>
            </a:endParaRPr>
          </a:p>
        </p:txBody>
      </p:sp>
      <p:sp>
        <p:nvSpPr>
          <p:cNvPr id="312" name="Google Shape;312;p43"/>
          <p:cNvSpPr txBox="1"/>
          <p:nvPr/>
        </p:nvSpPr>
        <p:spPr>
          <a:xfrm>
            <a:off x="4046325" y="4731125"/>
            <a:ext cx="59421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εὗρον</a:t>
            </a:r>
            <a:endParaRPr sz="6300" b="1">
              <a:solidFill>
                <a:schemeClr val="accent1"/>
              </a:solidFill>
              <a:latin typeface="Didact Gothic"/>
              <a:ea typeface="Didact Gothic"/>
              <a:cs typeface="Didact Gothic"/>
              <a:sym typeface="Didact Gothic"/>
            </a:endParaRPr>
          </a:p>
        </p:txBody>
      </p:sp>
      <p:sp>
        <p:nvSpPr>
          <p:cNvPr id="313" name="Google Shape;313;p43"/>
          <p:cNvSpPr txBox="1"/>
          <p:nvPr/>
        </p:nvSpPr>
        <p:spPr>
          <a:xfrm>
            <a:off x="4046325" y="5874125"/>
            <a:ext cx="59421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εὑρήσουσιν</a:t>
            </a:r>
            <a:endParaRPr sz="6300" b="1">
              <a:solidFill>
                <a:schemeClr val="accent1"/>
              </a:solidFill>
              <a:latin typeface="Didact Gothic"/>
              <a:ea typeface="Didact Gothic"/>
              <a:cs typeface="Didact Gothic"/>
              <a:sym typeface="Didact Gothic"/>
            </a:endParaRPr>
          </a:p>
        </p:txBody>
      </p:sp>
      <p:sp>
        <p:nvSpPr>
          <p:cNvPr id="314" name="Google Shape;314;p43"/>
          <p:cNvSpPr txBox="1"/>
          <p:nvPr/>
        </p:nvSpPr>
        <p:spPr>
          <a:xfrm>
            <a:off x="4046325" y="7017125"/>
            <a:ext cx="59421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εὕρηκασι</a:t>
            </a:r>
            <a:endParaRPr sz="6300" b="1">
              <a:solidFill>
                <a:schemeClr val="accent1"/>
              </a:solidFill>
              <a:latin typeface="Didact Gothic"/>
              <a:ea typeface="Didact Gothic"/>
              <a:cs typeface="Didact Gothic"/>
              <a:sym typeface="Didact Gothic"/>
            </a:endParaRPr>
          </a:p>
        </p:txBody>
      </p:sp>
      <p:sp>
        <p:nvSpPr>
          <p:cNvPr id="315" name="Google Shape;315;p43"/>
          <p:cNvSpPr txBox="1"/>
          <p:nvPr/>
        </p:nvSpPr>
        <p:spPr>
          <a:xfrm>
            <a:off x="4046325" y="8160125"/>
            <a:ext cx="59421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εὕρηνται</a:t>
            </a:r>
            <a:endParaRPr sz="6300" b="1">
              <a:solidFill>
                <a:schemeClr val="accent1"/>
              </a:solidFill>
              <a:latin typeface="Didact Gothic"/>
              <a:ea typeface="Didact Gothic"/>
              <a:cs typeface="Didact Gothic"/>
              <a:sym typeface="Didact Gothic"/>
            </a:endParaRPr>
          </a:p>
        </p:txBody>
      </p:sp>
      <p:sp>
        <p:nvSpPr>
          <p:cNvPr id="316" name="Google Shape;316;p43"/>
          <p:cNvSpPr txBox="1"/>
          <p:nvPr/>
        </p:nvSpPr>
        <p:spPr>
          <a:xfrm>
            <a:off x="693525" y="1149725"/>
            <a:ext cx="14379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3P :</a:t>
            </a:r>
            <a:endParaRPr sz="6300" b="1">
              <a:solidFill>
                <a:schemeClr val="accent1"/>
              </a:solidFill>
              <a:latin typeface="Didact Gothic"/>
              <a:ea typeface="Didact Gothic"/>
              <a:cs typeface="Didact Gothic"/>
              <a:sym typeface="Didact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graphicFrame>
        <p:nvGraphicFramePr>
          <p:cNvPr id="321" name="Google Shape;321;p44"/>
          <p:cNvGraphicFramePr/>
          <p:nvPr/>
        </p:nvGraphicFramePr>
        <p:xfrm>
          <a:off x="723900" y="2545325"/>
          <a:ext cx="9264425" cy="6748200"/>
        </p:xfrm>
        <a:graphic>
          <a:graphicData uri="http://schemas.openxmlformats.org/drawingml/2006/table">
            <a:tbl>
              <a:tblPr>
                <a:noFill/>
                <a:tableStyleId>{C464F850-EE42-4C69-97A1-59E714ADE28D}</a:tableStyleId>
              </a:tblPr>
              <a:tblGrid>
                <a:gridCol w="3041200">
                  <a:extLst>
                    <a:ext uri="{9D8B030D-6E8A-4147-A177-3AD203B41FA5}">
                      <a16:colId xmlns:a16="http://schemas.microsoft.com/office/drawing/2014/main" val="20000"/>
                    </a:ext>
                  </a:extLst>
                </a:gridCol>
                <a:gridCol w="6223225">
                  <a:extLst>
                    <a:ext uri="{9D8B030D-6E8A-4147-A177-3AD203B41FA5}">
                      <a16:colId xmlns:a16="http://schemas.microsoft.com/office/drawing/2014/main" val="20001"/>
                    </a:ext>
                  </a:extLst>
                </a:gridCol>
              </a:tblGrid>
              <a:tr h="1124700">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PRESENTE</a:t>
                      </a:r>
                      <a:endParaRPr sz="1800">
                        <a:solidFill>
                          <a:srgbClr val="FFFFFF"/>
                        </a:solidFill>
                        <a:latin typeface="Montserrat SemiBold"/>
                        <a:ea typeface="Montserrat SemiBold"/>
                        <a:cs typeface="Montserrat SemiBold"/>
                        <a:sym typeface="Montserrat SemiBold"/>
                      </a:endParaRPr>
                    </a:p>
                  </a:txBody>
                  <a:tcPr marL="63500" marR="63500" marT="63500" marB="635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666666"/>
                    </a:solidFill>
                  </a:tcPr>
                </a:tc>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&gt;</a:t>
                      </a:r>
                      <a:endParaRPr sz="1800">
                        <a:solidFill>
                          <a:srgbClr val="FFFFFF"/>
                        </a:solidFill>
                        <a:latin typeface="Montserrat SemiBold"/>
                        <a:ea typeface="Montserrat SemiBold"/>
                        <a:cs typeface="Montserrat SemiBold"/>
                        <a:sym typeface="Montserrat SemiBold"/>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1124700">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IMPERFECTO</a:t>
                      </a:r>
                      <a:endParaRPr/>
                    </a:p>
                  </a:txBody>
                  <a:tcPr marL="91425" marR="91425" marT="91425" marB="91425" anchor="ct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a:p>
                  </a:txBody>
                  <a:tcPr marL="91425" marR="91425" marT="91425" marB="91425">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1124700">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AORISTO</a:t>
                      </a:r>
                      <a:endParaRPr/>
                    </a:p>
                  </a:txBody>
                  <a:tcPr marL="91425" marR="91425" marT="91425" marB="91425" anchor="ct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a:p>
                  </a:txBody>
                  <a:tcPr marL="91425" marR="91425" marT="91425" marB="91425">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1124700">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FUTURO</a:t>
                      </a:r>
                      <a:endParaRPr/>
                    </a:p>
                  </a:txBody>
                  <a:tcPr marL="91425" marR="91425" marT="91425" marB="91425" anchor="ctr">
                    <a:lnR w="9525" cap="flat" cmpd="sng">
                      <a:solidFill>
                        <a:srgbClr val="9E9E9E"/>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1124700">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PERFECTO</a:t>
                      </a:r>
                      <a:endParaRPr/>
                    </a:p>
                  </a:txBody>
                  <a:tcPr marL="91425" marR="91425" marT="91425" marB="91425" anchor="ctr">
                    <a:lnR w="9525" cap="flat" cmpd="sng">
                      <a:solidFill>
                        <a:srgbClr val="9E9E9E"/>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1124700">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PERFECTO MED / PASIVO</a:t>
                      </a:r>
                      <a:endParaRPr sz="1800">
                        <a:solidFill>
                          <a:srgbClr val="FFFFFF"/>
                        </a:solidFill>
                        <a:latin typeface="Montserrat SemiBold"/>
                        <a:ea typeface="Montserrat SemiBold"/>
                        <a:cs typeface="Montserrat SemiBold"/>
                        <a:sym typeface="Montserrat SemiBold"/>
                      </a:endParaRPr>
                    </a:p>
                  </a:txBody>
                  <a:tcPr marL="91425" marR="91425" marT="91425" marB="91425" anchor="ctr">
                    <a:lnR w="9525" cap="flat" cmpd="sng">
                      <a:solidFill>
                        <a:srgbClr val="9E9E9E"/>
                      </a:solidFill>
                      <a:prstDash val="solid"/>
                      <a:round/>
                      <a:headEnd type="none" w="sm" len="sm"/>
                      <a:tailEnd type="none" w="sm" len="sm"/>
                    </a:lnR>
                    <a:lnT w="12700" cap="flat" cmpd="sng">
                      <a:solidFill>
                        <a:srgbClr val="000000"/>
                      </a:solidFill>
                      <a:prstDash val="solid"/>
                      <a:round/>
                      <a:headEnd type="none" w="sm" len="sm"/>
                      <a:tailEnd type="none" w="sm" len="sm"/>
                    </a:lnT>
                    <a:solidFill>
                      <a:srgbClr val="666666"/>
                    </a:solidFill>
                  </a:tcPr>
                </a:tc>
                <a:tc>
                  <a:txBody>
                    <a:bodyPr/>
                    <a:lstStyle/>
                    <a:p>
                      <a:pPr marL="0" lvl="0" indent="0" algn="l" rtl="0">
                        <a:spcBef>
                          <a:spcPts val="0"/>
                        </a:spcBef>
                        <a:spcAft>
                          <a:spcPts val="0"/>
                        </a:spcAft>
                        <a:buNone/>
                      </a:pP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322" name="Google Shape;322;p44"/>
          <p:cNvSpPr txBox="1">
            <a:spLocks noGrp="1"/>
          </p:cNvSpPr>
          <p:nvPr>
            <p:ph type="ctrTitle"/>
          </p:nvPr>
        </p:nvSpPr>
        <p:spPr>
          <a:xfrm>
            <a:off x="2131525" y="613375"/>
            <a:ext cx="10892100" cy="19320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1200"/>
              </a:spcBef>
              <a:spcAft>
                <a:spcPts val="1200"/>
              </a:spcAft>
              <a:buNone/>
            </a:pPr>
            <a:r>
              <a:rPr lang="es-419" sz="11000">
                <a:solidFill>
                  <a:srgbClr val="434343"/>
                </a:solidFill>
              </a:rPr>
              <a:t>γράφω</a:t>
            </a:r>
            <a:endParaRPr sz="11000">
              <a:solidFill>
                <a:srgbClr val="434343"/>
              </a:solidFill>
            </a:endParaRPr>
          </a:p>
        </p:txBody>
      </p:sp>
      <p:sp>
        <p:nvSpPr>
          <p:cNvPr id="323" name="Google Shape;323;p44"/>
          <p:cNvSpPr txBox="1"/>
          <p:nvPr/>
        </p:nvSpPr>
        <p:spPr>
          <a:xfrm>
            <a:off x="4046325" y="2445125"/>
            <a:ext cx="59421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γράφεις</a:t>
            </a:r>
            <a:endParaRPr sz="6300" b="1">
              <a:solidFill>
                <a:schemeClr val="accent1"/>
              </a:solidFill>
              <a:latin typeface="Didact Gothic"/>
              <a:ea typeface="Didact Gothic"/>
              <a:cs typeface="Didact Gothic"/>
              <a:sym typeface="Didact Gothic"/>
            </a:endParaRPr>
          </a:p>
        </p:txBody>
      </p:sp>
      <p:sp>
        <p:nvSpPr>
          <p:cNvPr id="324" name="Google Shape;324;p44"/>
          <p:cNvSpPr txBox="1"/>
          <p:nvPr/>
        </p:nvSpPr>
        <p:spPr>
          <a:xfrm>
            <a:off x="4046325" y="3588125"/>
            <a:ext cx="59421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ἔγραφες</a:t>
            </a:r>
            <a:endParaRPr sz="6300" b="1">
              <a:solidFill>
                <a:schemeClr val="accent1"/>
              </a:solidFill>
              <a:latin typeface="Didact Gothic"/>
              <a:ea typeface="Didact Gothic"/>
              <a:cs typeface="Didact Gothic"/>
              <a:sym typeface="Didact Gothic"/>
            </a:endParaRPr>
          </a:p>
        </p:txBody>
      </p:sp>
      <p:sp>
        <p:nvSpPr>
          <p:cNvPr id="325" name="Google Shape;325;p44"/>
          <p:cNvSpPr txBox="1"/>
          <p:nvPr/>
        </p:nvSpPr>
        <p:spPr>
          <a:xfrm>
            <a:off x="4046325" y="4731125"/>
            <a:ext cx="59421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ἔγραψας</a:t>
            </a:r>
            <a:endParaRPr sz="6300" b="1">
              <a:solidFill>
                <a:schemeClr val="accent1"/>
              </a:solidFill>
              <a:latin typeface="Didact Gothic"/>
              <a:ea typeface="Didact Gothic"/>
              <a:cs typeface="Didact Gothic"/>
              <a:sym typeface="Didact Gothic"/>
            </a:endParaRPr>
          </a:p>
        </p:txBody>
      </p:sp>
      <p:sp>
        <p:nvSpPr>
          <p:cNvPr id="326" name="Google Shape;326;p44"/>
          <p:cNvSpPr txBox="1"/>
          <p:nvPr/>
        </p:nvSpPr>
        <p:spPr>
          <a:xfrm>
            <a:off x="4046325" y="5874125"/>
            <a:ext cx="59421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γράψεις</a:t>
            </a:r>
            <a:endParaRPr sz="6300" b="1">
              <a:solidFill>
                <a:schemeClr val="accent1"/>
              </a:solidFill>
              <a:latin typeface="Didact Gothic"/>
              <a:ea typeface="Didact Gothic"/>
              <a:cs typeface="Didact Gothic"/>
              <a:sym typeface="Didact Gothic"/>
            </a:endParaRPr>
          </a:p>
        </p:txBody>
      </p:sp>
      <p:sp>
        <p:nvSpPr>
          <p:cNvPr id="327" name="Google Shape;327;p44"/>
          <p:cNvSpPr txBox="1"/>
          <p:nvPr/>
        </p:nvSpPr>
        <p:spPr>
          <a:xfrm>
            <a:off x="4046325" y="7017125"/>
            <a:ext cx="59421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γέγραφας</a:t>
            </a:r>
            <a:endParaRPr sz="6300" b="1">
              <a:solidFill>
                <a:schemeClr val="accent1"/>
              </a:solidFill>
              <a:latin typeface="Didact Gothic"/>
              <a:ea typeface="Didact Gothic"/>
              <a:cs typeface="Didact Gothic"/>
              <a:sym typeface="Didact Gothic"/>
            </a:endParaRPr>
          </a:p>
        </p:txBody>
      </p:sp>
      <p:sp>
        <p:nvSpPr>
          <p:cNvPr id="328" name="Google Shape;328;p44"/>
          <p:cNvSpPr txBox="1"/>
          <p:nvPr/>
        </p:nvSpPr>
        <p:spPr>
          <a:xfrm>
            <a:off x="4046325" y="8160125"/>
            <a:ext cx="59421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γέγραπσαι</a:t>
            </a:r>
            <a:endParaRPr sz="6300" b="1">
              <a:solidFill>
                <a:schemeClr val="accent1"/>
              </a:solidFill>
              <a:latin typeface="Didact Gothic"/>
              <a:ea typeface="Didact Gothic"/>
              <a:cs typeface="Didact Gothic"/>
              <a:sym typeface="Didact Gothic"/>
            </a:endParaRPr>
          </a:p>
        </p:txBody>
      </p:sp>
      <p:sp>
        <p:nvSpPr>
          <p:cNvPr id="329" name="Google Shape;329;p44"/>
          <p:cNvSpPr txBox="1"/>
          <p:nvPr/>
        </p:nvSpPr>
        <p:spPr>
          <a:xfrm>
            <a:off x="693525" y="1149725"/>
            <a:ext cx="14379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2S :</a:t>
            </a:r>
            <a:endParaRPr sz="6300" b="1">
              <a:solidFill>
                <a:schemeClr val="accent1"/>
              </a:solidFill>
              <a:latin typeface="Didact Gothic"/>
              <a:ea typeface="Didact Gothic"/>
              <a:cs typeface="Didact Gothic"/>
              <a:sym typeface="Didact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graphicFrame>
        <p:nvGraphicFramePr>
          <p:cNvPr id="334" name="Google Shape;334;p45"/>
          <p:cNvGraphicFramePr/>
          <p:nvPr/>
        </p:nvGraphicFramePr>
        <p:xfrm>
          <a:off x="723900" y="2545325"/>
          <a:ext cx="9264425" cy="6748200"/>
        </p:xfrm>
        <a:graphic>
          <a:graphicData uri="http://schemas.openxmlformats.org/drawingml/2006/table">
            <a:tbl>
              <a:tblPr>
                <a:noFill/>
                <a:tableStyleId>{C464F850-EE42-4C69-97A1-59E714ADE28D}</a:tableStyleId>
              </a:tblPr>
              <a:tblGrid>
                <a:gridCol w="3041200">
                  <a:extLst>
                    <a:ext uri="{9D8B030D-6E8A-4147-A177-3AD203B41FA5}">
                      <a16:colId xmlns:a16="http://schemas.microsoft.com/office/drawing/2014/main" val="20000"/>
                    </a:ext>
                  </a:extLst>
                </a:gridCol>
                <a:gridCol w="6223225">
                  <a:extLst>
                    <a:ext uri="{9D8B030D-6E8A-4147-A177-3AD203B41FA5}">
                      <a16:colId xmlns:a16="http://schemas.microsoft.com/office/drawing/2014/main" val="20001"/>
                    </a:ext>
                  </a:extLst>
                </a:gridCol>
              </a:tblGrid>
              <a:tr h="1124700">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PRESENTE</a:t>
                      </a:r>
                      <a:endParaRPr sz="1800">
                        <a:solidFill>
                          <a:srgbClr val="FFFFFF"/>
                        </a:solidFill>
                        <a:latin typeface="Montserrat SemiBold"/>
                        <a:ea typeface="Montserrat SemiBold"/>
                        <a:cs typeface="Montserrat SemiBold"/>
                        <a:sym typeface="Montserrat SemiBold"/>
                      </a:endParaRPr>
                    </a:p>
                  </a:txBody>
                  <a:tcPr marL="63500" marR="63500" marT="63500" marB="635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666666"/>
                    </a:solidFill>
                  </a:tcPr>
                </a:tc>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&gt;</a:t>
                      </a:r>
                      <a:endParaRPr sz="1800">
                        <a:solidFill>
                          <a:srgbClr val="FFFFFF"/>
                        </a:solidFill>
                        <a:latin typeface="Montserrat SemiBold"/>
                        <a:ea typeface="Montserrat SemiBold"/>
                        <a:cs typeface="Montserrat SemiBold"/>
                        <a:sym typeface="Montserrat SemiBold"/>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1124700">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IMPERFECTO</a:t>
                      </a:r>
                      <a:endParaRPr/>
                    </a:p>
                  </a:txBody>
                  <a:tcPr marL="91425" marR="91425" marT="91425" marB="91425" anchor="ct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a:p>
                  </a:txBody>
                  <a:tcPr marL="91425" marR="91425" marT="91425" marB="91425">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1124700">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AORISTO</a:t>
                      </a:r>
                      <a:endParaRPr/>
                    </a:p>
                  </a:txBody>
                  <a:tcPr marL="91425" marR="91425" marT="91425" marB="91425" anchor="ct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a:p>
                  </a:txBody>
                  <a:tcPr marL="91425" marR="91425" marT="91425" marB="91425">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1124700">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FUTURO</a:t>
                      </a:r>
                      <a:endParaRPr/>
                    </a:p>
                  </a:txBody>
                  <a:tcPr marL="91425" marR="91425" marT="91425" marB="91425" anchor="ctr">
                    <a:lnR w="9525" cap="flat" cmpd="sng">
                      <a:solidFill>
                        <a:srgbClr val="9E9E9E"/>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1124700">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PERFECTO</a:t>
                      </a:r>
                      <a:endParaRPr/>
                    </a:p>
                  </a:txBody>
                  <a:tcPr marL="91425" marR="91425" marT="91425" marB="91425" anchor="ctr">
                    <a:lnR w="9525" cap="flat" cmpd="sng">
                      <a:solidFill>
                        <a:srgbClr val="9E9E9E"/>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1124700">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PERFECTO MED / PASIVO</a:t>
                      </a:r>
                      <a:endParaRPr sz="1800">
                        <a:solidFill>
                          <a:srgbClr val="FFFFFF"/>
                        </a:solidFill>
                        <a:latin typeface="Montserrat SemiBold"/>
                        <a:ea typeface="Montserrat SemiBold"/>
                        <a:cs typeface="Montserrat SemiBold"/>
                        <a:sym typeface="Montserrat SemiBold"/>
                      </a:endParaRPr>
                    </a:p>
                  </a:txBody>
                  <a:tcPr marL="91425" marR="91425" marT="91425" marB="91425" anchor="ctr">
                    <a:lnR w="9525" cap="flat" cmpd="sng">
                      <a:solidFill>
                        <a:srgbClr val="9E9E9E"/>
                      </a:solidFill>
                      <a:prstDash val="solid"/>
                      <a:round/>
                      <a:headEnd type="none" w="sm" len="sm"/>
                      <a:tailEnd type="none" w="sm" len="sm"/>
                    </a:lnR>
                    <a:lnT w="12700" cap="flat" cmpd="sng">
                      <a:solidFill>
                        <a:srgbClr val="000000"/>
                      </a:solidFill>
                      <a:prstDash val="solid"/>
                      <a:round/>
                      <a:headEnd type="none" w="sm" len="sm"/>
                      <a:tailEnd type="none" w="sm" len="sm"/>
                    </a:lnT>
                    <a:solidFill>
                      <a:srgbClr val="666666"/>
                    </a:solidFill>
                  </a:tcPr>
                </a:tc>
                <a:tc>
                  <a:txBody>
                    <a:bodyPr/>
                    <a:lstStyle/>
                    <a:p>
                      <a:pPr marL="0" lvl="0" indent="0" algn="l" rtl="0">
                        <a:spcBef>
                          <a:spcPts val="0"/>
                        </a:spcBef>
                        <a:spcAft>
                          <a:spcPts val="0"/>
                        </a:spcAft>
                        <a:buNone/>
                      </a:pP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335" name="Google Shape;335;p45"/>
          <p:cNvSpPr txBox="1">
            <a:spLocks noGrp="1"/>
          </p:cNvSpPr>
          <p:nvPr>
            <p:ph type="ctrTitle"/>
          </p:nvPr>
        </p:nvSpPr>
        <p:spPr>
          <a:xfrm>
            <a:off x="2131525" y="613375"/>
            <a:ext cx="10892100" cy="19320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1200"/>
              </a:spcBef>
              <a:spcAft>
                <a:spcPts val="0"/>
              </a:spcAft>
              <a:buNone/>
            </a:pPr>
            <a:r>
              <a:rPr lang="es-419" sz="11000">
                <a:solidFill>
                  <a:srgbClr val="434343"/>
                </a:solidFill>
              </a:rPr>
              <a:t>ἔχω</a:t>
            </a:r>
            <a:endParaRPr sz="11000">
              <a:solidFill>
                <a:srgbClr val="434343"/>
              </a:solidFill>
            </a:endParaRPr>
          </a:p>
          <a:p>
            <a:pPr marL="0" lvl="0" indent="0" algn="l" rtl="0">
              <a:lnSpc>
                <a:spcPct val="115000"/>
              </a:lnSpc>
              <a:spcBef>
                <a:spcPts val="1200"/>
              </a:spcBef>
              <a:spcAft>
                <a:spcPts val="0"/>
              </a:spcAft>
              <a:buNone/>
            </a:pPr>
            <a:endParaRPr sz="11000">
              <a:solidFill>
                <a:srgbClr val="434343"/>
              </a:solidFill>
            </a:endParaRPr>
          </a:p>
          <a:p>
            <a:pPr marL="0" lvl="0" indent="0" algn="l" rtl="0">
              <a:lnSpc>
                <a:spcPct val="115000"/>
              </a:lnSpc>
              <a:spcBef>
                <a:spcPts val="1200"/>
              </a:spcBef>
              <a:spcAft>
                <a:spcPts val="1200"/>
              </a:spcAft>
              <a:buNone/>
            </a:pPr>
            <a:endParaRPr sz="11000">
              <a:solidFill>
                <a:srgbClr val="434343"/>
              </a:solidFill>
            </a:endParaRPr>
          </a:p>
        </p:txBody>
      </p:sp>
      <p:sp>
        <p:nvSpPr>
          <p:cNvPr id="336" name="Google Shape;336;p45"/>
          <p:cNvSpPr txBox="1"/>
          <p:nvPr/>
        </p:nvSpPr>
        <p:spPr>
          <a:xfrm>
            <a:off x="4046325" y="2445125"/>
            <a:ext cx="59421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ἔχεις</a:t>
            </a:r>
            <a:endParaRPr sz="6300" b="1">
              <a:solidFill>
                <a:schemeClr val="accent1"/>
              </a:solidFill>
              <a:latin typeface="Didact Gothic"/>
              <a:ea typeface="Didact Gothic"/>
              <a:cs typeface="Didact Gothic"/>
              <a:sym typeface="Didact Gothic"/>
            </a:endParaRPr>
          </a:p>
        </p:txBody>
      </p:sp>
      <p:sp>
        <p:nvSpPr>
          <p:cNvPr id="337" name="Google Shape;337;p45"/>
          <p:cNvSpPr txBox="1"/>
          <p:nvPr/>
        </p:nvSpPr>
        <p:spPr>
          <a:xfrm>
            <a:off x="4046325" y="3588125"/>
            <a:ext cx="59421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εἶχες</a:t>
            </a:r>
            <a:endParaRPr sz="6300" b="1">
              <a:solidFill>
                <a:schemeClr val="accent1"/>
              </a:solidFill>
              <a:latin typeface="Didact Gothic"/>
              <a:ea typeface="Didact Gothic"/>
              <a:cs typeface="Didact Gothic"/>
              <a:sym typeface="Didact Gothic"/>
            </a:endParaRPr>
          </a:p>
        </p:txBody>
      </p:sp>
      <p:sp>
        <p:nvSpPr>
          <p:cNvPr id="338" name="Google Shape;338;p45"/>
          <p:cNvSpPr txBox="1"/>
          <p:nvPr/>
        </p:nvSpPr>
        <p:spPr>
          <a:xfrm>
            <a:off x="4046325" y="4731125"/>
            <a:ext cx="59421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ἔσχες</a:t>
            </a:r>
            <a:endParaRPr sz="6300" b="1">
              <a:solidFill>
                <a:schemeClr val="accent1"/>
              </a:solidFill>
              <a:latin typeface="Didact Gothic"/>
              <a:ea typeface="Didact Gothic"/>
              <a:cs typeface="Didact Gothic"/>
              <a:sym typeface="Didact Gothic"/>
            </a:endParaRPr>
          </a:p>
        </p:txBody>
      </p:sp>
      <p:sp>
        <p:nvSpPr>
          <p:cNvPr id="339" name="Google Shape;339;p45"/>
          <p:cNvSpPr txBox="1"/>
          <p:nvPr/>
        </p:nvSpPr>
        <p:spPr>
          <a:xfrm>
            <a:off x="4046325" y="5874125"/>
            <a:ext cx="59421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ἔξεις</a:t>
            </a:r>
            <a:endParaRPr sz="6300" b="1">
              <a:solidFill>
                <a:schemeClr val="accent1"/>
              </a:solidFill>
              <a:latin typeface="Didact Gothic"/>
              <a:ea typeface="Didact Gothic"/>
              <a:cs typeface="Didact Gothic"/>
              <a:sym typeface="Didact Gothic"/>
            </a:endParaRPr>
          </a:p>
        </p:txBody>
      </p:sp>
      <p:sp>
        <p:nvSpPr>
          <p:cNvPr id="340" name="Google Shape;340;p45"/>
          <p:cNvSpPr txBox="1"/>
          <p:nvPr/>
        </p:nvSpPr>
        <p:spPr>
          <a:xfrm>
            <a:off x="4046325" y="7017125"/>
            <a:ext cx="59421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ἔσχηκας</a:t>
            </a:r>
            <a:endParaRPr sz="6300" b="1">
              <a:solidFill>
                <a:schemeClr val="accent1"/>
              </a:solidFill>
              <a:latin typeface="Didact Gothic"/>
              <a:ea typeface="Didact Gothic"/>
              <a:cs typeface="Didact Gothic"/>
              <a:sym typeface="Didact Gothic"/>
            </a:endParaRPr>
          </a:p>
        </p:txBody>
      </p:sp>
      <p:sp>
        <p:nvSpPr>
          <p:cNvPr id="341" name="Google Shape;341;p45"/>
          <p:cNvSpPr txBox="1"/>
          <p:nvPr/>
        </p:nvSpPr>
        <p:spPr>
          <a:xfrm>
            <a:off x="4046325" y="8160125"/>
            <a:ext cx="59421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ἔσχησαι</a:t>
            </a:r>
            <a:endParaRPr sz="6300" b="1">
              <a:solidFill>
                <a:schemeClr val="accent1"/>
              </a:solidFill>
              <a:latin typeface="Didact Gothic"/>
              <a:ea typeface="Didact Gothic"/>
              <a:cs typeface="Didact Gothic"/>
              <a:sym typeface="Didact Gothic"/>
            </a:endParaRPr>
          </a:p>
        </p:txBody>
      </p:sp>
      <p:sp>
        <p:nvSpPr>
          <p:cNvPr id="342" name="Google Shape;342;p45"/>
          <p:cNvSpPr txBox="1"/>
          <p:nvPr/>
        </p:nvSpPr>
        <p:spPr>
          <a:xfrm>
            <a:off x="693525" y="1149725"/>
            <a:ext cx="14379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2S :</a:t>
            </a:r>
            <a:endParaRPr sz="6300" b="1">
              <a:solidFill>
                <a:schemeClr val="accent1"/>
              </a:solidFill>
              <a:latin typeface="Didact Gothic"/>
              <a:ea typeface="Didact Gothic"/>
              <a:cs typeface="Didact Gothic"/>
              <a:sym typeface="Didact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3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4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graphicFrame>
        <p:nvGraphicFramePr>
          <p:cNvPr id="347" name="Google Shape;347;p46"/>
          <p:cNvGraphicFramePr/>
          <p:nvPr/>
        </p:nvGraphicFramePr>
        <p:xfrm>
          <a:off x="723900" y="2545325"/>
          <a:ext cx="9264425" cy="6748200"/>
        </p:xfrm>
        <a:graphic>
          <a:graphicData uri="http://schemas.openxmlformats.org/drawingml/2006/table">
            <a:tbl>
              <a:tblPr>
                <a:noFill/>
                <a:tableStyleId>{C464F850-EE42-4C69-97A1-59E714ADE28D}</a:tableStyleId>
              </a:tblPr>
              <a:tblGrid>
                <a:gridCol w="3041200">
                  <a:extLst>
                    <a:ext uri="{9D8B030D-6E8A-4147-A177-3AD203B41FA5}">
                      <a16:colId xmlns:a16="http://schemas.microsoft.com/office/drawing/2014/main" val="20000"/>
                    </a:ext>
                  </a:extLst>
                </a:gridCol>
                <a:gridCol w="6223225">
                  <a:extLst>
                    <a:ext uri="{9D8B030D-6E8A-4147-A177-3AD203B41FA5}">
                      <a16:colId xmlns:a16="http://schemas.microsoft.com/office/drawing/2014/main" val="20001"/>
                    </a:ext>
                  </a:extLst>
                </a:gridCol>
              </a:tblGrid>
              <a:tr h="1124700">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PRESENTE</a:t>
                      </a:r>
                      <a:endParaRPr sz="1800">
                        <a:solidFill>
                          <a:srgbClr val="FFFFFF"/>
                        </a:solidFill>
                        <a:latin typeface="Montserrat SemiBold"/>
                        <a:ea typeface="Montserrat SemiBold"/>
                        <a:cs typeface="Montserrat SemiBold"/>
                        <a:sym typeface="Montserrat SemiBold"/>
                      </a:endParaRPr>
                    </a:p>
                  </a:txBody>
                  <a:tcPr marL="63500" marR="63500" marT="63500" marB="635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666666"/>
                    </a:solidFill>
                  </a:tcPr>
                </a:tc>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&gt;</a:t>
                      </a:r>
                      <a:endParaRPr sz="1800">
                        <a:solidFill>
                          <a:srgbClr val="FFFFFF"/>
                        </a:solidFill>
                        <a:latin typeface="Montserrat SemiBold"/>
                        <a:ea typeface="Montserrat SemiBold"/>
                        <a:cs typeface="Montserrat SemiBold"/>
                        <a:sym typeface="Montserrat SemiBold"/>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1124700">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IMPERFECTO</a:t>
                      </a:r>
                      <a:endParaRPr/>
                    </a:p>
                  </a:txBody>
                  <a:tcPr marL="91425" marR="91425" marT="91425" marB="91425" anchor="ct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a:p>
                  </a:txBody>
                  <a:tcPr marL="91425" marR="91425" marT="91425" marB="91425">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1124700">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AORISTO</a:t>
                      </a:r>
                      <a:endParaRPr/>
                    </a:p>
                  </a:txBody>
                  <a:tcPr marL="91425" marR="91425" marT="91425" marB="91425" anchor="ct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a:p>
                  </a:txBody>
                  <a:tcPr marL="91425" marR="91425" marT="91425" marB="91425">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1124700">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FUTURO</a:t>
                      </a:r>
                      <a:endParaRPr/>
                    </a:p>
                  </a:txBody>
                  <a:tcPr marL="91425" marR="91425" marT="91425" marB="91425" anchor="ctr">
                    <a:lnR w="9525" cap="flat" cmpd="sng">
                      <a:solidFill>
                        <a:srgbClr val="9E9E9E"/>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1124700">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PERFECTO</a:t>
                      </a:r>
                      <a:endParaRPr/>
                    </a:p>
                  </a:txBody>
                  <a:tcPr marL="91425" marR="91425" marT="91425" marB="91425" anchor="ctr">
                    <a:lnR w="9525" cap="flat" cmpd="sng">
                      <a:solidFill>
                        <a:srgbClr val="9E9E9E"/>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1124700">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PERFECTO MED / PASIVO</a:t>
                      </a:r>
                      <a:endParaRPr sz="1800">
                        <a:solidFill>
                          <a:srgbClr val="FFFFFF"/>
                        </a:solidFill>
                        <a:latin typeface="Montserrat SemiBold"/>
                        <a:ea typeface="Montserrat SemiBold"/>
                        <a:cs typeface="Montserrat SemiBold"/>
                        <a:sym typeface="Montserrat SemiBold"/>
                      </a:endParaRPr>
                    </a:p>
                  </a:txBody>
                  <a:tcPr marL="91425" marR="91425" marT="91425" marB="91425" anchor="ctr">
                    <a:lnR w="9525" cap="flat" cmpd="sng">
                      <a:solidFill>
                        <a:srgbClr val="9E9E9E"/>
                      </a:solidFill>
                      <a:prstDash val="solid"/>
                      <a:round/>
                      <a:headEnd type="none" w="sm" len="sm"/>
                      <a:tailEnd type="none" w="sm" len="sm"/>
                    </a:lnR>
                    <a:lnT w="12700" cap="flat" cmpd="sng">
                      <a:solidFill>
                        <a:srgbClr val="000000"/>
                      </a:solidFill>
                      <a:prstDash val="solid"/>
                      <a:round/>
                      <a:headEnd type="none" w="sm" len="sm"/>
                      <a:tailEnd type="none" w="sm" len="sm"/>
                    </a:lnT>
                    <a:solidFill>
                      <a:srgbClr val="666666"/>
                    </a:solidFill>
                  </a:tcPr>
                </a:tc>
                <a:tc>
                  <a:txBody>
                    <a:bodyPr/>
                    <a:lstStyle/>
                    <a:p>
                      <a:pPr marL="0" lvl="0" indent="0" algn="l" rtl="0">
                        <a:spcBef>
                          <a:spcPts val="0"/>
                        </a:spcBef>
                        <a:spcAft>
                          <a:spcPts val="0"/>
                        </a:spcAft>
                        <a:buNone/>
                      </a:pP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348" name="Google Shape;348;p46"/>
          <p:cNvSpPr txBox="1">
            <a:spLocks noGrp="1"/>
          </p:cNvSpPr>
          <p:nvPr>
            <p:ph type="ctrTitle"/>
          </p:nvPr>
        </p:nvSpPr>
        <p:spPr>
          <a:xfrm>
            <a:off x="2131525" y="613375"/>
            <a:ext cx="10892100" cy="19320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1200"/>
              </a:spcBef>
              <a:spcAft>
                <a:spcPts val="1200"/>
              </a:spcAft>
              <a:buNone/>
            </a:pPr>
            <a:r>
              <a:rPr lang="es-419" sz="11000">
                <a:solidFill>
                  <a:srgbClr val="434343"/>
                </a:solidFill>
              </a:rPr>
              <a:t>λέγω</a:t>
            </a:r>
            <a:endParaRPr sz="11000">
              <a:solidFill>
                <a:srgbClr val="434343"/>
              </a:solidFill>
            </a:endParaRPr>
          </a:p>
        </p:txBody>
      </p:sp>
      <p:sp>
        <p:nvSpPr>
          <p:cNvPr id="349" name="Google Shape;349;p46"/>
          <p:cNvSpPr txBox="1"/>
          <p:nvPr/>
        </p:nvSpPr>
        <p:spPr>
          <a:xfrm>
            <a:off x="4046325" y="2445125"/>
            <a:ext cx="59421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λέγομεν</a:t>
            </a:r>
            <a:endParaRPr sz="6300" b="1">
              <a:solidFill>
                <a:schemeClr val="accent1"/>
              </a:solidFill>
              <a:latin typeface="Didact Gothic"/>
              <a:ea typeface="Didact Gothic"/>
              <a:cs typeface="Didact Gothic"/>
              <a:sym typeface="Didact Gothic"/>
            </a:endParaRPr>
          </a:p>
        </p:txBody>
      </p:sp>
      <p:sp>
        <p:nvSpPr>
          <p:cNvPr id="350" name="Google Shape;350;p46"/>
          <p:cNvSpPr txBox="1"/>
          <p:nvPr/>
        </p:nvSpPr>
        <p:spPr>
          <a:xfrm>
            <a:off x="4046325" y="3588125"/>
            <a:ext cx="59421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ἐλέγομεν</a:t>
            </a:r>
            <a:endParaRPr sz="6300" b="1">
              <a:solidFill>
                <a:schemeClr val="accent1"/>
              </a:solidFill>
              <a:latin typeface="Didact Gothic"/>
              <a:ea typeface="Didact Gothic"/>
              <a:cs typeface="Didact Gothic"/>
              <a:sym typeface="Didact Gothic"/>
            </a:endParaRPr>
          </a:p>
        </p:txBody>
      </p:sp>
      <p:sp>
        <p:nvSpPr>
          <p:cNvPr id="351" name="Google Shape;351;p46"/>
          <p:cNvSpPr txBox="1"/>
          <p:nvPr/>
        </p:nvSpPr>
        <p:spPr>
          <a:xfrm>
            <a:off x="4046325" y="4731125"/>
            <a:ext cx="59421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εἶπομεν</a:t>
            </a:r>
            <a:endParaRPr sz="6300" b="1">
              <a:solidFill>
                <a:schemeClr val="accent1"/>
              </a:solidFill>
              <a:latin typeface="Didact Gothic"/>
              <a:ea typeface="Didact Gothic"/>
              <a:cs typeface="Didact Gothic"/>
              <a:sym typeface="Didact Gothic"/>
            </a:endParaRPr>
          </a:p>
        </p:txBody>
      </p:sp>
      <p:sp>
        <p:nvSpPr>
          <p:cNvPr id="352" name="Google Shape;352;p46"/>
          <p:cNvSpPr txBox="1"/>
          <p:nvPr/>
        </p:nvSpPr>
        <p:spPr>
          <a:xfrm>
            <a:off x="4046325" y="5874125"/>
            <a:ext cx="59421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ἐροῦμεν</a:t>
            </a:r>
            <a:endParaRPr sz="6300" b="1">
              <a:solidFill>
                <a:schemeClr val="accent1"/>
              </a:solidFill>
              <a:latin typeface="Didact Gothic"/>
              <a:ea typeface="Didact Gothic"/>
              <a:cs typeface="Didact Gothic"/>
              <a:sym typeface="Didact Gothic"/>
            </a:endParaRPr>
          </a:p>
        </p:txBody>
      </p:sp>
      <p:sp>
        <p:nvSpPr>
          <p:cNvPr id="353" name="Google Shape;353;p46"/>
          <p:cNvSpPr txBox="1"/>
          <p:nvPr/>
        </p:nvSpPr>
        <p:spPr>
          <a:xfrm>
            <a:off x="4046325" y="7017125"/>
            <a:ext cx="59421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εἰρήκαμεν</a:t>
            </a:r>
            <a:endParaRPr sz="6300" b="1">
              <a:solidFill>
                <a:schemeClr val="accent1"/>
              </a:solidFill>
              <a:latin typeface="Didact Gothic"/>
              <a:ea typeface="Didact Gothic"/>
              <a:cs typeface="Didact Gothic"/>
              <a:sym typeface="Didact Gothic"/>
            </a:endParaRPr>
          </a:p>
        </p:txBody>
      </p:sp>
      <p:sp>
        <p:nvSpPr>
          <p:cNvPr id="354" name="Google Shape;354;p46"/>
          <p:cNvSpPr txBox="1"/>
          <p:nvPr/>
        </p:nvSpPr>
        <p:spPr>
          <a:xfrm>
            <a:off x="4046325" y="8160125"/>
            <a:ext cx="59421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εἰρήμεθα</a:t>
            </a:r>
            <a:endParaRPr sz="6300" b="1">
              <a:solidFill>
                <a:schemeClr val="accent1"/>
              </a:solidFill>
              <a:latin typeface="Didact Gothic"/>
              <a:ea typeface="Didact Gothic"/>
              <a:cs typeface="Didact Gothic"/>
              <a:sym typeface="Didact Gothic"/>
            </a:endParaRPr>
          </a:p>
        </p:txBody>
      </p:sp>
      <p:sp>
        <p:nvSpPr>
          <p:cNvPr id="355" name="Google Shape;355;p46"/>
          <p:cNvSpPr txBox="1"/>
          <p:nvPr/>
        </p:nvSpPr>
        <p:spPr>
          <a:xfrm>
            <a:off x="693525" y="1149725"/>
            <a:ext cx="14379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1P :</a:t>
            </a:r>
            <a:endParaRPr sz="6300" b="1">
              <a:solidFill>
                <a:schemeClr val="accent1"/>
              </a:solidFill>
              <a:latin typeface="Didact Gothic"/>
              <a:ea typeface="Didact Gothic"/>
              <a:cs typeface="Didact Gothic"/>
              <a:sym typeface="Didact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5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5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5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graphicFrame>
        <p:nvGraphicFramePr>
          <p:cNvPr id="360" name="Google Shape;360;p47"/>
          <p:cNvGraphicFramePr/>
          <p:nvPr/>
        </p:nvGraphicFramePr>
        <p:xfrm>
          <a:off x="723900" y="2926325"/>
          <a:ext cx="9264425" cy="5623500"/>
        </p:xfrm>
        <a:graphic>
          <a:graphicData uri="http://schemas.openxmlformats.org/drawingml/2006/table">
            <a:tbl>
              <a:tblPr>
                <a:noFill/>
                <a:tableStyleId>{C464F850-EE42-4C69-97A1-59E714ADE28D}</a:tableStyleId>
              </a:tblPr>
              <a:tblGrid>
                <a:gridCol w="3041200">
                  <a:extLst>
                    <a:ext uri="{9D8B030D-6E8A-4147-A177-3AD203B41FA5}">
                      <a16:colId xmlns:a16="http://schemas.microsoft.com/office/drawing/2014/main" val="20000"/>
                    </a:ext>
                  </a:extLst>
                </a:gridCol>
                <a:gridCol w="6223225">
                  <a:extLst>
                    <a:ext uri="{9D8B030D-6E8A-4147-A177-3AD203B41FA5}">
                      <a16:colId xmlns:a16="http://schemas.microsoft.com/office/drawing/2014/main" val="20001"/>
                    </a:ext>
                  </a:extLst>
                </a:gridCol>
              </a:tblGrid>
              <a:tr h="1124700">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PRESENTE</a:t>
                      </a:r>
                      <a:endParaRPr sz="1800">
                        <a:solidFill>
                          <a:srgbClr val="FFFFFF"/>
                        </a:solidFill>
                        <a:latin typeface="Montserrat SemiBold"/>
                        <a:ea typeface="Montserrat SemiBold"/>
                        <a:cs typeface="Montserrat SemiBold"/>
                        <a:sym typeface="Montserrat SemiBold"/>
                      </a:endParaRPr>
                    </a:p>
                  </a:txBody>
                  <a:tcPr marL="63500" marR="63500" marT="63500" marB="635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666666"/>
                    </a:solidFill>
                  </a:tcPr>
                </a:tc>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&gt;</a:t>
                      </a:r>
                      <a:endParaRPr sz="1800">
                        <a:solidFill>
                          <a:srgbClr val="FFFFFF"/>
                        </a:solidFill>
                        <a:latin typeface="Montserrat SemiBold"/>
                        <a:ea typeface="Montserrat SemiBold"/>
                        <a:cs typeface="Montserrat SemiBold"/>
                        <a:sym typeface="Montserrat SemiBold"/>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1124700">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IMPERFECTO</a:t>
                      </a:r>
                      <a:endParaRPr/>
                    </a:p>
                  </a:txBody>
                  <a:tcPr marL="91425" marR="91425" marT="91425" marB="91425" anchor="ct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a:p>
                  </a:txBody>
                  <a:tcPr marL="91425" marR="91425" marT="91425" marB="91425">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1124700">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AORISTO</a:t>
                      </a:r>
                      <a:endParaRPr/>
                    </a:p>
                  </a:txBody>
                  <a:tcPr marL="91425" marR="91425" marT="91425" marB="91425" anchor="ct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a:p>
                  </a:txBody>
                  <a:tcPr marL="91425" marR="91425" marT="91425" marB="91425">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1124700">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FUTURO</a:t>
                      </a:r>
                      <a:endParaRPr/>
                    </a:p>
                  </a:txBody>
                  <a:tcPr marL="91425" marR="91425" marT="91425" marB="91425" anchor="ctr">
                    <a:lnR w="9525" cap="flat" cmpd="sng">
                      <a:solidFill>
                        <a:srgbClr val="9E9E9E"/>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1124700">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PERFECTO </a:t>
                      </a:r>
                      <a:endParaRPr sz="1800">
                        <a:solidFill>
                          <a:srgbClr val="FFFFFF"/>
                        </a:solidFill>
                        <a:latin typeface="Montserrat SemiBold"/>
                        <a:ea typeface="Montserrat SemiBold"/>
                        <a:cs typeface="Montserrat SemiBold"/>
                        <a:sym typeface="Montserrat SemiBold"/>
                      </a:endParaRPr>
                    </a:p>
                    <a:p>
                      <a:pPr marL="0" lvl="0" indent="0" algn="ctr" rtl="0">
                        <a:spcBef>
                          <a:spcPts val="0"/>
                        </a:spcBef>
                        <a:spcAft>
                          <a:spcPts val="0"/>
                        </a:spcAft>
                        <a:buNone/>
                      </a:pPr>
                      <a:endParaRPr sz="1800">
                        <a:solidFill>
                          <a:srgbClr val="FFFFFF"/>
                        </a:solidFill>
                        <a:latin typeface="Montserrat SemiBold"/>
                        <a:ea typeface="Montserrat SemiBold"/>
                        <a:cs typeface="Montserrat SemiBold"/>
                        <a:sym typeface="Montserrat SemiBold"/>
                      </a:endParaRPr>
                    </a:p>
                  </a:txBody>
                  <a:tcPr marL="91425" marR="91425" marT="91425" marB="91425" anchor="ctr">
                    <a:lnR w="9525" cap="flat" cmpd="sng">
                      <a:solidFill>
                        <a:srgbClr val="9E9E9E"/>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361" name="Google Shape;361;p47"/>
          <p:cNvSpPr txBox="1">
            <a:spLocks noGrp="1"/>
          </p:cNvSpPr>
          <p:nvPr>
            <p:ph type="ctrTitle"/>
          </p:nvPr>
        </p:nvSpPr>
        <p:spPr>
          <a:xfrm>
            <a:off x="2131525" y="613375"/>
            <a:ext cx="10892100" cy="19320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1200"/>
              </a:spcBef>
              <a:spcAft>
                <a:spcPts val="1200"/>
              </a:spcAft>
              <a:buNone/>
            </a:pPr>
            <a:r>
              <a:rPr lang="es-419" sz="11000">
                <a:solidFill>
                  <a:srgbClr val="434343"/>
                </a:solidFill>
              </a:rPr>
              <a:t>γίνομαι</a:t>
            </a:r>
            <a:endParaRPr sz="11000">
              <a:solidFill>
                <a:srgbClr val="434343"/>
              </a:solidFill>
            </a:endParaRPr>
          </a:p>
        </p:txBody>
      </p:sp>
      <p:sp>
        <p:nvSpPr>
          <p:cNvPr id="362" name="Google Shape;362;p47"/>
          <p:cNvSpPr txBox="1"/>
          <p:nvPr/>
        </p:nvSpPr>
        <p:spPr>
          <a:xfrm>
            <a:off x="4046325" y="2826125"/>
            <a:ext cx="59421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γίνονται</a:t>
            </a:r>
            <a:endParaRPr sz="6300" b="1">
              <a:solidFill>
                <a:schemeClr val="accent1"/>
              </a:solidFill>
              <a:latin typeface="Didact Gothic"/>
              <a:ea typeface="Didact Gothic"/>
              <a:cs typeface="Didact Gothic"/>
              <a:sym typeface="Didact Gothic"/>
            </a:endParaRPr>
          </a:p>
        </p:txBody>
      </p:sp>
      <p:sp>
        <p:nvSpPr>
          <p:cNvPr id="363" name="Google Shape;363;p47"/>
          <p:cNvSpPr txBox="1"/>
          <p:nvPr/>
        </p:nvSpPr>
        <p:spPr>
          <a:xfrm>
            <a:off x="4046325" y="3969125"/>
            <a:ext cx="59421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ἐγίνοντο</a:t>
            </a:r>
            <a:endParaRPr sz="6300" b="1">
              <a:solidFill>
                <a:schemeClr val="accent1"/>
              </a:solidFill>
              <a:latin typeface="Didact Gothic"/>
              <a:ea typeface="Didact Gothic"/>
              <a:cs typeface="Didact Gothic"/>
              <a:sym typeface="Didact Gothic"/>
            </a:endParaRPr>
          </a:p>
        </p:txBody>
      </p:sp>
      <p:sp>
        <p:nvSpPr>
          <p:cNvPr id="364" name="Google Shape;364;p47"/>
          <p:cNvSpPr txBox="1"/>
          <p:nvPr/>
        </p:nvSpPr>
        <p:spPr>
          <a:xfrm>
            <a:off x="4046325" y="5112125"/>
            <a:ext cx="59421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ἐγένοντο</a:t>
            </a:r>
            <a:endParaRPr sz="6300" b="1">
              <a:solidFill>
                <a:schemeClr val="accent1"/>
              </a:solidFill>
              <a:latin typeface="Didact Gothic"/>
              <a:ea typeface="Didact Gothic"/>
              <a:cs typeface="Didact Gothic"/>
              <a:sym typeface="Didact Gothic"/>
            </a:endParaRPr>
          </a:p>
        </p:txBody>
      </p:sp>
      <p:sp>
        <p:nvSpPr>
          <p:cNvPr id="365" name="Google Shape;365;p47"/>
          <p:cNvSpPr txBox="1"/>
          <p:nvPr/>
        </p:nvSpPr>
        <p:spPr>
          <a:xfrm>
            <a:off x="4046325" y="6255125"/>
            <a:ext cx="59421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γενήσονται</a:t>
            </a:r>
            <a:endParaRPr sz="6300" b="1">
              <a:solidFill>
                <a:schemeClr val="accent1"/>
              </a:solidFill>
              <a:latin typeface="Didact Gothic"/>
              <a:ea typeface="Didact Gothic"/>
              <a:cs typeface="Didact Gothic"/>
              <a:sym typeface="Didact Gothic"/>
            </a:endParaRPr>
          </a:p>
        </p:txBody>
      </p:sp>
      <p:sp>
        <p:nvSpPr>
          <p:cNvPr id="366" name="Google Shape;366;p47"/>
          <p:cNvSpPr txBox="1"/>
          <p:nvPr/>
        </p:nvSpPr>
        <p:spPr>
          <a:xfrm>
            <a:off x="4046325" y="7398125"/>
            <a:ext cx="59421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γέγονασι</a:t>
            </a:r>
            <a:endParaRPr sz="6300" b="1">
              <a:solidFill>
                <a:schemeClr val="accent1"/>
              </a:solidFill>
              <a:latin typeface="Didact Gothic"/>
              <a:ea typeface="Didact Gothic"/>
              <a:cs typeface="Didact Gothic"/>
              <a:sym typeface="Didact Gothic"/>
            </a:endParaRPr>
          </a:p>
        </p:txBody>
      </p:sp>
      <p:sp>
        <p:nvSpPr>
          <p:cNvPr id="367" name="Google Shape;367;p47"/>
          <p:cNvSpPr txBox="1"/>
          <p:nvPr/>
        </p:nvSpPr>
        <p:spPr>
          <a:xfrm>
            <a:off x="693525" y="1149725"/>
            <a:ext cx="14379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3P :</a:t>
            </a:r>
            <a:endParaRPr sz="6300" b="1">
              <a:solidFill>
                <a:schemeClr val="accent1"/>
              </a:solidFill>
              <a:latin typeface="Didact Gothic"/>
              <a:ea typeface="Didact Gothic"/>
              <a:cs typeface="Didact Gothic"/>
              <a:sym typeface="Didact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6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6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graphicFrame>
        <p:nvGraphicFramePr>
          <p:cNvPr id="372" name="Google Shape;372;p48"/>
          <p:cNvGraphicFramePr/>
          <p:nvPr/>
        </p:nvGraphicFramePr>
        <p:xfrm>
          <a:off x="723900" y="3002525"/>
          <a:ext cx="9264425" cy="5623500"/>
        </p:xfrm>
        <a:graphic>
          <a:graphicData uri="http://schemas.openxmlformats.org/drawingml/2006/table">
            <a:tbl>
              <a:tblPr>
                <a:noFill/>
                <a:tableStyleId>{C464F850-EE42-4C69-97A1-59E714ADE28D}</a:tableStyleId>
              </a:tblPr>
              <a:tblGrid>
                <a:gridCol w="3041200">
                  <a:extLst>
                    <a:ext uri="{9D8B030D-6E8A-4147-A177-3AD203B41FA5}">
                      <a16:colId xmlns:a16="http://schemas.microsoft.com/office/drawing/2014/main" val="20000"/>
                    </a:ext>
                  </a:extLst>
                </a:gridCol>
                <a:gridCol w="6223225">
                  <a:extLst>
                    <a:ext uri="{9D8B030D-6E8A-4147-A177-3AD203B41FA5}">
                      <a16:colId xmlns:a16="http://schemas.microsoft.com/office/drawing/2014/main" val="20001"/>
                    </a:ext>
                  </a:extLst>
                </a:gridCol>
              </a:tblGrid>
              <a:tr h="1124700">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PRESENTE</a:t>
                      </a:r>
                      <a:endParaRPr sz="1800">
                        <a:solidFill>
                          <a:srgbClr val="FFFFFF"/>
                        </a:solidFill>
                        <a:latin typeface="Montserrat SemiBold"/>
                        <a:ea typeface="Montserrat SemiBold"/>
                        <a:cs typeface="Montserrat SemiBold"/>
                        <a:sym typeface="Montserrat SemiBold"/>
                      </a:endParaRPr>
                    </a:p>
                  </a:txBody>
                  <a:tcPr marL="63500" marR="63500" marT="63500" marB="635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666666"/>
                    </a:solidFill>
                  </a:tcPr>
                </a:tc>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&gt;</a:t>
                      </a:r>
                      <a:endParaRPr sz="1800">
                        <a:solidFill>
                          <a:srgbClr val="FFFFFF"/>
                        </a:solidFill>
                        <a:latin typeface="Montserrat SemiBold"/>
                        <a:ea typeface="Montserrat SemiBold"/>
                        <a:cs typeface="Montserrat SemiBold"/>
                        <a:sym typeface="Montserrat SemiBold"/>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1124700">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IMPERFECTO</a:t>
                      </a:r>
                      <a:endParaRPr/>
                    </a:p>
                  </a:txBody>
                  <a:tcPr marL="91425" marR="91425" marT="91425" marB="91425" anchor="ct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a:p>
                  </a:txBody>
                  <a:tcPr marL="91425" marR="91425" marT="91425" marB="91425">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1124700">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AORISTO</a:t>
                      </a:r>
                      <a:endParaRPr/>
                    </a:p>
                  </a:txBody>
                  <a:tcPr marL="91425" marR="91425" marT="91425" marB="91425" anchor="ct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a:p>
                  </a:txBody>
                  <a:tcPr marL="91425" marR="91425" marT="91425" marB="91425">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1124700">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FUTURO</a:t>
                      </a:r>
                      <a:endParaRPr/>
                    </a:p>
                  </a:txBody>
                  <a:tcPr marL="91425" marR="91425" marT="91425" marB="91425" anchor="ctr">
                    <a:lnR w="9525" cap="flat" cmpd="sng">
                      <a:solidFill>
                        <a:srgbClr val="9E9E9E"/>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1124700">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PERFECTO</a:t>
                      </a:r>
                      <a:endParaRPr/>
                    </a:p>
                  </a:txBody>
                  <a:tcPr marL="91425" marR="91425" marT="91425" marB="91425" anchor="ctr">
                    <a:lnR w="9525" cap="flat" cmpd="sng">
                      <a:solidFill>
                        <a:srgbClr val="9E9E9E"/>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373" name="Google Shape;373;p48"/>
          <p:cNvSpPr txBox="1">
            <a:spLocks noGrp="1"/>
          </p:cNvSpPr>
          <p:nvPr>
            <p:ph type="ctrTitle"/>
          </p:nvPr>
        </p:nvSpPr>
        <p:spPr>
          <a:xfrm>
            <a:off x="2131525" y="613375"/>
            <a:ext cx="10892100" cy="19320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1200"/>
              </a:spcBef>
              <a:spcAft>
                <a:spcPts val="1200"/>
              </a:spcAft>
              <a:buNone/>
            </a:pPr>
            <a:r>
              <a:rPr lang="es-419" sz="11000">
                <a:solidFill>
                  <a:srgbClr val="434343"/>
                </a:solidFill>
              </a:rPr>
              <a:t>ἔρχομαι</a:t>
            </a:r>
            <a:endParaRPr sz="11000">
              <a:solidFill>
                <a:srgbClr val="434343"/>
              </a:solidFill>
            </a:endParaRPr>
          </a:p>
        </p:txBody>
      </p:sp>
      <p:sp>
        <p:nvSpPr>
          <p:cNvPr id="374" name="Google Shape;374;p48"/>
          <p:cNvSpPr txBox="1"/>
          <p:nvPr/>
        </p:nvSpPr>
        <p:spPr>
          <a:xfrm>
            <a:off x="4046325" y="2902325"/>
            <a:ext cx="59421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ἐρχόμεθα</a:t>
            </a:r>
            <a:endParaRPr sz="6300" b="1">
              <a:solidFill>
                <a:schemeClr val="accent1"/>
              </a:solidFill>
              <a:latin typeface="Didact Gothic"/>
              <a:ea typeface="Didact Gothic"/>
              <a:cs typeface="Didact Gothic"/>
              <a:sym typeface="Didact Gothic"/>
            </a:endParaRPr>
          </a:p>
        </p:txBody>
      </p:sp>
      <p:sp>
        <p:nvSpPr>
          <p:cNvPr id="375" name="Google Shape;375;p48"/>
          <p:cNvSpPr txBox="1"/>
          <p:nvPr/>
        </p:nvSpPr>
        <p:spPr>
          <a:xfrm>
            <a:off x="4046325" y="4045325"/>
            <a:ext cx="59421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ἠρχόμεθα</a:t>
            </a:r>
            <a:endParaRPr sz="6300" b="1">
              <a:solidFill>
                <a:schemeClr val="accent1"/>
              </a:solidFill>
              <a:latin typeface="Didact Gothic"/>
              <a:ea typeface="Didact Gothic"/>
              <a:cs typeface="Didact Gothic"/>
              <a:sym typeface="Didact Gothic"/>
            </a:endParaRPr>
          </a:p>
        </p:txBody>
      </p:sp>
      <p:sp>
        <p:nvSpPr>
          <p:cNvPr id="376" name="Google Shape;376;p48"/>
          <p:cNvSpPr txBox="1"/>
          <p:nvPr/>
        </p:nvSpPr>
        <p:spPr>
          <a:xfrm>
            <a:off x="4046325" y="5188325"/>
            <a:ext cx="59421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ἤλθομεν</a:t>
            </a:r>
            <a:endParaRPr sz="6300" b="1">
              <a:solidFill>
                <a:schemeClr val="accent1"/>
              </a:solidFill>
              <a:latin typeface="Didact Gothic"/>
              <a:ea typeface="Didact Gothic"/>
              <a:cs typeface="Didact Gothic"/>
              <a:sym typeface="Didact Gothic"/>
            </a:endParaRPr>
          </a:p>
        </p:txBody>
      </p:sp>
      <p:sp>
        <p:nvSpPr>
          <p:cNvPr id="377" name="Google Shape;377;p48"/>
          <p:cNvSpPr txBox="1"/>
          <p:nvPr/>
        </p:nvSpPr>
        <p:spPr>
          <a:xfrm>
            <a:off x="4046325" y="6331325"/>
            <a:ext cx="59421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ἐλεύσομεθα</a:t>
            </a:r>
            <a:endParaRPr sz="6300" b="1">
              <a:solidFill>
                <a:schemeClr val="accent1"/>
              </a:solidFill>
              <a:latin typeface="Didact Gothic"/>
              <a:ea typeface="Didact Gothic"/>
              <a:cs typeface="Didact Gothic"/>
              <a:sym typeface="Didact Gothic"/>
            </a:endParaRPr>
          </a:p>
        </p:txBody>
      </p:sp>
      <p:sp>
        <p:nvSpPr>
          <p:cNvPr id="378" name="Google Shape;378;p48"/>
          <p:cNvSpPr txBox="1"/>
          <p:nvPr/>
        </p:nvSpPr>
        <p:spPr>
          <a:xfrm>
            <a:off x="4046325" y="7474325"/>
            <a:ext cx="59421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ἐληλύθαμεν</a:t>
            </a:r>
            <a:endParaRPr sz="6300" b="1">
              <a:solidFill>
                <a:schemeClr val="accent1"/>
              </a:solidFill>
              <a:latin typeface="Didact Gothic"/>
              <a:ea typeface="Didact Gothic"/>
              <a:cs typeface="Didact Gothic"/>
              <a:sym typeface="Didact Gothic"/>
            </a:endParaRPr>
          </a:p>
        </p:txBody>
      </p:sp>
      <p:sp>
        <p:nvSpPr>
          <p:cNvPr id="379" name="Google Shape;379;p48"/>
          <p:cNvSpPr txBox="1"/>
          <p:nvPr/>
        </p:nvSpPr>
        <p:spPr>
          <a:xfrm>
            <a:off x="693525" y="1149725"/>
            <a:ext cx="14379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1P :</a:t>
            </a:r>
            <a:endParaRPr sz="6300" b="1">
              <a:solidFill>
                <a:schemeClr val="accent1"/>
              </a:solidFill>
              <a:latin typeface="Didact Gothic"/>
              <a:ea typeface="Didact Gothic"/>
              <a:cs typeface="Didact Gothic"/>
              <a:sym typeface="Didact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7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7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graphicFrame>
        <p:nvGraphicFramePr>
          <p:cNvPr id="384" name="Google Shape;384;p49"/>
          <p:cNvGraphicFramePr/>
          <p:nvPr/>
        </p:nvGraphicFramePr>
        <p:xfrm>
          <a:off x="723900" y="2545325"/>
          <a:ext cx="9264425" cy="6748200"/>
        </p:xfrm>
        <a:graphic>
          <a:graphicData uri="http://schemas.openxmlformats.org/drawingml/2006/table">
            <a:tbl>
              <a:tblPr>
                <a:noFill/>
                <a:tableStyleId>{C464F850-EE42-4C69-97A1-59E714ADE28D}</a:tableStyleId>
              </a:tblPr>
              <a:tblGrid>
                <a:gridCol w="3041200">
                  <a:extLst>
                    <a:ext uri="{9D8B030D-6E8A-4147-A177-3AD203B41FA5}">
                      <a16:colId xmlns:a16="http://schemas.microsoft.com/office/drawing/2014/main" val="20000"/>
                    </a:ext>
                  </a:extLst>
                </a:gridCol>
                <a:gridCol w="6223225">
                  <a:extLst>
                    <a:ext uri="{9D8B030D-6E8A-4147-A177-3AD203B41FA5}">
                      <a16:colId xmlns:a16="http://schemas.microsoft.com/office/drawing/2014/main" val="20001"/>
                    </a:ext>
                  </a:extLst>
                </a:gridCol>
              </a:tblGrid>
              <a:tr h="1124700">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PRESENTE</a:t>
                      </a:r>
                      <a:endParaRPr sz="1800">
                        <a:solidFill>
                          <a:srgbClr val="FFFFFF"/>
                        </a:solidFill>
                        <a:latin typeface="Montserrat SemiBold"/>
                        <a:ea typeface="Montserrat SemiBold"/>
                        <a:cs typeface="Montserrat SemiBold"/>
                        <a:sym typeface="Montserrat SemiBold"/>
                      </a:endParaRPr>
                    </a:p>
                  </a:txBody>
                  <a:tcPr marL="63500" marR="63500" marT="63500" marB="635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666666"/>
                    </a:solidFill>
                  </a:tcPr>
                </a:tc>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&gt;</a:t>
                      </a:r>
                      <a:endParaRPr sz="1800">
                        <a:solidFill>
                          <a:srgbClr val="FFFFFF"/>
                        </a:solidFill>
                        <a:latin typeface="Montserrat SemiBold"/>
                        <a:ea typeface="Montserrat SemiBold"/>
                        <a:cs typeface="Montserrat SemiBold"/>
                        <a:sym typeface="Montserrat SemiBold"/>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1124700">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IMPERFECTO</a:t>
                      </a:r>
                      <a:endParaRPr/>
                    </a:p>
                  </a:txBody>
                  <a:tcPr marL="91425" marR="91425" marT="91425" marB="91425" anchor="ct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a:p>
                  </a:txBody>
                  <a:tcPr marL="91425" marR="91425" marT="91425" marB="91425">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1124700">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AORISTO</a:t>
                      </a:r>
                      <a:endParaRPr/>
                    </a:p>
                  </a:txBody>
                  <a:tcPr marL="91425" marR="91425" marT="91425" marB="91425" anchor="ct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a:p>
                  </a:txBody>
                  <a:tcPr marL="91425" marR="91425" marT="91425" marB="91425">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1124700">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FUTURO</a:t>
                      </a:r>
                      <a:endParaRPr/>
                    </a:p>
                  </a:txBody>
                  <a:tcPr marL="91425" marR="91425" marT="91425" marB="91425" anchor="ctr">
                    <a:lnR w="9525" cap="flat" cmpd="sng">
                      <a:solidFill>
                        <a:srgbClr val="9E9E9E"/>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1124700">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PERFECTO</a:t>
                      </a:r>
                      <a:endParaRPr/>
                    </a:p>
                  </a:txBody>
                  <a:tcPr marL="91425" marR="91425" marT="91425" marB="91425" anchor="ctr">
                    <a:lnR w="9525" cap="flat" cmpd="sng">
                      <a:solidFill>
                        <a:srgbClr val="9E9E9E"/>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1124700">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PERFECTO MED / PASIVO</a:t>
                      </a:r>
                      <a:endParaRPr sz="1800">
                        <a:solidFill>
                          <a:srgbClr val="FFFFFF"/>
                        </a:solidFill>
                        <a:latin typeface="Montserrat SemiBold"/>
                        <a:ea typeface="Montserrat SemiBold"/>
                        <a:cs typeface="Montserrat SemiBold"/>
                        <a:sym typeface="Montserrat SemiBold"/>
                      </a:endParaRPr>
                    </a:p>
                  </a:txBody>
                  <a:tcPr marL="91425" marR="91425" marT="91425" marB="91425" anchor="ctr">
                    <a:lnR w="9525" cap="flat" cmpd="sng">
                      <a:solidFill>
                        <a:srgbClr val="9E9E9E"/>
                      </a:solidFill>
                      <a:prstDash val="solid"/>
                      <a:round/>
                      <a:headEnd type="none" w="sm" len="sm"/>
                      <a:tailEnd type="none" w="sm" len="sm"/>
                    </a:lnR>
                    <a:lnT w="12700" cap="flat" cmpd="sng">
                      <a:solidFill>
                        <a:srgbClr val="000000"/>
                      </a:solidFill>
                      <a:prstDash val="solid"/>
                      <a:round/>
                      <a:headEnd type="none" w="sm" len="sm"/>
                      <a:tailEnd type="none" w="sm" len="sm"/>
                    </a:lnT>
                    <a:solidFill>
                      <a:srgbClr val="666666"/>
                    </a:solidFill>
                  </a:tcPr>
                </a:tc>
                <a:tc>
                  <a:txBody>
                    <a:bodyPr/>
                    <a:lstStyle/>
                    <a:p>
                      <a:pPr marL="0" lvl="0" indent="0" algn="l" rtl="0">
                        <a:spcBef>
                          <a:spcPts val="0"/>
                        </a:spcBef>
                        <a:spcAft>
                          <a:spcPts val="0"/>
                        </a:spcAft>
                        <a:buNone/>
                      </a:pP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385" name="Google Shape;385;p49"/>
          <p:cNvSpPr txBox="1">
            <a:spLocks noGrp="1"/>
          </p:cNvSpPr>
          <p:nvPr>
            <p:ph type="ctrTitle"/>
          </p:nvPr>
        </p:nvSpPr>
        <p:spPr>
          <a:xfrm>
            <a:off x="2131525" y="613375"/>
            <a:ext cx="10892100" cy="19320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1200"/>
              </a:spcBef>
              <a:spcAft>
                <a:spcPts val="1200"/>
              </a:spcAft>
              <a:buNone/>
            </a:pPr>
            <a:r>
              <a:rPr lang="es-419" sz="11000">
                <a:solidFill>
                  <a:srgbClr val="434343"/>
                </a:solidFill>
              </a:rPr>
              <a:t>ὁράω</a:t>
            </a:r>
            <a:endParaRPr sz="11000">
              <a:solidFill>
                <a:srgbClr val="434343"/>
              </a:solidFill>
            </a:endParaRPr>
          </a:p>
        </p:txBody>
      </p:sp>
      <p:sp>
        <p:nvSpPr>
          <p:cNvPr id="386" name="Google Shape;386;p49"/>
          <p:cNvSpPr txBox="1"/>
          <p:nvPr/>
        </p:nvSpPr>
        <p:spPr>
          <a:xfrm>
            <a:off x="4046325" y="2445125"/>
            <a:ext cx="59421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ὁρᾷ</a:t>
            </a:r>
            <a:endParaRPr sz="6300" b="1">
              <a:solidFill>
                <a:schemeClr val="accent1"/>
              </a:solidFill>
              <a:latin typeface="Didact Gothic"/>
              <a:ea typeface="Didact Gothic"/>
              <a:cs typeface="Didact Gothic"/>
              <a:sym typeface="Didact Gothic"/>
            </a:endParaRPr>
          </a:p>
        </p:txBody>
      </p:sp>
      <p:sp>
        <p:nvSpPr>
          <p:cNvPr id="387" name="Google Shape;387;p49"/>
          <p:cNvSpPr txBox="1"/>
          <p:nvPr/>
        </p:nvSpPr>
        <p:spPr>
          <a:xfrm>
            <a:off x="4046325" y="3588125"/>
            <a:ext cx="59421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ὡρᾶ</a:t>
            </a:r>
            <a:endParaRPr sz="6300" b="1">
              <a:solidFill>
                <a:schemeClr val="accent1"/>
              </a:solidFill>
              <a:latin typeface="Didact Gothic"/>
              <a:ea typeface="Didact Gothic"/>
              <a:cs typeface="Didact Gothic"/>
              <a:sym typeface="Didact Gothic"/>
            </a:endParaRPr>
          </a:p>
        </p:txBody>
      </p:sp>
      <p:sp>
        <p:nvSpPr>
          <p:cNvPr id="388" name="Google Shape;388;p49"/>
          <p:cNvSpPr txBox="1"/>
          <p:nvPr/>
        </p:nvSpPr>
        <p:spPr>
          <a:xfrm>
            <a:off x="4046325" y="4731125"/>
            <a:ext cx="59421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εἴδεν</a:t>
            </a:r>
            <a:endParaRPr sz="6300" b="1">
              <a:solidFill>
                <a:schemeClr val="accent1"/>
              </a:solidFill>
              <a:latin typeface="Didact Gothic"/>
              <a:ea typeface="Didact Gothic"/>
              <a:cs typeface="Didact Gothic"/>
              <a:sym typeface="Didact Gothic"/>
            </a:endParaRPr>
          </a:p>
        </p:txBody>
      </p:sp>
      <p:sp>
        <p:nvSpPr>
          <p:cNvPr id="389" name="Google Shape;389;p49"/>
          <p:cNvSpPr txBox="1"/>
          <p:nvPr/>
        </p:nvSpPr>
        <p:spPr>
          <a:xfrm>
            <a:off x="4046325" y="5874125"/>
            <a:ext cx="59421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ὄψεται</a:t>
            </a:r>
            <a:endParaRPr sz="6300" b="1">
              <a:solidFill>
                <a:schemeClr val="accent1"/>
              </a:solidFill>
              <a:latin typeface="Didact Gothic"/>
              <a:ea typeface="Didact Gothic"/>
              <a:cs typeface="Didact Gothic"/>
              <a:sym typeface="Didact Gothic"/>
            </a:endParaRPr>
          </a:p>
        </p:txBody>
      </p:sp>
      <p:sp>
        <p:nvSpPr>
          <p:cNvPr id="390" name="Google Shape;390;p49"/>
          <p:cNvSpPr txBox="1"/>
          <p:nvPr/>
        </p:nvSpPr>
        <p:spPr>
          <a:xfrm>
            <a:off x="4046325" y="7017125"/>
            <a:ext cx="59421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ἑώρακεν</a:t>
            </a:r>
            <a:endParaRPr sz="6300" b="1">
              <a:solidFill>
                <a:schemeClr val="accent1"/>
              </a:solidFill>
              <a:latin typeface="Didact Gothic"/>
              <a:ea typeface="Didact Gothic"/>
              <a:cs typeface="Didact Gothic"/>
              <a:sym typeface="Didact Gothic"/>
            </a:endParaRPr>
          </a:p>
        </p:txBody>
      </p:sp>
      <p:sp>
        <p:nvSpPr>
          <p:cNvPr id="391" name="Google Shape;391;p49"/>
          <p:cNvSpPr txBox="1"/>
          <p:nvPr/>
        </p:nvSpPr>
        <p:spPr>
          <a:xfrm>
            <a:off x="4046325" y="8160125"/>
            <a:ext cx="59421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ἑώραται</a:t>
            </a:r>
            <a:endParaRPr sz="6300" b="1">
              <a:solidFill>
                <a:schemeClr val="accent1"/>
              </a:solidFill>
              <a:latin typeface="Didact Gothic"/>
              <a:ea typeface="Didact Gothic"/>
              <a:cs typeface="Didact Gothic"/>
              <a:sym typeface="Didact Gothic"/>
            </a:endParaRPr>
          </a:p>
        </p:txBody>
      </p:sp>
      <p:sp>
        <p:nvSpPr>
          <p:cNvPr id="392" name="Google Shape;392;p49"/>
          <p:cNvSpPr txBox="1"/>
          <p:nvPr/>
        </p:nvSpPr>
        <p:spPr>
          <a:xfrm>
            <a:off x="693525" y="1149725"/>
            <a:ext cx="14379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3S :</a:t>
            </a:r>
            <a:endParaRPr sz="6300" b="1">
              <a:solidFill>
                <a:schemeClr val="accent1"/>
              </a:solidFill>
              <a:latin typeface="Didact Gothic"/>
              <a:ea typeface="Didact Gothic"/>
              <a:cs typeface="Didact Gothic"/>
              <a:sym typeface="Didact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8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8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9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graphicFrame>
        <p:nvGraphicFramePr>
          <p:cNvPr id="397" name="Google Shape;397;p50"/>
          <p:cNvGraphicFramePr/>
          <p:nvPr/>
        </p:nvGraphicFramePr>
        <p:xfrm>
          <a:off x="723900" y="2545325"/>
          <a:ext cx="9264425" cy="6748200"/>
        </p:xfrm>
        <a:graphic>
          <a:graphicData uri="http://schemas.openxmlformats.org/drawingml/2006/table">
            <a:tbl>
              <a:tblPr>
                <a:noFill/>
                <a:tableStyleId>{C464F850-EE42-4C69-97A1-59E714ADE28D}</a:tableStyleId>
              </a:tblPr>
              <a:tblGrid>
                <a:gridCol w="3041200">
                  <a:extLst>
                    <a:ext uri="{9D8B030D-6E8A-4147-A177-3AD203B41FA5}">
                      <a16:colId xmlns:a16="http://schemas.microsoft.com/office/drawing/2014/main" val="20000"/>
                    </a:ext>
                  </a:extLst>
                </a:gridCol>
                <a:gridCol w="6223225">
                  <a:extLst>
                    <a:ext uri="{9D8B030D-6E8A-4147-A177-3AD203B41FA5}">
                      <a16:colId xmlns:a16="http://schemas.microsoft.com/office/drawing/2014/main" val="20001"/>
                    </a:ext>
                  </a:extLst>
                </a:gridCol>
              </a:tblGrid>
              <a:tr h="1124700">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PRESENTE</a:t>
                      </a:r>
                      <a:endParaRPr sz="1800">
                        <a:solidFill>
                          <a:srgbClr val="FFFFFF"/>
                        </a:solidFill>
                        <a:latin typeface="Montserrat SemiBold"/>
                        <a:ea typeface="Montserrat SemiBold"/>
                        <a:cs typeface="Montserrat SemiBold"/>
                        <a:sym typeface="Montserrat SemiBold"/>
                      </a:endParaRPr>
                    </a:p>
                  </a:txBody>
                  <a:tcPr marL="63500" marR="63500" marT="63500" marB="635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666666"/>
                    </a:solidFill>
                  </a:tcPr>
                </a:tc>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&gt;</a:t>
                      </a:r>
                      <a:endParaRPr sz="1800">
                        <a:solidFill>
                          <a:srgbClr val="FFFFFF"/>
                        </a:solidFill>
                        <a:latin typeface="Montserrat SemiBold"/>
                        <a:ea typeface="Montserrat SemiBold"/>
                        <a:cs typeface="Montserrat SemiBold"/>
                        <a:sym typeface="Montserrat SemiBold"/>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1124700">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IMPERFECTO</a:t>
                      </a:r>
                      <a:endParaRPr/>
                    </a:p>
                  </a:txBody>
                  <a:tcPr marL="91425" marR="91425" marT="91425" marB="91425" anchor="ct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a:p>
                  </a:txBody>
                  <a:tcPr marL="91425" marR="91425" marT="91425" marB="91425">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1124700">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AORISTO</a:t>
                      </a:r>
                      <a:endParaRPr/>
                    </a:p>
                  </a:txBody>
                  <a:tcPr marL="91425" marR="91425" marT="91425" marB="91425" anchor="ct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a:p>
                  </a:txBody>
                  <a:tcPr marL="91425" marR="91425" marT="91425" marB="91425">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1124700">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FUTURO</a:t>
                      </a:r>
                      <a:endParaRPr/>
                    </a:p>
                  </a:txBody>
                  <a:tcPr marL="91425" marR="91425" marT="91425" marB="91425" anchor="ctr">
                    <a:lnR w="9525" cap="flat" cmpd="sng">
                      <a:solidFill>
                        <a:srgbClr val="9E9E9E"/>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1124700">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PERFECTO</a:t>
                      </a:r>
                      <a:endParaRPr/>
                    </a:p>
                  </a:txBody>
                  <a:tcPr marL="91425" marR="91425" marT="91425" marB="91425" anchor="ctr">
                    <a:lnR w="9525" cap="flat" cmpd="sng">
                      <a:solidFill>
                        <a:srgbClr val="9E9E9E"/>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1124700">
                <a:tc>
                  <a:txBody>
                    <a:bodyPr/>
                    <a:lstStyle/>
                    <a:p>
                      <a:pPr marL="0" lvl="0" indent="0" algn="ctr" rtl="0">
                        <a:spcBef>
                          <a:spcPts val="0"/>
                        </a:spcBef>
                        <a:spcAft>
                          <a:spcPts val="0"/>
                        </a:spcAft>
                        <a:buNone/>
                      </a:pPr>
                      <a:r>
                        <a:rPr lang="es-419" sz="1800">
                          <a:solidFill>
                            <a:srgbClr val="FFFFFF"/>
                          </a:solidFill>
                          <a:latin typeface="Montserrat SemiBold"/>
                          <a:ea typeface="Montserrat SemiBold"/>
                          <a:cs typeface="Montserrat SemiBold"/>
                          <a:sym typeface="Montserrat SemiBold"/>
                        </a:rPr>
                        <a:t>PERFECTO MED / PASIVO</a:t>
                      </a:r>
                      <a:endParaRPr sz="1800">
                        <a:solidFill>
                          <a:srgbClr val="FFFFFF"/>
                        </a:solidFill>
                        <a:latin typeface="Montserrat SemiBold"/>
                        <a:ea typeface="Montserrat SemiBold"/>
                        <a:cs typeface="Montserrat SemiBold"/>
                        <a:sym typeface="Montserrat SemiBold"/>
                      </a:endParaRPr>
                    </a:p>
                  </a:txBody>
                  <a:tcPr marL="91425" marR="91425" marT="91425" marB="91425" anchor="ctr">
                    <a:lnR w="9525" cap="flat" cmpd="sng">
                      <a:solidFill>
                        <a:srgbClr val="9E9E9E"/>
                      </a:solidFill>
                      <a:prstDash val="solid"/>
                      <a:round/>
                      <a:headEnd type="none" w="sm" len="sm"/>
                      <a:tailEnd type="none" w="sm" len="sm"/>
                    </a:lnR>
                    <a:lnT w="12700" cap="flat" cmpd="sng">
                      <a:solidFill>
                        <a:srgbClr val="000000"/>
                      </a:solidFill>
                      <a:prstDash val="solid"/>
                      <a:round/>
                      <a:headEnd type="none" w="sm" len="sm"/>
                      <a:tailEnd type="none" w="sm" len="sm"/>
                    </a:lnT>
                    <a:solidFill>
                      <a:srgbClr val="666666"/>
                    </a:solidFill>
                  </a:tcPr>
                </a:tc>
                <a:tc>
                  <a:txBody>
                    <a:bodyPr/>
                    <a:lstStyle/>
                    <a:p>
                      <a:pPr marL="0" lvl="0" indent="0" algn="l" rtl="0">
                        <a:spcBef>
                          <a:spcPts val="0"/>
                        </a:spcBef>
                        <a:spcAft>
                          <a:spcPts val="0"/>
                        </a:spcAft>
                        <a:buNone/>
                      </a:pP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398" name="Google Shape;398;p50"/>
          <p:cNvSpPr txBox="1">
            <a:spLocks noGrp="1"/>
          </p:cNvSpPr>
          <p:nvPr>
            <p:ph type="ctrTitle"/>
          </p:nvPr>
        </p:nvSpPr>
        <p:spPr>
          <a:xfrm>
            <a:off x="2131525" y="613375"/>
            <a:ext cx="10892100" cy="19320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1200"/>
              </a:spcBef>
              <a:spcAft>
                <a:spcPts val="1200"/>
              </a:spcAft>
              <a:buNone/>
            </a:pPr>
            <a:r>
              <a:rPr lang="es-419" sz="11000">
                <a:solidFill>
                  <a:srgbClr val="434343"/>
                </a:solidFill>
              </a:rPr>
              <a:t>βάλλω</a:t>
            </a:r>
            <a:endParaRPr sz="11000">
              <a:solidFill>
                <a:srgbClr val="434343"/>
              </a:solidFill>
            </a:endParaRPr>
          </a:p>
        </p:txBody>
      </p:sp>
      <p:sp>
        <p:nvSpPr>
          <p:cNvPr id="399" name="Google Shape;399;p50"/>
          <p:cNvSpPr txBox="1"/>
          <p:nvPr/>
        </p:nvSpPr>
        <p:spPr>
          <a:xfrm>
            <a:off x="4046325" y="2445125"/>
            <a:ext cx="59421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βάλλεις</a:t>
            </a:r>
            <a:endParaRPr sz="6300" b="1">
              <a:solidFill>
                <a:schemeClr val="accent1"/>
              </a:solidFill>
              <a:latin typeface="Didact Gothic"/>
              <a:ea typeface="Didact Gothic"/>
              <a:cs typeface="Didact Gothic"/>
              <a:sym typeface="Didact Gothic"/>
            </a:endParaRPr>
          </a:p>
        </p:txBody>
      </p:sp>
      <p:sp>
        <p:nvSpPr>
          <p:cNvPr id="400" name="Google Shape;400;p50"/>
          <p:cNvSpPr txBox="1"/>
          <p:nvPr/>
        </p:nvSpPr>
        <p:spPr>
          <a:xfrm>
            <a:off x="4046325" y="3588125"/>
            <a:ext cx="59421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ἔβαλλες</a:t>
            </a:r>
            <a:endParaRPr sz="6300" b="1">
              <a:solidFill>
                <a:schemeClr val="accent1"/>
              </a:solidFill>
              <a:latin typeface="Didact Gothic"/>
              <a:ea typeface="Didact Gothic"/>
              <a:cs typeface="Didact Gothic"/>
              <a:sym typeface="Didact Gothic"/>
            </a:endParaRPr>
          </a:p>
        </p:txBody>
      </p:sp>
      <p:sp>
        <p:nvSpPr>
          <p:cNvPr id="401" name="Google Shape;401;p50"/>
          <p:cNvSpPr txBox="1"/>
          <p:nvPr/>
        </p:nvSpPr>
        <p:spPr>
          <a:xfrm>
            <a:off x="4046325" y="4731125"/>
            <a:ext cx="59421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s-419" sz="6300" b="1">
                <a:solidFill>
                  <a:schemeClr val="accent1"/>
                </a:solidFill>
                <a:latin typeface="Didact Gothic"/>
                <a:ea typeface="Didact Gothic"/>
                <a:cs typeface="Didact Gothic"/>
                <a:sym typeface="Didact Gothic"/>
              </a:rPr>
              <a:t>ἔβαλες</a:t>
            </a:r>
            <a:endParaRPr sz="6300" b="1">
              <a:solidFill>
                <a:schemeClr val="accent1"/>
              </a:solidFill>
              <a:latin typeface="Didact Gothic"/>
              <a:ea typeface="Didact Gothic"/>
              <a:cs typeface="Didact Gothic"/>
              <a:sym typeface="Didact Gothic"/>
            </a:endParaRPr>
          </a:p>
          <a:p>
            <a:pPr marL="0" lvl="0" indent="0" algn="l" rtl="0">
              <a:lnSpc>
                <a:spcPct val="115000"/>
              </a:lnSpc>
              <a:spcBef>
                <a:spcPts val="1200"/>
              </a:spcBef>
              <a:spcAft>
                <a:spcPts val="1200"/>
              </a:spcAft>
              <a:buNone/>
            </a:pPr>
            <a:endParaRPr sz="6300" b="1">
              <a:solidFill>
                <a:schemeClr val="accent1"/>
              </a:solidFill>
              <a:latin typeface="Didact Gothic"/>
              <a:ea typeface="Didact Gothic"/>
              <a:cs typeface="Didact Gothic"/>
              <a:sym typeface="Didact Gothic"/>
            </a:endParaRPr>
          </a:p>
        </p:txBody>
      </p:sp>
      <p:sp>
        <p:nvSpPr>
          <p:cNvPr id="402" name="Google Shape;402;p50"/>
          <p:cNvSpPr txBox="1"/>
          <p:nvPr/>
        </p:nvSpPr>
        <p:spPr>
          <a:xfrm>
            <a:off x="4046325" y="5874125"/>
            <a:ext cx="59421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βαλεῖς</a:t>
            </a:r>
            <a:endParaRPr sz="6300" b="1">
              <a:solidFill>
                <a:schemeClr val="accent1"/>
              </a:solidFill>
              <a:latin typeface="Didact Gothic"/>
              <a:ea typeface="Didact Gothic"/>
              <a:cs typeface="Didact Gothic"/>
              <a:sym typeface="Didact Gothic"/>
            </a:endParaRPr>
          </a:p>
        </p:txBody>
      </p:sp>
      <p:sp>
        <p:nvSpPr>
          <p:cNvPr id="403" name="Google Shape;403;p50"/>
          <p:cNvSpPr txBox="1"/>
          <p:nvPr/>
        </p:nvSpPr>
        <p:spPr>
          <a:xfrm>
            <a:off x="4046325" y="7017125"/>
            <a:ext cx="59421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βέβληκας</a:t>
            </a:r>
            <a:endParaRPr sz="6300" b="1">
              <a:solidFill>
                <a:schemeClr val="accent1"/>
              </a:solidFill>
              <a:latin typeface="Didact Gothic"/>
              <a:ea typeface="Didact Gothic"/>
              <a:cs typeface="Didact Gothic"/>
              <a:sym typeface="Didact Gothic"/>
            </a:endParaRPr>
          </a:p>
        </p:txBody>
      </p:sp>
      <p:sp>
        <p:nvSpPr>
          <p:cNvPr id="404" name="Google Shape;404;p50"/>
          <p:cNvSpPr txBox="1"/>
          <p:nvPr/>
        </p:nvSpPr>
        <p:spPr>
          <a:xfrm>
            <a:off x="4046325" y="8160125"/>
            <a:ext cx="59421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βέβλησαι</a:t>
            </a:r>
            <a:endParaRPr sz="6300" b="1">
              <a:solidFill>
                <a:schemeClr val="accent1"/>
              </a:solidFill>
              <a:latin typeface="Didact Gothic"/>
              <a:ea typeface="Didact Gothic"/>
              <a:cs typeface="Didact Gothic"/>
              <a:sym typeface="Didact Gothic"/>
            </a:endParaRPr>
          </a:p>
        </p:txBody>
      </p:sp>
      <p:sp>
        <p:nvSpPr>
          <p:cNvPr id="405" name="Google Shape;405;p50"/>
          <p:cNvSpPr txBox="1"/>
          <p:nvPr/>
        </p:nvSpPr>
        <p:spPr>
          <a:xfrm>
            <a:off x="693525" y="1149725"/>
            <a:ext cx="1437900" cy="9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s-419" sz="6300" b="1">
                <a:solidFill>
                  <a:schemeClr val="accent1"/>
                </a:solidFill>
                <a:latin typeface="Didact Gothic"/>
                <a:ea typeface="Didact Gothic"/>
                <a:cs typeface="Didact Gothic"/>
                <a:sym typeface="Didact Gothic"/>
              </a:rPr>
              <a:t>2S :</a:t>
            </a:r>
            <a:endParaRPr sz="6300" b="1">
              <a:solidFill>
                <a:schemeClr val="accent1"/>
              </a:solidFill>
              <a:latin typeface="Didact Gothic"/>
              <a:ea typeface="Didact Gothic"/>
              <a:cs typeface="Didact Gothic"/>
              <a:sym typeface="Didact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0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0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0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51"/>
          <p:cNvSpPr txBox="1">
            <a:spLocks noGrp="1"/>
          </p:cNvSpPr>
          <p:nvPr>
            <p:ph type="ctrTitle"/>
          </p:nvPr>
        </p:nvSpPr>
        <p:spPr>
          <a:xfrm>
            <a:off x="697650" y="4298775"/>
            <a:ext cx="16164600" cy="1432500"/>
          </a:xfrm>
          <a:prstGeom prst="rect">
            <a:avLst/>
          </a:prstGeom>
          <a:noFill/>
          <a:ln>
            <a:noFill/>
          </a:ln>
        </p:spPr>
        <p:txBody>
          <a:bodyPr spcFirstLastPara="1" wrap="square" lIns="156175" tIns="156175" rIns="156175" bIns="156175" anchor="ctr" anchorCtr="0">
            <a:noAutofit/>
          </a:bodyPr>
          <a:lstStyle/>
          <a:p>
            <a:pPr marL="0" lvl="0" indent="0" algn="l" rtl="0">
              <a:lnSpc>
                <a:spcPct val="115000"/>
              </a:lnSpc>
              <a:spcBef>
                <a:spcPts val="0"/>
              </a:spcBef>
              <a:spcAft>
                <a:spcPts val="0"/>
              </a:spcAft>
              <a:buNone/>
            </a:pPr>
            <a:r>
              <a:rPr lang="es-419" sz="15000" b="0">
                <a:solidFill>
                  <a:srgbClr val="434343"/>
                </a:solidFill>
                <a:latin typeface="Bebas Neue"/>
                <a:ea typeface="Bebas Neue"/>
                <a:cs typeface="Bebas Neue"/>
                <a:sym typeface="Bebas Neue"/>
              </a:rPr>
              <a:t>III. Paradigmas</a:t>
            </a:r>
            <a:endParaRPr sz="15000" b="0">
              <a:solidFill>
                <a:srgbClr val="434343"/>
              </a:solidFill>
              <a:latin typeface="Bebas Neue"/>
              <a:ea typeface="Bebas Neue"/>
              <a:cs typeface="Bebas Neue"/>
              <a:sym typeface="Bebas Neue"/>
            </a:endParaRPr>
          </a:p>
        </p:txBody>
      </p:sp>
      <p:sp>
        <p:nvSpPr>
          <p:cNvPr id="411" name="Google Shape;411;p51"/>
          <p:cNvSpPr/>
          <p:nvPr/>
        </p:nvSpPr>
        <p:spPr>
          <a:xfrm>
            <a:off x="873700" y="5937150"/>
            <a:ext cx="9561000" cy="163800"/>
          </a:xfrm>
          <a:prstGeom prst="rect">
            <a:avLst/>
          </a:prstGeom>
          <a:gradFill>
            <a:gsLst>
              <a:gs pos="0">
                <a:srgbClr val="487BAC"/>
              </a:gs>
              <a:gs pos="100000">
                <a:srgbClr val="6E84B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p52"/>
          <p:cNvSpPr txBox="1">
            <a:spLocks noGrp="1"/>
          </p:cNvSpPr>
          <p:nvPr>
            <p:ph type="ctrTitle"/>
          </p:nvPr>
        </p:nvSpPr>
        <p:spPr>
          <a:xfrm>
            <a:off x="1112325" y="3917775"/>
            <a:ext cx="16494000" cy="1432500"/>
          </a:xfrm>
          <a:prstGeom prst="rect">
            <a:avLst/>
          </a:prstGeom>
          <a:noFill/>
          <a:ln>
            <a:noFill/>
          </a:ln>
        </p:spPr>
        <p:txBody>
          <a:bodyPr spcFirstLastPara="1" wrap="square" lIns="156175" tIns="156175" rIns="156175" bIns="156175" anchor="ctr" anchorCtr="0">
            <a:noAutofit/>
          </a:bodyPr>
          <a:lstStyle/>
          <a:p>
            <a:pPr marL="0" lvl="0" indent="0" algn="l" rtl="0">
              <a:lnSpc>
                <a:spcPct val="115000"/>
              </a:lnSpc>
              <a:spcBef>
                <a:spcPts val="0"/>
              </a:spcBef>
              <a:spcAft>
                <a:spcPts val="0"/>
              </a:spcAft>
              <a:buSzPts val="7200"/>
              <a:buNone/>
            </a:pPr>
            <a:r>
              <a:rPr lang="es-419" sz="12800" i="1">
                <a:solidFill>
                  <a:srgbClr val="434343"/>
                </a:solidFill>
                <a:latin typeface="Cardo"/>
                <a:ea typeface="Cardo"/>
                <a:cs typeface="Cardo"/>
                <a:sym typeface="Cardo"/>
              </a:rPr>
              <a:t>ἀκούω</a:t>
            </a:r>
            <a:endParaRPr sz="12800" i="1">
              <a:solidFill>
                <a:srgbClr val="434343"/>
              </a:solidFill>
              <a:latin typeface="Cardo"/>
              <a:ea typeface="Cardo"/>
              <a:cs typeface="Cardo"/>
              <a:sym typeface="Cardo"/>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graphicFrame>
        <p:nvGraphicFramePr>
          <p:cNvPr id="421" name="Google Shape;421;p53"/>
          <p:cNvGraphicFramePr/>
          <p:nvPr/>
        </p:nvGraphicFramePr>
        <p:xfrm>
          <a:off x="470275" y="3205588"/>
          <a:ext cx="11077325" cy="4952725"/>
        </p:xfrm>
        <a:graphic>
          <a:graphicData uri="http://schemas.openxmlformats.org/drawingml/2006/table">
            <a:tbl>
              <a:tblPr>
                <a:noFill/>
                <a:tableStyleId>{2B22CA8F-BFF6-4F2E-A46A-7FD96E287156}</a:tableStyleId>
              </a:tblPr>
              <a:tblGrid>
                <a:gridCol w="1141350">
                  <a:extLst>
                    <a:ext uri="{9D8B030D-6E8A-4147-A177-3AD203B41FA5}">
                      <a16:colId xmlns:a16="http://schemas.microsoft.com/office/drawing/2014/main" val="20000"/>
                    </a:ext>
                  </a:extLst>
                </a:gridCol>
                <a:gridCol w="5075525">
                  <a:extLst>
                    <a:ext uri="{9D8B030D-6E8A-4147-A177-3AD203B41FA5}">
                      <a16:colId xmlns:a16="http://schemas.microsoft.com/office/drawing/2014/main" val="20001"/>
                    </a:ext>
                  </a:extLst>
                </a:gridCol>
                <a:gridCol w="4860450">
                  <a:extLst>
                    <a:ext uri="{9D8B030D-6E8A-4147-A177-3AD203B41FA5}">
                      <a16:colId xmlns:a16="http://schemas.microsoft.com/office/drawing/2014/main" val="20002"/>
                    </a:ext>
                  </a:extLst>
                </a:gridCol>
              </a:tblGrid>
              <a:tr h="793900">
                <a:tc>
                  <a:txBody>
                    <a:bodyPr/>
                    <a:lstStyle/>
                    <a:p>
                      <a:pPr marL="0" lvl="0" indent="0" algn="l" rtl="0">
                        <a:spcBef>
                          <a:spcPts val="0"/>
                        </a:spcBef>
                        <a:spcAft>
                          <a:spcPts val="0"/>
                        </a:spcAft>
                        <a:buNone/>
                      </a:pPr>
                      <a:endParaRPr>
                        <a:solidFill>
                          <a:schemeClr val="lt1"/>
                        </a:solidFill>
                      </a:endParaRPr>
                    </a:p>
                  </a:txBody>
                  <a:tcPr marL="114300" marR="114300" marT="114300" marB="114300">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marR="0" lvl="0" indent="0" algn="l" rtl="0">
                        <a:lnSpc>
                          <a:spcPct val="115000"/>
                        </a:lnSpc>
                        <a:spcBef>
                          <a:spcPts val="1100"/>
                        </a:spcBef>
                        <a:spcAft>
                          <a:spcPts val="0"/>
                        </a:spcAft>
                        <a:buNone/>
                      </a:pPr>
                      <a:r>
                        <a:rPr lang="es-419" sz="3000">
                          <a:solidFill>
                            <a:schemeClr val="lt1"/>
                          </a:solidFill>
                          <a:latin typeface="Montserrat SemiBold"/>
                          <a:ea typeface="Montserrat SemiBold"/>
                          <a:cs typeface="Montserrat SemiBold"/>
                          <a:sym typeface="Montserrat SemiBold"/>
                        </a:rPr>
                        <a:t>SINGULAR</a:t>
                      </a:r>
                      <a:endParaRPr sz="3000">
                        <a:solidFill>
                          <a:schemeClr val="lt1"/>
                        </a:solidFill>
                        <a:latin typeface="Montserrat SemiBold"/>
                        <a:ea typeface="Montserrat SemiBold"/>
                        <a:cs typeface="Montserrat SemiBold"/>
                        <a:sym typeface="Montserrat SemiBold"/>
                      </a:endParaRPr>
                    </a:p>
                  </a:txBody>
                  <a:tcPr marL="114300" marR="114300" marT="114300" marB="114300">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marR="0" lvl="0" indent="0" algn="l" rtl="0">
                        <a:lnSpc>
                          <a:spcPct val="115000"/>
                        </a:lnSpc>
                        <a:spcBef>
                          <a:spcPts val="1100"/>
                        </a:spcBef>
                        <a:spcAft>
                          <a:spcPts val="0"/>
                        </a:spcAft>
                        <a:buNone/>
                      </a:pPr>
                      <a:r>
                        <a:rPr lang="es-419" sz="3000">
                          <a:solidFill>
                            <a:schemeClr val="lt1"/>
                          </a:solidFill>
                          <a:latin typeface="Montserrat SemiBold"/>
                          <a:ea typeface="Montserrat SemiBold"/>
                          <a:cs typeface="Montserrat SemiBold"/>
                          <a:sym typeface="Montserrat SemiBold"/>
                        </a:rPr>
                        <a:t>PLURAL</a:t>
                      </a:r>
                      <a:endParaRPr sz="3000">
                        <a:solidFill>
                          <a:schemeClr val="lt1"/>
                        </a:solidFill>
                        <a:latin typeface="Montserrat SemiBold"/>
                        <a:ea typeface="Montserrat SemiBold"/>
                        <a:cs typeface="Montserrat SemiBold"/>
                        <a:sym typeface="Montserrat SemiBold"/>
                      </a:endParaRPr>
                    </a:p>
                  </a:txBody>
                  <a:tcPr marL="114300" marR="114300" marT="114300" marB="114300">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extLst>
                  <a:ext uri="{0D108BD9-81ED-4DB2-BD59-A6C34878D82A}">
                    <a16:rowId xmlns:a16="http://schemas.microsoft.com/office/drawing/2014/main" val="10000"/>
                  </a:ext>
                </a:extLst>
              </a:tr>
              <a:tr h="1386275">
                <a:tc>
                  <a:txBody>
                    <a:bodyPr/>
                    <a:lstStyle/>
                    <a:p>
                      <a:pPr marL="0" marR="0" lvl="0" indent="0" algn="ctr" rtl="0">
                        <a:lnSpc>
                          <a:spcPct val="115000"/>
                        </a:lnSpc>
                        <a:spcBef>
                          <a:spcPts val="2200"/>
                        </a:spcBef>
                        <a:spcAft>
                          <a:spcPts val="1100"/>
                        </a:spcAft>
                        <a:buNone/>
                      </a:pPr>
                      <a:r>
                        <a:rPr lang="es-419" sz="2500">
                          <a:solidFill>
                            <a:schemeClr val="lt1"/>
                          </a:solidFill>
                          <a:latin typeface="Montserrat SemiBold"/>
                          <a:ea typeface="Montserrat SemiBold"/>
                          <a:cs typeface="Montserrat SemiBold"/>
                          <a:sym typeface="Montserrat SemiBold"/>
                        </a:rPr>
                        <a:t>1ra</a:t>
                      </a:r>
                      <a:endParaRPr sz="2500">
                        <a:solidFill>
                          <a:schemeClr val="lt1"/>
                        </a:solidFill>
                        <a:latin typeface="Montserrat SemiBold"/>
                        <a:ea typeface="Montserrat SemiBold"/>
                        <a:cs typeface="Montserrat SemiBold"/>
                        <a:sym typeface="Montserrat SemiBold"/>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1"/>
                  </a:ext>
                </a:extLst>
              </a:tr>
              <a:tr h="1386275">
                <a:tc>
                  <a:txBody>
                    <a:bodyPr/>
                    <a:lstStyle/>
                    <a:p>
                      <a:pPr marL="0" marR="0" lvl="0" indent="0" algn="ctr" rtl="0">
                        <a:lnSpc>
                          <a:spcPct val="115000"/>
                        </a:lnSpc>
                        <a:spcBef>
                          <a:spcPts val="2200"/>
                        </a:spcBef>
                        <a:spcAft>
                          <a:spcPts val="1100"/>
                        </a:spcAft>
                        <a:buNone/>
                      </a:pPr>
                      <a:r>
                        <a:rPr lang="es-419" sz="2500">
                          <a:solidFill>
                            <a:schemeClr val="lt1"/>
                          </a:solidFill>
                          <a:latin typeface="Montserrat SemiBold"/>
                          <a:ea typeface="Montserrat SemiBold"/>
                          <a:cs typeface="Montserrat SemiBold"/>
                          <a:sym typeface="Montserrat SemiBold"/>
                        </a:rPr>
                        <a:t>2da</a:t>
                      </a:r>
                      <a:endParaRPr sz="2500">
                        <a:solidFill>
                          <a:schemeClr val="lt1"/>
                        </a:solidFill>
                        <a:latin typeface="Montserrat SemiBold"/>
                        <a:ea typeface="Montserrat SemiBold"/>
                        <a:cs typeface="Montserrat SemiBold"/>
                        <a:sym typeface="Montserrat SemiBold"/>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2"/>
                  </a:ext>
                </a:extLst>
              </a:tr>
              <a:tr h="1386275">
                <a:tc>
                  <a:txBody>
                    <a:bodyPr/>
                    <a:lstStyle/>
                    <a:p>
                      <a:pPr marL="0" marR="0" lvl="0" indent="0" algn="ctr" rtl="0">
                        <a:lnSpc>
                          <a:spcPct val="115000"/>
                        </a:lnSpc>
                        <a:spcBef>
                          <a:spcPts val="2200"/>
                        </a:spcBef>
                        <a:spcAft>
                          <a:spcPts val="1100"/>
                        </a:spcAft>
                        <a:buNone/>
                      </a:pPr>
                      <a:r>
                        <a:rPr lang="es-419" sz="2500">
                          <a:solidFill>
                            <a:schemeClr val="lt1"/>
                          </a:solidFill>
                          <a:latin typeface="Montserrat SemiBold"/>
                          <a:ea typeface="Montserrat SemiBold"/>
                          <a:cs typeface="Montserrat SemiBold"/>
                          <a:sym typeface="Montserrat SemiBold"/>
                        </a:rPr>
                        <a:t>3ra</a:t>
                      </a:r>
                      <a:endParaRPr sz="2500">
                        <a:solidFill>
                          <a:schemeClr val="lt1"/>
                        </a:solidFill>
                        <a:latin typeface="Montserrat SemiBold"/>
                        <a:ea typeface="Montserrat SemiBold"/>
                        <a:cs typeface="Montserrat SemiBold"/>
                        <a:sym typeface="Montserrat SemiBold"/>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422" name="Google Shape;422;p53"/>
          <p:cNvSpPr txBox="1"/>
          <p:nvPr/>
        </p:nvSpPr>
        <p:spPr>
          <a:xfrm>
            <a:off x="1598100" y="3778887"/>
            <a:ext cx="3719100" cy="4236600"/>
          </a:xfrm>
          <a:prstGeom prst="rect">
            <a:avLst/>
          </a:prstGeom>
          <a:noFill/>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s-419" sz="4600" dirty="0" err="1">
                <a:latin typeface="GFS Didot"/>
                <a:ea typeface="GFS Didot"/>
                <a:cs typeface="GFS Didot"/>
                <a:sym typeface="GFS Didot"/>
              </a:rPr>
              <a:t>ἀκούω</a:t>
            </a:r>
            <a:endParaRPr sz="4600" dirty="0">
              <a:latin typeface="GFS Didot"/>
              <a:ea typeface="GFS Didot"/>
              <a:cs typeface="GFS Didot"/>
              <a:sym typeface="GFS Didot"/>
            </a:endParaRPr>
          </a:p>
          <a:p>
            <a:pPr marL="0" lvl="0" indent="0" algn="l" rtl="0">
              <a:lnSpc>
                <a:spcPct val="200000"/>
              </a:lnSpc>
              <a:spcBef>
                <a:spcPts val="0"/>
              </a:spcBef>
              <a:spcAft>
                <a:spcPts val="0"/>
              </a:spcAft>
              <a:buNone/>
            </a:pPr>
            <a:r>
              <a:rPr lang="es-419" sz="4600" dirty="0" err="1">
                <a:latin typeface="GFS Didot"/>
                <a:ea typeface="GFS Didot"/>
                <a:cs typeface="GFS Didot"/>
                <a:sym typeface="GFS Didot"/>
              </a:rPr>
              <a:t>ἀκούεις</a:t>
            </a:r>
            <a:endParaRPr sz="4600" dirty="0">
              <a:latin typeface="GFS Didot"/>
              <a:ea typeface="GFS Didot"/>
              <a:cs typeface="GFS Didot"/>
              <a:sym typeface="GFS Didot"/>
            </a:endParaRPr>
          </a:p>
          <a:p>
            <a:pPr marL="0" lvl="0" indent="0" algn="l" rtl="0">
              <a:lnSpc>
                <a:spcPct val="200000"/>
              </a:lnSpc>
              <a:spcBef>
                <a:spcPts val="0"/>
              </a:spcBef>
              <a:spcAft>
                <a:spcPts val="0"/>
              </a:spcAft>
              <a:buNone/>
            </a:pPr>
            <a:r>
              <a:rPr lang="es-419" sz="4600" dirty="0" err="1">
                <a:latin typeface="GFS Didot"/>
                <a:ea typeface="GFS Didot"/>
                <a:cs typeface="GFS Didot"/>
                <a:sym typeface="GFS Didot"/>
              </a:rPr>
              <a:t>ἀκούει</a:t>
            </a:r>
            <a:endParaRPr sz="4600" dirty="0">
              <a:latin typeface="GFS Didot"/>
              <a:ea typeface="GFS Didot"/>
              <a:cs typeface="GFS Didot"/>
              <a:sym typeface="GFS Didot"/>
            </a:endParaRPr>
          </a:p>
        </p:txBody>
      </p:sp>
      <p:sp>
        <p:nvSpPr>
          <p:cNvPr id="423" name="Google Shape;423;p53"/>
          <p:cNvSpPr txBox="1"/>
          <p:nvPr/>
        </p:nvSpPr>
        <p:spPr>
          <a:xfrm>
            <a:off x="6703500" y="3778887"/>
            <a:ext cx="3574800" cy="4236600"/>
          </a:xfrm>
          <a:prstGeom prst="rect">
            <a:avLst/>
          </a:prstGeom>
          <a:noFill/>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s-419" sz="4600">
                <a:latin typeface="GFS Didot"/>
                <a:ea typeface="GFS Didot"/>
                <a:cs typeface="GFS Didot"/>
                <a:sym typeface="GFS Didot"/>
              </a:rPr>
              <a:t>ἀκούομεν</a:t>
            </a:r>
            <a:endParaRPr sz="4600">
              <a:latin typeface="GFS Didot"/>
              <a:ea typeface="GFS Didot"/>
              <a:cs typeface="GFS Didot"/>
              <a:sym typeface="GFS Didot"/>
            </a:endParaRPr>
          </a:p>
          <a:p>
            <a:pPr marL="0" lvl="0" indent="0" algn="l" rtl="0">
              <a:lnSpc>
                <a:spcPct val="200000"/>
              </a:lnSpc>
              <a:spcBef>
                <a:spcPts val="0"/>
              </a:spcBef>
              <a:spcAft>
                <a:spcPts val="0"/>
              </a:spcAft>
              <a:buNone/>
            </a:pPr>
            <a:r>
              <a:rPr lang="es-419" sz="4600">
                <a:latin typeface="GFS Didot"/>
                <a:ea typeface="GFS Didot"/>
                <a:cs typeface="GFS Didot"/>
                <a:sym typeface="GFS Didot"/>
              </a:rPr>
              <a:t>ἀκούετε</a:t>
            </a:r>
            <a:endParaRPr sz="4600">
              <a:latin typeface="GFS Didot"/>
              <a:ea typeface="GFS Didot"/>
              <a:cs typeface="GFS Didot"/>
              <a:sym typeface="GFS Didot"/>
            </a:endParaRPr>
          </a:p>
          <a:p>
            <a:pPr marL="0" lvl="0" indent="0" algn="l" rtl="0">
              <a:lnSpc>
                <a:spcPct val="200000"/>
              </a:lnSpc>
              <a:spcBef>
                <a:spcPts val="0"/>
              </a:spcBef>
              <a:spcAft>
                <a:spcPts val="0"/>
              </a:spcAft>
              <a:buNone/>
            </a:pPr>
            <a:r>
              <a:rPr lang="es-419" sz="4600">
                <a:latin typeface="GFS Didot"/>
                <a:ea typeface="GFS Didot"/>
                <a:cs typeface="GFS Didot"/>
                <a:sym typeface="GFS Didot"/>
              </a:rPr>
              <a:t>ἀκούουσι(ν)</a:t>
            </a:r>
            <a:endParaRPr sz="4600">
              <a:latin typeface="GFS Didot"/>
              <a:ea typeface="GFS Didot"/>
              <a:cs typeface="GFS Didot"/>
              <a:sym typeface="GFS Didot"/>
            </a:endParaRPr>
          </a:p>
        </p:txBody>
      </p:sp>
      <p:sp>
        <p:nvSpPr>
          <p:cNvPr id="424" name="Google Shape;424;p53"/>
          <p:cNvSpPr txBox="1"/>
          <p:nvPr/>
        </p:nvSpPr>
        <p:spPr>
          <a:xfrm>
            <a:off x="468300" y="1201225"/>
            <a:ext cx="15377400" cy="1070700"/>
          </a:xfrm>
          <a:prstGeom prst="rect">
            <a:avLst/>
          </a:prstGeom>
          <a:noFill/>
          <a:ln>
            <a:noFill/>
          </a:ln>
        </p:spPr>
        <p:txBody>
          <a:bodyPr spcFirstLastPara="1" wrap="square" lIns="156175" tIns="156175" rIns="156175" bIns="156175" anchor="t" anchorCtr="0">
            <a:noAutofit/>
          </a:bodyPr>
          <a:lstStyle/>
          <a:p>
            <a:pPr marL="0" lvl="0" indent="0" algn="l" rtl="0">
              <a:spcBef>
                <a:spcPts val="0"/>
              </a:spcBef>
              <a:spcAft>
                <a:spcPts val="0"/>
              </a:spcAft>
              <a:buNone/>
            </a:pPr>
            <a:r>
              <a:rPr lang="es-419" sz="7100">
                <a:latin typeface="Bebas Neue"/>
                <a:ea typeface="Bebas Neue"/>
                <a:cs typeface="Bebas Neue"/>
                <a:sym typeface="Bebas Neue"/>
              </a:rPr>
              <a:t>Presente activo indicativo</a:t>
            </a:r>
            <a:endParaRPr sz="7100">
              <a:latin typeface="Bebas Neue"/>
              <a:ea typeface="Bebas Neue"/>
              <a:cs typeface="Bebas Neue"/>
              <a:sym typeface="Bebas Neu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2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2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23">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23">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2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graphicFrame>
        <p:nvGraphicFramePr>
          <p:cNvPr id="429" name="Google Shape;429;p54"/>
          <p:cNvGraphicFramePr/>
          <p:nvPr/>
        </p:nvGraphicFramePr>
        <p:xfrm>
          <a:off x="470275" y="3205588"/>
          <a:ext cx="11077325" cy="4952725"/>
        </p:xfrm>
        <a:graphic>
          <a:graphicData uri="http://schemas.openxmlformats.org/drawingml/2006/table">
            <a:tbl>
              <a:tblPr>
                <a:noFill/>
                <a:tableStyleId>{2B22CA8F-BFF6-4F2E-A46A-7FD96E287156}</a:tableStyleId>
              </a:tblPr>
              <a:tblGrid>
                <a:gridCol w="1141350">
                  <a:extLst>
                    <a:ext uri="{9D8B030D-6E8A-4147-A177-3AD203B41FA5}">
                      <a16:colId xmlns:a16="http://schemas.microsoft.com/office/drawing/2014/main" val="20000"/>
                    </a:ext>
                  </a:extLst>
                </a:gridCol>
                <a:gridCol w="5075525">
                  <a:extLst>
                    <a:ext uri="{9D8B030D-6E8A-4147-A177-3AD203B41FA5}">
                      <a16:colId xmlns:a16="http://schemas.microsoft.com/office/drawing/2014/main" val="20001"/>
                    </a:ext>
                  </a:extLst>
                </a:gridCol>
                <a:gridCol w="4860450">
                  <a:extLst>
                    <a:ext uri="{9D8B030D-6E8A-4147-A177-3AD203B41FA5}">
                      <a16:colId xmlns:a16="http://schemas.microsoft.com/office/drawing/2014/main" val="20002"/>
                    </a:ext>
                  </a:extLst>
                </a:gridCol>
              </a:tblGrid>
              <a:tr h="793900">
                <a:tc>
                  <a:txBody>
                    <a:bodyPr/>
                    <a:lstStyle/>
                    <a:p>
                      <a:pPr marL="0" lvl="0" indent="0" algn="l" rtl="0">
                        <a:spcBef>
                          <a:spcPts val="0"/>
                        </a:spcBef>
                        <a:spcAft>
                          <a:spcPts val="0"/>
                        </a:spcAft>
                        <a:buNone/>
                      </a:pPr>
                      <a:endParaRPr>
                        <a:solidFill>
                          <a:schemeClr val="lt1"/>
                        </a:solidFill>
                      </a:endParaRPr>
                    </a:p>
                  </a:txBody>
                  <a:tcPr marL="114300" marR="114300" marT="114300" marB="114300">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marR="0" lvl="0" indent="0" algn="l" rtl="0">
                        <a:lnSpc>
                          <a:spcPct val="115000"/>
                        </a:lnSpc>
                        <a:spcBef>
                          <a:spcPts val="1100"/>
                        </a:spcBef>
                        <a:spcAft>
                          <a:spcPts val="0"/>
                        </a:spcAft>
                        <a:buNone/>
                      </a:pPr>
                      <a:r>
                        <a:rPr lang="es-419" sz="3000">
                          <a:solidFill>
                            <a:schemeClr val="lt1"/>
                          </a:solidFill>
                          <a:latin typeface="Montserrat SemiBold"/>
                          <a:ea typeface="Montserrat SemiBold"/>
                          <a:cs typeface="Montserrat SemiBold"/>
                          <a:sym typeface="Montserrat SemiBold"/>
                        </a:rPr>
                        <a:t>SINGULAR</a:t>
                      </a:r>
                      <a:endParaRPr sz="3000">
                        <a:solidFill>
                          <a:schemeClr val="lt1"/>
                        </a:solidFill>
                        <a:latin typeface="Montserrat SemiBold"/>
                        <a:ea typeface="Montserrat SemiBold"/>
                        <a:cs typeface="Montserrat SemiBold"/>
                        <a:sym typeface="Montserrat SemiBold"/>
                      </a:endParaRPr>
                    </a:p>
                  </a:txBody>
                  <a:tcPr marL="114300" marR="114300" marT="114300" marB="114300">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marR="0" lvl="0" indent="0" algn="l" rtl="0">
                        <a:lnSpc>
                          <a:spcPct val="115000"/>
                        </a:lnSpc>
                        <a:spcBef>
                          <a:spcPts val="1100"/>
                        </a:spcBef>
                        <a:spcAft>
                          <a:spcPts val="0"/>
                        </a:spcAft>
                        <a:buNone/>
                      </a:pPr>
                      <a:r>
                        <a:rPr lang="es-419" sz="3000">
                          <a:solidFill>
                            <a:schemeClr val="lt1"/>
                          </a:solidFill>
                          <a:latin typeface="Montserrat SemiBold"/>
                          <a:ea typeface="Montserrat SemiBold"/>
                          <a:cs typeface="Montserrat SemiBold"/>
                          <a:sym typeface="Montserrat SemiBold"/>
                        </a:rPr>
                        <a:t>PLURAL</a:t>
                      </a:r>
                      <a:endParaRPr sz="3000">
                        <a:solidFill>
                          <a:schemeClr val="lt1"/>
                        </a:solidFill>
                        <a:latin typeface="Montserrat SemiBold"/>
                        <a:ea typeface="Montserrat SemiBold"/>
                        <a:cs typeface="Montserrat SemiBold"/>
                        <a:sym typeface="Montserrat SemiBold"/>
                      </a:endParaRPr>
                    </a:p>
                  </a:txBody>
                  <a:tcPr marL="114300" marR="114300" marT="114300" marB="114300">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extLst>
                  <a:ext uri="{0D108BD9-81ED-4DB2-BD59-A6C34878D82A}">
                    <a16:rowId xmlns:a16="http://schemas.microsoft.com/office/drawing/2014/main" val="10000"/>
                  </a:ext>
                </a:extLst>
              </a:tr>
              <a:tr h="1386275">
                <a:tc>
                  <a:txBody>
                    <a:bodyPr/>
                    <a:lstStyle/>
                    <a:p>
                      <a:pPr marL="0" marR="0" lvl="0" indent="0" algn="ctr" rtl="0">
                        <a:lnSpc>
                          <a:spcPct val="115000"/>
                        </a:lnSpc>
                        <a:spcBef>
                          <a:spcPts val="2200"/>
                        </a:spcBef>
                        <a:spcAft>
                          <a:spcPts val="1100"/>
                        </a:spcAft>
                        <a:buNone/>
                      </a:pPr>
                      <a:r>
                        <a:rPr lang="es-419" sz="2500">
                          <a:solidFill>
                            <a:schemeClr val="lt1"/>
                          </a:solidFill>
                          <a:latin typeface="Montserrat SemiBold"/>
                          <a:ea typeface="Montserrat SemiBold"/>
                          <a:cs typeface="Montserrat SemiBold"/>
                          <a:sym typeface="Montserrat SemiBold"/>
                        </a:rPr>
                        <a:t>1ra</a:t>
                      </a:r>
                      <a:endParaRPr sz="2500">
                        <a:solidFill>
                          <a:schemeClr val="lt1"/>
                        </a:solidFill>
                        <a:latin typeface="Montserrat SemiBold"/>
                        <a:ea typeface="Montserrat SemiBold"/>
                        <a:cs typeface="Montserrat SemiBold"/>
                        <a:sym typeface="Montserrat SemiBold"/>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1"/>
                  </a:ext>
                </a:extLst>
              </a:tr>
              <a:tr h="1386275">
                <a:tc>
                  <a:txBody>
                    <a:bodyPr/>
                    <a:lstStyle/>
                    <a:p>
                      <a:pPr marL="0" marR="0" lvl="0" indent="0" algn="ctr" rtl="0">
                        <a:lnSpc>
                          <a:spcPct val="115000"/>
                        </a:lnSpc>
                        <a:spcBef>
                          <a:spcPts val="2200"/>
                        </a:spcBef>
                        <a:spcAft>
                          <a:spcPts val="1100"/>
                        </a:spcAft>
                        <a:buNone/>
                      </a:pPr>
                      <a:r>
                        <a:rPr lang="es-419" sz="2500">
                          <a:solidFill>
                            <a:schemeClr val="lt1"/>
                          </a:solidFill>
                          <a:latin typeface="Montserrat SemiBold"/>
                          <a:ea typeface="Montserrat SemiBold"/>
                          <a:cs typeface="Montserrat SemiBold"/>
                          <a:sym typeface="Montserrat SemiBold"/>
                        </a:rPr>
                        <a:t>2da</a:t>
                      </a:r>
                      <a:endParaRPr sz="2500">
                        <a:solidFill>
                          <a:schemeClr val="lt1"/>
                        </a:solidFill>
                        <a:latin typeface="Montserrat SemiBold"/>
                        <a:ea typeface="Montserrat SemiBold"/>
                        <a:cs typeface="Montserrat SemiBold"/>
                        <a:sym typeface="Montserrat SemiBold"/>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2"/>
                  </a:ext>
                </a:extLst>
              </a:tr>
              <a:tr h="1386275">
                <a:tc>
                  <a:txBody>
                    <a:bodyPr/>
                    <a:lstStyle/>
                    <a:p>
                      <a:pPr marL="0" marR="0" lvl="0" indent="0" algn="ctr" rtl="0">
                        <a:lnSpc>
                          <a:spcPct val="115000"/>
                        </a:lnSpc>
                        <a:spcBef>
                          <a:spcPts val="2200"/>
                        </a:spcBef>
                        <a:spcAft>
                          <a:spcPts val="1100"/>
                        </a:spcAft>
                        <a:buNone/>
                      </a:pPr>
                      <a:r>
                        <a:rPr lang="es-419" sz="2500">
                          <a:solidFill>
                            <a:schemeClr val="lt1"/>
                          </a:solidFill>
                          <a:latin typeface="Montserrat SemiBold"/>
                          <a:ea typeface="Montserrat SemiBold"/>
                          <a:cs typeface="Montserrat SemiBold"/>
                          <a:sym typeface="Montserrat SemiBold"/>
                        </a:rPr>
                        <a:t>3ra</a:t>
                      </a:r>
                      <a:endParaRPr sz="2500">
                        <a:solidFill>
                          <a:schemeClr val="lt1"/>
                        </a:solidFill>
                        <a:latin typeface="Montserrat SemiBold"/>
                        <a:ea typeface="Montserrat SemiBold"/>
                        <a:cs typeface="Montserrat SemiBold"/>
                        <a:sym typeface="Montserrat SemiBold"/>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430" name="Google Shape;430;p54"/>
          <p:cNvSpPr txBox="1"/>
          <p:nvPr/>
        </p:nvSpPr>
        <p:spPr>
          <a:xfrm>
            <a:off x="1598100" y="3778887"/>
            <a:ext cx="3719100" cy="4236600"/>
          </a:xfrm>
          <a:prstGeom prst="rect">
            <a:avLst/>
          </a:prstGeom>
          <a:noFill/>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s-419" sz="4600" dirty="0" err="1">
                <a:latin typeface="GFS Didot"/>
                <a:ea typeface="GFS Didot"/>
                <a:cs typeface="GFS Didot"/>
                <a:sym typeface="GFS Didot"/>
              </a:rPr>
              <a:t>ἤκουον</a:t>
            </a:r>
            <a:endParaRPr sz="4600" dirty="0">
              <a:latin typeface="GFS Didot"/>
              <a:ea typeface="GFS Didot"/>
              <a:cs typeface="GFS Didot"/>
              <a:sym typeface="GFS Didot"/>
            </a:endParaRPr>
          </a:p>
          <a:p>
            <a:pPr marL="0" lvl="0" indent="0" algn="l" rtl="0">
              <a:lnSpc>
                <a:spcPct val="200000"/>
              </a:lnSpc>
              <a:spcBef>
                <a:spcPts val="0"/>
              </a:spcBef>
              <a:spcAft>
                <a:spcPts val="0"/>
              </a:spcAft>
              <a:buNone/>
            </a:pPr>
            <a:r>
              <a:rPr lang="es-419" sz="4600" dirty="0" err="1">
                <a:latin typeface="GFS Didot"/>
                <a:ea typeface="GFS Didot"/>
                <a:cs typeface="GFS Didot"/>
                <a:sym typeface="GFS Didot"/>
              </a:rPr>
              <a:t>ἤκουες</a:t>
            </a:r>
            <a:endParaRPr sz="4600" dirty="0">
              <a:latin typeface="GFS Didot"/>
              <a:ea typeface="GFS Didot"/>
              <a:cs typeface="GFS Didot"/>
              <a:sym typeface="GFS Didot"/>
            </a:endParaRPr>
          </a:p>
          <a:p>
            <a:pPr marL="0" lvl="0" indent="0" algn="l" rtl="0">
              <a:lnSpc>
                <a:spcPct val="200000"/>
              </a:lnSpc>
              <a:spcBef>
                <a:spcPts val="0"/>
              </a:spcBef>
              <a:spcAft>
                <a:spcPts val="0"/>
              </a:spcAft>
              <a:buNone/>
            </a:pPr>
            <a:r>
              <a:rPr lang="es-419" sz="4600" dirty="0" err="1">
                <a:latin typeface="GFS Didot"/>
                <a:ea typeface="GFS Didot"/>
                <a:cs typeface="GFS Didot"/>
                <a:sym typeface="GFS Didot"/>
              </a:rPr>
              <a:t>ἤκουε</a:t>
            </a:r>
            <a:r>
              <a:rPr lang="es-419" sz="4600" dirty="0">
                <a:latin typeface="GFS Didot"/>
                <a:ea typeface="GFS Didot"/>
                <a:cs typeface="GFS Didot"/>
                <a:sym typeface="GFS Didot"/>
              </a:rPr>
              <a:t>(ν)</a:t>
            </a:r>
            <a:endParaRPr sz="4600" dirty="0">
              <a:latin typeface="GFS Didot"/>
              <a:ea typeface="GFS Didot"/>
              <a:cs typeface="GFS Didot"/>
              <a:sym typeface="GFS Didot"/>
            </a:endParaRPr>
          </a:p>
        </p:txBody>
      </p:sp>
      <p:sp>
        <p:nvSpPr>
          <p:cNvPr id="431" name="Google Shape;431;p54"/>
          <p:cNvSpPr txBox="1"/>
          <p:nvPr/>
        </p:nvSpPr>
        <p:spPr>
          <a:xfrm>
            <a:off x="6703500" y="3778887"/>
            <a:ext cx="3574800" cy="4236600"/>
          </a:xfrm>
          <a:prstGeom prst="rect">
            <a:avLst/>
          </a:prstGeom>
          <a:noFill/>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s-419" sz="4600">
                <a:latin typeface="GFS Didot"/>
                <a:ea typeface="GFS Didot"/>
                <a:cs typeface="GFS Didot"/>
                <a:sym typeface="GFS Didot"/>
              </a:rPr>
              <a:t>ἠκούομεν</a:t>
            </a:r>
            <a:endParaRPr sz="4600">
              <a:latin typeface="GFS Didot"/>
              <a:ea typeface="GFS Didot"/>
              <a:cs typeface="GFS Didot"/>
              <a:sym typeface="GFS Didot"/>
            </a:endParaRPr>
          </a:p>
          <a:p>
            <a:pPr marL="0" lvl="0" indent="0" algn="l" rtl="0">
              <a:lnSpc>
                <a:spcPct val="200000"/>
              </a:lnSpc>
              <a:spcBef>
                <a:spcPts val="0"/>
              </a:spcBef>
              <a:spcAft>
                <a:spcPts val="0"/>
              </a:spcAft>
              <a:buNone/>
            </a:pPr>
            <a:r>
              <a:rPr lang="es-419" sz="4600">
                <a:latin typeface="GFS Didot"/>
                <a:ea typeface="GFS Didot"/>
                <a:cs typeface="GFS Didot"/>
                <a:sym typeface="GFS Didot"/>
              </a:rPr>
              <a:t>ἠκούετε</a:t>
            </a:r>
            <a:endParaRPr sz="4600">
              <a:latin typeface="GFS Didot"/>
              <a:ea typeface="GFS Didot"/>
              <a:cs typeface="GFS Didot"/>
              <a:sym typeface="GFS Didot"/>
            </a:endParaRPr>
          </a:p>
          <a:p>
            <a:pPr marL="0" lvl="0" indent="0" algn="l" rtl="0">
              <a:lnSpc>
                <a:spcPct val="200000"/>
              </a:lnSpc>
              <a:spcBef>
                <a:spcPts val="0"/>
              </a:spcBef>
              <a:spcAft>
                <a:spcPts val="0"/>
              </a:spcAft>
              <a:buNone/>
            </a:pPr>
            <a:r>
              <a:rPr lang="es-419" sz="4600">
                <a:latin typeface="GFS Didot"/>
                <a:ea typeface="GFS Didot"/>
                <a:cs typeface="GFS Didot"/>
                <a:sym typeface="GFS Didot"/>
              </a:rPr>
              <a:t>ἤκουον</a:t>
            </a:r>
            <a:endParaRPr sz="4600">
              <a:latin typeface="GFS Didot"/>
              <a:ea typeface="GFS Didot"/>
              <a:cs typeface="GFS Didot"/>
              <a:sym typeface="GFS Didot"/>
            </a:endParaRPr>
          </a:p>
        </p:txBody>
      </p:sp>
      <p:sp>
        <p:nvSpPr>
          <p:cNvPr id="432" name="Google Shape;432;p54"/>
          <p:cNvSpPr txBox="1"/>
          <p:nvPr/>
        </p:nvSpPr>
        <p:spPr>
          <a:xfrm>
            <a:off x="468300" y="1201225"/>
            <a:ext cx="15377400" cy="1070700"/>
          </a:xfrm>
          <a:prstGeom prst="rect">
            <a:avLst/>
          </a:prstGeom>
          <a:noFill/>
          <a:ln>
            <a:noFill/>
          </a:ln>
        </p:spPr>
        <p:txBody>
          <a:bodyPr spcFirstLastPara="1" wrap="square" lIns="156175" tIns="156175" rIns="156175" bIns="156175" anchor="t" anchorCtr="0">
            <a:noAutofit/>
          </a:bodyPr>
          <a:lstStyle/>
          <a:p>
            <a:pPr marL="0" lvl="0" indent="0" algn="l" rtl="0">
              <a:spcBef>
                <a:spcPts val="0"/>
              </a:spcBef>
              <a:spcAft>
                <a:spcPts val="0"/>
              </a:spcAft>
              <a:buNone/>
            </a:pPr>
            <a:r>
              <a:rPr lang="es-419" sz="7100">
                <a:latin typeface="Bebas Neue"/>
                <a:ea typeface="Bebas Neue"/>
                <a:cs typeface="Bebas Neue"/>
                <a:sym typeface="Bebas Neue"/>
              </a:rPr>
              <a:t>IMPERFECTO activo indicativo</a:t>
            </a:r>
            <a:endParaRPr sz="7100">
              <a:latin typeface="Bebas Neue"/>
              <a:ea typeface="Bebas Neue"/>
              <a:cs typeface="Bebas Neue"/>
              <a:sym typeface="Bebas Neu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3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31">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31">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3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graphicFrame>
        <p:nvGraphicFramePr>
          <p:cNvPr id="437" name="Google Shape;437;p55"/>
          <p:cNvGraphicFramePr/>
          <p:nvPr/>
        </p:nvGraphicFramePr>
        <p:xfrm>
          <a:off x="470275" y="3205588"/>
          <a:ext cx="11077325" cy="4952725"/>
        </p:xfrm>
        <a:graphic>
          <a:graphicData uri="http://schemas.openxmlformats.org/drawingml/2006/table">
            <a:tbl>
              <a:tblPr>
                <a:noFill/>
                <a:tableStyleId>{2B22CA8F-BFF6-4F2E-A46A-7FD96E287156}</a:tableStyleId>
              </a:tblPr>
              <a:tblGrid>
                <a:gridCol w="1141350">
                  <a:extLst>
                    <a:ext uri="{9D8B030D-6E8A-4147-A177-3AD203B41FA5}">
                      <a16:colId xmlns:a16="http://schemas.microsoft.com/office/drawing/2014/main" val="20000"/>
                    </a:ext>
                  </a:extLst>
                </a:gridCol>
                <a:gridCol w="5075525">
                  <a:extLst>
                    <a:ext uri="{9D8B030D-6E8A-4147-A177-3AD203B41FA5}">
                      <a16:colId xmlns:a16="http://schemas.microsoft.com/office/drawing/2014/main" val="20001"/>
                    </a:ext>
                  </a:extLst>
                </a:gridCol>
                <a:gridCol w="4860450">
                  <a:extLst>
                    <a:ext uri="{9D8B030D-6E8A-4147-A177-3AD203B41FA5}">
                      <a16:colId xmlns:a16="http://schemas.microsoft.com/office/drawing/2014/main" val="20002"/>
                    </a:ext>
                  </a:extLst>
                </a:gridCol>
              </a:tblGrid>
              <a:tr h="793900">
                <a:tc>
                  <a:txBody>
                    <a:bodyPr/>
                    <a:lstStyle/>
                    <a:p>
                      <a:pPr marL="0" lvl="0" indent="0" algn="l" rtl="0">
                        <a:spcBef>
                          <a:spcPts val="0"/>
                        </a:spcBef>
                        <a:spcAft>
                          <a:spcPts val="0"/>
                        </a:spcAft>
                        <a:buNone/>
                      </a:pPr>
                      <a:endParaRPr>
                        <a:solidFill>
                          <a:schemeClr val="lt1"/>
                        </a:solidFill>
                      </a:endParaRPr>
                    </a:p>
                  </a:txBody>
                  <a:tcPr marL="114300" marR="114300" marT="114300" marB="114300">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marR="0" lvl="0" indent="0" algn="l" rtl="0">
                        <a:lnSpc>
                          <a:spcPct val="115000"/>
                        </a:lnSpc>
                        <a:spcBef>
                          <a:spcPts val="1100"/>
                        </a:spcBef>
                        <a:spcAft>
                          <a:spcPts val="0"/>
                        </a:spcAft>
                        <a:buNone/>
                      </a:pPr>
                      <a:r>
                        <a:rPr lang="es-419" sz="3000">
                          <a:solidFill>
                            <a:schemeClr val="lt1"/>
                          </a:solidFill>
                          <a:latin typeface="Montserrat SemiBold"/>
                          <a:ea typeface="Montserrat SemiBold"/>
                          <a:cs typeface="Montserrat SemiBold"/>
                          <a:sym typeface="Montserrat SemiBold"/>
                        </a:rPr>
                        <a:t>SINGULAR</a:t>
                      </a:r>
                      <a:endParaRPr sz="3000">
                        <a:solidFill>
                          <a:schemeClr val="lt1"/>
                        </a:solidFill>
                        <a:latin typeface="Montserrat SemiBold"/>
                        <a:ea typeface="Montserrat SemiBold"/>
                        <a:cs typeface="Montserrat SemiBold"/>
                        <a:sym typeface="Montserrat SemiBold"/>
                      </a:endParaRPr>
                    </a:p>
                  </a:txBody>
                  <a:tcPr marL="114300" marR="114300" marT="114300" marB="114300">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marR="0" lvl="0" indent="0" algn="l" rtl="0">
                        <a:lnSpc>
                          <a:spcPct val="115000"/>
                        </a:lnSpc>
                        <a:spcBef>
                          <a:spcPts val="1100"/>
                        </a:spcBef>
                        <a:spcAft>
                          <a:spcPts val="0"/>
                        </a:spcAft>
                        <a:buNone/>
                      </a:pPr>
                      <a:r>
                        <a:rPr lang="es-419" sz="3000">
                          <a:solidFill>
                            <a:schemeClr val="lt1"/>
                          </a:solidFill>
                          <a:latin typeface="Montserrat SemiBold"/>
                          <a:ea typeface="Montserrat SemiBold"/>
                          <a:cs typeface="Montserrat SemiBold"/>
                          <a:sym typeface="Montserrat SemiBold"/>
                        </a:rPr>
                        <a:t>PLURAL</a:t>
                      </a:r>
                      <a:endParaRPr sz="3000">
                        <a:solidFill>
                          <a:schemeClr val="lt1"/>
                        </a:solidFill>
                        <a:latin typeface="Montserrat SemiBold"/>
                        <a:ea typeface="Montserrat SemiBold"/>
                        <a:cs typeface="Montserrat SemiBold"/>
                        <a:sym typeface="Montserrat SemiBold"/>
                      </a:endParaRPr>
                    </a:p>
                  </a:txBody>
                  <a:tcPr marL="114300" marR="114300" marT="114300" marB="114300">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extLst>
                  <a:ext uri="{0D108BD9-81ED-4DB2-BD59-A6C34878D82A}">
                    <a16:rowId xmlns:a16="http://schemas.microsoft.com/office/drawing/2014/main" val="10000"/>
                  </a:ext>
                </a:extLst>
              </a:tr>
              <a:tr h="1386275">
                <a:tc>
                  <a:txBody>
                    <a:bodyPr/>
                    <a:lstStyle/>
                    <a:p>
                      <a:pPr marL="0" marR="0" lvl="0" indent="0" algn="ctr" rtl="0">
                        <a:lnSpc>
                          <a:spcPct val="115000"/>
                        </a:lnSpc>
                        <a:spcBef>
                          <a:spcPts val="2200"/>
                        </a:spcBef>
                        <a:spcAft>
                          <a:spcPts val="1100"/>
                        </a:spcAft>
                        <a:buNone/>
                      </a:pPr>
                      <a:r>
                        <a:rPr lang="es-419" sz="2500">
                          <a:solidFill>
                            <a:schemeClr val="lt1"/>
                          </a:solidFill>
                          <a:latin typeface="Montserrat SemiBold"/>
                          <a:ea typeface="Montserrat SemiBold"/>
                          <a:cs typeface="Montserrat SemiBold"/>
                          <a:sym typeface="Montserrat SemiBold"/>
                        </a:rPr>
                        <a:t>1ra</a:t>
                      </a:r>
                      <a:endParaRPr sz="2500">
                        <a:solidFill>
                          <a:schemeClr val="lt1"/>
                        </a:solidFill>
                        <a:latin typeface="Montserrat SemiBold"/>
                        <a:ea typeface="Montserrat SemiBold"/>
                        <a:cs typeface="Montserrat SemiBold"/>
                        <a:sym typeface="Montserrat SemiBold"/>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1"/>
                  </a:ext>
                </a:extLst>
              </a:tr>
              <a:tr h="1386275">
                <a:tc>
                  <a:txBody>
                    <a:bodyPr/>
                    <a:lstStyle/>
                    <a:p>
                      <a:pPr marL="0" marR="0" lvl="0" indent="0" algn="ctr" rtl="0">
                        <a:lnSpc>
                          <a:spcPct val="115000"/>
                        </a:lnSpc>
                        <a:spcBef>
                          <a:spcPts val="2200"/>
                        </a:spcBef>
                        <a:spcAft>
                          <a:spcPts val="1100"/>
                        </a:spcAft>
                        <a:buNone/>
                      </a:pPr>
                      <a:r>
                        <a:rPr lang="es-419" sz="2500" dirty="0">
                          <a:solidFill>
                            <a:schemeClr val="lt1"/>
                          </a:solidFill>
                          <a:latin typeface="Montserrat SemiBold"/>
                          <a:ea typeface="Montserrat SemiBold"/>
                          <a:cs typeface="Montserrat SemiBold"/>
                          <a:sym typeface="Montserrat SemiBold"/>
                        </a:rPr>
                        <a:t>2da</a:t>
                      </a:r>
                      <a:endParaRPr sz="2500" dirty="0">
                        <a:solidFill>
                          <a:schemeClr val="lt1"/>
                        </a:solidFill>
                        <a:latin typeface="Montserrat SemiBold"/>
                        <a:ea typeface="Montserrat SemiBold"/>
                        <a:cs typeface="Montserrat SemiBold"/>
                        <a:sym typeface="Montserrat SemiBold"/>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2"/>
                  </a:ext>
                </a:extLst>
              </a:tr>
              <a:tr h="1386275">
                <a:tc>
                  <a:txBody>
                    <a:bodyPr/>
                    <a:lstStyle/>
                    <a:p>
                      <a:pPr marL="0" marR="0" lvl="0" indent="0" algn="ctr" rtl="0">
                        <a:lnSpc>
                          <a:spcPct val="115000"/>
                        </a:lnSpc>
                        <a:spcBef>
                          <a:spcPts val="2200"/>
                        </a:spcBef>
                        <a:spcAft>
                          <a:spcPts val="1100"/>
                        </a:spcAft>
                        <a:buNone/>
                      </a:pPr>
                      <a:r>
                        <a:rPr lang="es-419" sz="2500">
                          <a:solidFill>
                            <a:schemeClr val="lt1"/>
                          </a:solidFill>
                          <a:latin typeface="Montserrat SemiBold"/>
                          <a:ea typeface="Montserrat SemiBold"/>
                          <a:cs typeface="Montserrat SemiBold"/>
                          <a:sym typeface="Montserrat SemiBold"/>
                        </a:rPr>
                        <a:t>3ra</a:t>
                      </a:r>
                      <a:endParaRPr sz="2500">
                        <a:solidFill>
                          <a:schemeClr val="lt1"/>
                        </a:solidFill>
                        <a:latin typeface="Montserrat SemiBold"/>
                        <a:ea typeface="Montserrat SemiBold"/>
                        <a:cs typeface="Montserrat SemiBold"/>
                        <a:sym typeface="Montserrat SemiBold"/>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spcBef>
                          <a:spcPts val="0"/>
                        </a:spcBef>
                        <a:spcAft>
                          <a:spcPts val="0"/>
                        </a:spcAft>
                        <a:buNone/>
                      </a:pPr>
                      <a:endParaRPr sz="3800" dirty="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438" name="Google Shape;438;p55"/>
          <p:cNvSpPr txBox="1"/>
          <p:nvPr/>
        </p:nvSpPr>
        <p:spPr>
          <a:xfrm>
            <a:off x="1598100" y="3778887"/>
            <a:ext cx="3719100" cy="4236600"/>
          </a:xfrm>
          <a:prstGeom prst="rect">
            <a:avLst/>
          </a:prstGeom>
          <a:noFill/>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s-419" sz="4600" dirty="0" err="1">
                <a:latin typeface="GFS Didot"/>
                <a:ea typeface="GFS Didot"/>
                <a:cs typeface="GFS Didot"/>
                <a:sym typeface="GFS Didot"/>
              </a:rPr>
              <a:t>ἤκουσ</a:t>
            </a:r>
            <a:r>
              <a:rPr lang="es-419" sz="4600" dirty="0">
                <a:latin typeface="GFS Didot"/>
                <a:ea typeface="GFS Didot"/>
                <a:cs typeface="GFS Didot"/>
                <a:sym typeface="GFS Didot"/>
              </a:rPr>
              <a:t>α</a:t>
            </a:r>
            <a:endParaRPr sz="4600" dirty="0">
              <a:latin typeface="GFS Didot"/>
              <a:ea typeface="GFS Didot"/>
              <a:cs typeface="GFS Didot"/>
              <a:sym typeface="GFS Didot"/>
            </a:endParaRPr>
          </a:p>
          <a:p>
            <a:pPr marL="0" lvl="0" indent="0" algn="l" rtl="0">
              <a:lnSpc>
                <a:spcPct val="200000"/>
              </a:lnSpc>
              <a:spcBef>
                <a:spcPts val="0"/>
              </a:spcBef>
              <a:spcAft>
                <a:spcPts val="0"/>
              </a:spcAft>
              <a:buNone/>
            </a:pPr>
            <a:r>
              <a:rPr lang="es-419" sz="4600" dirty="0" err="1">
                <a:latin typeface="GFS Didot"/>
                <a:ea typeface="GFS Didot"/>
                <a:cs typeface="GFS Didot"/>
                <a:sym typeface="GFS Didot"/>
              </a:rPr>
              <a:t>ἤκουσ</a:t>
            </a:r>
            <a:r>
              <a:rPr lang="es-419" sz="4600" dirty="0">
                <a:latin typeface="GFS Didot"/>
                <a:ea typeface="GFS Didot"/>
                <a:cs typeface="GFS Didot"/>
                <a:sym typeface="GFS Didot"/>
              </a:rPr>
              <a:t>ας</a:t>
            </a:r>
            <a:endParaRPr sz="4600" dirty="0">
              <a:latin typeface="GFS Didot"/>
              <a:ea typeface="GFS Didot"/>
              <a:cs typeface="GFS Didot"/>
              <a:sym typeface="GFS Didot"/>
            </a:endParaRPr>
          </a:p>
          <a:p>
            <a:pPr marL="0" lvl="0" indent="0" algn="l" rtl="0">
              <a:lnSpc>
                <a:spcPct val="200000"/>
              </a:lnSpc>
              <a:spcBef>
                <a:spcPts val="0"/>
              </a:spcBef>
              <a:spcAft>
                <a:spcPts val="0"/>
              </a:spcAft>
              <a:buNone/>
            </a:pPr>
            <a:r>
              <a:rPr lang="es-419" sz="4600" dirty="0" err="1">
                <a:latin typeface="GFS Didot"/>
                <a:ea typeface="GFS Didot"/>
                <a:cs typeface="GFS Didot"/>
                <a:sym typeface="GFS Didot"/>
              </a:rPr>
              <a:t>ἤκουσε</a:t>
            </a:r>
            <a:r>
              <a:rPr lang="es-419" sz="4600" dirty="0">
                <a:latin typeface="GFS Didot"/>
                <a:ea typeface="GFS Didot"/>
                <a:cs typeface="GFS Didot"/>
                <a:sym typeface="GFS Didot"/>
              </a:rPr>
              <a:t>(ν)</a:t>
            </a:r>
            <a:endParaRPr sz="4600" dirty="0">
              <a:latin typeface="GFS Didot"/>
              <a:ea typeface="GFS Didot"/>
              <a:cs typeface="GFS Didot"/>
              <a:sym typeface="GFS Didot"/>
            </a:endParaRPr>
          </a:p>
        </p:txBody>
      </p:sp>
      <p:sp>
        <p:nvSpPr>
          <p:cNvPr id="439" name="Google Shape;439;p55"/>
          <p:cNvSpPr txBox="1"/>
          <p:nvPr/>
        </p:nvSpPr>
        <p:spPr>
          <a:xfrm>
            <a:off x="6703500" y="3778887"/>
            <a:ext cx="3574800" cy="4236600"/>
          </a:xfrm>
          <a:prstGeom prst="rect">
            <a:avLst/>
          </a:prstGeom>
          <a:noFill/>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s-419" sz="4600">
                <a:latin typeface="GFS Didot"/>
                <a:ea typeface="GFS Didot"/>
                <a:cs typeface="GFS Didot"/>
                <a:sym typeface="GFS Didot"/>
              </a:rPr>
              <a:t>ἠκουσάμην</a:t>
            </a:r>
            <a:endParaRPr sz="4600">
              <a:latin typeface="GFS Didot"/>
              <a:ea typeface="GFS Didot"/>
              <a:cs typeface="GFS Didot"/>
              <a:sym typeface="GFS Didot"/>
            </a:endParaRPr>
          </a:p>
          <a:p>
            <a:pPr marL="0" lvl="0" indent="0" algn="l" rtl="0">
              <a:lnSpc>
                <a:spcPct val="200000"/>
              </a:lnSpc>
              <a:spcBef>
                <a:spcPts val="0"/>
              </a:spcBef>
              <a:spcAft>
                <a:spcPts val="0"/>
              </a:spcAft>
              <a:buNone/>
            </a:pPr>
            <a:r>
              <a:rPr lang="es-419" sz="4600">
                <a:latin typeface="GFS Didot"/>
                <a:ea typeface="GFS Didot"/>
                <a:cs typeface="GFS Didot"/>
                <a:sym typeface="GFS Didot"/>
              </a:rPr>
              <a:t>ἠκούσω</a:t>
            </a:r>
            <a:endParaRPr sz="4600">
              <a:latin typeface="GFS Didot"/>
              <a:ea typeface="GFS Didot"/>
              <a:cs typeface="GFS Didot"/>
              <a:sym typeface="GFS Didot"/>
            </a:endParaRPr>
          </a:p>
          <a:p>
            <a:pPr marL="0" lvl="0" indent="0" algn="l" rtl="0">
              <a:lnSpc>
                <a:spcPct val="200000"/>
              </a:lnSpc>
              <a:spcBef>
                <a:spcPts val="0"/>
              </a:spcBef>
              <a:spcAft>
                <a:spcPts val="0"/>
              </a:spcAft>
              <a:buNone/>
            </a:pPr>
            <a:r>
              <a:rPr lang="es-419" sz="4600">
                <a:latin typeface="GFS Didot"/>
                <a:ea typeface="GFS Didot"/>
                <a:cs typeface="GFS Didot"/>
                <a:sym typeface="GFS Didot"/>
              </a:rPr>
              <a:t>ἠκούσατο</a:t>
            </a:r>
            <a:endParaRPr sz="4600">
              <a:latin typeface="GFS Didot"/>
              <a:ea typeface="GFS Didot"/>
              <a:cs typeface="GFS Didot"/>
              <a:sym typeface="GFS Didot"/>
            </a:endParaRPr>
          </a:p>
        </p:txBody>
      </p:sp>
      <p:sp>
        <p:nvSpPr>
          <p:cNvPr id="440" name="Google Shape;440;p55"/>
          <p:cNvSpPr txBox="1"/>
          <p:nvPr/>
        </p:nvSpPr>
        <p:spPr>
          <a:xfrm>
            <a:off x="468300" y="1201225"/>
            <a:ext cx="15377400" cy="1070700"/>
          </a:xfrm>
          <a:prstGeom prst="rect">
            <a:avLst/>
          </a:prstGeom>
          <a:noFill/>
          <a:ln>
            <a:noFill/>
          </a:ln>
        </p:spPr>
        <p:txBody>
          <a:bodyPr spcFirstLastPara="1" wrap="square" lIns="156175" tIns="156175" rIns="156175" bIns="156175" anchor="t" anchorCtr="0">
            <a:noAutofit/>
          </a:bodyPr>
          <a:lstStyle/>
          <a:p>
            <a:pPr marL="0" lvl="0" indent="0" algn="l" rtl="0">
              <a:spcBef>
                <a:spcPts val="0"/>
              </a:spcBef>
              <a:spcAft>
                <a:spcPts val="0"/>
              </a:spcAft>
              <a:buNone/>
            </a:pPr>
            <a:r>
              <a:rPr lang="es-419" sz="7100">
                <a:latin typeface="Bebas Neue"/>
                <a:ea typeface="Bebas Neue"/>
                <a:cs typeface="Bebas Neue"/>
                <a:sym typeface="Bebas Neue"/>
              </a:rPr>
              <a:t>AORISTO activo indicativo</a:t>
            </a:r>
            <a:endParaRPr sz="7100">
              <a:latin typeface="Bebas Neue"/>
              <a:ea typeface="Bebas Neue"/>
              <a:cs typeface="Bebas Neue"/>
              <a:sym typeface="Bebas Neu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3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39">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39">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3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graphicFrame>
        <p:nvGraphicFramePr>
          <p:cNvPr id="445" name="Google Shape;445;p56"/>
          <p:cNvGraphicFramePr/>
          <p:nvPr/>
        </p:nvGraphicFramePr>
        <p:xfrm>
          <a:off x="470275" y="3205588"/>
          <a:ext cx="11077325" cy="4952725"/>
        </p:xfrm>
        <a:graphic>
          <a:graphicData uri="http://schemas.openxmlformats.org/drawingml/2006/table">
            <a:tbl>
              <a:tblPr>
                <a:noFill/>
                <a:tableStyleId>{2B22CA8F-BFF6-4F2E-A46A-7FD96E287156}</a:tableStyleId>
              </a:tblPr>
              <a:tblGrid>
                <a:gridCol w="1141350">
                  <a:extLst>
                    <a:ext uri="{9D8B030D-6E8A-4147-A177-3AD203B41FA5}">
                      <a16:colId xmlns:a16="http://schemas.microsoft.com/office/drawing/2014/main" val="20000"/>
                    </a:ext>
                  </a:extLst>
                </a:gridCol>
                <a:gridCol w="5075525">
                  <a:extLst>
                    <a:ext uri="{9D8B030D-6E8A-4147-A177-3AD203B41FA5}">
                      <a16:colId xmlns:a16="http://schemas.microsoft.com/office/drawing/2014/main" val="20001"/>
                    </a:ext>
                  </a:extLst>
                </a:gridCol>
                <a:gridCol w="4860450">
                  <a:extLst>
                    <a:ext uri="{9D8B030D-6E8A-4147-A177-3AD203B41FA5}">
                      <a16:colId xmlns:a16="http://schemas.microsoft.com/office/drawing/2014/main" val="20002"/>
                    </a:ext>
                  </a:extLst>
                </a:gridCol>
              </a:tblGrid>
              <a:tr h="793900">
                <a:tc>
                  <a:txBody>
                    <a:bodyPr/>
                    <a:lstStyle/>
                    <a:p>
                      <a:pPr marL="0" lvl="0" indent="0" algn="l" rtl="0">
                        <a:spcBef>
                          <a:spcPts val="0"/>
                        </a:spcBef>
                        <a:spcAft>
                          <a:spcPts val="0"/>
                        </a:spcAft>
                        <a:buNone/>
                      </a:pPr>
                      <a:endParaRPr>
                        <a:solidFill>
                          <a:schemeClr val="lt1"/>
                        </a:solidFill>
                      </a:endParaRPr>
                    </a:p>
                  </a:txBody>
                  <a:tcPr marL="114300" marR="114300" marT="114300" marB="114300">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marR="0" lvl="0" indent="0" algn="l" rtl="0">
                        <a:lnSpc>
                          <a:spcPct val="115000"/>
                        </a:lnSpc>
                        <a:spcBef>
                          <a:spcPts val="1100"/>
                        </a:spcBef>
                        <a:spcAft>
                          <a:spcPts val="0"/>
                        </a:spcAft>
                        <a:buNone/>
                      </a:pPr>
                      <a:r>
                        <a:rPr lang="es-419" sz="3000">
                          <a:solidFill>
                            <a:schemeClr val="lt1"/>
                          </a:solidFill>
                          <a:latin typeface="Montserrat SemiBold"/>
                          <a:ea typeface="Montserrat SemiBold"/>
                          <a:cs typeface="Montserrat SemiBold"/>
                          <a:sym typeface="Montserrat SemiBold"/>
                        </a:rPr>
                        <a:t>SINGULAR</a:t>
                      </a:r>
                      <a:endParaRPr sz="3000">
                        <a:solidFill>
                          <a:schemeClr val="lt1"/>
                        </a:solidFill>
                        <a:latin typeface="Montserrat SemiBold"/>
                        <a:ea typeface="Montserrat SemiBold"/>
                        <a:cs typeface="Montserrat SemiBold"/>
                        <a:sym typeface="Montserrat SemiBold"/>
                      </a:endParaRPr>
                    </a:p>
                  </a:txBody>
                  <a:tcPr marL="114300" marR="114300" marT="114300" marB="114300">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marR="0" lvl="0" indent="0" algn="l" rtl="0">
                        <a:lnSpc>
                          <a:spcPct val="115000"/>
                        </a:lnSpc>
                        <a:spcBef>
                          <a:spcPts val="1100"/>
                        </a:spcBef>
                        <a:spcAft>
                          <a:spcPts val="0"/>
                        </a:spcAft>
                        <a:buNone/>
                      </a:pPr>
                      <a:r>
                        <a:rPr lang="es-419" sz="3000">
                          <a:solidFill>
                            <a:schemeClr val="lt1"/>
                          </a:solidFill>
                          <a:latin typeface="Montserrat SemiBold"/>
                          <a:ea typeface="Montserrat SemiBold"/>
                          <a:cs typeface="Montserrat SemiBold"/>
                          <a:sym typeface="Montserrat SemiBold"/>
                        </a:rPr>
                        <a:t>PLURAL</a:t>
                      </a:r>
                      <a:endParaRPr sz="3000">
                        <a:solidFill>
                          <a:schemeClr val="lt1"/>
                        </a:solidFill>
                        <a:latin typeface="Montserrat SemiBold"/>
                        <a:ea typeface="Montserrat SemiBold"/>
                        <a:cs typeface="Montserrat SemiBold"/>
                        <a:sym typeface="Montserrat SemiBold"/>
                      </a:endParaRPr>
                    </a:p>
                  </a:txBody>
                  <a:tcPr marL="114300" marR="114300" marT="114300" marB="114300">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extLst>
                  <a:ext uri="{0D108BD9-81ED-4DB2-BD59-A6C34878D82A}">
                    <a16:rowId xmlns:a16="http://schemas.microsoft.com/office/drawing/2014/main" val="10000"/>
                  </a:ext>
                </a:extLst>
              </a:tr>
              <a:tr h="1386275">
                <a:tc>
                  <a:txBody>
                    <a:bodyPr/>
                    <a:lstStyle/>
                    <a:p>
                      <a:pPr marL="0" marR="0" lvl="0" indent="0" algn="ctr" rtl="0">
                        <a:lnSpc>
                          <a:spcPct val="115000"/>
                        </a:lnSpc>
                        <a:spcBef>
                          <a:spcPts val="2200"/>
                        </a:spcBef>
                        <a:spcAft>
                          <a:spcPts val="1100"/>
                        </a:spcAft>
                        <a:buNone/>
                      </a:pPr>
                      <a:r>
                        <a:rPr lang="es-419" sz="2500">
                          <a:solidFill>
                            <a:schemeClr val="lt1"/>
                          </a:solidFill>
                          <a:latin typeface="Montserrat SemiBold"/>
                          <a:ea typeface="Montserrat SemiBold"/>
                          <a:cs typeface="Montserrat SemiBold"/>
                          <a:sym typeface="Montserrat SemiBold"/>
                        </a:rPr>
                        <a:t>1ra</a:t>
                      </a:r>
                      <a:endParaRPr sz="2500">
                        <a:solidFill>
                          <a:schemeClr val="lt1"/>
                        </a:solidFill>
                        <a:latin typeface="Montserrat SemiBold"/>
                        <a:ea typeface="Montserrat SemiBold"/>
                        <a:cs typeface="Montserrat SemiBold"/>
                        <a:sym typeface="Montserrat SemiBold"/>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1"/>
                  </a:ext>
                </a:extLst>
              </a:tr>
              <a:tr h="1386275">
                <a:tc>
                  <a:txBody>
                    <a:bodyPr/>
                    <a:lstStyle/>
                    <a:p>
                      <a:pPr marL="0" marR="0" lvl="0" indent="0" algn="ctr" rtl="0">
                        <a:lnSpc>
                          <a:spcPct val="115000"/>
                        </a:lnSpc>
                        <a:spcBef>
                          <a:spcPts val="2200"/>
                        </a:spcBef>
                        <a:spcAft>
                          <a:spcPts val="1100"/>
                        </a:spcAft>
                        <a:buNone/>
                      </a:pPr>
                      <a:r>
                        <a:rPr lang="es-419" sz="2500">
                          <a:solidFill>
                            <a:schemeClr val="lt1"/>
                          </a:solidFill>
                          <a:latin typeface="Montserrat SemiBold"/>
                          <a:ea typeface="Montserrat SemiBold"/>
                          <a:cs typeface="Montserrat SemiBold"/>
                          <a:sym typeface="Montserrat SemiBold"/>
                        </a:rPr>
                        <a:t>2da</a:t>
                      </a:r>
                      <a:endParaRPr sz="2500">
                        <a:solidFill>
                          <a:schemeClr val="lt1"/>
                        </a:solidFill>
                        <a:latin typeface="Montserrat SemiBold"/>
                        <a:ea typeface="Montserrat SemiBold"/>
                        <a:cs typeface="Montserrat SemiBold"/>
                        <a:sym typeface="Montserrat SemiBold"/>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2"/>
                  </a:ext>
                </a:extLst>
              </a:tr>
              <a:tr h="1386275">
                <a:tc>
                  <a:txBody>
                    <a:bodyPr/>
                    <a:lstStyle/>
                    <a:p>
                      <a:pPr marL="0" marR="0" lvl="0" indent="0" algn="ctr" rtl="0">
                        <a:lnSpc>
                          <a:spcPct val="115000"/>
                        </a:lnSpc>
                        <a:spcBef>
                          <a:spcPts val="2200"/>
                        </a:spcBef>
                        <a:spcAft>
                          <a:spcPts val="1100"/>
                        </a:spcAft>
                        <a:buNone/>
                      </a:pPr>
                      <a:r>
                        <a:rPr lang="es-419" sz="2500">
                          <a:solidFill>
                            <a:schemeClr val="lt1"/>
                          </a:solidFill>
                          <a:latin typeface="Montserrat SemiBold"/>
                          <a:ea typeface="Montserrat SemiBold"/>
                          <a:cs typeface="Montserrat SemiBold"/>
                          <a:sym typeface="Montserrat SemiBold"/>
                        </a:rPr>
                        <a:t>3ra</a:t>
                      </a:r>
                      <a:endParaRPr sz="2500">
                        <a:solidFill>
                          <a:schemeClr val="lt1"/>
                        </a:solidFill>
                        <a:latin typeface="Montserrat SemiBold"/>
                        <a:ea typeface="Montserrat SemiBold"/>
                        <a:cs typeface="Montserrat SemiBold"/>
                        <a:sym typeface="Montserrat SemiBold"/>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446" name="Google Shape;446;p56"/>
          <p:cNvSpPr txBox="1"/>
          <p:nvPr/>
        </p:nvSpPr>
        <p:spPr>
          <a:xfrm>
            <a:off x="1598100" y="3751592"/>
            <a:ext cx="4941300" cy="4236600"/>
          </a:xfrm>
          <a:prstGeom prst="rect">
            <a:avLst/>
          </a:prstGeom>
          <a:noFill/>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s-419" sz="4600" dirty="0" err="1">
                <a:latin typeface="GFS Didot"/>
                <a:ea typeface="GFS Didot"/>
                <a:cs typeface="GFS Didot"/>
                <a:sym typeface="GFS Didot"/>
              </a:rPr>
              <a:t>ἀκούσω</a:t>
            </a:r>
            <a:endParaRPr sz="4600" dirty="0">
              <a:latin typeface="GFS Didot"/>
              <a:ea typeface="GFS Didot"/>
              <a:cs typeface="GFS Didot"/>
              <a:sym typeface="GFS Didot"/>
            </a:endParaRPr>
          </a:p>
          <a:p>
            <a:pPr marL="0" lvl="0" indent="0" algn="l" rtl="0">
              <a:lnSpc>
                <a:spcPct val="200000"/>
              </a:lnSpc>
              <a:spcBef>
                <a:spcPts val="0"/>
              </a:spcBef>
              <a:spcAft>
                <a:spcPts val="0"/>
              </a:spcAft>
              <a:buNone/>
            </a:pPr>
            <a:r>
              <a:rPr lang="es-419" sz="4600" dirty="0" err="1">
                <a:latin typeface="GFS Didot"/>
                <a:ea typeface="GFS Didot"/>
                <a:cs typeface="GFS Didot"/>
                <a:sym typeface="GFS Didot"/>
              </a:rPr>
              <a:t>ἀκούσεις</a:t>
            </a:r>
            <a:endParaRPr sz="4600" dirty="0">
              <a:latin typeface="GFS Didot"/>
              <a:ea typeface="GFS Didot"/>
              <a:cs typeface="GFS Didot"/>
              <a:sym typeface="GFS Didot"/>
            </a:endParaRPr>
          </a:p>
          <a:p>
            <a:pPr marL="0" lvl="0" indent="0" algn="l" rtl="0">
              <a:lnSpc>
                <a:spcPct val="200000"/>
              </a:lnSpc>
              <a:spcBef>
                <a:spcPts val="0"/>
              </a:spcBef>
              <a:spcAft>
                <a:spcPts val="0"/>
              </a:spcAft>
              <a:buNone/>
            </a:pPr>
            <a:r>
              <a:rPr lang="es-419" sz="4600" dirty="0" err="1">
                <a:latin typeface="GFS Didot"/>
                <a:ea typeface="GFS Didot"/>
                <a:cs typeface="GFS Didot"/>
                <a:sym typeface="GFS Didot"/>
              </a:rPr>
              <a:t>ἀκούσει</a:t>
            </a:r>
            <a:endParaRPr sz="4600" dirty="0">
              <a:latin typeface="GFS Didot"/>
              <a:ea typeface="GFS Didot"/>
              <a:cs typeface="GFS Didot"/>
              <a:sym typeface="GFS Didot"/>
            </a:endParaRPr>
          </a:p>
        </p:txBody>
      </p:sp>
      <p:sp>
        <p:nvSpPr>
          <p:cNvPr id="447" name="Google Shape;447;p56"/>
          <p:cNvSpPr txBox="1"/>
          <p:nvPr/>
        </p:nvSpPr>
        <p:spPr>
          <a:xfrm>
            <a:off x="6703500" y="3751592"/>
            <a:ext cx="4721400" cy="4236600"/>
          </a:xfrm>
          <a:prstGeom prst="rect">
            <a:avLst/>
          </a:prstGeom>
          <a:noFill/>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s-419" sz="4600">
                <a:latin typeface="GFS Didot"/>
                <a:ea typeface="GFS Didot"/>
                <a:cs typeface="GFS Didot"/>
                <a:sym typeface="GFS Didot"/>
              </a:rPr>
              <a:t>ἀκούσομεν</a:t>
            </a:r>
            <a:endParaRPr sz="4600">
              <a:latin typeface="GFS Didot"/>
              <a:ea typeface="GFS Didot"/>
              <a:cs typeface="GFS Didot"/>
              <a:sym typeface="GFS Didot"/>
            </a:endParaRPr>
          </a:p>
          <a:p>
            <a:pPr marL="0" lvl="0" indent="0" algn="l" rtl="0">
              <a:lnSpc>
                <a:spcPct val="200000"/>
              </a:lnSpc>
              <a:spcBef>
                <a:spcPts val="0"/>
              </a:spcBef>
              <a:spcAft>
                <a:spcPts val="0"/>
              </a:spcAft>
              <a:buNone/>
            </a:pPr>
            <a:r>
              <a:rPr lang="es-419" sz="4600">
                <a:latin typeface="GFS Didot"/>
                <a:ea typeface="GFS Didot"/>
                <a:cs typeface="GFS Didot"/>
                <a:sym typeface="GFS Didot"/>
              </a:rPr>
              <a:t>ἀκούσετε</a:t>
            </a:r>
            <a:endParaRPr sz="4600">
              <a:latin typeface="GFS Didot"/>
              <a:ea typeface="GFS Didot"/>
              <a:cs typeface="GFS Didot"/>
              <a:sym typeface="GFS Didot"/>
            </a:endParaRPr>
          </a:p>
          <a:p>
            <a:pPr marL="0" lvl="0" indent="0" algn="l" rtl="0">
              <a:lnSpc>
                <a:spcPct val="200000"/>
              </a:lnSpc>
              <a:spcBef>
                <a:spcPts val="0"/>
              </a:spcBef>
              <a:spcAft>
                <a:spcPts val="0"/>
              </a:spcAft>
              <a:buNone/>
            </a:pPr>
            <a:r>
              <a:rPr lang="es-419" sz="4600">
                <a:latin typeface="GFS Didot"/>
                <a:ea typeface="GFS Didot"/>
                <a:cs typeface="GFS Didot"/>
                <a:sym typeface="GFS Didot"/>
              </a:rPr>
              <a:t>ἀκούσουσιν</a:t>
            </a:r>
            <a:endParaRPr sz="4600">
              <a:latin typeface="GFS Didot"/>
              <a:ea typeface="GFS Didot"/>
              <a:cs typeface="GFS Didot"/>
              <a:sym typeface="GFS Didot"/>
            </a:endParaRPr>
          </a:p>
        </p:txBody>
      </p:sp>
      <p:sp>
        <p:nvSpPr>
          <p:cNvPr id="448" name="Google Shape;448;p56"/>
          <p:cNvSpPr txBox="1"/>
          <p:nvPr/>
        </p:nvSpPr>
        <p:spPr>
          <a:xfrm>
            <a:off x="468300" y="1201225"/>
            <a:ext cx="15377400" cy="1070700"/>
          </a:xfrm>
          <a:prstGeom prst="rect">
            <a:avLst/>
          </a:prstGeom>
          <a:noFill/>
          <a:ln>
            <a:noFill/>
          </a:ln>
        </p:spPr>
        <p:txBody>
          <a:bodyPr spcFirstLastPara="1" wrap="square" lIns="156175" tIns="156175" rIns="156175" bIns="156175" anchor="t" anchorCtr="0">
            <a:noAutofit/>
          </a:bodyPr>
          <a:lstStyle/>
          <a:p>
            <a:pPr marL="0" lvl="0" indent="0" algn="l" rtl="0">
              <a:spcBef>
                <a:spcPts val="0"/>
              </a:spcBef>
              <a:spcAft>
                <a:spcPts val="0"/>
              </a:spcAft>
              <a:buNone/>
            </a:pPr>
            <a:r>
              <a:rPr lang="es-419" sz="7100">
                <a:latin typeface="Bebas Neue"/>
                <a:ea typeface="Bebas Neue"/>
                <a:cs typeface="Bebas Neue"/>
                <a:sym typeface="Bebas Neue"/>
              </a:rPr>
              <a:t>FUTURO activo indicativo</a:t>
            </a:r>
            <a:endParaRPr sz="7100">
              <a:latin typeface="Bebas Neue"/>
              <a:ea typeface="Bebas Neue"/>
              <a:cs typeface="Bebas Neue"/>
              <a:sym typeface="Bebas Neu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4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4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47">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47">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4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52"/>
        <p:cNvGrpSpPr/>
        <p:nvPr/>
      </p:nvGrpSpPr>
      <p:grpSpPr>
        <a:xfrm>
          <a:off x="0" y="0"/>
          <a:ext cx="0" cy="0"/>
          <a:chOff x="0" y="0"/>
          <a:chExt cx="0" cy="0"/>
        </a:xfrm>
      </p:grpSpPr>
      <p:graphicFrame>
        <p:nvGraphicFramePr>
          <p:cNvPr id="453" name="Google Shape;453;p57"/>
          <p:cNvGraphicFramePr/>
          <p:nvPr/>
        </p:nvGraphicFramePr>
        <p:xfrm>
          <a:off x="470275" y="3205588"/>
          <a:ext cx="11077325" cy="4952725"/>
        </p:xfrm>
        <a:graphic>
          <a:graphicData uri="http://schemas.openxmlformats.org/drawingml/2006/table">
            <a:tbl>
              <a:tblPr>
                <a:noFill/>
                <a:tableStyleId>{2B22CA8F-BFF6-4F2E-A46A-7FD96E287156}</a:tableStyleId>
              </a:tblPr>
              <a:tblGrid>
                <a:gridCol w="1141350">
                  <a:extLst>
                    <a:ext uri="{9D8B030D-6E8A-4147-A177-3AD203B41FA5}">
                      <a16:colId xmlns:a16="http://schemas.microsoft.com/office/drawing/2014/main" val="20000"/>
                    </a:ext>
                  </a:extLst>
                </a:gridCol>
                <a:gridCol w="5075525">
                  <a:extLst>
                    <a:ext uri="{9D8B030D-6E8A-4147-A177-3AD203B41FA5}">
                      <a16:colId xmlns:a16="http://schemas.microsoft.com/office/drawing/2014/main" val="20001"/>
                    </a:ext>
                  </a:extLst>
                </a:gridCol>
                <a:gridCol w="4860450">
                  <a:extLst>
                    <a:ext uri="{9D8B030D-6E8A-4147-A177-3AD203B41FA5}">
                      <a16:colId xmlns:a16="http://schemas.microsoft.com/office/drawing/2014/main" val="20002"/>
                    </a:ext>
                  </a:extLst>
                </a:gridCol>
              </a:tblGrid>
              <a:tr h="793900">
                <a:tc>
                  <a:txBody>
                    <a:bodyPr/>
                    <a:lstStyle/>
                    <a:p>
                      <a:pPr marL="0" lvl="0" indent="0" algn="l" rtl="0">
                        <a:spcBef>
                          <a:spcPts val="0"/>
                        </a:spcBef>
                        <a:spcAft>
                          <a:spcPts val="0"/>
                        </a:spcAft>
                        <a:buNone/>
                      </a:pPr>
                      <a:endParaRPr>
                        <a:solidFill>
                          <a:schemeClr val="lt1"/>
                        </a:solidFill>
                      </a:endParaRPr>
                    </a:p>
                  </a:txBody>
                  <a:tcPr marL="114300" marR="114300" marT="114300" marB="114300">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marR="0" lvl="0" indent="0" algn="l" rtl="0">
                        <a:lnSpc>
                          <a:spcPct val="115000"/>
                        </a:lnSpc>
                        <a:spcBef>
                          <a:spcPts val="1100"/>
                        </a:spcBef>
                        <a:spcAft>
                          <a:spcPts val="0"/>
                        </a:spcAft>
                        <a:buNone/>
                      </a:pPr>
                      <a:r>
                        <a:rPr lang="es-419" sz="3000">
                          <a:solidFill>
                            <a:schemeClr val="lt1"/>
                          </a:solidFill>
                          <a:latin typeface="Montserrat SemiBold"/>
                          <a:ea typeface="Montserrat SemiBold"/>
                          <a:cs typeface="Montserrat SemiBold"/>
                          <a:sym typeface="Montserrat SemiBold"/>
                        </a:rPr>
                        <a:t>SINGULAR</a:t>
                      </a:r>
                      <a:endParaRPr sz="3000">
                        <a:solidFill>
                          <a:schemeClr val="lt1"/>
                        </a:solidFill>
                        <a:latin typeface="Montserrat SemiBold"/>
                        <a:ea typeface="Montserrat SemiBold"/>
                        <a:cs typeface="Montserrat SemiBold"/>
                        <a:sym typeface="Montserrat SemiBold"/>
                      </a:endParaRPr>
                    </a:p>
                  </a:txBody>
                  <a:tcPr marL="114300" marR="114300" marT="114300" marB="114300">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marR="0" lvl="0" indent="0" algn="l" rtl="0">
                        <a:lnSpc>
                          <a:spcPct val="115000"/>
                        </a:lnSpc>
                        <a:spcBef>
                          <a:spcPts val="1100"/>
                        </a:spcBef>
                        <a:spcAft>
                          <a:spcPts val="0"/>
                        </a:spcAft>
                        <a:buNone/>
                      </a:pPr>
                      <a:r>
                        <a:rPr lang="es-419" sz="3000">
                          <a:solidFill>
                            <a:schemeClr val="lt1"/>
                          </a:solidFill>
                          <a:latin typeface="Montserrat SemiBold"/>
                          <a:ea typeface="Montserrat SemiBold"/>
                          <a:cs typeface="Montserrat SemiBold"/>
                          <a:sym typeface="Montserrat SemiBold"/>
                        </a:rPr>
                        <a:t>PLURAL</a:t>
                      </a:r>
                      <a:endParaRPr sz="3000">
                        <a:solidFill>
                          <a:schemeClr val="lt1"/>
                        </a:solidFill>
                        <a:latin typeface="Montserrat SemiBold"/>
                        <a:ea typeface="Montserrat SemiBold"/>
                        <a:cs typeface="Montserrat SemiBold"/>
                        <a:sym typeface="Montserrat SemiBold"/>
                      </a:endParaRPr>
                    </a:p>
                  </a:txBody>
                  <a:tcPr marL="114300" marR="114300" marT="114300" marB="114300">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extLst>
                  <a:ext uri="{0D108BD9-81ED-4DB2-BD59-A6C34878D82A}">
                    <a16:rowId xmlns:a16="http://schemas.microsoft.com/office/drawing/2014/main" val="10000"/>
                  </a:ext>
                </a:extLst>
              </a:tr>
              <a:tr h="1386275">
                <a:tc>
                  <a:txBody>
                    <a:bodyPr/>
                    <a:lstStyle/>
                    <a:p>
                      <a:pPr marL="0" marR="0" lvl="0" indent="0" algn="ctr" rtl="0">
                        <a:lnSpc>
                          <a:spcPct val="115000"/>
                        </a:lnSpc>
                        <a:spcBef>
                          <a:spcPts val="2200"/>
                        </a:spcBef>
                        <a:spcAft>
                          <a:spcPts val="1100"/>
                        </a:spcAft>
                        <a:buNone/>
                      </a:pPr>
                      <a:r>
                        <a:rPr lang="es-419" sz="2500">
                          <a:solidFill>
                            <a:schemeClr val="lt1"/>
                          </a:solidFill>
                          <a:latin typeface="Montserrat SemiBold"/>
                          <a:ea typeface="Montserrat SemiBold"/>
                          <a:cs typeface="Montserrat SemiBold"/>
                          <a:sym typeface="Montserrat SemiBold"/>
                        </a:rPr>
                        <a:t>1ra</a:t>
                      </a:r>
                      <a:endParaRPr sz="2500">
                        <a:solidFill>
                          <a:schemeClr val="lt1"/>
                        </a:solidFill>
                        <a:latin typeface="Montserrat SemiBold"/>
                        <a:ea typeface="Montserrat SemiBold"/>
                        <a:cs typeface="Montserrat SemiBold"/>
                        <a:sym typeface="Montserrat SemiBold"/>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1"/>
                  </a:ext>
                </a:extLst>
              </a:tr>
              <a:tr h="1386275">
                <a:tc>
                  <a:txBody>
                    <a:bodyPr/>
                    <a:lstStyle/>
                    <a:p>
                      <a:pPr marL="0" marR="0" lvl="0" indent="0" algn="ctr" rtl="0">
                        <a:lnSpc>
                          <a:spcPct val="115000"/>
                        </a:lnSpc>
                        <a:spcBef>
                          <a:spcPts val="2200"/>
                        </a:spcBef>
                        <a:spcAft>
                          <a:spcPts val="1100"/>
                        </a:spcAft>
                        <a:buNone/>
                      </a:pPr>
                      <a:r>
                        <a:rPr lang="es-419" sz="2500">
                          <a:solidFill>
                            <a:schemeClr val="lt1"/>
                          </a:solidFill>
                          <a:latin typeface="Montserrat SemiBold"/>
                          <a:ea typeface="Montserrat SemiBold"/>
                          <a:cs typeface="Montserrat SemiBold"/>
                          <a:sym typeface="Montserrat SemiBold"/>
                        </a:rPr>
                        <a:t>2da</a:t>
                      </a:r>
                      <a:endParaRPr sz="2500">
                        <a:solidFill>
                          <a:schemeClr val="lt1"/>
                        </a:solidFill>
                        <a:latin typeface="Montserrat SemiBold"/>
                        <a:ea typeface="Montserrat SemiBold"/>
                        <a:cs typeface="Montserrat SemiBold"/>
                        <a:sym typeface="Montserrat SemiBold"/>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2"/>
                  </a:ext>
                </a:extLst>
              </a:tr>
              <a:tr h="1386275">
                <a:tc>
                  <a:txBody>
                    <a:bodyPr/>
                    <a:lstStyle/>
                    <a:p>
                      <a:pPr marL="0" marR="0" lvl="0" indent="0" algn="ctr" rtl="0">
                        <a:lnSpc>
                          <a:spcPct val="115000"/>
                        </a:lnSpc>
                        <a:spcBef>
                          <a:spcPts val="2200"/>
                        </a:spcBef>
                        <a:spcAft>
                          <a:spcPts val="1100"/>
                        </a:spcAft>
                        <a:buNone/>
                      </a:pPr>
                      <a:r>
                        <a:rPr lang="es-419" sz="2500">
                          <a:solidFill>
                            <a:schemeClr val="lt1"/>
                          </a:solidFill>
                          <a:latin typeface="Montserrat SemiBold"/>
                          <a:ea typeface="Montserrat SemiBold"/>
                          <a:cs typeface="Montserrat SemiBold"/>
                          <a:sym typeface="Montserrat SemiBold"/>
                        </a:rPr>
                        <a:t>3ra</a:t>
                      </a:r>
                      <a:endParaRPr sz="2500">
                        <a:solidFill>
                          <a:schemeClr val="lt1"/>
                        </a:solidFill>
                        <a:latin typeface="Montserrat SemiBold"/>
                        <a:ea typeface="Montserrat SemiBold"/>
                        <a:cs typeface="Montserrat SemiBold"/>
                        <a:sym typeface="Montserrat SemiBold"/>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454" name="Google Shape;454;p57"/>
          <p:cNvSpPr txBox="1"/>
          <p:nvPr/>
        </p:nvSpPr>
        <p:spPr>
          <a:xfrm>
            <a:off x="1598100" y="3778887"/>
            <a:ext cx="4941300" cy="4236600"/>
          </a:xfrm>
          <a:prstGeom prst="rect">
            <a:avLst/>
          </a:prstGeom>
          <a:noFill/>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s-419" sz="4600" dirty="0" err="1">
                <a:latin typeface="GFS Didot"/>
                <a:ea typeface="GFS Didot"/>
                <a:cs typeface="GFS Didot"/>
                <a:sym typeface="GFS Didot"/>
              </a:rPr>
              <a:t>ἀκήκο</a:t>
            </a:r>
            <a:r>
              <a:rPr lang="es-419" sz="4600" dirty="0">
                <a:latin typeface="GFS Didot"/>
                <a:ea typeface="GFS Didot"/>
                <a:cs typeface="GFS Didot"/>
                <a:sym typeface="GFS Didot"/>
              </a:rPr>
              <a:t>α</a:t>
            </a:r>
            <a:endParaRPr sz="4600" dirty="0">
              <a:latin typeface="GFS Didot"/>
              <a:ea typeface="GFS Didot"/>
              <a:cs typeface="GFS Didot"/>
              <a:sym typeface="GFS Didot"/>
            </a:endParaRPr>
          </a:p>
          <a:p>
            <a:pPr marL="0" lvl="0" indent="0" algn="l" rtl="0">
              <a:lnSpc>
                <a:spcPct val="200000"/>
              </a:lnSpc>
              <a:spcBef>
                <a:spcPts val="0"/>
              </a:spcBef>
              <a:spcAft>
                <a:spcPts val="0"/>
              </a:spcAft>
              <a:buNone/>
            </a:pPr>
            <a:r>
              <a:rPr lang="es-419" sz="4600" dirty="0" err="1">
                <a:latin typeface="GFS Didot"/>
                <a:ea typeface="GFS Didot"/>
                <a:cs typeface="GFS Didot"/>
                <a:sym typeface="GFS Didot"/>
              </a:rPr>
              <a:t>ἀκήκο</a:t>
            </a:r>
            <a:r>
              <a:rPr lang="es-419" sz="4600" dirty="0">
                <a:latin typeface="GFS Didot"/>
                <a:ea typeface="GFS Didot"/>
                <a:cs typeface="GFS Didot"/>
                <a:sym typeface="GFS Didot"/>
              </a:rPr>
              <a:t>ας</a:t>
            </a:r>
            <a:endParaRPr sz="4600" dirty="0">
              <a:latin typeface="GFS Didot"/>
              <a:ea typeface="GFS Didot"/>
              <a:cs typeface="GFS Didot"/>
              <a:sym typeface="GFS Didot"/>
            </a:endParaRPr>
          </a:p>
          <a:p>
            <a:pPr marL="0" lvl="0" indent="0" algn="l" rtl="0">
              <a:lnSpc>
                <a:spcPct val="200000"/>
              </a:lnSpc>
              <a:spcBef>
                <a:spcPts val="0"/>
              </a:spcBef>
              <a:spcAft>
                <a:spcPts val="0"/>
              </a:spcAft>
              <a:buNone/>
            </a:pPr>
            <a:r>
              <a:rPr lang="es-419" sz="4600" dirty="0" err="1">
                <a:latin typeface="GFS Didot"/>
                <a:ea typeface="GFS Didot"/>
                <a:cs typeface="GFS Didot"/>
                <a:sym typeface="GFS Didot"/>
              </a:rPr>
              <a:t>ἀκήκοεν</a:t>
            </a:r>
            <a:endParaRPr sz="4600" dirty="0">
              <a:latin typeface="GFS Didot"/>
              <a:ea typeface="GFS Didot"/>
              <a:cs typeface="GFS Didot"/>
              <a:sym typeface="GFS Didot"/>
            </a:endParaRPr>
          </a:p>
        </p:txBody>
      </p:sp>
      <p:sp>
        <p:nvSpPr>
          <p:cNvPr id="455" name="Google Shape;455;p57"/>
          <p:cNvSpPr txBox="1"/>
          <p:nvPr/>
        </p:nvSpPr>
        <p:spPr>
          <a:xfrm>
            <a:off x="6703500" y="3778887"/>
            <a:ext cx="4721400" cy="4236600"/>
          </a:xfrm>
          <a:prstGeom prst="rect">
            <a:avLst/>
          </a:prstGeom>
          <a:noFill/>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s-419" sz="4600">
                <a:latin typeface="GFS Didot"/>
                <a:ea typeface="GFS Didot"/>
                <a:cs typeface="GFS Didot"/>
                <a:sym typeface="GFS Didot"/>
              </a:rPr>
              <a:t>ἀκήκοαμεν</a:t>
            </a:r>
            <a:endParaRPr sz="4600">
              <a:latin typeface="GFS Didot"/>
              <a:ea typeface="GFS Didot"/>
              <a:cs typeface="GFS Didot"/>
              <a:sym typeface="GFS Didot"/>
            </a:endParaRPr>
          </a:p>
          <a:p>
            <a:pPr marL="0" lvl="0" indent="0" algn="l" rtl="0">
              <a:lnSpc>
                <a:spcPct val="200000"/>
              </a:lnSpc>
              <a:spcBef>
                <a:spcPts val="0"/>
              </a:spcBef>
              <a:spcAft>
                <a:spcPts val="0"/>
              </a:spcAft>
              <a:buNone/>
            </a:pPr>
            <a:r>
              <a:rPr lang="es-419" sz="4600">
                <a:latin typeface="GFS Didot"/>
                <a:ea typeface="GFS Didot"/>
                <a:cs typeface="GFS Didot"/>
                <a:sym typeface="GFS Didot"/>
              </a:rPr>
              <a:t>ἀκήκοατε</a:t>
            </a:r>
            <a:endParaRPr sz="4600">
              <a:latin typeface="GFS Didot"/>
              <a:ea typeface="GFS Didot"/>
              <a:cs typeface="GFS Didot"/>
              <a:sym typeface="GFS Didot"/>
            </a:endParaRPr>
          </a:p>
          <a:p>
            <a:pPr marL="0" lvl="0" indent="0" algn="l" rtl="0">
              <a:lnSpc>
                <a:spcPct val="200000"/>
              </a:lnSpc>
              <a:spcBef>
                <a:spcPts val="0"/>
              </a:spcBef>
              <a:spcAft>
                <a:spcPts val="0"/>
              </a:spcAft>
              <a:buNone/>
            </a:pPr>
            <a:r>
              <a:rPr lang="es-419" sz="4600">
                <a:latin typeface="GFS Didot"/>
                <a:ea typeface="GFS Didot"/>
                <a:cs typeface="GFS Didot"/>
                <a:sym typeface="GFS Didot"/>
              </a:rPr>
              <a:t>ἀκήκοασιν</a:t>
            </a:r>
            <a:endParaRPr sz="4600">
              <a:latin typeface="GFS Didot"/>
              <a:ea typeface="GFS Didot"/>
              <a:cs typeface="GFS Didot"/>
              <a:sym typeface="GFS Didot"/>
            </a:endParaRPr>
          </a:p>
        </p:txBody>
      </p:sp>
      <p:sp>
        <p:nvSpPr>
          <p:cNvPr id="456" name="Google Shape;456;p57"/>
          <p:cNvSpPr txBox="1"/>
          <p:nvPr/>
        </p:nvSpPr>
        <p:spPr>
          <a:xfrm>
            <a:off x="468300" y="1201225"/>
            <a:ext cx="15377400" cy="1070700"/>
          </a:xfrm>
          <a:prstGeom prst="rect">
            <a:avLst/>
          </a:prstGeom>
          <a:noFill/>
          <a:ln>
            <a:noFill/>
          </a:ln>
        </p:spPr>
        <p:txBody>
          <a:bodyPr spcFirstLastPara="1" wrap="square" lIns="156175" tIns="156175" rIns="156175" bIns="156175" anchor="t" anchorCtr="0">
            <a:noAutofit/>
          </a:bodyPr>
          <a:lstStyle/>
          <a:p>
            <a:pPr marL="0" lvl="0" indent="0" algn="l" rtl="0">
              <a:spcBef>
                <a:spcPts val="0"/>
              </a:spcBef>
              <a:spcAft>
                <a:spcPts val="0"/>
              </a:spcAft>
              <a:buNone/>
            </a:pPr>
            <a:r>
              <a:rPr lang="es-419" sz="7100">
                <a:latin typeface="Bebas Neue"/>
                <a:ea typeface="Bebas Neue"/>
                <a:cs typeface="Bebas Neue"/>
                <a:sym typeface="Bebas Neue"/>
              </a:rPr>
              <a:t>PERFECTO activo indicativo</a:t>
            </a:r>
            <a:endParaRPr sz="7100">
              <a:latin typeface="Bebas Neue"/>
              <a:ea typeface="Bebas Neue"/>
              <a:cs typeface="Bebas Neue"/>
              <a:sym typeface="Bebas Neu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5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5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55">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55">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5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60"/>
        <p:cNvGrpSpPr/>
        <p:nvPr/>
      </p:nvGrpSpPr>
      <p:grpSpPr>
        <a:xfrm>
          <a:off x="0" y="0"/>
          <a:ext cx="0" cy="0"/>
          <a:chOff x="0" y="0"/>
          <a:chExt cx="0" cy="0"/>
        </a:xfrm>
      </p:grpSpPr>
      <p:graphicFrame>
        <p:nvGraphicFramePr>
          <p:cNvPr id="461" name="Google Shape;461;p58"/>
          <p:cNvGraphicFramePr/>
          <p:nvPr/>
        </p:nvGraphicFramePr>
        <p:xfrm>
          <a:off x="470275" y="3205588"/>
          <a:ext cx="11077325" cy="4952725"/>
        </p:xfrm>
        <a:graphic>
          <a:graphicData uri="http://schemas.openxmlformats.org/drawingml/2006/table">
            <a:tbl>
              <a:tblPr>
                <a:noFill/>
                <a:tableStyleId>{2B22CA8F-BFF6-4F2E-A46A-7FD96E287156}</a:tableStyleId>
              </a:tblPr>
              <a:tblGrid>
                <a:gridCol w="1141350">
                  <a:extLst>
                    <a:ext uri="{9D8B030D-6E8A-4147-A177-3AD203B41FA5}">
                      <a16:colId xmlns:a16="http://schemas.microsoft.com/office/drawing/2014/main" val="20000"/>
                    </a:ext>
                  </a:extLst>
                </a:gridCol>
                <a:gridCol w="5075525">
                  <a:extLst>
                    <a:ext uri="{9D8B030D-6E8A-4147-A177-3AD203B41FA5}">
                      <a16:colId xmlns:a16="http://schemas.microsoft.com/office/drawing/2014/main" val="20001"/>
                    </a:ext>
                  </a:extLst>
                </a:gridCol>
                <a:gridCol w="4860450">
                  <a:extLst>
                    <a:ext uri="{9D8B030D-6E8A-4147-A177-3AD203B41FA5}">
                      <a16:colId xmlns:a16="http://schemas.microsoft.com/office/drawing/2014/main" val="20002"/>
                    </a:ext>
                  </a:extLst>
                </a:gridCol>
              </a:tblGrid>
              <a:tr h="793900">
                <a:tc>
                  <a:txBody>
                    <a:bodyPr/>
                    <a:lstStyle/>
                    <a:p>
                      <a:pPr marL="0" lvl="0" indent="0" algn="l" rtl="0">
                        <a:spcBef>
                          <a:spcPts val="0"/>
                        </a:spcBef>
                        <a:spcAft>
                          <a:spcPts val="0"/>
                        </a:spcAft>
                        <a:buNone/>
                      </a:pPr>
                      <a:endParaRPr>
                        <a:solidFill>
                          <a:schemeClr val="lt1"/>
                        </a:solidFill>
                      </a:endParaRPr>
                    </a:p>
                  </a:txBody>
                  <a:tcPr marL="114300" marR="114300" marT="114300" marB="114300">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marR="0" lvl="0" indent="0" algn="l" rtl="0">
                        <a:lnSpc>
                          <a:spcPct val="115000"/>
                        </a:lnSpc>
                        <a:spcBef>
                          <a:spcPts val="1100"/>
                        </a:spcBef>
                        <a:spcAft>
                          <a:spcPts val="0"/>
                        </a:spcAft>
                        <a:buNone/>
                      </a:pPr>
                      <a:r>
                        <a:rPr lang="es-419" sz="3000">
                          <a:solidFill>
                            <a:schemeClr val="lt1"/>
                          </a:solidFill>
                          <a:latin typeface="Montserrat SemiBold"/>
                          <a:ea typeface="Montserrat SemiBold"/>
                          <a:cs typeface="Montserrat SemiBold"/>
                          <a:sym typeface="Montserrat SemiBold"/>
                        </a:rPr>
                        <a:t>SINGULAR</a:t>
                      </a:r>
                      <a:endParaRPr sz="3000">
                        <a:solidFill>
                          <a:schemeClr val="lt1"/>
                        </a:solidFill>
                        <a:latin typeface="Montserrat SemiBold"/>
                        <a:ea typeface="Montserrat SemiBold"/>
                        <a:cs typeface="Montserrat SemiBold"/>
                        <a:sym typeface="Montserrat SemiBold"/>
                      </a:endParaRPr>
                    </a:p>
                  </a:txBody>
                  <a:tcPr marL="114300" marR="114300" marT="114300" marB="114300">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marR="0" lvl="0" indent="0" algn="l" rtl="0">
                        <a:lnSpc>
                          <a:spcPct val="115000"/>
                        </a:lnSpc>
                        <a:spcBef>
                          <a:spcPts val="1100"/>
                        </a:spcBef>
                        <a:spcAft>
                          <a:spcPts val="0"/>
                        </a:spcAft>
                        <a:buNone/>
                      </a:pPr>
                      <a:r>
                        <a:rPr lang="es-419" sz="3000">
                          <a:solidFill>
                            <a:schemeClr val="lt1"/>
                          </a:solidFill>
                          <a:latin typeface="Montserrat SemiBold"/>
                          <a:ea typeface="Montserrat SemiBold"/>
                          <a:cs typeface="Montserrat SemiBold"/>
                          <a:sym typeface="Montserrat SemiBold"/>
                        </a:rPr>
                        <a:t>PLURAL</a:t>
                      </a:r>
                      <a:endParaRPr sz="3000">
                        <a:solidFill>
                          <a:schemeClr val="lt1"/>
                        </a:solidFill>
                        <a:latin typeface="Montserrat SemiBold"/>
                        <a:ea typeface="Montserrat SemiBold"/>
                        <a:cs typeface="Montserrat SemiBold"/>
                        <a:sym typeface="Montserrat SemiBold"/>
                      </a:endParaRPr>
                    </a:p>
                  </a:txBody>
                  <a:tcPr marL="114300" marR="114300" marT="114300" marB="114300">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extLst>
                  <a:ext uri="{0D108BD9-81ED-4DB2-BD59-A6C34878D82A}">
                    <a16:rowId xmlns:a16="http://schemas.microsoft.com/office/drawing/2014/main" val="10000"/>
                  </a:ext>
                </a:extLst>
              </a:tr>
              <a:tr h="1386275">
                <a:tc>
                  <a:txBody>
                    <a:bodyPr/>
                    <a:lstStyle/>
                    <a:p>
                      <a:pPr marL="0" marR="0" lvl="0" indent="0" algn="ctr" rtl="0">
                        <a:lnSpc>
                          <a:spcPct val="115000"/>
                        </a:lnSpc>
                        <a:spcBef>
                          <a:spcPts val="2200"/>
                        </a:spcBef>
                        <a:spcAft>
                          <a:spcPts val="1100"/>
                        </a:spcAft>
                        <a:buNone/>
                      </a:pPr>
                      <a:r>
                        <a:rPr lang="es-419" sz="2500">
                          <a:solidFill>
                            <a:schemeClr val="lt1"/>
                          </a:solidFill>
                          <a:latin typeface="Montserrat SemiBold"/>
                          <a:ea typeface="Montserrat SemiBold"/>
                          <a:cs typeface="Montserrat SemiBold"/>
                          <a:sym typeface="Montserrat SemiBold"/>
                        </a:rPr>
                        <a:t>1ra</a:t>
                      </a:r>
                      <a:endParaRPr sz="2500">
                        <a:solidFill>
                          <a:schemeClr val="lt1"/>
                        </a:solidFill>
                        <a:latin typeface="Montserrat SemiBold"/>
                        <a:ea typeface="Montserrat SemiBold"/>
                        <a:cs typeface="Montserrat SemiBold"/>
                        <a:sym typeface="Montserrat SemiBold"/>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1"/>
                  </a:ext>
                </a:extLst>
              </a:tr>
              <a:tr h="1386275">
                <a:tc>
                  <a:txBody>
                    <a:bodyPr/>
                    <a:lstStyle/>
                    <a:p>
                      <a:pPr marL="0" marR="0" lvl="0" indent="0" algn="ctr" rtl="0">
                        <a:lnSpc>
                          <a:spcPct val="115000"/>
                        </a:lnSpc>
                        <a:spcBef>
                          <a:spcPts val="2200"/>
                        </a:spcBef>
                        <a:spcAft>
                          <a:spcPts val="1100"/>
                        </a:spcAft>
                        <a:buNone/>
                      </a:pPr>
                      <a:r>
                        <a:rPr lang="es-419" sz="2500">
                          <a:solidFill>
                            <a:schemeClr val="lt1"/>
                          </a:solidFill>
                          <a:latin typeface="Montserrat SemiBold"/>
                          <a:ea typeface="Montserrat SemiBold"/>
                          <a:cs typeface="Montserrat SemiBold"/>
                          <a:sym typeface="Montserrat SemiBold"/>
                        </a:rPr>
                        <a:t>2da</a:t>
                      </a:r>
                      <a:endParaRPr sz="2500">
                        <a:solidFill>
                          <a:schemeClr val="lt1"/>
                        </a:solidFill>
                        <a:latin typeface="Montserrat SemiBold"/>
                        <a:ea typeface="Montserrat SemiBold"/>
                        <a:cs typeface="Montserrat SemiBold"/>
                        <a:sym typeface="Montserrat SemiBold"/>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2"/>
                  </a:ext>
                </a:extLst>
              </a:tr>
              <a:tr h="1386275">
                <a:tc>
                  <a:txBody>
                    <a:bodyPr/>
                    <a:lstStyle/>
                    <a:p>
                      <a:pPr marL="0" marR="0" lvl="0" indent="0" algn="ctr" rtl="0">
                        <a:lnSpc>
                          <a:spcPct val="115000"/>
                        </a:lnSpc>
                        <a:spcBef>
                          <a:spcPts val="2200"/>
                        </a:spcBef>
                        <a:spcAft>
                          <a:spcPts val="1100"/>
                        </a:spcAft>
                        <a:buNone/>
                      </a:pPr>
                      <a:r>
                        <a:rPr lang="es-419" sz="2500">
                          <a:solidFill>
                            <a:schemeClr val="lt1"/>
                          </a:solidFill>
                          <a:latin typeface="Montserrat SemiBold"/>
                          <a:ea typeface="Montserrat SemiBold"/>
                          <a:cs typeface="Montserrat SemiBold"/>
                          <a:sym typeface="Montserrat SemiBold"/>
                        </a:rPr>
                        <a:t>3ra</a:t>
                      </a:r>
                      <a:endParaRPr sz="2500">
                        <a:solidFill>
                          <a:schemeClr val="lt1"/>
                        </a:solidFill>
                        <a:latin typeface="Montserrat SemiBold"/>
                        <a:ea typeface="Montserrat SemiBold"/>
                        <a:cs typeface="Montserrat SemiBold"/>
                        <a:sym typeface="Montserrat SemiBold"/>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462" name="Google Shape;462;p58"/>
          <p:cNvSpPr txBox="1"/>
          <p:nvPr/>
        </p:nvSpPr>
        <p:spPr>
          <a:xfrm>
            <a:off x="1598100" y="3921713"/>
            <a:ext cx="4941300" cy="4236600"/>
          </a:xfrm>
          <a:prstGeom prst="rect">
            <a:avLst/>
          </a:prstGeom>
          <a:noFill/>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s-419" sz="4600" dirty="0" err="1">
                <a:latin typeface="GFS Didot"/>
                <a:ea typeface="GFS Didot"/>
                <a:cs typeface="GFS Didot"/>
                <a:sym typeface="GFS Didot"/>
              </a:rPr>
              <a:t>ἀκήκομ</a:t>
            </a:r>
            <a:r>
              <a:rPr lang="es-419" sz="4600" dirty="0">
                <a:latin typeface="GFS Didot"/>
                <a:ea typeface="GFS Didot"/>
                <a:cs typeface="GFS Didot"/>
                <a:sym typeface="GFS Didot"/>
              </a:rPr>
              <a:t>αι</a:t>
            </a:r>
            <a:endParaRPr sz="4600" dirty="0">
              <a:latin typeface="GFS Didot"/>
              <a:ea typeface="GFS Didot"/>
              <a:cs typeface="GFS Didot"/>
              <a:sym typeface="GFS Didot"/>
            </a:endParaRPr>
          </a:p>
          <a:p>
            <a:pPr marL="0" lvl="0" indent="0" algn="l" rtl="0">
              <a:lnSpc>
                <a:spcPct val="200000"/>
              </a:lnSpc>
              <a:spcBef>
                <a:spcPts val="0"/>
              </a:spcBef>
              <a:spcAft>
                <a:spcPts val="0"/>
              </a:spcAft>
              <a:buNone/>
            </a:pPr>
            <a:r>
              <a:rPr lang="es-419" sz="4600" dirty="0" err="1">
                <a:latin typeface="GFS Didot"/>
                <a:ea typeface="GFS Didot"/>
                <a:cs typeface="GFS Didot"/>
                <a:sym typeface="GFS Didot"/>
              </a:rPr>
              <a:t>ἀκήκῃ</a:t>
            </a:r>
            <a:endParaRPr sz="4600" dirty="0">
              <a:latin typeface="GFS Didot"/>
              <a:ea typeface="GFS Didot"/>
              <a:cs typeface="GFS Didot"/>
              <a:sym typeface="GFS Didot"/>
            </a:endParaRPr>
          </a:p>
          <a:p>
            <a:pPr marL="0" lvl="0" indent="0" algn="l" rtl="0">
              <a:lnSpc>
                <a:spcPct val="200000"/>
              </a:lnSpc>
              <a:spcBef>
                <a:spcPts val="0"/>
              </a:spcBef>
              <a:spcAft>
                <a:spcPts val="0"/>
              </a:spcAft>
              <a:buNone/>
            </a:pPr>
            <a:r>
              <a:rPr lang="es-419" sz="4600" dirty="0" err="1">
                <a:latin typeface="GFS Didot"/>
                <a:ea typeface="GFS Didot"/>
                <a:cs typeface="GFS Didot"/>
                <a:sym typeface="GFS Didot"/>
              </a:rPr>
              <a:t>ἀκήκτ</a:t>
            </a:r>
            <a:r>
              <a:rPr lang="es-419" sz="4600" dirty="0">
                <a:latin typeface="GFS Didot"/>
                <a:ea typeface="GFS Didot"/>
                <a:cs typeface="GFS Didot"/>
                <a:sym typeface="GFS Didot"/>
              </a:rPr>
              <a:t>αι</a:t>
            </a:r>
            <a:endParaRPr sz="4600" dirty="0">
              <a:latin typeface="GFS Didot"/>
              <a:ea typeface="GFS Didot"/>
              <a:cs typeface="GFS Didot"/>
              <a:sym typeface="GFS Didot"/>
            </a:endParaRPr>
          </a:p>
        </p:txBody>
      </p:sp>
      <p:sp>
        <p:nvSpPr>
          <p:cNvPr id="463" name="Google Shape;463;p58"/>
          <p:cNvSpPr txBox="1"/>
          <p:nvPr/>
        </p:nvSpPr>
        <p:spPr>
          <a:xfrm>
            <a:off x="6703500" y="3921713"/>
            <a:ext cx="4721400" cy="4236600"/>
          </a:xfrm>
          <a:prstGeom prst="rect">
            <a:avLst/>
          </a:prstGeom>
          <a:noFill/>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s-419" sz="4600">
                <a:latin typeface="GFS Didot"/>
                <a:ea typeface="GFS Didot"/>
                <a:cs typeface="GFS Didot"/>
                <a:sym typeface="GFS Didot"/>
              </a:rPr>
              <a:t>ἀκήκομεθα</a:t>
            </a:r>
            <a:endParaRPr sz="4600">
              <a:latin typeface="GFS Didot"/>
              <a:ea typeface="GFS Didot"/>
              <a:cs typeface="GFS Didot"/>
              <a:sym typeface="GFS Didot"/>
            </a:endParaRPr>
          </a:p>
          <a:p>
            <a:pPr marL="0" lvl="0" indent="0" algn="l" rtl="0">
              <a:lnSpc>
                <a:spcPct val="200000"/>
              </a:lnSpc>
              <a:spcBef>
                <a:spcPts val="0"/>
              </a:spcBef>
              <a:spcAft>
                <a:spcPts val="0"/>
              </a:spcAft>
              <a:buNone/>
            </a:pPr>
            <a:r>
              <a:rPr lang="es-419" sz="4600">
                <a:latin typeface="GFS Didot"/>
                <a:ea typeface="GFS Didot"/>
                <a:cs typeface="GFS Didot"/>
                <a:sym typeface="GFS Didot"/>
              </a:rPr>
              <a:t>ἀκήκασθε</a:t>
            </a:r>
            <a:endParaRPr sz="4600">
              <a:latin typeface="GFS Didot"/>
              <a:ea typeface="GFS Didot"/>
              <a:cs typeface="GFS Didot"/>
              <a:sym typeface="GFS Didot"/>
            </a:endParaRPr>
          </a:p>
          <a:p>
            <a:pPr marL="0" lvl="0" indent="0" algn="l" rtl="0">
              <a:lnSpc>
                <a:spcPct val="200000"/>
              </a:lnSpc>
              <a:spcBef>
                <a:spcPts val="0"/>
              </a:spcBef>
              <a:spcAft>
                <a:spcPts val="0"/>
              </a:spcAft>
              <a:buNone/>
            </a:pPr>
            <a:r>
              <a:rPr lang="es-419" sz="4600">
                <a:latin typeface="GFS Didot"/>
                <a:ea typeface="GFS Didot"/>
                <a:cs typeface="GFS Didot"/>
                <a:sym typeface="GFS Didot"/>
              </a:rPr>
              <a:t>ἀκήκονται</a:t>
            </a:r>
            <a:endParaRPr sz="4600">
              <a:latin typeface="GFS Didot"/>
              <a:ea typeface="GFS Didot"/>
              <a:cs typeface="GFS Didot"/>
              <a:sym typeface="GFS Didot"/>
            </a:endParaRPr>
          </a:p>
        </p:txBody>
      </p:sp>
      <p:sp>
        <p:nvSpPr>
          <p:cNvPr id="464" name="Google Shape;464;p58"/>
          <p:cNvSpPr txBox="1"/>
          <p:nvPr/>
        </p:nvSpPr>
        <p:spPr>
          <a:xfrm>
            <a:off x="468300" y="1201225"/>
            <a:ext cx="15377400" cy="1070700"/>
          </a:xfrm>
          <a:prstGeom prst="rect">
            <a:avLst/>
          </a:prstGeom>
          <a:noFill/>
          <a:ln>
            <a:noFill/>
          </a:ln>
        </p:spPr>
        <p:txBody>
          <a:bodyPr spcFirstLastPara="1" wrap="square" lIns="156175" tIns="156175" rIns="156175" bIns="156175" anchor="t" anchorCtr="0">
            <a:noAutofit/>
          </a:bodyPr>
          <a:lstStyle/>
          <a:p>
            <a:pPr marL="0" lvl="0" indent="0" algn="l" rtl="0">
              <a:spcBef>
                <a:spcPts val="0"/>
              </a:spcBef>
              <a:spcAft>
                <a:spcPts val="0"/>
              </a:spcAft>
              <a:buNone/>
            </a:pPr>
            <a:r>
              <a:rPr lang="es-419" sz="7100">
                <a:latin typeface="Bebas Neue"/>
                <a:ea typeface="Bebas Neue"/>
                <a:cs typeface="Bebas Neue"/>
                <a:sym typeface="Bebas Neue"/>
              </a:rPr>
              <a:t>Perfecto medio/pasivo indicativo</a:t>
            </a:r>
            <a:endParaRPr sz="7100">
              <a:latin typeface="Bebas Neue"/>
              <a:ea typeface="Bebas Neue"/>
              <a:cs typeface="Bebas Neue"/>
              <a:sym typeface="Bebas Neue"/>
            </a:endParaRPr>
          </a:p>
          <a:p>
            <a:pPr marL="0" lvl="0" indent="0" algn="l" rtl="0">
              <a:spcBef>
                <a:spcPts val="0"/>
              </a:spcBef>
              <a:spcAft>
                <a:spcPts val="0"/>
              </a:spcAft>
              <a:buNone/>
            </a:pPr>
            <a:endParaRPr sz="7100">
              <a:latin typeface="Bebas Neue"/>
              <a:ea typeface="Bebas Neue"/>
              <a:cs typeface="Bebas Neue"/>
              <a:sym typeface="Bebas Neu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6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63">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63">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6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59"/>
          <p:cNvSpPr txBox="1">
            <a:spLocks noGrp="1"/>
          </p:cNvSpPr>
          <p:nvPr>
            <p:ph type="ctrTitle"/>
          </p:nvPr>
        </p:nvSpPr>
        <p:spPr>
          <a:xfrm>
            <a:off x="1112325" y="3917775"/>
            <a:ext cx="16494000" cy="1432500"/>
          </a:xfrm>
          <a:prstGeom prst="rect">
            <a:avLst/>
          </a:prstGeom>
          <a:noFill/>
          <a:ln>
            <a:noFill/>
          </a:ln>
        </p:spPr>
        <p:txBody>
          <a:bodyPr spcFirstLastPara="1" wrap="square" lIns="156175" tIns="156175" rIns="156175" bIns="156175" anchor="ctr" anchorCtr="0">
            <a:noAutofit/>
          </a:bodyPr>
          <a:lstStyle/>
          <a:p>
            <a:pPr marL="0" lvl="0" indent="0" algn="l" rtl="0">
              <a:lnSpc>
                <a:spcPct val="115000"/>
              </a:lnSpc>
              <a:spcBef>
                <a:spcPts val="0"/>
              </a:spcBef>
              <a:spcAft>
                <a:spcPts val="0"/>
              </a:spcAft>
              <a:buSzPts val="7200"/>
              <a:buNone/>
            </a:pPr>
            <a:r>
              <a:rPr lang="es-419" sz="12800" dirty="0" err="1">
                <a:solidFill>
                  <a:srgbClr val="434343"/>
                </a:solidFill>
                <a:latin typeface="Cardo"/>
                <a:ea typeface="Cardo"/>
                <a:cs typeface="Cardo"/>
                <a:sym typeface="Cardo"/>
              </a:rPr>
              <a:t>θέλω</a:t>
            </a:r>
            <a:endParaRPr sz="12800" dirty="0">
              <a:solidFill>
                <a:srgbClr val="434343"/>
              </a:solidFill>
              <a:latin typeface="Cardo"/>
              <a:ea typeface="Cardo"/>
              <a:cs typeface="Cardo"/>
              <a:sym typeface="Cardo"/>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73"/>
        <p:cNvGrpSpPr/>
        <p:nvPr/>
      </p:nvGrpSpPr>
      <p:grpSpPr>
        <a:xfrm>
          <a:off x="0" y="0"/>
          <a:ext cx="0" cy="0"/>
          <a:chOff x="0" y="0"/>
          <a:chExt cx="0" cy="0"/>
        </a:xfrm>
      </p:grpSpPr>
      <p:graphicFrame>
        <p:nvGraphicFramePr>
          <p:cNvPr id="474" name="Google Shape;474;p60"/>
          <p:cNvGraphicFramePr/>
          <p:nvPr/>
        </p:nvGraphicFramePr>
        <p:xfrm>
          <a:off x="470275" y="3205588"/>
          <a:ext cx="11077325" cy="4952725"/>
        </p:xfrm>
        <a:graphic>
          <a:graphicData uri="http://schemas.openxmlformats.org/drawingml/2006/table">
            <a:tbl>
              <a:tblPr>
                <a:noFill/>
                <a:tableStyleId>{2B22CA8F-BFF6-4F2E-A46A-7FD96E287156}</a:tableStyleId>
              </a:tblPr>
              <a:tblGrid>
                <a:gridCol w="1141350">
                  <a:extLst>
                    <a:ext uri="{9D8B030D-6E8A-4147-A177-3AD203B41FA5}">
                      <a16:colId xmlns:a16="http://schemas.microsoft.com/office/drawing/2014/main" val="20000"/>
                    </a:ext>
                  </a:extLst>
                </a:gridCol>
                <a:gridCol w="5075525">
                  <a:extLst>
                    <a:ext uri="{9D8B030D-6E8A-4147-A177-3AD203B41FA5}">
                      <a16:colId xmlns:a16="http://schemas.microsoft.com/office/drawing/2014/main" val="20001"/>
                    </a:ext>
                  </a:extLst>
                </a:gridCol>
                <a:gridCol w="4860450">
                  <a:extLst>
                    <a:ext uri="{9D8B030D-6E8A-4147-A177-3AD203B41FA5}">
                      <a16:colId xmlns:a16="http://schemas.microsoft.com/office/drawing/2014/main" val="20002"/>
                    </a:ext>
                  </a:extLst>
                </a:gridCol>
              </a:tblGrid>
              <a:tr h="793900">
                <a:tc>
                  <a:txBody>
                    <a:bodyPr/>
                    <a:lstStyle/>
                    <a:p>
                      <a:pPr marL="0" lvl="0" indent="0" algn="l" rtl="0">
                        <a:spcBef>
                          <a:spcPts val="0"/>
                        </a:spcBef>
                        <a:spcAft>
                          <a:spcPts val="0"/>
                        </a:spcAft>
                        <a:buNone/>
                      </a:pPr>
                      <a:endParaRPr>
                        <a:solidFill>
                          <a:schemeClr val="lt1"/>
                        </a:solidFill>
                      </a:endParaRPr>
                    </a:p>
                  </a:txBody>
                  <a:tcPr marL="114300" marR="114300" marT="114300" marB="114300">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marR="0" lvl="0" indent="0" algn="l" rtl="0">
                        <a:lnSpc>
                          <a:spcPct val="115000"/>
                        </a:lnSpc>
                        <a:spcBef>
                          <a:spcPts val="1100"/>
                        </a:spcBef>
                        <a:spcAft>
                          <a:spcPts val="0"/>
                        </a:spcAft>
                        <a:buNone/>
                      </a:pPr>
                      <a:r>
                        <a:rPr lang="es-419" sz="3000">
                          <a:solidFill>
                            <a:schemeClr val="lt1"/>
                          </a:solidFill>
                          <a:latin typeface="Montserrat SemiBold"/>
                          <a:ea typeface="Montserrat SemiBold"/>
                          <a:cs typeface="Montserrat SemiBold"/>
                          <a:sym typeface="Montserrat SemiBold"/>
                        </a:rPr>
                        <a:t>SINGULAR</a:t>
                      </a:r>
                      <a:endParaRPr sz="3000">
                        <a:solidFill>
                          <a:schemeClr val="lt1"/>
                        </a:solidFill>
                        <a:latin typeface="Montserrat SemiBold"/>
                        <a:ea typeface="Montserrat SemiBold"/>
                        <a:cs typeface="Montserrat SemiBold"/>
                        <a:sym typeface="Montserrat SemiBold"/>
                      </a:endParaRPr>
                    </a:p>
                  </a:txBody>
                  <a:tcPr marL="114300" marR="114300" marT="114300" marB="114300">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marR="0" lvl="0" indent="0" algn="l" rtl="0">
                        <a:lnSpc>
                          <a:spcPct val="115000"/>
                        </a:lnSpc>
                        <a:spcBef>
                          <a:spcPts val="1100"/>
                        </a:spcBef>
                        <a:spcAft>
                          <a:spcPts val="0"/>
                        </a:spcAft>
                        <a:buNone/>
                      </a:pPr>
                      <a:r>
                        <a:rPr lang="es-419" sz="3000">
                          <a:solidFill>
                            <a:schemeClr val="lt1"/>
                          </a:solidFill>
                          <a:latin typeface="Montserrat SemiBold"/>
                          <a:ea typeface="Montserrat SemiBold"/>
                          <a:cs typeface="Montserrat SemiBold"/>
                          <a:sym typeface="Montserrat SemiBold"/>
                        </a:rPr>
                        <a:t>PLURAL</a:t>
                      </a:r>
                      <a:endParaRPr sz="3000">
                        <a:solidFill>
                          <a:schemeClr val="lt1"/>
                        </a:solidFill>
                        <a:latin typeface="Montserrat SemiBold"/>
                        <a:ea typeface="Montserrat SemiBold"/>
                        <a:cs typeface="Montserrat SemiBold"/>
                        <a:sym typeface="Montserrat SemiBold"/>
                      </a:endParaRPr>
                    </a:p>
                  </a:txBody>
                  <a:tcPr marL="114300" marR="114300" marT="114300" marB="114300">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extLst>
                  <a:ext uri="{0D108BD9-81ED-4DB2-BD59-A6C34878D82A}">
                    <a16:rowId xmlns:a16="http://schemas.microsoft.com/office/drawing/2014/main" val="10000"/>
                  </a:ext>
                </a:extLst>
              </a:tr>
              <a:tr h="1386275">
                <a:tc>
                  <a:txBody>
                    <a:bodyPr/>
                    <a:lstStyle/>
                    <a:p>
                      <a:pPr marL="0" marR="0" lvl="0" indent="0" algn="ctr" rtl="0">
                        <a:lnSpc>
                          <a:spcPct val="115000"/>
                        </a:lnSpc>
                        <a:spcBef>
                          <a:spcPts val="2200"/>
                        </a:spcBef>
                        <a:spcAft>
                          <a:spcPts val="1100"/>
                        </a:spcAft>
                        <a:buNone/>
                      </a:pPr>
                      <a:r>
                        <a:rPr lang="es-419" sz="2500">
                          <a:solidFill>
                            <a:schemeClr val="lt1"/>
                          </a:solidFill>
                          <a:latin typeface="Montserrat SemiBold"/>
                          <a:ea typeface="Montserrat SemiBold"/>
                          <a:cs typeface="Montserrat SemiBold"/>
                          <a:sym typeface="Montserrat SemiBold"/>
                        </a:rPr>
                        <a:t>1ra</a:t>
                      </a:r>
                      <a:endParaRPr sz="2500">
                        <a:solidFill>
                          <a:schemeClr val="lt1"/>
                        </a:solidFill>
                        <a:latin typeface="Montserrat SemiBold"/>
                        <a:ea typeface="Montserrat SemiBold"/>
                        <a:cs typeface="Montserrat SemiBold"/>
                        <a:sym typeface="Montserrat SemiBold"/>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1"/>
                  </a:ext>
                </a:extLst>
              </a:tr>
              <a:tr h="1386275">
                <a:tc>
                  <a:txBody>
                    <a:bodyPr/>
                    <a:lstStyle/>
                    <a:p>
                      <a:pPr marL="0" marR="0" lvl="0" indent="0" algn="ctr" rtl="0">
                        <a:lnSpc>
                          <a:spcPct val="115000"/>
                        </a:lnSpc>
                        <a:spcBef>
                          <a:spcPts val="2200"/>
                        </a:spcBef>
                        <a:spcAft>
                          <a:spcPts val="1100"/>
                        </a:spcAft>
                        <a:buNone/>
                      </a:pPr>
                      <a:r>
                        <a:rPr lang="es-419" sz="2500">
                          <a:solidFill>
                            <a:schemeClr val="lt1"/>
                          </a:solidFill>
                          <a:latin typeface="Montserrat SemiBold"/>
                          <a:ea typeface="Montserrat SemiBold"/>
                          <a:cs typeface="Montserrat SemiBold"/>
                          <a:sym typeface="Montserrat SemiBold"/>
                        </a:rPr>
                        <a:t>2da</a:t>
                      </a:r>
                      <a:endParaRPr sz="2500">
                        <a:solidFill>
                          <a:schemeClr val="lt1"/>
                        </a:solidFill>
                        <a:latin typeface="Montserrat SemiBold"/>
                        <a:ea typeface="Montserrat SemiBold"/>
                        <a:cs typeface="Montserrat SemiBold"/>
                        <a:sym typeface="Montserrat SemiBold"/>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2"/>
                  </a:ext>
                </a:extLst>
              </a:tr>
              <a:tr h="1386275">
                <a:tc>
                  <a:txBody>
                    <a:bodyPr/>
                    <a:lstStyle/>
                    <a:p>
                      <a:pPr marL="0" marR="0" lvl="0" indent="0" algn="ctr" rtl="0">
                        <a:lnSpc>
                          <a:spcPct val="115000"/>
                        </a:lnSpc>
                        <a:spcBef>
                          <a:spcPts val="2200"/>
                        </a:spcBef>
                        <a:spcAft>
                          <a:spcPts val="1100"/>
                        </a:spcAft>
                        <a:buNone/>
                      </a:pPr>
                      <a:r>
                        <a:rPr lang="es-419" sz="2500">
                          <a:solidFill>
                            <a:schemeClr val="lt1"/>
                          </a:solidFill>
                          <a:latin typeface="Montserrat SemiBold"/>
                          <a:ea typeface="Montserrat SemiBold"/>
                          <a:cs typeface="Montserrat SemiBold"/>
                          <a:sym typeface="Montserrat SemiBold"/>
                        </a:rPr>
                        <a:t>3ra</a:t>
                      </a:r>
                      <a:endParaRPr sz="2500">
                        <a:solidFill>
                          <a:schemeClr val="lt1"/>
                        </a:solidFill>
                        <a:latin typeface="Montserrat SemiBold"/>
                        <a:ea typeface="Montserrat SemiBold"/>
                        <a:cs typeface="Montserrat SemiBold"/>
                        <a:sym typeface="Montserrat SemiBold"/>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475" name="Google Shape;475;p60"/>
          <p:cNvSpPr txBox="1"/>
          <p:nvPr/>
        </p:nvSpPr>
        <p:spPr>
          <a:xfrm>
            <a:off x="1598100" y="3819822"/>
            <a:ext cx="3719100" cy="4236600"/>
          </a:xfrm>
          <a:prstGeom prst="rect">
            <a:avLst/>
          </a:prstGeom>
          <a:noFill/>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s-419" sz="4600" dirty="0" err="1">
                <a:latin typeface="GFS Didot"/>
                <a:ea typeface="GFS Didot"/>
                <a:cs typeface="GFS Didot"/>
                <a:sym typeface="GFS Didot"/>
              </a:rPr>
              <a:t>θέλω</a:t>
            </a:r>
            <a:endParaRPr sz="4600" dirty="0">
              <a:latin typeface="GFS Didot"/>
              <a:ea typeface="GFS Didot"/>
              <a:cs typeface="GFS Didot"/>
              <a:sym typeface="GFS Didot"/>
            </a:endParaRPr>
          </a:p>
          <a:p>
            <a:pPr marL="0" lvl="0" indent="0" algn="l" rtl="0">
              <a:lnSpc>
                <a:spcPct val="200000"/>
              </a:lnSpc>
              <a:spcBef>
                <a:spcPts val="0"/>
              </a:spcBef>
              <a:spcAft>
                <a:spcPts val="0"/>
              </a:spcAft>
              <a:buNone/>
            </a:pPr>
            <a:r>
              <a:rPr lang="es-419" sz="4600" dirty="0" err="1">
                <a:latin typeface="GFS Didot"/>
                <a:ea typeface="GFS Didot"/>
                <a:cs typeface="GFS Didot"/>
                <a:sym typeface="GFS Didot"/>
              </a:rPr>
              <a:t>θέλεις</a:t>
            </a:r>
            <a:endParaRPr sz="4600" dirty="0">
              <a:latin typeface="GFS Didot"/>
              <a:ea typeface="GFS Didot"/>
              <a:cs typeface="GFS Didot"/>
              <a:sym typeface="GFS Didot"/>
            </a:endParaRPr>
          </a:p>
          <a:p>
            <a:pPr marL="0" lvl="0" indent="0" algn="l" rtl="0">
              <a:lnSpc>
                <a:spcPct val="200000"/>
              </a:lnSpc>
              <a:spcBef>
                <a:spcPts val="0"/>
              </a:spcBef>
              <a:spcAft>
                <a:spcPts val="0"/>
              </a:spcAft>
              <a:buNone/>
            </a:pPr>
            <a:r>
              <a:rPr lang="es-419" sz="4600" dirty="0" err="1">
                <a:latin typeface="GFS Didot"/>
                <a:ea typeface="GFS Didot"/>
                <a:cs typeface="GFS Didot"/>
                <a:sym typeface="GFS Didot"/>
              </a:rPr>
              <a:t>θέλει</a:t>
            </a:r>
            <a:endParaRPr sz="4600" dirty="0">
              <a:latin typeface="GFS Didot"/>
              <a:ea typeface="GFS Didot"/>
              <a:cs typeface="GFS Didot"/>
              <a:sym typeface="GFS Didot"/>
            </a:endParaRPr>
          </a:p>
        </p:txBody>
      </p:sp>
      <p:sp>
        <p:nvSpPr>
          <p:cNvPr id="476" name="Google Shape;476;p60"/>
          <p:cNvSpPr txBox="1"/>
          <p:nvPr/>
        </p:nvSpPr>
        <p:spPr>
          <a:xfrm>
            <a:off x="6703500" y="3819822"/>
            <a:ext cx="3574800" cy="4236600"/>
          </a:xfrm>
          <a:prstGeom prst="rect">
            <a:avLst/>
          </a:prstGeom>
          <a:noFill/>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s-419" sz="4600">
                <a:latin typeface="GFS Didot"/>
                <a:ea typeface="GFS Didot"/>
                <a:cs typeface="GFS Didot"/>
                <a:sym typeface="GFS Didot"/>
              </a:rPr>
              <a:t>θέλομεν</a:t>
            </a:r>
            <a:endParaRPr sz="4600">
              <a:latin typeface="GFS Didot"/>
              <a:ea typeface="GFS Didot"/>
              <a:cs typeface="GFS Didot"/>
              <a:sym typeface="GFS Didot"/>
            </a:endParaRPr>
          </a:p>
          <a:p>
            <a:pPr marL="0" lvl="0" indent="0" algn="l" rtl="0">
              <a:lnSpc>
                <a:spcPct val="200000"/>
              </a:lnSpc>
              <a:spcBef>
                <a:spcPts val="0"/>
              </a:spcBef>
              <a:spcAft>
                <a:spcPts val="0"/>
              </a:spcAft>
              <a:buNone/>
            </a:pPr>
            <a:r>
              <a:rPr lang="es-419" sz="4600">
                <a:latin typeface="GFS Didot"/>
                <a:ea typeface="GFS Didot"/>
                <a:cs typeface="GFS Didot"/>
                <a:sym typeface="GFS Didot"/>
              </a:rPr>
              <a:t>θέλετε</a:t>
            </a:r>
            <a:endParaRPr sz="4600">
              <a:latin typeface="GFS Didot"/>
              <a:ea typeface="GFS Didot"/>
              <a:cs typeface="GFS Didot"/>
              <a:sym typeface="GFS Didot"/>
            </a:endParaRPr>
          </a:p>
          <a:p>
            <a:pPr marL="0" lvl="0" indent="0" algn="l" rtl="0">
              <a:lnSpc>
                <a:spcPct val="200000"/>
              </a:lnSpc>
              <a:spcBef>
                <a:spcPts val="0"/>
              </a:spcBef>
              <a:spcAft>
                <a:spcPts val="0"/>
              </a:spcAft>
              <a:buNone/>
            </a:pPr>
            <a:r>
              <a:rPr lang="es-419" sz="4600">
                <a:latin typeface="GFS Didot"/>
                <a:ea typeface="GFS Didot"/>
                <a:cs typeface="GFS Didot"/>
                <a:sym typeface="GFS Didot"/>
              </a:rPr>
              <a:t>θέλουσι(ν)</a:t>
            </a:r>
            <a:endParaRPr sz="4600">
              <a:latin typeface="GFS Didot"/>
              <a:ea typeface="GFS Didot"/>
              <a:cs typeface="GFS Didot"/>
              <a:sym typeface="GFS Didot"/>
            </a:endParaRPr>
          </a:p>
        </p:txBody>
      </p:sp>
      <p:sp>
        <p:nvSpPr>
          <p:cNvPr id="477" name="Google Shape;477;p60"/>
          <p:cNvSpPr txBox="1"/>
          <p:nvPr/>
        </p:nvSpPr>
        <p:spPr>
          <a:xfrm>
            <a:off x="468300" y="1201225"/>
            <a:ext cx="15377400" cy="1070700"/>
          </a:xfrm>
          <a:prstGeom prst="rect">
            <a:avLst/>
          </a:prstGeom>
          <a:noFill/>
          <a:ln>
            <a:noFill/>
          </a:ln>
        </p:spPr>
        <p:txBody>
          <a:bodyPr spcFirstLastPara="1" wrap="square" lIns="156175" tIns="156175" rIns="156175" bIns="156175" anchor="t" anchorCtr="0">
            <a:noAutofit/>
          </a:bodyPr>
          <a:lstStyle/>
          <a:p>
            <a:pPr marL="0" lvl="0" indent="0" algn="l" rtl="0">
              <a:spcBef>
                <a:spcPts val="0"/>
              </a:spcBef>
              <a:spcAft>
                <a:spcPts val="0"/>
              </a:spcAft>
              <a:buNone/>
            </a:pPr>
            <a:r>
              <a:rPr lang="es-419" sz="7100">
                <a:latin typeface="Bebas Neue"/>
                <a:ea typeface="Bebas Neue"/>
                <a:cs typeface="Bebas Neue"/>
                <a:sym typeface="Bebas Neue"/>
              </a:rPr>
              <a:t>Presente activo indicativo</a:t>
            </a:r>
            <a:endParaRPr sz="7100">
              <a:latin typeface="Bebas Neue"/>
              <a:ea typeface="Bebas Neue"/>
              <a:cs typeface="Bebas Neue"/>
              <a:sym typeface="Bebas Neu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76">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76">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7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graphicFrame>
        <p:nvGraphicFramePr>
          <p:cNvPr id="482" name="Google Shape;482;p61"/>
          <p:cNvGraphicFramePr/>
          <p:nvPr/>
        </p:nvGraphicFramePr>
        <p:xfrm>
          <a:off x="470275" y="3205588"/>
          <a:ext cx="11077325" cy="4952725"/>
        </p:xfrm>
        <a:graphic>
          <a:graphicData uri="http://schemas.openxmlformats.org/drawingml/2006/table">
            <a:tbl>
              <a:tblPr>
                <a:noFill/>
                <a:tableStyleId>{2B22CA8F-BFF6-4F2E-A46A-7FD96E287156}</a:tableStyleId>
              </a:tblPr>
              <a:tblGrid>
                <a:gridCol w="1141350">
                  <a:extLst>
                    <a:ext uri="{9D8B030D-6E8A-4147-A177-3AD203B41FA5}">
                      <a16:colId xmlns:a16="http://schemas.microsoft.com/office/drawing/2014/main" val="20000"/>
                    </a:ext>
                  </a:extLst>
                </a:gridCol>
                <a:gridCol w="5075525">
                  <a:extLst>
                    <a:ext uri="{9D8B030D-6E8A-4147-A177-3AD203B41FA5}">
                      <a16:colId xmlns:a16="http://schemas.microsoft.com/office/drawing/2014/main" val="20001"/>
                    </a:ext>
                  </a:extLst>
                </a:gridCol>
                <a:gridCol w="4860450">
                  <a:extLst>
                    <a:ext uri="{9D8B030D-6E8A-4147-A177-3AD203B41FA5}">
                      <a16:colId xmlns:a16="http://schemas.microsoft.com/office/drawing/2014/main" val="20002"/>
                    </a:ext>
                  </a:extLst>
                </a:gridCol>
              </a:tblGrid>
              <a:tr h="793900">
                <a:tc>
                  <a:txBody>
                    <a:bodyPr/>
                    <a:lstStyle/>
                    <a:p>
                      <a:pPr marL="0" lvl="0" indent="0" algn="l" rtl="0">
                        <a:spcBef>
                          <a:spcPts val="0"/>
                        </a:spcBef>
                        <a:spcAft>
                          <a:spcPts val="0"/>
                        </a:spcAft>
                        <a:buNone/>
                      </a:pPr>
                      <a:endParaRPr>
                        <a:solidFill>
                          <a:schemeClr val="lt1"/>
                        </a:solidFill>
                      </a:endParaRPr>
                    </a:p>
                  </a:txBody>
                  <a:tcPr marL="114300" marR="114300" marT="114300" marB="114300">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marR="0" lvl="0" indent="0" algn="l" rtl="0">
                        <a:lnSpc>
                          <a:spcPct val="115000"/>
                        </a:lnSpc>
                        <a:spcBef>
                          <a:spcPts val="1100"/>
                        </a:spcBef>
                        <a:spcAft>
                          <a:spcPts val="0"/>
                        </a:spcAft>
                        <a:buNone/>
                      </a:pPr>
                      <a:r>
                        <a:rPr lang="es-419" sz="3000">
                          <a:solidFill>
                            <a:schemeClr val="lt1"/>
                          </a:solidFill>
                          <a:latin typeface="Montserrat SemiBold"/>
                          <a:ea typeface="Montserrat SemiBold"/>
                          <a:cs typeface="Montserrat SemiBold"/>
                          <a:sym typeface="Montserrat SemiBold"/>
                        </a:rPr>
                        <a:t>SINGULAR</a:t>
                      </a:r>
                      <a:endParaRPr sz="3000">
                        <a:solidFill>
                          <a:schemeClr val="lt1"/>
                        </a:solidFill>
                        <a:latin typeface="Montserrat SemiBold"/>
                        <a:ea typeface="Montserrat SemiBold"/>
                        <a:cs typeface="Montserrat SemiBold"/>
                        <a:sym typeface="Montserrat SemiBold"/>
                      </a:endParaRPr>
                    </a:p>
                  </a:txBody>
                  <a:tcPr marL="114300" marR="114300" marT="114300" marB="114300">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marR="0" lvl="0" indent="0" algn="l" rtl="0">
                        <a:lnSpc>
                          <a:spcPct val="115000"/>
                        </a:lnSpc>
                        <a:spcBef>
                          <a:spcPts val="1100"/>
                        </a:spcBef>
                        <a:spcAft>
                          <a:spcPts val="0"/>
                        </a:spcAft>
                        <a:buNone/>
                      </a:pPr>
                      <a:r>
                        <a:rPr lang="es-419" sz="3000">
                          <a:solidFill>
                            <a:schemeClr val="lt1"/>
                          </a:solidFill>
                          <a:latin typeface="Montserrat SemiBold"/>
                          <a:ea typeface="Montserrat SemiBold"/>
                          <a:cs typeface="Montserrat SemiBold"/>
                          <a:sym typeface="Montserrat SemiBold"/>
                        </a:rPr>
                        <a:t>PLURAL</a:t>
                      </a:r>
                      <a:endParaRPr sz="3000">
                        <a:solidFill>
                          <a:schemeClr val="lt1"/>
                        </a:solidFill>
                        <a:latin typeface="Montserrat SemiBold"/>
                        <a:ea typeface="Montserrat SemiBold"/>
                        <a:cs typeface="Montserrat SemiBold"/>
                        <a:sym typeface="Montserrat SemiBold"/>
                      </a:endParaRPr>
                    </a:p>
                  </a:txBody>
                  <a:tcPr marL="114300" marR="114300" marT="114300" marB="114300">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extLst>
                  <a:ext uri="{0D108BD9-81ED-4DB2-BD59-A6C34878D82A}">
                    <a16:rowId xmlns:a16="http://schemas.microsoft.com/office/drawing/2014/main" val="10000"/>
                  </a:ext>
                </a:extLst>
              </a:tr>
              <a:tr h="1386275">
                <a:tc>
                  <a:txBody>
                    <a:bodyPr/>
                    <a:lstStyle/>
                    <a:p>
                      <a:pPr marL="0" marR="0" lvl="0" indent="0" algn="ctr" rtl="0">
                        <a:lnSpc>
                          <a:spcPct val="115000"/>
                        </a:lnSpc>
                        <a:spcBef>
                          <a:spcPts val="2200"/>
                        </a:spcBef>
                        <a:spcAft>
                          <a:spcPts val="1100"/>
                        </a:spcAft>
                        <a:buNone/>
                      </a:pPr>
                      <a:r>
                        <a:rPr lang="es-419" sz="2500">
                          <a:solidFill>
                            <a:schemeClr val="lt1"/>
                          </a:solidFill>
                          <a:latin typeface="Montserrat SemiBold"/>
                          <a:ea typeface="Montserrat SemiBold"/>
                          <a:cs typeface="Montserrat SemiBold"/>
                          <a:sym typeface="Montserrat SemiBold"/>
                        </a:rPr>
                        <a:t>1ra</a:t>
                      </a:r>
                      <a:endParaRPr sz="2500">
                        <a:solidFill>
                          <a:schemeClr val="lt1"/>
                        </a:solidFill>
                        <a:latin typeface="Montserrat SemiBold"/>
                        <a:ea typeface="Montserrat SemiBold"/>
                        <a:cs typeface="Montserrat SemiBold"/>
                        <a:sym typeface="Montserrat SemiBold"/>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1"/>
                  </a:ext>
                </a:extLst>
              </a:tr>
              <a:tr h="1386275">
                <a:tc>
                  <a:txBody>
                    <a:bodyPr/>
                    <a:lstStyle/>
                    <a:p>
                      <a:pPr marL="0" marR="0" lvl="0" indent="0" algn="ctr" rtl="0">
                        <a:lnSpc>
                          <a:spcPct val="115000"/>
                        </a:lnSpc>
                        <a:spcBef>
                          <a:spcPts val="2200"/>
                        </a:spcBef>
                        <a:spcAft>
                          <a:spcPts val="1100"/>
                        </a:spcAft>
                        <a:buNone/>
                      </a:pPr>
                      <a:r>
                        <a:rPr lang="es-419" sz="2500">
                          <a:solidFill>
                            <a:schemeClr val="lt1"/>
                          </a:solidFill>
                          <a:latin typeface="Montserrat SemiBold"/>
                          <a:ea typeface="Montserrat SemiBold"/>
                          <a:cs typeface="Montserrat SemiBold"/>
                          <a:sym typeface="Montserrat SemiBold"/>
                        </a:rPr>
                        <a:t>2da</a:t>
                      </a:r>
                      <a:endParaRPr sz="2500">
                        <a:solidFill>
                          <a:schemeClr val="lt1"/>
                        </a:solidFill>
                        <a:latin typeface="Montserrat SemiBold"/>
                        <a:ea typeface="Montserrat SemiBold"/>
                        <a:cs typeface="Montserrat SemiBold"/>
                        <a:sym typeface="Montserrat SemiBold"/>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2"/>
                  </a:ext>
                </a:extLst>
              </a:tr>
              <a:tr h="1386275">
                <a:tc>
                  <a:txBody>
                    <a:bodyPr/>
                    <a:lstStyle/>
                    <a:p>
                      <a:pPr marL="0" marR="0" lvl="0" indent="0" algn="ctr" rtl="0">
                        <a:lnSpc>
                          <a:spcPct val="115000"/>
                        </a:lnSpc>
                        <a:spcBef>
                          <a:spcPts val="2200"/>
                        </a:spcBef>
                        <a:spcAft>
                          <a:spcPts val="1100"/>
                        </a:spcAft>
                        <a:buNone/>
                      </a:pPr>
                      <a:r>
                        <a:rPr lang="es-419" sz="2500">
                          <a:solidFill>
                            <a:schemeClr val="lt1"/>
                          </a:solidFill>
                          <a:latin typeface="Montserrat SemiBold"/>
                          <a:ea typeface="Montserrat SemiBold"/>
                          <a:cs typeface="Montserrat SemiBold"/>
                          <a:sym typeface="Montserrat SemiBold"/>
                        </a:rPr>
                        <a:t>3ra</a:t>
                      </a:r>
                      <a:endParaRPr sz="2500">
                        <a:solidFill>
                          <a:schemeClr val="lt1"/>
                        </a:solidFill>
                        <a:latin typeface="Montserrat SemiBold"/>
                        <a:ea typeface="Montserrat SemiBold"/>
                        <a:cs typeface="Montserrat SemiBold"/>
                        <a:sym typeface="Montserrat SemiBold"/>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483" name="Google Shape;483;p61"/>
          <p:cNvSpPr txBox="1"/>
          <p:nvPr/>
        </p:nvSpPr>
        <p:spPr>
          <a:xfrm>
            <a:off x="1598100" y="3765240"/>
            <a:ext cx="3719100" cy="4236600"/>
          </a:xfrm>
          <a:prstGeom prst="rect">
            <a:avLst/>
          </a:prstGeom>
          <a:noFill/>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s-419" sz="4600" dirty="0" err="1">
                <a:latin typeface="GFS Didot"/>
                <a:ea typeface="GFS Didot"/>
                <a:cs typeface="GFS Didot"/>
                <a:sym typeface="GFS Didot"/>
              </a:rPr>
              <a:t>ἤθελον</a:t>
            </a:r>
            <a:endParaRPr sz="4600" dirty="0">
              <a:latin typeface="GFS Didot"/>
              <a:ea typeface="GFS Didot"/>
              <a:cs typeface="GFS Didot"/>
              <a:sym typeface="GFS Didot"/>
            </a:endParaRPr>
          </a:p>
          <a:p>
            <a:pPr marL="0" lvl="0" indent="0" algn="l" rtl="0">
              <a:lnSpc>
                <a:spcPct val="200000"/>
              </a:lnSpc>
              <a:spcBef>
                <a:spcPts val="0"/>
              </a:spcBef>
              <a:spcAft>
                <a:spcPts val="0"/>
              </a:spcAft>
              <a:buNone/>
            </a:pPr>
            <a:r>
              <a:rPr lang="es-419" sz="4600" dirty="0" err="1">
                <a:latin typeface="GFS Didot"/>
                <a:ea typeface="GFS Didot"/>
                <a:cs typeface="GFS Didot"/>
                <a:sym typeface="GFS Didot"/>
              </a:rPr>
              <a:t>ἤθελες</a:t>
            </a:r>
            <a:endParaRPr sz="4600" dirty="0">
              <a:latin typeface="GFS Didot"/>
              <a:ea typeface="GFS Didot"/>
              <a:cs typeface="GFS Didot"/>
              <a:sym typeface="GFS Didot"/>
            </a:endParaRPr>
          </a:p>
          <a:p>
            <a:pPr marL="0" lvl="0" indent="0" algn="l" rtl="0">
              <a:lnSpc>
                <a:spcPct val="200000"/>
              </a:lnSpc>
              <a:spcBef>
                <a:spcPts val="0"/>
              </a:spcBef>
              <a:spcAft>
                <a:spcPts val="0"/>
              </a:spcAft>
              <a:buNone/>
            </a:pPr>
            <a:r>
              <a:rPr lang="es-419" sz="4600" dirty="0" err="1">
                <a:latin typeface="GFS Didot"/>
                <a:ea typeface="GFS Didot"/>
                <a:cs typeface="GFS Didot"/>
                <a:sym typeface="GFS Didot"/>
              </a:rPr>
              <a:t>ἤθελε</a:t>
            </a:r>
            <a:r>
              <a:rPr lang="es-419" sz="4600" dirty="0">
                <a:latin typeface="GFS Didot"/>
                <a:ea typeface="GFS Didot"/>
                <a:cs typeface="GFS Didot"/>
                <a:sym typeface="GFS Didot"/>
              </a:rPr>
              <a:t>(ν)</a:t>
            </a:r>
            <a:endParaRPr sz="4600" dirty="0">
              <a:latin typeface="GFS Didot"/>
              <a:ea typeface="GFS Didot"/>
              <a:cs typeface="GFS Didot"/>
              <a:sym typeface="GFS Didot"/>
            </a:endParaRPr>
          </a:p>
        </p:txBody>
      </p:sp>
      <p:sp>
        <p:nvSpPr>
          <p:cNvPr id="484" name="Google Shape;484;p61"/>
          <p:cNvSpPr txBox="1"/>
          <p:nvPr/>
        </p:nvSpPr>
        <p:spPr>
          <a:xfrm>
            <a:off x="6703500" y="3765240"/>
            <a:ext cx="3574800" cy="4236600"/>
          </a:xfrm>
          <a:prstGeom prst="rect">
            <a:avLst/>
          </a:prstGeom>
          <a:noFill/>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s-419" sz="4600">
                <a:latin typeface="GFS Didot"/>
                <a:ea typeface="GFS Didot"/>
                <a:cs typeface="GFS Didot"/>
                <a:sym typeface="GFS Didot"/>
              </a:rPr>
              <a:t>ἠθέλομεν</a:t>
            </a:r>
            <a:endParaRPr sz="4600">
              <a:latin typeface="GFS Didot"/>
              <a:ea typeface="GFS Didot"/>
              <a:cs typeface="GFS Didot"/>
              <a:sym typeface="GFS Didot"/>
            </a:endParaRPr>
          </a:p>
          <a:p>
            <a:pPr marL="0" lvl="0" indent="0" algn="l" rtl="0">
              <a:lnSpc>
                <a:spcPct val="200000"/>
              </a:lnSpc>
              <a:spcBef>
                <a:spcPts val="0"/>
              </a:spcBef>
              <a:spcAft>
                <a:spcPts val="0"/>
              </a:spcAft>
              <a:buNone/>
            </a:pPr>
            <a:r>
              <a:rPr lang="es-419" sz="4600">
                <a:latin typeface="GFS Didot"/>
                <a:ea typeface="GFS Didot"/>
                <a:cs typeface="GFS Didot"/>
                <a:sym typeface="GFS Didot"/>
              </a:rPr>
              <a:t>ἠθέλετε</a:t>
            </a:r>
            <a:endParaRPr sz="4600">
              <a:latin typeface="GFS Didot"/>
              <a:ea typeface="GFS Didot"/>
              <a:cs typeface="GFS Didot"/>
              <a:sym typeface="GFS Didot"/>
            </a:endParaRPr>
          </a:p>
          <a:p>
            <a:pPr marL="0" lvl="0" indent="0" algn="l" rtl="0">
              <a:lnSpc>
                <a:spcPct val="200000"/>
              </a:lnSpc>
              <a:spcBef>
                <a:spcPts val="0"/>
              </a:spcBef>
              <a:spcAft>
                <a:spcPts val="0"/>
              </a:spcAft>
              <a:buNone/>
            </a:pPr>
            <a:r>
              <a:rPr lang="es-419" sz="4600">
                <a:latin typeface="GFS Didot"/>
                <a:ea typeface="GFS Didot"/>
                <a:cs typeface="GFS Didot"/>
                <a:sym typeface="GFS Didot"/>
              </a:rPr>
              <a:t>ἤθελον</a:t>
            </a:r>
            <a:endParaRPr sz="4600">
              <a:latin typeface="GFS Didot"/>
              <a:ea typeface="GFS Didot"/>
              <a:cs typeface="GFS Didot"/>
              <a:sym typeface="GFS Didot"/>
            </a:endParaRPr>
          </a:p>
        </p:txBody>
      </p:sp>
      <p:sp>
        <p:nvSpPr>
          <p:cNvPr id="485" name="Google Shape;485;p61"/>
          <p:cNvSpPr txBox="1"/>
          <p:nvPr/>
        </p:nvSpPr>
        <p:spPr>
          <a:xfrm>
            <a:off x="468300" y="1201225"/>
            <a:ext cx="15377400" cy="1070700"/>
          </a:xfrm>
          <a:prstGeom prst="rect">
            <a:avLst/>
          </a:prstGeom>
          <a:noFill/>
          <a:ln>
            <a:noFill/>
          </a:ln>
        </p:spPr>
        <p:txBody>
          <a:bodyPr spcFirstLastPara="1" wrap="square" lIns="156175" tIns="156175" rIns="156175" bIns="156175" anchor="t" anchorCtr="0">
            <a:noAutofit/>
          </a:bodyPr>
          <a:lstStyle/>
          <a:p>
            <a:pPr marL="0" lvl="0" indent="0" algn="l" rtl="0">
              <a:spcBef>
                <a:spcPts val="0"/>
              </a:spcBef>
              <a:spcAft>
                <a:spcPts val="0"/>
              </a:spcAft>
              <a:buNone/>
            </a:pPr>
            <a:r>
              <a:rPr lang="es-419" sz="7100">
                <a:latin typeface="Bebas Neue"/>
                <a:ea typeface="Bebas Neue"/>
                <a:cs typeface="Bebas Neue"/>
                <a:sym typeface="Bebas Neue"/>
              </a:rPr>
              <a:t>IMPERFECTO activo indicativo</a:t>
            </a:r>
            <a:endParaRPr sz="7100">
              <a:latin typeface="Bebas Neue"/>
              <a:ea typeface="Bebas Neue"/>
              <a:cs typeface="Bebas Neue"/>
              <a:sym typeface="Bebas Neu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8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8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8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84">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8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graphicFrame>
        <p:nvGraphicFramePr>
          <p:cNvPr id="490" name="Google Shape;490;p62"/>
          <p:cNvGraphicFramePr/>
          <p:nvPr/>
        </p:nvGraphicFramePr>
        <p:xfrm>
          <a:off x="470275" y="3205588"/>
          <a:ext cx="11077325" cy="4952725"/>
        </p:xfrm>
        <a:graphic>
          <a:graphicData uri="http://schemas.openxmlformats.org/drawingml/2006/table">
            <a:tbl>
              <a:tblPr>
                <a:noFill/>
                <a:tableStyleId>{2B22CA8F-BFF6-4F2E-A46A-7FD96E287156}</a:tableStyleId>
              </a:tblPr>
              <a:tblGrid>
                <a:gridCol w="1141350">
                  <a:extLst>
                    <a:ext uri="{9D8B030D-6E8A-4147-A177-3AD203B41FA5}">
                      <a16:colId xmlns:a16="http://schemas.microsoft.com/office/drawing/2014/main" val="20000"/>
                    </a:ext>
                  </a:extLst>
                </a:gridCol>
                <a:gridCol w="5075525">
                  <a:extLst>
                    <a:ext uri="{9D8B030D-6E8A-4147-A177-3AD203B41FA5}">
                      <a16:colId xmlns:a16="http://schemas.microsoft.com/office/drawing/2014/main" val="20001"/>
                    </a:ext>
                  </a:extLst>
                </a:gridCol>
                <a:gridCol w="4860450">
                  <a:extLst>
                    <a:ext uri="{9D8B030D-6E8A-4147-A177-3AD203B41FA5}">
                      <a16:colId xmlns:a16="http://schemas.microsoft.com/office/drawing/2014/main" val="20002"/>
                    </a:ext>
                  </a:extLst>
                </a:gridCol>
              </a:tblGrid>
              <a:tr h="793900">
                <a:tc>
                  <a:txBody>
                    <a:bodyPr/>
                    <a:lstStyle/>
                    <a:p>
                      <a:pPr marL="0" lvl="0" indent="0" algn="l" rtl="0">
                        <a:spcBef>
                          <a:spcPts val="0"/>
                        </a:spcBef>
                        <a:spcAft>
                          <a:spcPts val="0"/>
                        </a:spcAft>
                        <a:buNone/>
                      </a:pPr>
                      <a:endParaRPr>
                        <a:solidFill>
                          <a:schemeClr val="lt1"/>
                        </a:solidFill>
                      </a:endParaRPr>
                    </a:p>
                  </a:txBody>
                  <a:tcPr marL="114300" marR="114300" marT="114300" marB="114300">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marR="0" lvl="0" indent="0" algn="l" rtl="0">
                        <a:lnSpc>
                          <a:spcPct val="115000"/>
                        </a:lnSpc>
                        <a:spcBef>
                          <a:spcPts val="1100"/>
                        </a:spcBef>
                        <a:spcAft>
                          <a:spcPts val="0"/>
                        </a:spcAft>
                        <a:buNone/>
                      </a:pPr>
                      <a:r>
                        <a:rPr lang="es-419" sz="3000">
                          <a:solidFill>
                            <a:schemeClr val="lt1"/>
                          </a:solidFill>
                          <a:latin typeface="Montserrat SemiBold"/>
                          <a:ea typeface="Montserrat SemiBold"/>
                          <a:cs typeface="Montserrat SemiBold"/>
                          <a:sym typeface="Montserrat SemiBold"/>
                        </a:rPr>
                        <a:t>SINGULAR</a:t>
                      </a:r>
                      <a:endParaRPr sz="3000">
                        <a:solidFill>
                          <a:schemeClr val="lt1"/>
                        </a:solidFill>
                        <a:latin typeface="Montserrat SemiBold"/>
                        <a:ea typeface="Montserrat SemiBold"/>
                        <a:cs typeface="Montserrat SemiBold"/>
                        <a:sym typeface="Montserrat SemiBold"/>
                      </a:endParaRPr>
                    </a:p>
                  </a:txBody>
                  <a:tcPr marL="114300" marR="114300" marT="114300" marB="114300">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marR="0" lvl="0" indent="0" algn="l" rtl="0">
                        <a:lnSpc>
                          <a:spcPct val="115000"/>
                        </a:lnSpc>
                        <a:spcBef>
                          <a:spcPts val="1100"/>
                        </a:spcBef>
                        <a:spcAft>
                          <a:spcPts val="0"/>
                        </a:spcAft>
                        <a:buNone/>
                      </a:pPr>
                      <a:r>
                        <a:rPr lang="es-419" sz="3000">
                          <a:solidFill>
                            <a:schemeClr val="lt1"/>
                          </a:solidFill>
                          <a:latin typeface="Montserrat SemiBold"/>
                          <a:ea typeface="Montserrat SemiBold"/>
                          <a:cs typeface="Montserrat SemiBold"/>
                          <a:sym typeface="Montserrat SemiBold"/>
                        </a:rPr>
                        <a:t>PLURAL</a:t>
                      </a:r>
                      <a:endParaRPr sz="3000">
                        <a:solidFill>
                          <a:schemeClr val="lt1"/>
                        </a:solidFill>
                        <a:latin typeface="Montserrat SemiBold"/>
                        <a:ea typeface="Montserrat SemiBold"/>
                        <a:cs typeface="Montserrat SemiBold"/>
                        <a:sym typeface="Montserrat SemiBold"/>
                      </a:endParaRPr>
                    </a:p>
                  </a:txBody>
                  <a:tcPr marL="114300" marR="114300" marT="114300" marB="114300">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extLst>
                  <a:ext uri="{0D108BD9-81ED-4DB2-BD59-A6C34878D82A}">
                    <a16:rowId xmlns:a16="http://schemas.microsoft.com/office/drawing/2014/main" val="10000"/>
                  </a:ext>
                </a:extLst>
              </a:tr>
              <a:tr h="1386275">
                <a:tc>
                  <a:txBody>
                    <a:bodyPr/>
                    <a:lstStyle/>
                    <a:p>
                      <a:pPr marL="0" marR="0" lvl="0" indent="0" algn="ctr" rtl="0">
                        <a:lnSpc>
                          <a:spcPct val="115000"/>
                        </a:lnSpc>
                        <a:spcBef>
                          <a:spcPts val="2200"/>
                        </a:spcBef>
                        <a:spcAft>
                          <a:spcPts val="1100"/>
                        </a:spcAft>
                        <a:buNone/>
                      </a:pPr>
                      <a:r>
                        <a:rPr lang="es-419" sz="2500">
                          <a:solidFill>
                            <a:schemeClr val="lt1"/>
                          </a:solidFill>
                          <a:latin typeface="Montserrat SemiBold"/>
                          <a:ea typeface="Montserrat SemiBold"/>
                          <a:cs typeface="Montserrat SemiBold"/>
                          <a:sym typeface="Montserrat SemiBold"/>
                        </a:rPr>
                        <a:t>1ra</a:t>
                      </a:r>
                      <a:endParaRPr sz="2500">
                        <a:solidFill>
                          <a:schemeClr val="lt1"/>
                        </a:solidFill>
                        <a:latin typeface="Montserrat SemiBold"/>
                        <a:ea typeface="Montserrat SemiBold"/>
                        <a:cs typeface="Montserrat SemiBold"/>
                        <a:sym typeface="Montserrat SemiBold"/>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1"/>
                  </a:ext>
                </a:extLst>
              </a:tr>
              <a:tr h="1386275">
                <a:tc>
                  <a:txBody>
                    <a:bodyPr/>
                    <a:lstStyle/>
                    <a:p>
                      <a:pPr marL="0" marR="0" lvl="0" indent="0" algn="ctr" rtl="0">
                        <a:lnSpc>
                          <a:spcPct val="115000"/>
                        </a:lnSpc>
                        <a:spcBef>
                          <a:spcPts val="2200"/>
                        </a:spcBef>
                        <a:spcAft>
                          <a:spcPts val="1100"/>
                        </a:spcAft>
                        <a:buNone/>
                      </a:pPr>
                      <a:r>
                        <a:rPr lang="es-419" sz="2500">
                          <a:solidFill>
                            <a:schemeClr val="lt1"/>
                          </a:solidFill>
                          <a:latin typeface="Montserrat SemiBold"/>
                          <a:ea typeface="Montserrat SemiBold"/>
                          <a:cs typeface="Montserrat SemiBold"/>
                          <a:sym typeface="Montserrat SemiBold"/>
                        </a:rPr>
                        <a:t>2da</a:t>
                      </a:r>
                      <a:endParaRPr sz="2500">
                        <a:solidFill>
                          <a:schemeClr val="lt1"/>
                        </a:solidFill>
                        <a:latin typeface="Montserrat SemiBold"/>
                        <a:ea typeface="Montserrat SemiBold"/>
                        <a:cs typeface="Montserrat SemiBold"/>
                        <a:sym typeface="Montserrat SemiBold"/>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2"/>
                  </a:ext>
                </a:extLst>
              </a:tr>
              <a:tr h="1386275">
                <a:tc>
                  <a:txBody>
                    <a:bodyPr/>
                    <a:lstStyle/>
                    <a:p>
                      <a:pPr marL="0" marR="0" lvl="0" indent="0" algn="ctr" rtl="0">
                        <a:lnSpc>
                          <a:spcPct val="115000"/>
                        </a:lnSpc>
                        <a:spcBef>
                          <a:spcPts val="2200"/>
                        </a:spcBef>
                        <a:spcAft>
                          <a:spcPts val="1100"/>
                        </a:spcAft>
                        <a:buNone/>
                      </a:pPr>
                      <a:r>
                        <a:rPr lang="es-419" sz="2500">
                          <a:solidFill>
                            <a:schemeClr val="lt1"/>
                          </a:solidFill>
                          <a:latin typeface="Montserrat SemiBold"/>
                          <a:ea typeface="Montserrat SemiBold"/>
                          <a:cs typeface="Montserrat SemiBold"/>
                          <a:sym typeface="Montserrat SemiBold"/>
                        </a:rPr>
                        <a:t>3ra</a:t>
                      </a:r>
                      <a:endParaRPr sz="2500">
                        <a:solidFill>
                          <a:schemeClr val="lt1"/>
                        </a:solidFill>
                        <a:latin typeface="Montserrat SemiBold"/>
                        <a:ea typeface="Montserrat SemiBold"/>
                        <a:cs typeface="Montserrat SemiBold"/>
                        <a:sym typeface="Montserrat SemiBold"/>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491" name="Google Shape;491;p62"/>
          <p:cNvSpPr txBox="1"/>
          <p:nvPr/>
        </p:nvSpPr>
        <p:spPr>
          <a:xfrm>
            <a:off x="1598100" y="3737943"/>
            <a:ext cx="3719100" cy="4236600"/>
          </a:xfrm>
          <a:prstGeom prst="rect">
            <a:avLst/>
          </a:prstGeom>
          <a:noFill/>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s-419" sz="4600" dirty="0" err="1">
                <a:latin typeface="GFS Didot"/>
                <a:ea typeface="GFS Didot"/>
                <a:cs typeface="GFS Didot"/>
                <a:sym typeface="GFS Didot"/>
              </a:rPr>
              <a:t>ἠθέλησ</a:t>
            </a:r>
            <a:r>
              <a:rPr lang="es-419" sz="4600" dirty="0">
                <a:latin typeface="GFS Didot"/>
                <a:ea typeface="GFS Didot"/>
                <a:cs typeface="GFS Didot"/>
                <a:sym typeface="GFS Didot"/>
              </a:rPr>
              <a:t>α</a:t>
            </a:r>
            <a:endParaRPr sz="4600" dirty="0">
              <a:latin typeface="GFS Didot"/>
              <a:ea typeface="GFS Didot"/>
              <a:cs typeface="GFS Didot"/>
              <a:sym typeface="GFS Didot"/>
            </a:endParaRPr>
          </a:p>
          <a:p>
            <a:pPr marL="0" lvl="0" indent="0" algn="l" rtl="0">
              <a:lnSpc>
                <a:spcPct val="200000"/>
              </a:lnSpc>
              <a:spcBef>
                <a:spcPts val="0"/>
              </a:spcBef>
              <a:spcAft>
                <a:spcPts val="0"/>
              </a:spcAft>
              <a:buNone/>
            </a:pPr>
            <a:r>
              <a:rPr lang="es-419" sz="4600" dirty="0" err="1">
                <a:latin typeface="GFS Didot"/>
                <a:ea typeface="GFS Didot"/>
                <a:cs typeface="GFS Didot"/>
                <a:sym typeface="GFS Didot"/>
              </a:rPr>
              <a:t>ἠθέλησ</a:t>
            </a:r>
            <a:r>
              <a:rPr lang="es-419" sz="4600" dirty="0">
                <a:latin typeface="GFS Didot"/>
                <a:ea typeface="GFS Didot"/>
                <a:cs typeface="GFS Didot"/>
                <a:sym typeface="GFS Didot"/>
              </a:rPr>
              <a:t>ας</a:t>
            </a:r>
            <a:endParaRPr sz="4600" dirty="0">
              <a:latin typeface="GFS Didot"/>
              <a:ea typeface="GFS Didot"/>
              <a:cs typeface="GFS Didot"/>
              <a:sym typeface="GFS Didot"/>
            </a:endParaRPr>
          </a:p>
          <a:p>
            <a:pPr marL="0" lvl="0" indent="0" algn="l" rtl="0">
              <a:lnSpc>
                <a:spcPct val="200000"/>
              </a:lnSpc>
              <a:spcBef>
                <a:spcPts val="0"/>
              </a:spcBef>
              <a:spcAft>
                <a:spcPts val="0"/>
              </a:spcAft>
              <a:buNone/>
            </a:pPr>
            <a:r>
              <a:rPr lang="es-419" sz="4600" dirty="0" err="1">
                <a:latin typeface="GFS Didot"/>
                <a:ea typeface="GFS Didot"/>
                <a:cs typeface="GFS Didot"/>
                <a:sym typeface="GFS Didot"/>
              </a:rPr>
              <a:t>ἠθέλησε</a:t>
            </a:r>
            <a:r>
              <a:rPr lang="es-419" sz="4600" dirty="0">
                <a:latin typeface="GFS Didot"/>
                <a:ea typeface="GFS Didot"/>
                <a:cs typeface="GFS Didot"/>
                <a:sym typeface="GFS Didot"/>
              </a:rPr>
              <a:t>(ν)</a:t>
            </a:r>
            <a:endParaRPr sz="4600" dirty="0">
              <a:latin typeface="GFS Didot"/>
              <a:ea typeface="GFS Didot"/>
              <a:cs typeface="GFS Didot"/>
              <a:sym typeface="GFS Didot"/>
            </a:endParaRPr>
          </a:p>
        </p:txBody>
      </p:sp>
      <p:sp>
        <p:nvSpPr>
          <p:cNvPr id="492" name="Google Shape;492;p62"/>
          <p:cNvSpPr txBox="1"/>
          <p:nvPr/>
        </p:nvSpPr>
        <p:spPr>
          <a:xfrm>
            <a:off x="6703500" y="3737943"/>
            <a:ext cx="3574800" cy="4236600"/>
          </a:xfrm>
          <a:prstGeom prst="rect">
            <a:avLst/>
          </a:prstGeom>
          <a:noFill/>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s-419" sz="4600">
                <a:latin typeface="GFS Didot"/>
                <a:ea typeface="GFS Didot"/>
                <a:cs typeface="GFS Didot"/>
                <a:sym typeface="GFS Didot"/>
              </a:rPr>
              <a:t>ἠθελήσαμεν</a:t>
            </a:r>
            <a:endParaRPr sz="4600">
              <a:latin typeface="GFS Didot"/>
              <a:ea typeface="GFS Didot"/>
              <a:cs typeface="GFS Didot"/>
              <a:sym typeface="GFS Didot"/>
            </a:endParaRPr>
          </a:p>
          <a:p>
            <a:pPr marL="0" lvl="0" indent="0" algn="l" rtl="0">
              <a:lnSpc>
                <a:spcPct val="200000"/>
              </a:lnSpc>
              <a:spcBef>
                <a:spcPts val="0"/>
              </a:spcBef>
              <a:spcAft>
                <a:spcPts val="0"/>
              </a:spcAft>
              <a:buNone/>
            </a:pPr>
            <a:r>
              <a:rPr lang="es-419" sz="4600">
                <a:latin typeface="GFS Didot"/>
                <a:ea typeface="GFS Didot"/>
                <a:cs typeface="GFS Didot"/>
                <a:sym typeface="GFS Didot"/>
              </a:rPr>
              <a:t>ἠθελήσατε</a:t>
            </a:r>
            <a:endParaRPr sz="4600">
              <a:latin typeface="GFS Didot"/>
              <a:ea typeface="GFS Didot"/>
              <a:cs typeface="GFS Didot"/>
              <a:sym typeface="GFS Didot"/>
            </a:endParaRPr>
          </a:p>
          <a:p>
            <a:pPr marL="0" lvl="0" indent="0" algn="l" rtl="0">
              <a:lnSpc>
                <a:spcPct val="200000"/>
              </a:lnSpc>
              <a:spcBef>
                <a:spcPts val="0"/>
              </a:spcBef>
              <a:spcAft>
                <a:spcPts val="0"/>
              </a:spcAft>
              <a:buNone/>
            </a:pPr>
            <a:r>
              <a:rPr lang="es-419" sz="4600">
                <a:latin typeface="GFS Didot"/>
                <a:ea typeface="GFS Didot"/>
                <a:cs typeface="GFS Didot"/>
                <a:sym typeface="GFS Didot"/>
              </a:rPr>
              <a:t>ἠθέλησαν</a:t>
            </a:r>
            <a:endParaRPr sz="4600">
              <a:latin typeface="GFS Didot"/>
              <a:ea typeface="GFS Didot"/>
              <a:cs typeface="GFS Didot"/>
              <a:sym typeface="GFS Didot"/>
            </a:endParaRPr>
          </a:p>
        </p:txBody>
      </p:sp>
      <p:sp>
        <p:nvSpPr>
          <p:cNvPr id="493" name="Google Shape;493;p62"/>
          <p:cNvSpPr txBox="1"/>
          <p:nvPr/>
        </p:nvSpPr>
        <p:spPr>
          <a:xfrm>
            <a:off x="468300" y="1201225"/>
            <a:ext cx="15377400" cy="1070700"/>
          </a:xfrm>
          <a:prstGeom prst="rect">
            <a:avLst/>
          </a:prstGeom>
          <a:noFill/>
          <a:ln>
            <a:noFill/>
          </a:ln>
        </p:spPr>
        <p:txBody>
          <a:bodyPr spcFirstLastPara="1" wrap="square" lIns="156175" tIns="156175" rIns="156175" bIns="156175" anchor="t" anchorCtr="0">
            <a:noAutofit/>
          </a:bodyPr>
          <a:lstStyle/>
          <a:p>
            <a:pPr marL="0" lvl="0" indent="0" algn="l" rtl="0">
              <a:spcBef>
                <a:spcPts val="0"/>
              </a:spcBef>
              <a:spcAft>
                <a:spcPts val="0"/>
              </a:spcAft>
              <a:buNone/>
            </a:pPr>
            <a:r>
              <a:rPr lang="es-419" sz="7100">
                <a:latin typeface="Bebas Neue"/>
                <a:ea typeface="Bebas Neue"/>
                <a:cs typeface="Bebas Neue"/>
                <a:sym typeface="Bebas Neue"/>
              </a:rPr>
              <a:t>AORISTO activo indicativo</a:t>
            </a:r>
            <a:endParaRPr sz="7100">
              <a:latin typeface="Bebas Neue"/>
              <a:ea typeface="Bebas Neue"/>
              <a:cs typeface="Bebas Neue"/>
              <a:sym typeface="Bebas Neu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9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9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92">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92">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9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97"/>
        <p:cNvGrpSpPr/>
        <p:nvPr/>
      </p:nvGrpSpPr>
      <p:grpSpPr>
        <a:xfrm>
          <a:off x="0" y="0"/>
          <a:ext cx="0" cy="0"/>
          <a:chOff x="0" y="0"/>
          <a:chExt cx="0" cy="0"/>
        </a:xfrm>
      </p:grpSpPr>
      <p:graphicFrame>
        <p:nvGraphicFramePr>
          <p:cNvPr id="498" name="Google Shape;498;p63"/>
          <p:cNvGraphicFramePr/>
          <p:nvPr/>
        </p:nvGraphicFramePr>
        <p:xfrm>
          <a:off x="470275" y="3205588"/>
          <a:ext cx="11077325" cy="4952725"/>
        </p:xfrm>
        <a:graphic>
          <a:graphicData uri="http://schemas.openxmlformats.org/drawingml/2006/table">
            <a:tbl>
              <a:tblPr>
                <a:noFill/>
                <a:tableStyleId>{2B22CA8F-BFF6-4F2E-A46A-7FD96E287156}</a:tableStyleId>
              </a:tblPr>
              <a:tblGrid>
                <a:gridCol w="1141350">
                  <a:extLst>
                    <a:ext uri="{9D8B030D-6E8A-4147-A177-3AD203B41FA5}">
                      <a16:colId xmlns:a16="http://schemas.microsoft.com/office/drawing/2014/main" val="20000"/>
                    </a:ext>
                  </a:extLst>
                </a:gridCol>
                <a:gridCol w="5075525">
                  <a:extLst>
                    <a:ext uri="{9D8B030D-6E8A-4147-A177-3AD203B41FA5}">
                      <a16:colId xmlns:a16="http://schemas.microsoft.com/office/drawing/2014/main" val="20001"/>
                    </a:ext>
                  </a:extLst>
                </a:gridCol>
                <a:gridCol w="4860450">
                  <a:extLst>
                    <a:ext uri="{9D8B030D-6E8A-4147-A177-3AD203B41FA5}">
                      <a16:colId xmlns:a16="http://schemas.microsoft.com/office/drawing/2014/main" val="20002"/>
                    </a:ext>
                  </a:extLst>
                </a:gridCol>
              </a:tblGrid>
              <a:tr h="793900">
                <a:tc>
                  <a:txBody>
                    <a:bodyPr/>
                    <a:lstStyle/>
                    <a:p>
                      <a:pPr marL="0" lvl="0" indent="0" algn="l" rtl="0">
                        <a:spcBef>
                          <a:spcPts val="0"/>
                        </a:spcBef>
                        <a:spcAft>
                          <a:spcPts val="0"/>
                        </a:spcAft>
                        <a:buNone/>
                      </a:pPr>
                      <a:endParaRPr>
                        <a:solidFill>
                          <a:schemeClr val="lt1"/>
                        </a:solidFill>
                      </a:endParaRPr>
                    </a:p>
                  </a:txBody>
                  <a:tcPr marL="114300" marR="114300" marT="114300" marB="114300">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marR="0" lvl="0" indent="0" algn="l" rtl="0">
                        <a:lnSpc>
                          <a:spcPct val="115000"/>
                        </a:lnSpc>
                        <a:spcBef>
                          <a:spcPts val="1100"/>
                        </a:spcBef>
                        <a:spcAft>
                          <a:spcPts val="0"/>
                        </a:spcAft>
                        <a:buNone/>
                      </a:pPr>
                      <a:r>
                        <a:rPr lang="es-419" sz="3000">
                          <a:solidFill>
                            <a:schemeClr val="lt1"/>
                          </a:solidFill>
                          <a:latin typeface="Montserrat SemiBold"/>
                          <a:ea typeface="Montserrat SemiBold"/>
                          <a:cs typeface="Montserrat SemiBold"/>
                          <a:sym typeface="Montserrat SemiBold"/>
                        </a:rPr>
                        <a:t>SINGULAR</a:t>
                      </a:r>
                      <a:endParaRPr sz="3000">
                        <a:solidFill>
                          <a:schemeClr val="lt1"/>
                        </a:solidFill>
                        <a:latin typeface="Montserrat SemiBold"/>
                        <a:ea typeface="Montserrat SemiBold"/>
                        <a:cs typeface="Montserrat SemiBold"/>
                        <a:sym typeface="Montserrat SemiBold"/>
                      </a:endParaRPr>
                    </a:p>
                  </a:txBody>
                  <a:tcPr marL="114300" marR="114300" marT="114300" marB="114300">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marR="0" lvl="0" indent="0" algn="l" rtl="0">
                        <a:lnSpc>
                          <a:spcPct val="115000"/>
                        </a:lnSpc>
                        <a:spcBef>
                          <a:spcPts val="1100"/>
                        </a:spcBef>
                        <a:spcAft>
                          <a:spcPts val="0"/>
                        </a:spcAft>
                        <a:buNone/>
                      </a:pPr>
                      <a:r>
                        <a:rPr lang="es-419" sz="3000">
                          <a:solidFill>
                            <a:schemeClr val="lt1"/>
                          </a:solidFill>
                          <a:latin typeface="Montserrat SemiBold"/>
                          <a:ea typeface="Montserrat SemiBold"/>
                          <a:cs typeface="Montserrat SemiBold"/>
                          <a:sym typeface="Montserrat SemiBold"/>
                        </a:rPr>
                        <a:t>PLURAL</a:t>
                      </a:r>
                      <a:endParaRPr sz="3000">
                        <a:solidFill>
                          <a:schemeClr val="lt1"/>
                        </a:solidFill>
                        <a:latin typeface="Montserrat SemiBold"/>
                        <a:ea typeface="Montserrat SemiBold"/>
                        <a:cs typeface="Montserrat SemiBold"/>
                        <a:sym typeface="Montserrat SemiBold"/>
                      </a:endParaRPr>
                    </a:p>
                  </a:txBody>
                  <a:tcPr marL="114300" marR="114300" marT="114300" marB="114300">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extLst>
                  <a:ext uri="{0D108BD9-81ED-4DB2-BD59-A6C34878D82A}">
                    <a16:rowId xmlns:a16="http://schemas.microsoft.com/office/drawing/2014/main" val="10000"/>
                  </a:ext>
                </a:extLst>
              </a:tr>
              <a:tr h="1386275">
                <a:tc>
                  <a:txBody>
                    <a:bodyPr/>
                    <a:lstStyle/>
                    <a:p>
                      <a:pPr marL="0" marR="0" lvl="0" indent="0" algn="ctr" rtl="0">
                        <a:lnSpc>
                          <a:spcPct val="115000"/>
                        </a:lnSpc>
                        <a:spcBef>
                          <a:spcPts val="2200"/>
                        </a:spcBef>
                        <a:spcAft>
                          <a:spcPts val="1100"/>
                        </a:spcAft>
                        <a:buNone/>
                      </a:pPr>
                      <a:r>
                        <a:rPr lang="es-419" sz="2500">
                          <a:solidFill>
                            <a:schemeClr val="lt1"/>
                          </a:solidFill>
                          <a:latin typeface="Montserrat SemiBold"/>
                          <a:ea typeface="Montserrat SemiBold"/>
                          <a:cs typeface="Montserrat SemiBold"/>
                          <a:sym typeface="Montserrat SemiBold"/>
                        </a:rPr>
                        <a:t>1ra</a:t>
                      </a:r>
                      <a:endParaRPr sz="2500">
                        <a:solidFill>
                          <a:schemeClr val="lt1"/>
                        </a:solidFill>
                        <a:latin typeface="Montserrat SemiBold"/>
                        <a:ea typeface="Montserrat SemiBold"/>
                        <a:cs typeface="Montserrat SemiBold"/>
                        <a:sym typeface="Montserrat SemiBold"/>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1"/>
                  </a:ext>
                </a:extLst>
              </a:tr>
              <a:tr h="1386275">
                <a:tc>
                  <a:txBody>
                    <a:bodyPr/>
                    <a:lstStyle/>
                    <a:p>
                      <a:pPr marL="0" marR="0" lvl="0" indent="0" algn="ctr" rtl="0">
                        <a:lnSpc>
                          <a:spcPct val="115000"/>
                        </a:lnSpc>
                        <a:spcBef>
                          <a:spcPts val="2200"/>
                        </a:spcBef>
                        <a:spcAft>
                          <a:spcPts val="1100"/>
                        </a:spcAft>
                        <a:buNone/>
                      </a:pPr>
                      <a:r>
                        <a:rPr lang="es-419" sz="2500">
                          <a:solidFill>
                            <a:schemeClr val="lt1"/>
                          </a:solidFill>
                          <a:latin typeface="Montserrat SemiBold"/>
                          <a:ea typeface="Montserrat SemiBold"/>
                          <a:cs typeface="Montserrat SemiBold"/>
                          <a:sym typeface="Montserrat SemiBold"/>
                        </a:rPr>
                        <a:t>2da</a:t>
                      </a:r>
                      <a:endParaRPr sz="2500">
                        <a:solidFill>
                          <a:schemeClr val="lt1"/>
                        </a:solidFill>
                        <a:latin typeface="Montserrat SemiBold"/>
                        <a:ea typeface="Montserrat SemiBold"/>
                        <a:cs typeface="Montserrat SemiBold"/>
                        <a:sym typeface="Montserrat SemiBold"/>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2"/>
                  </a:ext>
                </a:extLst>
              </a:tr>
              <a:tr h="1386275">
                <a:tc>
                  <a:txBody>
                    <a:bodyPr/>
                    <a:lstStyle/>
                    <a:p>
                      <a:pPr marL="0" marR="0" lvl="0" indent="0" algn="ctr" rtl="0">
                        <a:lnSpc>
                          <a:spcPct val="115000"/>
                        </a:lnSpc>
                        <a:spcBef>
                          <a:spcPts val="2200"/>
                        </a:spcBef>
                        <a:spcAft>
                          <a:spcPts val="1100"/>
                        </a:spcAft>
                        <a:buNone/>
                      </a:pPr>
                      <a:r>
                        <a:rPr lang="es-419" sz="2500">
                          <a:solidFill>
                            <a:schemeClr val="lt1"/>
                          </a:solidFill>
                          <a:latin typeface="Montserrat SemiBold"/>
                          <a:ea typeface="Montserrat SemiBold"/>
                          <a:cs typeface="Montserrat SemiBold"/>
                          <a:sym typeface="Montserrat SemiBold"/>
                        </a:rPr>
                        <a:t>3ra</a:t>
                      </a:r>
                      <a:endParaRPr sz="2500">
                        <a:solidFill>
                          <a:schemeClr val="lt1"/>
                        </a:solidFill>
                        <a:latin typeface="Montserrat SemiBold"/>
                        <a:ea typeface="Montserrat SemiBold"/>
                        <a:cs typeface="Montserrat SemiBold"/>
                        <a:sym typeface="Montserrat SemiBold"/>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499" name="Google Shape;499;p63"/>
          <p:cNvSpPr txBox="1"/>
          <p:nvPr/>
        </p:nvSpPr>
        <p:spPr>
          <a:xfrm>
            <a:off x="1598100" y="3765240"/>
            <a:ext cx="4941300" cy="4236600"/>
          </a:xfrm>
          <a:prstGeom prst="rect">
            <a:avLst/>
          </a:prstGeom>
          <a:noFill/>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s-419" sz="4600" dirty="0" err="1">
                <a:latin typeface="GFS Didot"/>
                <a:ea typeface="GFS Didot"/>
                <a:cs typeface="GFS Didot"/>
                <a:sym typeface="GFS Didot"/>
              </a:rPr>
              <a:t>θελήσω</a:t>
            </a:r>
            <a:endParaRPr sz="4600" dirty="0">
              <a:latin typeface="GFS Didot"/>
              <a:ea typeface="GFS Didot"/>
              <a:cs typeface="GFS Didot"/>
              <a:sym typeface="GFS Didot"/>
            </a:endParaRPr>
          </a:p>
          <a:p>
            <a:pPr marL="0" lvl="0" indent="0" algn="l" rtl="0">
              <a:lnSpc>
                <a:spcPct val="200000"/>
              </a:lnSpc>
              <a:spcBef>
                <a:spcPts val="0"/>
              </a:spcBef>
              <a:spcAft>
                <a:spcPts val="0"/>
              </a:spcAft>
              <a:buNone/>
            </a:pPr>
            <a:r>
              <a:rPr lang="es-419" sz="4600" dirty="0" err="1">
                <a:latin typeface="GFS Didot"/>
                <a:ea typeface="GFS Didot"/>
                <a:cs typeface="GFS Didot"/>
                <a:sym typeface="GFS Didot"/>
              </a:rPr>
              <a:t>θελήσεις</a:t>
            </a:r>
            <a:endParaRPr sz="4600" dirty="0">
              <a:latin typeface="GFS Didot"/>
              <a:ea typeface="GFS Didot"/>
              <a:cs typeface="GFS Didot"/>
              <a:sym typeface="GFS Didot"/>
            </a:endParaRPr>
          </a:p>
          <a:p>
            <a:pPr marL="0" lvl="0" indent="0" algn="l" rtl="0">
              <a:lnSpc>
                <a:spcPct val="200000"/>
              </a:lnSpc>
              <a:spcBef>
                <a:spcPts val="0"/>
              </a:spcBef>
              <a:spcAft>
                <a:spcPts val="0"/>
              </a:spcAft>
              <a:buNone/>
            </a:pPr>
            <a:r>
              <a:rPr lang="es-419" sz="4600" dirty="0" err="1">
                <a:latin typeface="GFS Didot"/>
                <a:ea typeface="GFS Didot"/>
                <a:cs typeface="GFS Didot"/>
                <a:sym typeface="GFS Didot"/>
              </a:rPr>
              <a:t>θελήσει</a:t>
            </a:r>
            <a:endParaRPr sz="4600" dirty="0">
              <a:latin typeface="GFS Didot"/>
              <a:ea typeface="GFS Didot"/>
              <a:cs typeface="GFS Didot"/>
              <a:sym typeface="GFS Didot"/>
            </a:endParaRPr>
          </a:p>
        </p:txBody>
      </p:sp>
      <p:sp>
        <p:nvSpPr>
          <p:cNvPr id="500" name="Google Shape;500;p63"/>
          <p:cNvSpPr txBox="1"/>
          <p:nvPr/>
        </p:nvSpPr>
        <p:spPr>
          <a:xfrm>
            <a:off x="6703500" y="3765240"/>
            <a:ext cx="4721400" cy="4236600"/>
          </a:xfrm>
          <a:prstGeom prst="rect">
            <a:avLst/>
          </a:prstGeom>
          <a:noFill/>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s-419" sz="4600">
                <a:latin typeface="GFS Didot"/>
                <a:ea typeface="GFS Didot"/>
                <a:cs typeface="GFS Didot"/>
                <a:sym typeface="GFS Didot"/>
              </a:rPr>
              <a:t>θελήσομεν</a:t>
            </a:r>
            <a:endParaRPr sz="4600">
              <a:latin typeface="GFS Didot"/>
              <a:ea typeface="GFS Didot"/>
              <a:cs typeface="GFS Didot"/>
              <a:sym typeface="GFS Didot"/>
            </a:endParaRPr>
          </a:p>
          <a:p>
            <a:pPr marL="0" lvl="0" indent="0" algn="l" rtl="0">
              <a:lnSpc>
                <a:spcPct val="200000"/>
              </a:lnSpc>
              <a:spcBef>
                <a:spcPts val="0"/>
              </a:spcBef>
              <a:spcAft>
                <a:spcPts val="0"/>
              </a:spcAft>
              <a:buNone/>
            </a:pPr>
            <a:r>
              <a:rPr lang="es-419" sz="4600">
                <a:latin typeface="GFS Didot"/>
                <a:ea typeface="GFS Didot"/>
                <a:cs typeface="GFS Didot"/>
                <a:sym typeface="GFS Didot"/>
              </a:rPr>
              <a:t>θελήσετε</a:t>
            </a:r>
            <a:endParaRPr sz="4600">
              <a:latin typeface="GFS Didot"/>
              <a:ea typeface="GFS Didot"/>
              <a:cs typeface="GFS Didot"/>
              <a:sym typeface="GFS Didot"/>
            </a:endParaRPr>
          </a:p>
          <a:p>
            <a:pPr marL="0" lvl="0" indent="0" algn="l" rtl="0">
              <a:lnSpc>
                <a:spcPct val="200000"/>
              </a:lnSpc>
              <a:spcBef>
                <a:spcPts val="0"/>
              </a:spcBef>
              <a:spcAft>
                <a:spcPts val="0"/>
              </a:spcAft>
              <a:buNone/>
            </a:pPr>
            <a:r>
              <a:rPr lang="es-419" sz="4600">
                <a:latin typeface="GFS Didot"/>
                <a:ea typeface="GFS Didot"/>
                <a:cs typeface="GFS Didot"/>
                <a:sym typeface="GFS Didot"/>
              </a:rPr>
              <a:t>θελήσουσι(ν)</a:t>
            </a:r>
            <a:endParaRPr sz="4600">
              <a:latin typeface="GFS Didot"/>
              <a:ea typeface="GFS Didot"/>
              <a:cs typeface="GFS Didot"/>
              <a:sym typeface="GFS Didot"/>
            </a:endParaRPr>
          </a:p>
        </p:txBody>
      </p:sp>
      <p:sp>
        <p:nvSpPr>
          <p:cNvPr id="501" name="Google Shape;501;p63"/>
          <p:cNvSpPr txBox="1"/>
          <p:nvPr/>
        </p:nvSpPr>
        <p:spPr>
          <a:xfrm>
            <a:off x="468300" y="1201225"/>
            <a:ext cx="15377400" cy="1070700"/>
          </a:xfrm>
          <a:prstGeom prst="rect">
            <a:avLst/>
          </a:prstGeom>
          <a:noFill/>
          <a:ln>
            <a:noFill/>
          </a:ln>
        </p:spPr>
        <p:txBody>
          <a:bodyPr spcFirstLastPara="1" wrap="square" lIns="156175" tIns="156175" rIns="156175" bIns="156175" anchor="t" anchorCtr="0">
            <a:noAutofit/>
          </a:bodyPr>
          <a:lstStyle/>
          <a:p>
            <a:pPr marL="0" lvl="0" indent="0" algn="l" rtl="0">
              <a:spcBef>
                <a:spcPts val="0"/>
              </a:spcBef>
              <a:spcAft>
                <a:spcPts val="0"/>
              </a:spcAft>
              <a:buNone/>
            </a:pPr>
            <a:r>
              <a:rPr lang="es-419" sz="7100">
                <a:latin typeface="Bebas Neue"/>
                <a:ea typeface="Bebas Neue"/>
                <a:cs typeface="Bebas Neue"/>
                <a:sym typeface="Bebas Neue"/>
              </a:rPr>
              <a:t>FUTURO activo indicativo</a:t>
            </a:r>
            <a:endParaRPr sz="7100">
              <a:latin typeface="Bebas Neue"/>
              <a:ea typeface="Bebas Neue"/>
              <a:cs typeface="Bebas Neue"/>
              <a:sym typeface="Bebas Neu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9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9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00">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00">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0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graphicFrame>
        <p:nvGraphicFramePr>
          <p:cNvPr id="506" name="Google Shape;506;p64"/>
          <p:cNvGraphicFramePr/>
          <p:nvPr/>
        </p:nvGraphicFramePr>
        <p:xfrm>
          <a:off x="470275" y="3205588"/>
          <a:ext cx="11077325" cy="4952725"/>
        </p:xfrm>
        <a:graphic>
          <a:graphicData uri="http://schemas.openxmlformats.org/drawingml/2006/table">
            <a:tbl>
              <a:tblPr>
                <a:noFill/>
                <a:tableStyleId>{2B22CA8F-BFF6-4F2E-A46A-7FD96E287156}</a:tableStyleId>
              </a:tblPr>
              <a:tblGrid>
                <a:gridCol w="1141350">
                  <a:extLst>
                    <a:ext uri="{9D8B030D-6E8A-4147-A177-3AD203B41FA5}">
                      <a16:colId xmlns:a16="http://schemas.microsoft.com/office/drawing/2014/main" val="20000"/>
                    </a:ext>
                  </a:extLst>
                </a:gridCol>
                <a:gridCol w="5075525">
                  <a:extLst>
                    <a:ext uri="{9D8B030D-6E8A-4147-A177-3AD203B41FA5}">
                      <a16:colId xmlns:a16="http://schemas.microsoft.com/office/drawing/2014/main" val="20001"/>
                    </a:ext>
                  </a:extLst>
                </a:gridCol>
                <a:gridCol w="4860450">
                  <a:extLst>
                    <a:ext uri="{9D8B030D-6E8A-4147-A177-3AD203B41FA5}">
                      <a16:colId xmlns:a16="http://schemas.microsoft.com/office/drawing/2014/main" val="20002"/>
                    </a:ext>
                  </a:extLst>
                </a:gridCol>
              </a:tblGrid>
              <a:tr h="793900">
                <a:tc>
                  <a:txBody>
                    <a:bodyPr/>
                    <a:lstStyle/>
                    <a:p>
                      <a:pPr marL="0" lvl="0" indent="0" algn="l" rtl="0">
                        <a:spcBef>
                          <a:spcPts val="0"/>
                        </a:spcBef>
                        <a:spcAft>
                          <a:spcPts val="0"/>
                        </a:spcAft>
                        <a:buNone/>
                      </a:pPr>
                      <a:endParaRPr>
                        <a:solidFill>
                          <a:schemeClr val="lt1"/>
                        </a:solidFill>
                      </a:endParaRPr>
                    </a:p>
                  </a:txBody>
                  <a:tcPr marL="114300" marR="114300" marT="114300" marB="114300">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marR="0" lvl="0" indent="0" algn="l" rtl="0">
                        <a:lnSpc>
                          <a:spcPct val="115000"/>
                        </a:lnSpc>
                        <a:spcBef>
                          <a:spcPts val="1100"/>
                        </a:spcBef>
                        <a:spcAft>
                          <a:spcPts val="0"/>
                        </a:spcAft>
                        <a:buNone/>
                      </a:pPr>
                      <a:r>
                        <a:rPr lang="es-419" sz="3000">
                          <a:solidFill>
                            <a:schemeClr val="lt1"/>
                          </a:solidFill>
                          <a:latin typeface="Montserrat SemiBold"/>
                          <a:ea typeface="Montserrat SemiBold"/>
                          <a:cs typeface="Montserrat SemiBold"/>
                          <a:sym typeface="Montserrat SemiBold"/>
                        </a:rPr>
                        <a:t>SINGULAR</a:t>
                      </a:r>
                      <a:endParaRPr sz="3000">
                        <a:solidFill>
                          <a:schemeClr val="lt1"/>
                        </a:solidFill>
                        <a:latin typeface="Montserrat SemiBold"/>
                        <a:ea typeface="Montserrat SemiBold"/>
                        <a:cs typeface="Montserrat SemiBold"/>
                        <a:sym typeface="Montserrat SemiBold"/>
                      </a:endParaRPr>
                    </a:p>
                  </a:txBody>
                  <a:tcPr marL="114300" marR="114300" marT="114300" marB="114300">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marR="0" lvl="0" indent="0" algn="l" rtl="0">
                        <a:lnSpc>
                          <a:spcPct val="115000"/>
                        </a:lnSpc>
                        <a:spcBef>
                          <a:spcPts val="1100"/>
                        </a:spcBef>
                        <a:spcAft>
                          <a:spcPts val="0"/>
                        </a:spcAft>
                        <a:buNone/>
                      </a:pPr>
                      <a:r>
                        <a:rPr lang="es-419" sz="3000">
                          <a:solidFill>
                            <a:schemeClr val="lt1"/>
                          </a:solidFill>
                          <a:latin typeface="Montserrat SemiBold"/>
                          <a:ea typeface="Montserrat SemiBold"/>
                          <a:cs typeface="Montserrat SemiBold"/>
                          <a:sym typeface="Montserrat SemiBold"/>
                        </a:rPr>
                        <a:t>PLURAL</a:t>
                      </a:r>
                      <a:endParaRPr sz="3000">
                        <a:solidFill>
                          <a:schemeClr val="lt1"/>
                        </a:solidFill>
                        <a:latin typeface="Montserrat SemiBold"/>
                        <a:ea typeface="Montserrat SemiBold"/>
                        <a:cs typeface="Montserrat SemiBold"/>
                        <a:sym typeface="Montserrat SemiBold"/>
                      </a:endParaRPr>
                    </a:p>
                  </a:txBody>
                  <a:tcPr marL="114300" marR="114300" marT="114300" marB="114300">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extLst>
                  <a:ext uri="{0D108BD9-81ED-4DB2-BD59-A6C34878D82A}">
                    <a16:rowId xmlns:a16="http://schemas.microsoft.com/office/drawing/2014/main" val="10000"/>
                  </a:ext>
                </a:extLst>
              </a:tr>
              <a:tr h="1386275">
                <a:tc>
                  <a:txBody>
                    <a:bodyPr/>
                    <a:lstStyle/>
                    <a:p>
                      <a:pPr marL="0" marR="0" lvl="0" indent="0" algn="ctr" rtl="0">
                        <a:lnSpc>
                          <a:spcPct val="115000"/>
                        </a:lnSpc>
                        <a:spcBef>
                          <a:spcPts val="2200"/>
                        </a:spcBef>
                        <a:spcAft>
                          <a:spcPts val="1100"/>
                        </a:spcAft>
                        <a:buNone/>
                      </a:pPr>
                      <a:r>
                        <a:rPr lang="es-419" sz="2500">
                          <a:solidFill>
                            <a:schemeClr val="lt1"/>
                          </a:solidFill>
                          <a:latin typeface="Montserrat SemiBold"/>
                          <a:ea typeface="Montserrat SemiBold"/>
                          <a:cs typeface="Montserrat SemiBold"/>
                          <a:sym typeface="Montserrat SemiBold"/>
                        </a:rPr>
                        <a:t>1ra</a:t>
                      </a:r>
                      <a:endParaRPr sz="2500">
                        <a:solidFill>
                          <a:schemeClr val="lt1"/>
                        </a:solidFill>
                        <a:latin typeface="Montserrat SemiBold"/>
                        <a:ea typeface="Montserrat SemiBold"/>
                        <a:cs typeface="Montserrat SemiBold"/>
                        <a:sym typeface="Montserrat SemiBold"/>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1"/>
                  </a:ext>
                </a:extLst>
              </a:tr>
              <a:tr h="1386275">
                <a:tc>
                  <a:txBody>
                    <a:bodyPr/>
                    <a:lstStyle/>
                    <a:p>
                      <a:pPr marL="0" marR="0" lvl="0" indent="0" algn="ctr" rtl="0">
                        <a:lnSpc>
                          <a:spcPct val="115000"/>
                        </a:lnSpc>
                        <a:spcBef>
                          <a:spcPts val="2200"/>
                        </a:spcBef>
                        <a:spcAft>
                          <a:spcPts val="1100"/>
                        </a:spcAft>
                        <a:buNone/>
                      </a:pPr>
                      <a:r>
                        <a:rPr lang="es-419" sz="2500">
                          <a:solidFill>
                            <a:schemeClr val="lt1"/>
                          </a:solidFill>
                          <a:latin typeface="Montserrat SemiBold"/>
                          <a:ea typeface="Montserrat SemiBold"/>
                          <a:cs typeface="Montserrat SemiBold"/>
                          <a:sym typeface="Montserrat SemiBold"/>
                        </a:rPr>
                        <a:t>2da</a:t>
                      </a:r>
                      <a:endParaRPr sz="2500">
                        <a:solidFill>
                          <a:schemeClr val="lt1"/>
                        </a:solidFill>
                        <a:latin typeface="Montserrat SemiBold"/>
                        <a:ea typeface="Montserrat SemiBold"/>
                        <a:cs typeface="Montserrat SemiBold"/>
                        <a:sym typeface="Montserrat SemiBold"/>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2"/>
                  </a:ext>
                </a:extLst>
              </a:tr>
              <a:tr h="1386275">
                <a:tc>
                  <a:txBody>
                    <a:bodyPr/>
                    <a:lstStyle/>
                    <a:p>
                      <a:pPr marL="0" marR="0" lvl="0" indent="0" algn="ctr" rtl="0">
                        <a:lnSpc>
                          <a:spcPct val="115000"/>
                        </a:lnSpc>
                        <a:spcBef>
                          <a:spcPts val="2200"/>
                        </a:spcBef>
                        <a:spcAft>
                          <a:spcPts val="1100"/>
                        </a:spcAft>
                        <a:buNone/>
                      </a:pPr>
                      <a:r>
                        <a:rPr lang="es-419" sz="2500">
                          <a:solidFill>
                            <a:schemeClr val="lt1"/>
                          </a:solidFill>
                          <a:latin typeface="Montserrat SemiBold"/>
                          <a:ea typeface="Montserrat SemiBold"/>
                          <a:cs typeface="Montserrat SemiBold"/>
                          <a:sym typeface="Montserrat SemiBold"/>
                        </a:rPr>
                        <a:t>3ra</a:t>
                      </a:r>
                      <a:endParaRPr sz="2500">
                        <a:solidFill>
                          <a:schemeClr val="lt1"/>
                        </a:solidFill>
                        <a:latin typeface="Montserrat SemiBold"/>
                        <a:ea typeface="Montserrat SemiBold"/>
                        <a:cs typeface="Montserrat SemiBold"/>
                        <a:sym typeface="Montserrat SemiBold"/>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507" name="Google Shape;507;p64"/>
          <p:cNvSpPr txBox="1"/>
          <p:nvPr/>
        </p:nvSpPr>
        <p:spPr>
          <a:xfrm>
            <a:off x="1598100" y="3792535"/>
            <a:ext cx="4941300" cy="4236600"/>
          </a:xfrm>
          <a:prstGeom prst="rect">
            <a:avLst/>
          </a:prstGeom>
          <a:noFill/>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s-419" sz="4600" dirty="0" err="1">
                <a:latin typeface="GFS Didot"/>
                <a:ea typeface="GFS Didot"/>
                <a:cs typeface="GFS Didot"/>
                <a:sym typeface="GFS Didot"/>
              </a:rPr>
              <a:t>τεθέληκ</a:t>
            </a:r>
            <a:r>
              <a:rPr lang="es-419" sz="4600" dirty="0">
                <a:latin typeface="GFS Didot"/>
                <a:ea typeface="GFS Didot"/>
                <a:cs typeface="GFS Didot"/>
                <a:sym typeface="GFS Didot"/>
              </a:rPr>
              <a:t>α</a:t>
            </a:r>
            <a:endParaRPr sz="4600" dirty="0">
              <a:latin typeface="GFS Didot"/>
              <a:ea typeface="GFS Didot"/>
              <a:cs typeface="GFS Didot"/>
              <a:sym typeface="GFS Didot"/>
            </a:endParaRPr>
          </a:p>
          <a:p>
            <a:pPr marL="0" lvl="0" indent="0" algn="l" rtl="0">
              <a:lnSpc>
                <a:spcPct val="200000"/>
              </a:lnSpc>
              <a:spcBef>
                <a:spcPts val="0"/>
              </a:spcBef>
              <a:spcAft>
                <a:spcPts val="0"/>
              </a:spcAft>
              <a:buNone/>
            </a:pPr>
            <a:r>
              <a:rPr lang="es-419" sz="4600" dirty="0" err="1">
                <a:latin typeface="GFS Didot"/>
                <a:ea typeface="GFS Didot"/>
                <a:cs typeface="GFS Didot"/>
                <a:sym typeface="GFS Didot"/>
              </a:rPr>
              <a:t>τεθέληκ</a:t>
            </a:r>
            <a:r>
              <a:rPr lang="es-419" sz="4600" dirty="0">
                <a:latin typeface="GFS Didot"/>
                <a:ea typeface="GFS Didot"/>
                <a:cs typeface="GFS Didot"/>
                <a:sym typeface="GFS Didot"/>
              </a:rPr>
              <a:t>ας</a:t>
            </a:r>
            <a:endParaRPr sz="4600" dirty="0">
              <a:latin typeface="GFS Didot"/>
              <a:ea typeface="GFS Didot"/>
              <a:cs typeface="GFS Didot"/>
              <a:sym typeface="GFS Didot"/>
            </a:endParaRPr>
          </a:p>
          <a:p>
            <a:pPr marL="0" lvl="0" indent="0" algn="l" rtl="0">
              <a:lnSpc>
                <a:spcPct val="200000"/>
              </a:lnSpc>
              <a:spcBef>
                <a:spcPts val="0"/>
              </a:spcBef>
              <a:spcAft>
                <a:spcPts val="0"/>
              </a:spcAft>
              <a:buNone/>
            </a:pPr>
            <a:r>
              <a:rPr lang="es-419" sz="4600" dirty="0" err="1">
                <a:latin typeface="GFS Didot"/>
                <a:ea typeface="GFS Didot"/>
                <a:cs typeface="GFS Didot"/>
                <a:sym typeface="GFS Didot"/>
              </a:rPr>
              <a:t>τεθέληκε</a:t>
            </a:r>
            <a:r>
              <a:rPr lang="es-419" sz="4600" dirty="0">
                <a:latin typeface="GFS Didot"/>
                <a:ea typeface="GFS Didot"/>
                <a:cs typeface="GFS Didot"/>
                <a:sym typeface="GFS Didot"/>
              </a:rPr>
              <a:t>(ν)</a:t>
            </a:r>
            <a:endParaRPr sz="4600" dirty="0">
              <a:latin typeface="GFS Didot"/>
              <a:ea typeface="GFS Didot"/>
              <a:cs typeface="GFS Didot"/>
              <a:sym typeface="GFS Didot"/>
            </a:endParaRPr>
          </a:p>
        </p:txBody>
      </p:sp>
      <p:sp>
        <p:nvSpPr>
          <p:cNvPr id="508" name="Google Shape;508;p64"/>
          <p:cNvSpPr txBox="1"/>
          <p:nvPr/>
        </p:nvSpPr>
        <p:spPr>
          <a:xfrm>
            <a:off x="6703500" y="3792535"/>
            <a:ext cx="4721400" cy="4236600"/>
          </a:xfrm>
          <a:prstGeom prst="rect">
            <a:avLst/>
          </a:prstGeom>
          <a:noFill/>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s-419" sz="4600">
                <a:latin typeface="GFS Didot"/>
                <a:ea typeface="GFS Didot"/>
                <a:cs typeface="GFS Didot"/>
                <a:sym typeface="GFS Didot"/>
              </a:rPr>
              <a:t>τεθελήκαμεν</a:t>
            </a:r>
            <a:endParaRPr sz="4600">
              <a:latin typeface="GFS Didot"/>
              <a:ea typeface="GFS Didot"/>
              <a:cs typeface="GFS Didot"/>
              <a:sym typeface="GFS Didot"/>
            </a:endParaRPr>
          </a:p>
          <a:p>
            <a:pPr marL="0" lvl="0" indent="0" algn="l" rtl="0">
              <a:lnSpc>
                <a:spcPct val="200000"/>
              </a:lnSpc>
              <a:spcBef>
                <a:spcPts val="0"/>
              </a:spcBef>
              <a:spcAft>
                <a:spcPts val="0"/>
              </a:spcAft>
              <a:buNone/>
            </a:pPr>
            <a:r>
              <a:rPr lang="es-419" sz="4600">
                <a:latin typeface="GFS Didot"/>
                <a:ea typeface="GFS Didot"/>
                <a:cs typeface="GFS Didot"/>
                <a:sym typeface="GFS Didot"/>
              </a:rPr>
              <a:t>τεθελήκατε</a:t>
            </a:r>
            <a:endParaRPr sz="4600">
              <a:latin typeface="GFS Didot"/>
              <a:ea typeface="GFS Didot"/>
              <a:cs typeface="GFS Didot"/>
              <a:sym typeface="GFS Didot"/>
            </a:endParaRPr>
          </a:p>
          <a:p>
            <a:pPr marL="0" lvl="0" indent="0" algn="l" rtl="0">
              <a:lnSpc>
                <a:spcPct val="200000"/>
              </a:lnSpc>
              <a:spcBef>
                <a:spcPts val="0"/>
              </a:spcBef>
              <a:spcAft>
                <a:spcPts val="0"/>
              </a:spcAft>
              <a:buNone/>
            </a:pPr>
            <a:r>
              <a:rPr lang="es-419" sz="4600">
                <a:latin typeface="GFS Didot"/>
                <a:ea typeface="GFS Didot"/>
                <a:cs typeface="GFS Didot"/>
                <a:sym typeface="GFS Didot"/>
              </a:rPr>
              <a:t>τεθέληκασι(ν)</a:t>
            </a:r>
            <a:endParaRPr sz="4600">
              <a:latin typeface="GFS Didot"/>
              <a:ea typeface="GFS Didot"/>
              <a:cs typeface="GFS Didot"/>
              <a:sym typeface="GFS Didot"/>
            </a:endParaRPr>
          </a:p>
        </p:txBody>
      </p:sp>
      <p:sp>
        <p:nvSpPr>
          <p:cNvPr id="509" name="Google Shape;509;p64"/>
          <p:cNvSpPr txBox="1"/>
          <p:nvPr/>
        </p:nvSpPr>
        <p:spPr>
          <a:xfrm>
            <a:off x="468300" y="1201225"/>
            <a:ext cx="15377400" cy="1070700"/>
          </a:xfrm>
          <a:prstGeom prst="rect">
            <a:avLst/>
          </a:prstGeom>
          <a:noFill/>
          <a:ln>
            <a:noFill/>
          </a:ln>
        </p:spPr>
        <p:txBody>
          <a:bodyPr spcFirstLastPara="1" wrap="square" lIns="156175" tIns="156175" rIns="156175" bIns="156175" anchor="t" anchorCtr="0">
            <a:noAutofit/>
          </a:bodyPr>
          <a:lstStyle/>
          <a:p>
            <a:pPr marL="0" lvl="0" indent="0" algn="l" rtl="0">
              <a:spcBef>
                <a:spcPts val="0"/>
              </a:spcBef>
              <a:spcAft>
                <a:spcPts val="0"/>
              </a:spcAft>
              <a:buNone/>
            </a:pPr>
            <a:r>
              <a:rPr lang="es-419" sz="7100">
                <a:latin typeface="Bebas Neue"/>
                <a:ea typeface="Bebas Neue"/>
                <a:cs typeface="Bebas Neue"/>
                <a:sym typeface="Bebas Neue"/>
              </a:rPr>
              <a:t>PERFECTO activo indicativo</a:t>
            </a:r>
            <a:endParaRPr sz="7100">
              <a:latin typeface="Bebas Neue"/>
              <a:ea typeface="Bebas Neue"/>
              <a:cs typeface="Bebas Neue"/>
              <a:sym typeface="Bebas Neu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0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0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08">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08">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0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graphicFrame>
        <p:nvGraphicFramePr>
          <p:cNvPr id="514" name="Google Shape;514;p65"/>
          <p:cNvGraphicFramePr/>
          <p:nvPr/>
        </p:nvGraphicFramePr>
        <p:xfrm>
          <a:off x="470275" y="3205588"/>
          <a:ext cx="11077325" cy="4952725"/>
        </p:xfrm>
        <a:graphic>
          <a:graphicData uri="http://schemas.openxmlformats.org/drawingml/2006/table">
            <a:tbl>
              <a:tblPr>
                <a:noFill/>
                <a:tableStyleId>{2B22CA8F-BFF6-4F2E-A46A-7FD96E287156}</a:tableStyleId>
              </a:tblPr>
              <a:tblGrid>
                <a:gridCol w="1141350">
                  <a:extLst>
                    <a:ext uri="{9D8B030D-6E8A-4147-A177-3AD203B41FA5}">
                      <a16:colId xmlns:a16="http://schemas.microsoft.com/office/drawing/2014/main" val="20000"/>
                    </a:ext>
                  </a:extLst>
                </a:gridCol>
                <a:gridCol w="5075525">
                  <a:extLst>
                    <a:ext uri="{9D8B030D-6E8A-4147-A177-3AD203B41FA5}">
                      <a16:colId xmlns:a16="http://schemas.microsoft.com/office/drawing/2014/main" val="20001"/>
                    </a:ext>
                  </a:extLst>
                </a:gridCol>
                <a:gridCol w="4860450">
                  <a:extLst>
                    <a:ext uri="{9D8B030D-6E8A-4147-A177-3AD203B41FA5}">
                      <a16:colId xmlns:a16="http://schemas.microsoft.com/office/drawing/2014/main" val="20002"/>
                    </a:ext>
                  </a:extLst>
                </a:gridCol>
              </a:tblGrid>
              <a:tr h="793900">
                <a:tc>
                  <a:txBody>
                    <a:bodyPr/>
                    <a:lstStyle/>
                    <a:p>
                      <a:pPr marL="0" lvl="0" indent="0" algn="l" rtl="0">
                        <a:spcBef>
                          <a:spcPts val="0"/>
                        </a:spcBef>
                        <a:spcAft>
                          <a:spcPts val="0"/>
                        </a:spcAft>
                        <a:buNone/>
                      </a:pPr>
                      <a:endParaRPr>
                        <a:solidFill>
                          <a:schemeClr val="lt1"/>
                        </a:solidFill>
                      </a:endParaRPr>
                    </a:p>
                  </a:txBody>
                  <a:tcPr marL="114300" marR="114300" marT="114300" marB="114300">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marR="0" lvl="0" indent="0" algn="l" rtl="0">
                        <a:lnSpc>
                          <a:spcPct val="115000"/>
                        </a:lnSpc>
                        <a:spcBef>
                          <a:spcPts val="1100"/>
                        </a:spcBef>
                        <a:spcAft>
                          <a:spcPts val="0"/>
                        </a:spcAft>
                        <a:buNone/>
                      </a:pPr>
                      <a:r>
                        <a:rPr lang="es-419" sz="3000">
                          <a:solidFill>
                            <a:schemeClr val="lt1"/>
                          </a:solidFill>
                          <a:latin typeface="Montserrat SemiBold"/>
                          <a:ea typeface="Montserrat SemiBold"/>
                          <a:cs typeface="Montserrat SemiBold"/>
                          <a:sym typeface="Montserrat SemiBold"/>
                        </a:rPr>
                        <a:t>SINGULAR</a:t>
                      </a:r>
                      <a:endParaRPr sz="3000">
                        <a:solidFill>
                          <a:schemeClr val="lt1"/>
                        </a:solidFill>
                        <a:latin typeface="Montserrat SemiBold"/>
                        <a:ea typeface="Montserrat SemiBold"/>
                        <a:cs typeface="Montserrat SemiBold"/>
                        <a:sym typeface="Montserrat SemiBold"/>
                      </a:endParaRPr>
                    </a:p>
                  </a:txBody>
                  <a:tcPr marL="114300" marR="114300" marT="114300" marB="114300">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marR="0" lvl="0" indent="0" algn="l" rtl="0">
                        <a:lnSpc>
                          <a:spcPct val="115000"/>
                        </a:lnSpc>
                        <a:spcBef>
                          <a:spcPts val="1100"/>
                        </a:spcBef>
                        <a:spcAft>
                          <a:spcPts val="0"/>
                        </a:spcAft>
                        <a:buNone/>
                      </a:pPr>
                      <a:r>
                        <a:rPr lang="es-419" sz="3000">
                          <a:solidFill>
                            <a:schemeClr val="lt1"/>
                          </a:solidFill>
                          <a:latin typeface="Montserrat SemiBold"/>
                          <a:ea typeface="Montserrat SemiBold"/>
                          <a:cs typeface="Montserrat SemiBold"/>
                          <a:sym typeface="Montserrat SemiBold"/>
                        </a:rPr>
                        <a:t>PLURAL</a:t>
                      </a:r>
                      <a:endParaRPr sz="3000">
                        <a:solidFill>
                          <a:schemeClr val="lt1"/>
                        </a:solidFill>
                        <a:latin typeface="Montserrat SemiBold"/>
                        <a:ea typeface="Montserrat SemiBold"/>
                        <a:cs typeface="Montserrat SemiBold"/>
                        <a:sym typeface="Montserrat SemiBold"/>
                      </a:endParaRPr>
                    </a:p>
                  </a:txBody>
                  <a:tcPr marL="114300" marR="114300" marT="114300" marB="114300">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extLst>
                  <a:ext uri="{0D108BD9-81ED-4DB2-BD59-A6C34878D82A}">
                    <a16:rowId xmlns:a16="http://schemas.microsoft.com/office/drawing/2014/main" val="10000"/>
                  </a:ext>
                </a:extLst>
              </a:tr>
              <a:tr h="1386275">
                <a:tc>
                  <a:txBody>
                    <a:bodyPr/>
                    <a:lstStyle/>
                    <a:p>
                      <a:pPr marL="0" marR="0" lvl="0" indent="0" algn="ctr" rtl="0">
                        <a:lnSpc>
                          <a:spcPct val="115000"/>
                        </a:lnSpc>
                        <a:spcBef>
                          <a:spcPts val="2200"/>
                        </a:spcBef>
                        <a:spcAft>
                          <a:spcPts val="1100"/>
                        </a:spcAft>
                        <a:buNone/>
                      </a:pPr>
                      <a:r>
                        <a:rPr lang="es-419" sz="2500">
                          <a:solidFill>
                            <a:schemeClr val="lt1"/>
                          </a:solidFill>
                          <a:latin typeface="Montserrat SemiBold"/>
                          <a:ea typeface="Montserrat SemiBold"/>
                          <a:cs typeface="Montserrat SemiBold"/>
                          <a:sym typeface="Montserrat SemiBold"/>
                        </a:rPr>
                        <a:t>1ra</a:t>
                      </a:r>
                      <a:endParaRPr sz="2500">
                        <a:solidFill>
                          <a:schemeClr val="lt1"/>
                        </a:solidFill>
                        <a:latin typeface="Montserrat SemiBold"/>
                        <a:ea typeface="Montserrat SemiBold"/>
                        <a:cs typeface="Montserrat SemiBold"/>
                        <a:sym typeface="Montserrat SemiBold"/>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1"/>
                  </a:ext>
                </a:extLst>
              </a:tr>
              <a:tr h="1386275">
                <a:tc>
                  <a:txBody>
                    <a:bodyPr/>
                    <a:lstStyle/>
                    <a:p>
                      <a:pPr marL="0" marR="0" lvl="0" indent="0" algn="ctr" rtl="0">
                        <a:lnSpc>
                          <a:spcPct val="115000"/>
                        </a:lnSpc>
                        <a:spcBef>
                          <a:spcPts val="2200"/>
                        </a:spcBef>
                        <a:spcAft>
                          <a:spcPts val="1100"/>
                        </a:spcAft>
                        <a:buNone/>
                      </a:pPr>
                      <a:r>
                        <a:rPr lang="es-419" sz="2500">
                          <a:solidFill>
                            <a:schemeClr val="lt1"/>
                          </a:solidFill>
                          <a:latin typeface="Montserrat SemiBold"/>
                          <a:ea typeface="Montserrat SemiBold"/>
                          <a:cs typeface="Montserrat SemiBold"/>
                          <a:sym typeface="Montserrat SemiBold"/>
                        </a:rPr>
                        <a:t>2da</a:t>
                      </a:r>
                      <a:endParaRPr sz="2500">
                        <a:solidFill>
                          <a:schemeClr val="lt1"/>
                        </a:solidFill>
                        <a:latin typeface="Montserrat SemiBold"/>
                        <a:ea typeface="Montserrat SemiBold"/>
                        <a:cs typeface="Montserrat SemiBold"/>
                        <a:sym typeface="Montserrat SemiBold"/>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2"/>
                  </a:ext>
                </a:extLst>
              </a:tr>
              <a:tr h="1386275">
                <a:tc>
                  <a:txBody>
                    <a:bodyPr/>
                    <a:lstStyle/>
                    <a:p>
                      <a:pPr marL="0" marR="0" lvl="0" indent="0" algn="ctr" rtl="0">
                        <a:lnSpc>
                          <a:spcPct val="115000"/>
                        </a:lnSpc>
                        <a:spcBef>
                          <a:spcPts val="2200"/>
                        </a:spcBef>
                        <a:spcAft>
                          <a:spcPts val="1100"/>
                        </a:spcAft>
                        <a:buNone/>
                      </a:pPr>
                      <a:r>
                        <a:rPr lang="es-419" sz="2500">
                          <a:solidFill>
                            <a:schemeClr val="lt1"/>
                          </a:solidFill>
                          <a:latin typeface="Montserrat SemiBold"/>
                          <a:ea typeface="Montserrat SemiBold"/>
                          <a:cs typeface="Montserrat SemiBold"/>
                          <a:sym typeface="Montserrat SemiBold"/>
                        </a:rPr>
                        <a:t>3ra</a:t>
                      </a:r>
                      <a:endParaRPr sz="2500">
                        <a:solidFill>
                          <a:schemeClr val="lt1"/>
                        </a:solidFill>
                        <a:latin typeface="Montserrat SemiBold"/>
                        <a:ea typeface="Montserrat SemiBold"/>
                        <a:cs typeface="Montserrat SemiBold"/>
                        <a:sym typeface="Montserrat SemiBold"/>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515" name="Google Shape;515;p65"/>
          <p:cNvSpPr txBox="1"/>
          <p:nvPr/>
        </p:nvSpPr>
        <p:spPr>
          <a:xfrm>
            <a:off x="1598100" y="3765240"/>
            <a:ext cx="4941300" cy="4236600"/>
          </a:xfrm>
          <a:prstGeom prst="rect">
            <a:avLst/>
          </a:prstGeom>
          <a:noFill/>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s-419" sz="4600" dirty="0" err="1">
                <a:latin typeface="GFS Didot"/>
                <a:ea typeface="GFS Didot"/>
                <a:cs typeface="GFS Didot"/>
                <a:sym typeface="GFS Didot"/>
              </a:rPr>
              <a:t>τεθέλημ</a:t>
            </a:r>
            <a:r>
              <a:rPr lang="es-419" sz="4600" dirty="0">
                <a:latin typeface="GFS Didot"/>
                <a:ea typeface="GFS Didot"/>
                <a:cs typeface="GFS Didot"/>
                <a:sym typeface="GFS Didot"/>
              </a:rPr>
              <a:t>αι</a:t>
            </a:r>
            <a:endParaRPr sz="4600" dirty="0">
              <a:latin typeface="GFS Didot"/>
              <a:ea typeface="GFS Didot"/>
              <a:cs typeface="GFS Didot"/>
              <a:sym typeface="GFS Didot"/>
            </a:endParaRPr>
          </a:p>
          <a:p>
            <a:pPr marL="0" lvl="0" indent="0" algn="l" rtl="0">
              <a:lnSpc>
                <a:spcPct val="200000"/>
              </a:lnSpc>
              <a:spcBef>
                <a:spcPts val="0"/>
              </a:spcBef>
              <a:spcAft>
                <a:spcPts val="0"/>
              </a:spcAft>
              <a:buNone/>
            </a:pPr>
            <a:r>
              <a:rPr lang="es-419" sz="4600" dirty="0" err="1">
                <a:latin typeface="GFS Didot"/>
                <a:ea typeface="GFS Didot"/>
                <a:cs typeface="GFS Didot"/>
                <a:sym typeface="GFS Didot"/>
              </a:rPr>
              <a:t>τεθέλῃ</a:t>
            </a:r>
            <a:endParaRPr sz="4600" dirty="0">
              <a:latin typeface="GFS Didot"/>
              <a:ea typeface="GFS Didot"/>
              <a:cs typeface="GFS Didot"/>
              <a:sym typeface="GFS Didot"/>
            </a:endParaRPr>
          </a:p>
          <a:p>
            <a:pPr marL="0" lvl="0" indent="0" algn="l" rtl="0">
              <a:lnSpc>
                <a:spcPct val="200000"/>
              </a:lnSpc>
              <a:spcBef>
                <a:spcPts val="0"/>
              </a:spcBef>
              <a:spcAft>
                <a:spcPts val="0"/>
              </a:spcAft>
              <a:buNone/>
            </a:pPr>
            <a:r>
              <a:rPr lang="es-419" sz="4600" dirty="0" err="1">
                <a:latin typeface="GFS Didot"/>
                <a:ea typeface="GFS Didot"/>
                <a:cs typeface="GFS Didot"/>
                <a:sym typeface="GFS Didot"/>
              </a:rPr>
              <a:t>τεθέλητ</a:t>
            </a:r>
            <a:r>
              <a:rPr lang="es-419" sz="4600" dirty="0">
                <a:latin typeface="GFS Didot"/>
                <a:ea typeface="GFS Didot"/>
                <a:cs typeface="GFS Didot"/>
                <a:sym typeface="GFS Didot"/>
              </a:rPr>
              <a:t>αι</a:t>
            </a:r>
            <a:endParaRPr sz="4600" dirty="0">
              <a:latin typeface="GFS Didot"/>
              <a:ea typeface="GFS Didot"/>
              <a:cs typeface="GFS Didot"/>
              <a:sym typeface="GFS Didot"/>
            </a:endParaRPr>
          </a:p>
        </p:txBody>
      </p:sp>
      <p:sp>
        <p:nvSpPr>
          <p:cNvPr id="516" name="Google Shape;516;p65"/>
          <p:cNvSpPr txBox="1"/>
          <p:nvPr/>
        </p:nvSpPr>
        <p:spPr>
          <a:xfrm>
            <a:off x="6703500" y="3765240"/>
            <a:ext cx="4721400" cy="4236600"/>
          </a:xfrm>
          <a:prstGeom prst="rect">
            <a:avLst/>
          </a:prstGeom>
          <a:noFill/>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s-419" sz="4600">
                <a:latin typeface="GFS Didot"/>
                <a:ea typeface="GFS Didot"/>
                <a:cs typeface="GFS Didot"/>
                <a:sym typeface="GFS Didot"/>
              </a:rPr>
              <a:t>τεθελήμεθα</a:t>
            </a:r>
            <a:endParaRPr sz="4600">
              <a:latin typeface="GFS Didot"/>
              <a:ea typeface="GFS Didot"/>
              <a:cs typeface="GFS Didot"/>
              <a:sym typeface="GFS Didot"/>
            </a:endParaRPr>
          </a:p>
          <a:p>
            <a:pPr marL="0" lvl="0" indent="0" algn="l" rtl="0">
              <a:lnSpc>
                <a:spcPct val="200000"/>
              </a:lnSpc>
              <a:spcBef>
                <a:spcPts val="0"/>
              </a:spcBef>
              <a:spcAft>
                <a:spcPts val="0"/>
              </a:spcAft>
              <a:buNone/>
            </a:pPr>
            <a:r>
              <a:rPr lang="es-419" sz="4600">
                <a:latin typeface="GFS Didot"/>
                <a:ea typeface="GFS Didot"/>
                <a:cs typeface="GFS Didot"/>
                <a:sym typeface="GFS Didot"/>
              </a:rPr>
              <a:t>τεθέλησθε</a:t>
            </a:r>
            <a:endParaRPr sz="4600">
              <a:latin typeface="GFS Didot"/>
              <a:ea typeface="GFS Didot"/>
              <a:cs typeface="GFS Didot"/>
              <a:sym typeface="GFS Didot"/>
            </a:endParaRPr>
          </a:p>
          <a:p>
            <a:pPr marL="0" lvl="0" indent="0" algn="l" rtl="0">
              <a:lnSpc>
                <a:spcPct val="200000"/>
              </a:lnSpc>
              <a:spcBef>
                <a:spcPts val="0"/>
              </a:spcBef>
              <a:spcAft>
                <a:spcPts val="0"/>
              </a:spcAft>
              <a:buNone/>
            </a:pPr>
            <a:r>
              <a:rPr lang="es-419" sz="4600">
                <a:latin typeface="GFS Didot"/>
                <a:ea typeface="GFS Didot"/>
                <a:cs typeface="GFS Didot"/>
                <a:sym typeface="GFS Didot"/>
              </a:rPr>
              <a:t>τεθέλωνται</a:t>
            </a:r>
            <a:endParaRPr sz="4600">
              <a:latin typeface="GFS Didot"/>
              <a:ea typeface="GFS Didot"/>
              <a:cs typeface="GFS Didot"/>
              <a:sym typeface="GFS Didot"/>
            </a:endParaRPr>
          </a:p>
        </p:txBody>
      </p:sp>
      <p:sp>
        <p:nvSpPr>
          <p:cNvPr id="517" name="Google Shape;517;p65"/>
          <p:cNvSpPr txBox="1"/>
          <p:nvPr/>
        </p:nvSpPr>
        <p:spPr>
          <a:xfrm>
            <a:off x="468300" y="1201225"/>
            <a:ext cx="15377400" cy="1070700"/>
          </a:xfrm>
          <a:prstGeom prst="rect">
            <a:avLst/>
          </a:prstGeom>
          <a:noFill/>
          <a:ln>
            <a:noFill/>
          </a:ln>
        </p:spPr>
        <p:txBody>
          <a:bodyPr spcFirstLastPara="1" wrap="square" lIns="156175" tIns="156175" rIns="156175" bIns="156175" anchor="t" anchorCtr="0">
            <a:noAutofit/>
          </a:bodyPr>
          <a:lstStyle/>
          <a:p>
            <a:pPr marL="0" lvl="0" indent="0" algn="l" rtl="0">
              <a:spcBef>
                <a:spcPts val="0"/>
              </a:spcBef>
              <a:spcAft>
                <a:spcPts val="0"/>
              </a:spcAft>
              <a:buNone/>
            </a:pPr>
            <a:r>
              <a:rPr lang="es-419" sz="7100">
                <a:latin typeface="Bebas Neue"/>
                <a:ea typeface="Bebas Neue"/>
                <a:cs typeface="Bebas Neue"/>
                <a:sym typeface="Bebas Neue"/>
              </a:rPr>
              <a:t>Perfecto medio/pasivo indicativo</a:t>
            </a:r>
            <a:endParaRPr sz="7100">
              <a:latin typeface="Bebas Neue"/>
              <a:ea typeface="Bebas Neue"/>
              <a:cs typeface="Bebas Neue"/>
              <a:sym typeface="Bebas Neue"/>
            </a:endParaRPr>
          </a:p>
          <a:p>
            <a:pPr marL="0" lvl="0" indent="0" algn="l" rtl="0">
              <a:spcBef>
                <a:spcPts val="0"/>
              </a:spcBef>
              <a:spcAft>
                <a:spcPts val="0"/>
              </a:spcAft>
              <a:buNone/>
            </a:pPr>
            <a:endParaRPr sz="7100">
              <a:latin typeface="Bebas Neue"/>
              <a:ea typeface="Bebas Neue"/>
              <a:cs typeface="Bebas Neue"/>
              <a:sym typeface="Bebas Neue"/>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B1ED4AB9-62D5-A154-7CCE-0CECC4539DDE}"/>
                  </a:ext>
                </a:extLst>
              </p14:cNvPr>
              <p14:cNvContentPartPr/>
              <p14:nvPr/>
            </p14:nvContentPartPr>
            <p14:xfrm>
              <a:off x="3064680" y="4261680"/>
              <a:ext cx="613440" cy="1032120"/>
            </p14:xfrm>
          </p:contentPart>
        </mc:Choice>
        <mc:Fallback xmlns="">
          <p:pic>
            <p:nvPicPr>
              <p:cNvPr id="2" name="Ink 1">
                <a:extLst>
                  <a:ext uri="{FF2B5EF4-FFF2-40B4-BE49-F238E27FC236}">
                    <a16:creationId xmlns:a16="http://schemas.microsoft.com/office/drawing/2014/main" id="{B1ED4AB9-62D5-A154-7CCE-0CECC4539DDE}"/>
                  </a:ext>
                </a:extLst>
              </p:cNvPr>
              <p:cNvPicPr/>
              <p:nvPr/>
            </p:nvPicPr>
            <p:blipFill>
              <a:blip r:embed="rId4"/>
              <a:stretch>
                <a:fillRect/>
              </a:stretch>
            </p:blipFill>
            <p:spPr>
              <a:xfrm>
                <a:off x="3055320" y="4252320"/>
                <a:ext cx="632160" cy="105084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16">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16">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1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21"/>
        <p:cNvGrpSpPr/>
        <p:nvPr/>
      </p:nvGrpSpPr>
      <p:grpSpPr>
        <a:xfrm>
          <a:off x="0" y="0"/>
          <a:ext cx="0" cy="0"/>
          <a:chOff x="0" y="0"/>
          <a:chExt cx="0" cy="0"/>
        </a:xfrm>
      </p:grpSpPr>
      <p:sp>
        <p:nvSpPr>
          <p:cNvPr id="522" name="Google Shape;522;p66"/>
          <p:cNvSpPr txBox="1">
            <a:spLocks noGrp="1"/>
          </p:cNvSpPr>
          <p:nvPr>
            <p:ph type="ctrTitle"/>
          </p:nvPr>
        </p:nvSpPr>
        <p:spPr>
          <a:xfrm>
            <a:off x="1112325" y="3917775"/>
            <a:ext cx="16494000" cy="1432500"/>
          </a:xfrm>
          <a:prstGeom prst="rect">
            <a:avLst/>
          </a:prstGeom>
          <a:noFill/>
          <a:ln>
            <a:noFill/>
          </a:ln>
        </p:spPr>
        <p:txBody>
          <a:bodyPr spcFirstLastPara="1" wrap="square" lIns="156175" tIns="156175" rIns="156175" bIns="156175" anchor="ctr" anchorCtr="0">
            <a:noAutofit/>
          </a:bodyPr>
          <a:lstStyle/>
          <a:p>
            <a:pPr marL="0" lvl="0" indent="0" algn="l" rtl="0">
              <a:lnSpc>
                <a:spcPct val="115000"/>
              </a:lnSpc>
              <a:spcBef>
                <a:spcPts val="0"/>
              </a:spcBef>
              <a:spcAft>
                <a:spcPts val="0"/>
              </a:spcAft>
              <a:buSzPts val="7200"/>
              <a:buNone/>
            </a:pPr>
            <a:r>
              <a:rPr lang="es-419" sz="12800" b="0" dirty="0">
                <a:solidFill>
                  <a:srgbClr val="434343"/>
                </a:solidFill>
                <a:latin typeface="Cardo" panose="02020600000000000000" pitchFamily="18" charset="-79"/>
                <a:ea typeface="Cardo" panose="02020600000000000000" pitchFamily="18" charset="-79"/>
                <a:cs typeface="Cardo" panose="02020600000000000000" pitchFamily="18" charset="-79"/>
                <a:sym typeface="Cardo"/>
              </a:rPr>
              <a:t>π</a:t>
            </a:r>
            <a:r>
              <a:rPr lang="es-419" sz="12800" b="0" dirty="0" err="1">
                <a:solidFill>
                  <a:srgbClr val="434343"/>
                </a:solidFill>
                <a:latin typeface="Cardo" panose="02020600000000000000" pitchFamily="18" charset="-79"/>
                <a:ea typeface="Cardo" panose="02020600000000000000" pitchFamily="18" charset="-79"/>
                <a:cs typeface="Cardo" panose="02020600000000000000" pitchFamily="18" charset="-79"/>
                <a:sym typeface="Cardo"/>
              </a:rPr>
              <a:t>οιέω</a:t>
            </a:r>
            <a:endParaRPr sz="12800" b="0" dirty="0">
              <a:solidFill>
                <a:srgbClr val="434343"/>
              </a:solidFill>
              <a:latin typeface="Cardo" panose="02020600000000000000" pitchFamily="18" charset="-79"/>
              <a:ea typeface="Cardo" panose="02020600000000000000" pitchFamily="18" charset="-79"/>
              <a:cs typeface="Cardo" panose="02020600000000000000" pitchFamily="18" charset="-79"/>
              <a:sym typeface="Cardo"/>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26"/>
        <p:cNvGrpSpPr/>
        <p:nvPr/>
      </p:nvGrpSpPr>
      <p:grpSpPr>
        <a:xfrm>
          <a:off x="0" y="0"/>
          <a:ext cx="0" cy="0"/>
          <a:chOff x="0" y="0"/>
          <a:chExt cx="0" cy="0"/>
        </a:xfrm>
      </p:grpSpPr>
      <p:graphicFrame>
        <p:nvGraphicFramePr>
          <p:cNvPr id="527" name="Google Shape;527;p67"/>
          <p:cNvGraphicFramePr/>
          <p:nvPr/>
        </p:nvGraphicFramePr>
        <p:xfrm>
          <a:off x="470275" y="3205588"/>
          <a:ext cx="11077325" cy="4952725"/>
        </p:xfrm>
        <a:graphic>
          <a:graphicData uri="http://schemas.openxmlformats.org/drawingml/2006/table">
            <a:tbl>
              <a:tblPr>
                <a:noFill/>
                <a:tableStyleId>{2B22CA8F-BFF6-4F2E-A46A-7FD96E287156}</a:tableStyleId>
              </a:tblPr>
              <a:tblGrid>
                <a:gridCol w="1141350">
                  <a:extLst>
                    <a:ext uri="{9D8B030D-6E8A-4147-A177-3AD203B41FA5}">
                      <a16:colId xmlns:a16="http://schemas.microsoft.com/office/drawing/2014/main" val="20000"/>
                    </a:ext>
                  </a:extLst>
                </a:gridCol>
                <a:gridCol w="5075525">
                  <a:extLst>
                    <a:ext uri="{9D8B030D-6E8A-4147-A177-3AD203B41FA5}">
                      <a16:colId xmlns:a16="http://schemas.microsoft.com/office/drawing/2014/main" val="20001"/>
                    </a:ext>
                  </a:extLst>
                </a:gridCol>
                <a:gridCol w="4860450">
                  <a:extLst>
                    <a:ext uri="{9D8B030D-6E8A-4147-A177-3AD203B41FA5}">
                      <a16:colId xmlns:a16="http://schemas.microsoft.com/office/drawing/2014/main" val="20002"/>
                    </a:ext>
                  </a:extLst>
                </a:gridCol>
              </a:tblGrid>
              <a:tr h="793900">
                <a:tc>
                  <a:txBody>
                    <a:bodyPr/>
                    <a:lstStyle/>
                    <a:p>
                      <a:pPr marL="0" lvl="0" indent="0" algn="l" rtl="0">
                        <a:spcBef>
                          <a:spcPts val="0"/>
                        </a:spcBef>
                        <a:spcAft>
                          <a:spcPts val="0"/>
                        </a:spcAft>
                        <a:buNone/>
                      </a:pPr>
                      <a:endParaRPr>
                        <a:solidFill>
                          <a:schemeClr val="lt1"/>
                        </a:solidFill>
                      </a:endParaRPr>
                    </a:p>
                  </a:txBody>
                  <a:tcPr marL="114300" marR="114300" marT="114300" marB="114300">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marR="0" lvl="0" indent="0" algn="l" rtl="0">
                        <a:lnSpc>
                          <a:spcPct val="115000"/>
                        </a:lnSpc>
                        <a:spcBef>
                          <a:spcPts val="1100"/>
                        </a:spcBef>
                        <a:spcAft>
                          <a:spcPts val="0"/>
                        </a:spcAft>
                        <a:buNone/>
                      </a:pPr>
                      <a:r>
                        <a:rPr lang="es-419" sz="3000">
                          <a:solidFill>
                            <a:schemeClr val="lt1"/>
                          </a:solidFill>
                          <a:latin typeface="Montserrat SemiBold"/>
                          <a:ea typeface="Montserrat SemiBold"/>
                          <a:cs typeface="Montserrat SemiBold"/>
                          <a:sym typeface="Montserrat SemiBold"/>
                        </a:rPr>
                        <a:t>SINGULAR</a:t>
                      </a:r>
                      <a:endParaRPr sz="3000">
                        <a:solidFill>
                          <a:schemeClr val="lt1"/>
                        </a:solidFill>
                        <a:latin typeface="Montserrat SemiBold"/>
                        <a:ea typeface="Montserrat SemiBold"/>
                        <a:cs typeface="Montserrat SemiBold"/>
                        <a:sym typeface="Montserrat SemiBold"/>
                      </a:endParaRPr>
                    </a:p>
                  </a:txBody>
                  <a:tcPr marL="114300" marR="114300" marT="114300" marB="114300">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marR="0" lvl="0" indent="0" algn="l" rtl="0">
                        <a:lnSpc>
                          <a:spcPct val="115000"/>
                        </a:lnSpc>
                        <a:spcBef>
                          <a:spcPts val="1100"/>
                        </a:spcBef>
                        <a:spcAft>
                          <a:spcPts val="0"/>
                        </a:spcAft>
                        <a:buNone/>
                      </a:pPr>
                      <a:r>
                        <a:rPr lang="es-419" sz="3000">
                          <a:solidFill>
                            <a:schemeClr val="lt1"/>
                          </a:solidFill>
                          <a:latin typeface="Montserrat SemiBold"/>
                          <a:ea typeface="Montserrat SemiBold"/>
                          <a:cs typeface="Montserrat SemiBold"/>
                          <a:sym typeface="Montserrat SemiBold"/>
                        </a:rPr>
                        <a:t>PLURAL</a:t>
                      </a:r>
                      <a:endParaRPr sz="3000">
                        <a:solidFill>
                          <a:schemeClr val="lt1"/>
                        </a:solidFill>
                        <a:latin typeface="Montserrat SemiBold"/>
                        <a:ea typeface="Montserrat SemiBold"/>
                        <a:cs typeface="Montserrat SemiBold"/>
                        <a:sym typeface="Montserrat SemiBold"/>
                      </a:endParaRPr>
                    </a:p>
                  </a:txBody>
                  <a:tcPr marL="114300" marR="114300" marT="114300" marB="114300">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extLst>
                  <a:ext uri="{0D108BD9-81ED-4DB2-BD59-A6C34878D82A}">
                    <a16:rowId xmlns:a16="http://schemas.microsoft.com/office/drawing/2014/main" val="10000"/>
                  </a:ext>
                </a:extLst>
              </a:tr>
              <a:tr h="1386275">
                <a:tc>
                  <a:txBody>
                    <a:bodyPr/>
                    <a:lstStyle/>
                    <a:p>
                      <a:pPr marL="0" marR="0" lvl="0" indent="0" algn="ctr" rtl="0">
                        <a:lnSpc>
                          <a:spcPct val="115000"/>
                        </a:lnSpc>
                        <a:spcBef>
                          <a:spcPts val="2200"/>
                        </a:spcBef>
                        <a:spcAft>
                          <a:spcPts val="1100"/>
                        </a:spcAft>
                        <a:buNone/>
                      </a:pPr>
                      <a:r>
                        <a:rPr lang="es-419" sz="2500">
                          <a:solidFill>
                            <a:schemeClr val="lt1"/>
                          </a:solidFill>
                          <a:latin typeface="Montserrat SemiBold"/>
                          <a:ea typeface="Montserrat SemiBold"/>
                          <a:cs typeface="Montserrat SemiBold"/>
                          <a:sym typeface="Montserrat SemiBold"/>
                        </a:rPr>
                        <a:t>1ra</a:t>
                      </a:r>
                      <a:endParaRPr sz="2500">
                        <a:solidFill>
                          <a:schemeClr val="lt1"/>
                        </a:solidFill>
                        <a:latin typeface="Montserrat SemiBold"/>
                        <a:ea typeface="Montserrat SemiBold"/>
                        <a:cs typeface="Montserrat SemiBold"/>
                        <a:sym typeface="Montserrat SemiBold"/>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1"/>
                  </a:ext>
                </a:extLst>
              </a:tr>
              <a:tr h="1386275">
                <a:tc>
                  <a:txBody>
                    <a:bodyPr/>
                    <a:lstStyle/>
                    <a:p>
                      <a:pPr marL="0" marR="0" lvl="0" indent="0" algn="ctr" rtl="0">
                        <a:lnSpc>
                          <a:spcPct val="115000"/>
                        </a:lnSpc>
                        <a:spcBef>
                          <a:spcPts val="2200"/>
                        </a:spcBef>
                        <a:spcAft>
                          <a:spcPts val="1100"/>
                        </a:spcAft>
                        <a:buNone/>
                      </a:pPr>
                      <a:r>
                        <a:rPr lang="es-419" sz="2500">
                          <a:solidFill>
                            <a:schemeClr val="lt1"/>
                          </a:solidFill>
                          <a:latin typeface="Montserrat SemiBold"/>
                          <a:ea typeface="Montserrat SemiBold"/>
                          <a:cs typeface="Montserrat SemiBold"/>
                          <a:sym typeface="Montserrat SemiBold"/>
                        </a:rPr>
                        <a:t>2da</a:t>
                      </a:r>
                      <a:endParaRPr sz="2500">
                        <a:solidFill>
                          <a:schemeClr val="lt1"/>
                        </a:solidFill>
                        <a:latin typeface="Montserrat SemiBold"/>
                        <a:ea typeface="Montserrat SemiBold"/>
                        <a:cs typeface="Montserrat SemiBold"/>
                        <a:sym typeface="Montserrat SemiBold"/>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2"/>
                  </a:ext>
                </a:extLst>
              </a:tr>
              <a:tr h="1386275">
                <a:tc>
                  <a:txBody>
                    <a:bodyPr/>
                    <a:lstStyle/>
                    <a:p>
                      <a:pPr marL="0" marR="0" lvl="0" indent="0" algn="ctr" rtl="0">
                        <a:lnSpc>
                          <a:spcPct val="115000"/>
                        </a:lnSpc>
                        <a:spcBef>
                          <a:spcPts val="2200"/>
                        </a:spcBef>
                        <a:spcAft>
                          <a:spcPts val="1100"/>
                        </a:spcAft>
                        <a:buNone/>
                      </a:pPr>
                      <a:r>
                        <a:rPr lang="es-419" sz="2500">
                          <a:solidFill>
                            <a:schemeClr val="lt1"/>
                          </a:solidFill>
                          <a:latin typeface="Montserrat SemiBold"/>
                          <a:ea typeface="Montserrat SemiBold"/>
                          <a:cs typeface="Montserrat SemiBold"/>
                          <a:sym typeface="Montserrat SemiBold"/>
                        </a:rPr>
                        <a:t>3ra</a:t>
                      </a:r>
                      <a:endParaRPr sz="2500">
                        <a:solidFill>
                          <a:schemeClr val="lt1"/>
                        </a:solidFill>
                        <a:latin typeface="Montserrat SemiBold"/>
                        <a:ea typeface="Montserrat SemiBold"/>
                        <a:cs typeface="Montserrat SemiBold"/>
                        <a:sym typeface="Montserrat SemiBold"/>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528" name="Google Shape;528;p67"/>
          <p:cNvSpPr txBox="1"/>
          <p:nvPr/>
        </p:nvSpPr>
        <p:spPr>
          <a:xfrm>
            <a:off x="1598100" y="3921713"/>
            <a:ext cx="3719100" cy="4236600"/>
          </a:xfrm>
          <a:prstGeom prst="rect">
            <a:avLst/>
          </a:prstGeom>
          <a:noFill/>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s-419" sz="4600" dirty="0">
                <a:latin typeface="GFS Didot"/>
                <a:ea typeface="GFS Didot"/>
                <a:cs typeface="GFS Didot"/>
                <a:sym typeface="GFS Didot"/>
              </a:rPr>
              <a:t>π</a:t>
            </a:r>
            <a:r>
              <a:rPr lang="es-419" sz="4600" dirty="0" err="1">
                <a:latin typeface="GFS Didot"/>
                <a:ea typeface="GFS Didot"/>
                <a:cs typeface="GFS Didot"/>
                <a:sym typeface="GFS Didot"/>
              </a:rPr>
              <a:t>οιῶ</a:t>
            </a:r>
            <a:endParaRPr sz="4600" dirty="0">
              <a:latin typeface="GFS Didot"/>
              <a:ea typeface="GFS Didot"/>
              <a:cs typeface="GFS Didot"/>
              <a:sym typeface="GFS Didot"/>
            </a:endParaRPr>
          </a:p>
          <a:p>
            <a:pPr marL="0" lvl="0" indent="0" algn="l" rtl="0">
              <a:lnSpc>
                <a:spcPct val="200000"/>
              </a:lnSpc>
              <a:spcBef>
                <a:spcPts val="0"/>
              </a:spcBef>
              <a:spcAft>
                <a:spcPts val="0"/>
              </a:spcAft>
              <a:buNone/>
            </a:pPr>
            <a:r>
              <a:rPr lang="es-419" sz="4600" dirty="0">
                <a:latin typeface="GFS Didot"/>
                <a:ea typeface="GFS Didot"/>
                <a:cs typeface="GFS Didot"/>
                <a:sym typeface="GFS Didot"/>
              </a:rPr>
              <a:t>π</a:t>
            </a:r>
            <a:r>
              <a:rPr lang="es-419" sz="4600" dirty="0" err="1">
                <a:latin typeface="GFS Didot"/>
                <a:ea typeface="GFS Didot"/>
                <a:cs typeface="GFS Didot"/>
                <a:sym typeface="GFS Didot"/>
              </a:rPr>
              <a:t>οιεῖς</a:t>
            </a:r>
            <a:endParaRPr sz="4600" dirty="0">
              <a:latin typeface="GFS Didot"/>
              <a:ea typeface="GFS Didot"/>
              <a:cs typeface="GFS Didot"/>
              <a:sym typeface="GFS Didot"/>
            </a:endParaRPr>
          </a:p>
          <a:p>
            <a:pPr marL="0" lvl="0" indent="0" algn="l" rtl="0">
              <a:lnSpc>
                <a:spcPct val="200000"/>
              </a:lnSpc>
              <a:spcBef>
                <a:spcPts val="0"/>
              </a:spcBef>
              <a:spcAft>
                <a:spcPts val="0"/>
              </a:spcAft>
              <a:buNone/>
            </a:pPr>
            <a:r>
              <a:rPr lang="es-419" sz="4600" dirty="0">
                <a:latin typeface="GFS Didot"/>
                <a:ea typeface="GFS Didot"/>
                <a:cs typeface="GFS Didot"/>
                <a:sym typeface="GFS Didot"/>
              </a:rPr>
              <a:t>π</a:t>
            </a:r>
            <a:r>
              <a:rPr lang="es-419" sz="4600" dirty="0" err="1">
                <a:latin typeface="GFS Didot"/>
                <a:ea typeface="GFS Didot"/>
                <a:cs typeface="GFS Didot"/>
                <a:sym typeface="GFS Didot"/>
              </a:rPr>
              <a:t>οιεῖ</a:t>
            </a:r>
            <a:endParaRPr sz="4600" dirty="0">
              <a:latin typeface="GFS Didot"/>
              <a:ea typeface="GFS Didot"/>
              <a:cs typeface="GFS Didot"/>
              <a:sym typeface="GFS Didot"/>
            </a:endParaRPr>
          </a:p>
        </p:txBody>
      </p:sp>
      <p:sp>
        <p:nvSpPr>
          <p:cNvPr id="529" name="Google Shape;529;p67"/>
          <p:cNvSpPr txBox="1"/>
          <p:nvPr/>
        </p:nvSpPr>
        <p:spPr>
          <a:xfrm>
            <a:off x="6703500" y="3921713"/>
            <a:ext cx="3574800" cy="4236600"/>
          </a:xfrm>
          <a:prstGeom prst="rect">
            <a:avLst/>
          </a:prstGeom>
          <a:noFill/>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s-419" sz="4600">
                <a:latin typeface="GFS Didot"/>
                <a:ea typeface="GFS Didot"/>
                <a:cs typeface="GFS Didot"/>
                <a:sym typeface="GFS Didot"/>
              </a:rPr>
              <a:t>ποιοῦμεν</a:t>
            </a:r>
            <a:endParaRPr sz="4600">
              <a:latin typeface="GFS Didot"/>
              <a:ea typeface="GFS Didot"/>
              <a:cs typeface="GFS Didot"/>
              <a:sym typeface="GFS Didot"/>
            </a:endParaRPr>
          </a:p>
          <a:p>
            <a:pPr marL="0" lvl="0" indent="0" algn="l" rtl="0">
              <a:lnSpc>
                <a:spcPct val="200000"/>
              </a:lnSpc>
              <a:spcBef>
                <a:spcPts val="0"/>
              </a:spcBef>
              <a:spcAft>
                <a:spcPts val="0"/>
              </a:spcAft>
              <a:buNone/>
            </a:pPr>
            <a:r>
              <a:rPr lang="es-419" sz="4600">
                <a:latin typeface="GFS Didot"/>
                <a:ea typeface="GFS Didot"/>
                <a:cs typeface="GFS Didot"/>
                <a:sym typeface="GFS Didot"/>
              </a:rPr>
              <a:t>ποιεῖτε</a:t>
            </a:r>
            <a:endParaRPr sz="4600">
              <a:latin typeface="GFS Didot"/>
              <a:ea typeface="GFS Didot"/>
              <a:cs typeface="GFS Didot"/>
              <a:sym typeface="GFS Didot"/>
            </a:endParaRPr>
          </a:p>
          <a:p>
            <a:pPr marL="0" lvl="0" indent="0" algn="l" rtl="0">
              <a:lnSpc>
                <a:spcPct val="200000"/>
              </a:lnSpc>
              <a:spcBef>
                <a:spcPts val="0"/>
              </a:spcBef>
              <a:spcAft>
                <a:spcPts val="0"/>
              </a:spcAft>
              <a:buNone/>
            </a:pPr>
            <a:r>
              <a:rPr lang="es-419" sz="4600">
                <a:latin typeface="GFS Didot"/>
                <a:ea typeface="GFS Didot"/>
                <a:cs typeface="GFS Didot"/>
                <a:sym typeface="GFS Didot"/>
              </a:rPr>
              <a:t>ποιοῦσι(ν)</a:t>
            </a:r>
            <a:endParaRPr sz="4600">
              <a:latin typeface="GFS Didot"/>
              <a:ea typeface="GFS Didot"/>
              <a:cs typeface="GFS Didot"/>
              <a:sym typeface="GFS Didot"/>
            </a:endParaRPr>
          </a:p>
        </p:txBody>
      </p:sp>
      <p:sp>
        <p:nvSpPr>
          <p:cNvPr id="530" name="Google Shape;530;p67"/>
          <p:cNvSpPr txBox="1"/>
          <p:nvPr/>
        </p:nvSpPr>
        <p:spPr>
          <a:xfrm>
            <a:off x="468300" y="1201225"/>
            <a:ext cx="15377400" cy="1070700"/>
          </a:xfrm>
          <a:prstGeom prst="rect">
            <a:avLst/>
          </a:prstGeom>
          <a:noFill/>
          <a:ln>
            <a:noFill/>
          </a:ln>
        </p:spPr>
        <p:txBody>
          <a:bodyPr spcFirstLastPara="1" wrap="square" lIns="156175" tIns="156175" rIns="156175" bIns="156175" anchor="t" anchorCtr="0">
            <a:noAutofit/>
          </a:bodyPr>
          <a:lstStyle/>
          <a:p>
            <a:pPr marL="0" lvl="0" indent="0" algn="l" rtl="0">
              <a:spcBef>
                <a:spcPts val="0"/>
              </a:spcBef>
              <a:spcAft>
                <a:spcPts val="0"/>
              </a:spcAft>
              <a:buNone/>
            </a:pPr>
            <a:r>
              <a:rPr lang="es-419" sz="7100">
                <a:latin typeface="Bebas Neue"/>
                <a:ea typeface="Bebas Neue"/>
                <a:cs typeface="Bebas Neue"/>
                <a:sym typeface="Bebas Neue"/>
              </a:rPr>
              <a:t>Presente activo indicativo</a:t>
            </a:r>
            <a:endParaRPr sz="7100">
              <a:latin typeface="Bebas Neue"/>
              <a:ea typeface="Bebas Neue"/>
              <a:cs typeface="Bebas Neue"/>
              <a:sym typeface="Bebas Neu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2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2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29">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29">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2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534"/>
        <p:cNvGrpSpPr/>
        <p:nvPr/>
      </p:nvGrpSpPr>
      <p:grpSpPr>
        <a:xfrm>
          <a:off x="0" y="0"/>
          <a:ext cx="0" cy="0"/>
          <a:chOff x="0" y="0"/>
          <a:chExt cx="0" cy="0"/>
        </a:xfrm>
      </p:grpSpPr>
      <p:graphicFrame>
        <p:nvGraphicFramePr>
          <p:cNvPr id="535" name="Google Shape;535;p68"/>
          <p:cNvGraphicFramePr/>
          <p:nvPr/>
        </p:nvGraphicFramePr>
        <p:xfrm>
          <a:off x="470275" y="3205588"/>
          <a:ext cx="11077325" cy="4952725"/>
        </p:xfrm>
        <a:graphic>
          <a:graphicData uri="http://schemas.openxmlformats.org/drawingml/2006/table">
            <a:tbl>
              <a:tblPr>
                <a:noFill/>
                <a:tableStyleId>{2B22CA8F-BFF6-4F2E-A46A-7FD96E287156}</a:tableStyleId>
              </a:tblPr>
              <a:tblGrid>
                <a:gridCol w="1141350">
                  <a:extLst>
                    <a:ext uri="{9D8B030D-6E8A-4147-A177-3AD203B41FA5}">
                      <a16:colId xmlns:a16="http://schemas.microsoft.com/office/drawing/2014/main" val="20000"/>
                    </a:ext>
                  </a:extLst>
                </a:gridCol>
                <a:gridCol w="5075525">
                  <a:extLst>
                    <a:ext uri="{9D8B030D-6E8A-4147-A177-3AD203B41FA5}">
                      <a16:colId xmlns:a16="http://schemas.microsoft.com/office/drawing/2014/main" val="20001"/>
                    </a:ext>
                  </a:extLst>
                </a:gridCol>
                <a:gridCol w="4860450">
                  <a:extLst>
                    <a:ext uri="{9D8B030D-6E8A-4147-A177-3AD203B41FA5}">
                      <a16:colId xmlns:a16="http://schemas.microsoft.com/office/drawing/2014/main" val="20002"/>
                    </a:ext>
                  </a:extLst>
                </a:gridCol>
              </a:tblGrid>
              <a:tr h="793900">
                <a:tc>
                  <a:txBody>
                    <a:bodyPr/>
                    <a:lstStyle/>
                    <a:p>
                      <a:pPr marL="0" lvl="0" indent="0" algn="l" rtl="0">
                        <a:spcBef>
                          <a:spcPts val="0"/>
                        </a:spcBef>
                        <a:spcAft>
                          <a:spcPts val="0"/>
                        </a:spcAft>
                        <a:buNone/>
                      </a:pPr>
                      <a:endParaRPr>
                        <a:solidFill>
                          <a:schemeClr val="lt1"/>
                        </a:solidFill>
                      </a:endParaRPr>
                    </a:p>
                  </a:txBody>
                  <a:tcPr marL="114300" marR="114300" marT="114300" marB="114300">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marR="0" lvl="0" indent="0" algn="l" rtl="0">
                        <a:lnSpc>
                          <a:spcPct val="115000"/>
                        </a:lnSpc>
                        <a:spcBef>
                          <a:spcPts val="1100"/>
                        </a:spcBef>
                        <a:spcAft>
                          <a:spcPts val="0"/>
                        </a:spcAft>
                        <a:buNone/>
                      </a:pPr>
                      <a:r>
                        <a:rPr lang="es-419" sz="3000">
                          <a:solidFill>
                            <a:schemeClr val="lt1"/>
                          </a:solidFill>
                          <a:latin typeface="Montserrat SemiBold"/>
                          <a:ea typeface="Montserrat SemiBold"/>
                          <a:cs typeface="Montserrat SemiBold"/>
                          <a:sym typeface="Montserrat SemiBold"/>
                        </a:rPr>
                        <a:t>SINGULAR</a:t>
                      </a:r>
                      <a:endParaRPr sz="3000">
                        <a:solidFill>
                          <a:schemeClr val="lt1"/>
                        </a:solidFill>
                        <a:latin typeface="Montserrat SemiBold"/>
                        <a:ea typeface="Montserrat SemiBold"/>
                        <a:cs typeface="Montserrat SemiBold"/>
                        <a:sym typeface="Montserrat SemiBold"/>
                      </a:endParaRPr>
                    </a:p>
                  </a:txBody>
                  <a:tcPr marL="114300" marR="114300" marT="114300" marB="114300">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marR="0" lvl="0" indent="0" algn="l" rtl="0">
                        <a:lnSpc>
                          <a:spcPct val="115000"/>
                        </a:lnSpc>
                        <a:spcBef>
                          <a:spcPts val="1100"/>
                        </a:spcBef>
                        <a:spcAft>
                          <a:spcPts val="0"/>
                        </a:spcAft>
                        <a:buNone/>
                      </a:pPr>
                      <a:r>
                        <a:rPr lang="es-419" sz="3000">
                          <a:solidFill>
                            <a:schemeClr val="lt1"/>
                          </a:solidFill>
                          <a:latin typeface="Montserrat SemiBold"/>
                          <a:ea typeface="Montserrat SemiBold"/>
                          <a:cs typeface="Montserrat SemiBold"/>
                          <a:sym typeface="Montserrat SemiBold"/>
                        </a:rPr>
                        <a:t>PLURAL</a:t>
                      </a:r>
                      <a:endParaRPr sz="3000">
                        <a:solidFill>
                          <a:schemeClr val="lt1"/>
                        </a:solidFill>
                        <a:latin typeface="Montserrat SemiBold"/>
                        <a:ea typeface="Montserrat SemiBold"/>
                        <a:cs typeface="Montserrat SemiBold"/>
                        <a:sym typeface="Montserrat SemiBold"/>
                      </a:endParaRPr>
                    </a:p>
                  </a:txBody>
                  <a:tcPr marL="114300" marR="114300" marT="114300" marB="114300">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extLst>
                  <a:ext uri="{0D108BD9-81ED-4DB2-BD59-A6C34878D82A}">
                    <a16:rowId xmlns:a16="http://schemas.microsoft.com/office/drawing/2014/main" val="10000"/>
                  </a:ext>
                </a:extLst>
              </a:tr>
              <a:tr h="1386275">
                <a:tc>
                  <a:txBody>
                    <a:bodyPr/>
                    <a:lstStyle/>
                    <a:p>
                      <a:pPr marL="0" marR="0" lvl="0" indent="0" algn="ctr" rtl="0">
                        <a:lnSpc>
                          <a:spcPct val="115000"/>
                        </a:lnSpc>
                        <a:spcBef>
                          <a:spcPts val="2200"/>
                        </a:spcBef>
                        <a:spcAft>
                          <a:spcPts val="1100"/>
                        </a:spcAft>
                        <a:buNone/>
                      </a:pPr>
                      <a:r>
                        <a:rPr lang="es-419" sz="2500">
                          <a:solidFill>
                            <a:schemeClr val="lt1"/>
                          </a:solidFill>
                          <a:latin typeface="Montserrat SemiBold"/>
                          <a:ea typeface="Montserrat SemiBold"/>
                          <a:cs typeface="Montserrat SemiBold"/>
                          <a:sym typeface="Montserrat SemiBold"/>
                        </a:rPr>
                        <a:t>1ra</a:t>
                      </a:r>
                      <a:endParaRPr sz="2500">
                        <a:solidFill>
                          <a:schemeClr val="lt1"/>
                        </a:solidFill>
                        <a:latin typeface="Montserrat SemiBold"/>
                        <a:ea typeface="Montserrat SemiBold"/>
                        <a:cs typeface="Montserrat SemiBold"/>
                        <a:sym typeface="Montserrat SemiBold"/>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1"/>
                  </a:ext>
                </a:extLst>
              </a:tr>
              <a:tr h="1386275">
                <a:tc>
                  <a:txBody>
                    <a:bodyPr/>
                    <a:lstStyle/>
                    <a:p>
                      <a:pPr marL="0" marR="0" lvl="0" indent="0" algn="ctr" rtl="0">
                        <a:lnSpc>
                          <a:spcPct val="115000"/>
                        </a:lnSpc>
                        <a:spcBef>
                          <a:spcPts val="2200"/>
                        </a:spcBef>
                        <a:spcAft>
                          <a:spcPts val="1100"/>
                        </a:spcAft>
                        <a:buNone/>
                      </a:pPr>
                      <a:r>
                        <a:rPr lang="es-419" sz="2500">
                          <a:solidFill>
                            <a:schemeClr val="lt1"/>
                          </a:solidFill>
                          <a:latin typeface="Montserrat SemiBold"/>
                          <a:ea typeface="Montserrat SemiBold"/>
                          <a:cs typeface="Montserrat SemiBold"/>
                          <a:sym typeface="Montserrat SemiBold"/>
                        </a:rPr>
                        <a:t>2da</a:t>
                      </a:r>
                      <a:endParaRPr sz="2500">
                        <a:solidFill>
                          <a:schemeClr val="lt1"/>
                        </a:solidFill>
                        <a:latin typeface="Montserrat SemiBold"/>
                        <a:ea typeface="Montserrat SemiBold"/>
                        <a:cs typeface="Montserrat SemiBold"/>
                        <a:sym typeface="Montserrat SemiBold"/>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2"/>
                  </a:ext>
                </a:extLst>
              </a:tr>
              <a:tr h="1386275">
                <a:tc>
                  <a:txBody>
                    <a:bodyPr/>
                    <a:lstStyle/>
                    <a:p>
                      <a:pPr marL="0" marR="0" lvl="0" indent="0" algn="ctr" rtl="0">
                        <a:lnSpc>
                          <a:spcPct val="115000"/>
                        </a:lnSpc>
                        <a:spcBef>
                          <a:spcPts val="2200"/>
                        </a:spcBef>
                        <a:spcAft>
                          <a:spcPts val="1100"/>
                        </a:spcAft>
                        <a:buNone/>
                      </a:pPr>
                      <a:r>
                        <a:rPr lang="es-419" sz="2500">
                          <a:solidFill>
                            <a:schemeClr val="lt1"/>
                          </a:solidFill>
                          <a:latin typeface="Montserrat SemiBold"/>
                          <a:ea typeface="Montserrat SemiBold"/>
                          <a:cs typeface="Montserrat SemiBold"/>
                          <a:sym typeface="Montserrat SemiBold"/>
                        </a:rPr>
                        <a:t>3ra</a:t>
                      </a:r>
                      <a:endParaRPr sz="2500">
                        <a:solidFill>
                          <a:schemeClr val="lt1"/>
                        </a:solidFill>
                        <a:latin typeface="Montserrat SemiBold"/>
                        <a:ea typeface="Montserrat SemiBold"/>
                        <a:cs typeface="Montserrat SemiBold"/>
                        <a:sym typeface="Montserrat SemiBold"/>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536" name="Google Shape;536;p68"/>
          <p:cNvSpPr txBox="1"/>
          <p:nvPr/>
        </p:nvSpPr>
        <p:spPr>
          <a:xfrm>
            <a:off x="1598100" y="3819831"/>
            <a:ext cx="3719100" cy="4236600"/>
          </a:xfrm>
          <a:prstGeom prst="rect">
            <a:avLst/>
          </a:prstGeom>
          <a:noFill/>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s-419" sz="4600">
                <a:latin typeface="GFS Didot"/>
                <a:ea typeface="GFS Didot"/>
                <a:cs typeface="GFS Didot"/>
                <a:sym typeface="GFS Didot"/>
              </a:rPr>
              <a:t>ἐποίουν</a:t>
            </a:r>
            <a:endParaRPr sz="4600">
              <a:latin typeface="GFS Didot"/>
              <a:ea typeface="GFS Didot"/>
              <a:cs typeface="GFS Didot"/>
              <a:sym typeface="GFS Didot"/>
            </a:endParaRPr>
          </a:p>
          <a:p>
            <a:pPr marL="0" lvl="0" indent="0" algn="l" rtl="0">
              <a:lnSpc>
                <a:spcPct val="200000"/>
              </a:lnSpc>
              <a:spcBef>
                <a:spcPts val="0"/>
              </a:spcBef>
              <a:spcAft>
                <a:spcPts val="0"/>
              </a:spcAft>
              <a:buNone/>
            </a:pPr>
            <a:r>
              <a:rPr lang="es-419" sz="4600">
                <a:latin typeface="GFS Didot"/>
                <a:ea typeface="GFS Didot"/>
                <a:cs typeface="GFS Didot"/>
                <a:sym typeface="GFS Didot"/>
              </a:rPr>
              <a:t>ἐποίεις</a:t>
            </a:r>
            <a:endParaRPr sz="4600">
              <a:latin typeface="GFS Didot"/>
              <a:ea typeface="GFS Didot"/>
              <a:cs typeface="GFS Didot"/>
              <a:sym typeface="GFS Didot"/>
            </a:endParaRPr>
          </a:p>
          <a:p>
            <a:pPr marL="0" lvl="0" indent="0" algn="l" rtl="0">
              <a:lnSpc>
                <a:spcPct val="200000"/>
              </a:lnSpc>
              <a:spcBef>
                <a:spcPts val="0"/>
              </a:spcBef>
              <a:spcAft>
                <a:spcPts val="0"/>
              </a:spcAft>
              <a:buNone/>
            </a:pPr>
            <a:r>
              <a:rPr lang="es-419" sz="4600">
                <a:latin typeface="GFS Didot"/>
                <a:ea typeface="GFS Didot"/>
                <a:cs typeface="GFS Didot"/>
                <a:sym typeface="GFS Didot"/>
              </a:rPr>
              <a:t>ἐποίει</a:t>
            </a:r>
            <a:endParaRPr sz="4600">
              <a:latin typeface="GFS Didot"/>
              <a:ea typeface="GFS Didot"/>
              <a:cs typeface="GFS Didot"/>
              <a:sym typeface="GFS Didot"/>
            </a:endParaRPr>
          </a:p>
        </p:txBody>
      </p:sp>
      <p:sp>
        <p:nvSpPr>
          <p:cNvPr id="537" name="Google Shape;537;p68"/>
          <p:cNvSpPr txBox="1"/>
          <p:nvPr/>
        </p:nvSpPr>
        <p:spPr>
          <a:xfrm>
            <a:off x="6703500" y="3819831"/>
            <a:ext cx="3574800" cy="4236600"/>
          </a:xfrm>
          <a:prstGeom prst="rect">
            <a:avLst/>
          </a:prstGeom>
          <a:noFill/>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s-419" sz="4600">
                <a:latin typeface="GFS Didot"/>
                <a:ea typeface="GFS Didot"/>
                <a:cs typeface="GFS Didot"/>
                <a:sym typeface="GFS Didot"/>
              </a:rPr>
              <a:t>ἐποιοῦμεν</a:t>
            </a:r>
            <a:endParaRPr sz="4600">
              <a:latin typeface="GFS Didot"/>
              <a:ea typeface="GFS Didot"/>
              <a:cs typeface="GFS Didot"/>
              <a:sym typeface="GFS Didot"/>
            </a:endParaRPr>
          </a:p>
          <a:p>
            <a:pPr marL="0" lvl="0" indent="0" algn="l" rtl="0">
              <a:lnSpc>
                <a:spcPct val="200000"/>
              </a:lnSpc>
              <a:spcBef>
                <a:spcPts val="0"/>
              </a:spcBef>
              <a:spcAft>
                <a:spcPts val="0"/>
              </a:spcAft>
              <a:buNone/>
            </a:pPr>
            <a:r>
              <a:rPr lang="es-419" sz="4600">
                <a:latin typeface="GFS Didot"/>
                <a:ea typeface="GFS Didot"/>
                <a:cs typeface="GFS Didot"/>
                <a:sym typeface="GFS Didot"/>
              </a:rPr>
              <a:t>ἐποιεῖτε</a:t>
            </a:r>
            <a:endParaRPr sz="4600">
              <a:latin typeface="GFS Didot"/>
              <a:ea typeface="GFS Didot"/>
              <a:cs typeface="GFS Didot"/>
              <a:sym typeface="GFS Didot"/>
            </a:endParaRPr>
          </a:p>
          <a:p>
            <a:pPr marL="0" lvl="0" indent="0" algn="l" rtl="0">
              <a:lnSpc>
                <a:spcPct val="200000"/>
              </a:lnSpc>
              <a:spcBef>
                <a:spcPts val="0"/>
              </a:spcBef>
              <a:spcAft>
                <a:spcPts val="0"/>
              </a:spcAft>
              <a:buNone/>
            </a:pPr>
            <a:r>
              <a:rPr lang="es-419" sz="4600">
                <a:latin typeface="GFS Didot"/>
                <a:ea typeface="GFS Didot"/>
                <a:cs typeface="GFS Didot"/>
                <a:sym typeface="GFS Didot"/>
              </a:rPr>
              <a:t>ἐποίουν</a:t>
            </a:r>
            <a:endParaRPr sz="4600">
              <a:latin typeface="GFS Didot"/>
              <a:ea typeface="GFS Didot"/>
              <a:cs typeface="GFS Didot"/>
              <a:sym typeface="GFS Didot"/>
            </a:endParaRPr>
          </a:p>
        </p:txBody>
      </p:sp>
      <p:sp>
        <p:nvSpPr>
          <p:cNvPr id="538" name="Google Shape;538;p68"/>
          <p:cNvSpPr txBox="1"/>
          <p:nvPr/>
        </p:nvSpPr>
        <p:spPr>
          <a:xfrm>
            <a:off x="468300" y="1201225"/>
            <a:ext cx="15377400" cy="1070700"/>
          </a:xfrm>
          <a:prstGeom prst="rect">
            <a:avLst/>
          </a:prstGeom>
          <a:noFill/>
          <a:ln>
            <a:noFill/>
          </a:ln>
        </p:spPr>
        <p:txBody>
          <a:bodyPr spcFirstLastPara="1" wrap="square" lIns="156175" tIns="156175" rIns="156175" bIns="156175" anchor="t" anchorCtr="0">
            <a:noAutofit/>
          </a:bodyPr>
          <a:lstStyle/>
          <a:p>
            <a:pPr marL="0" lvl="0" indent="0" algn="l" rtl="0">
              <a:spcBef>
                <a:spcPts val="0"/>
              </a:spcBef>
              <a:spcAft>
                <a:spcPts val="0"/>
              </a:spcAft>
              <a:buNone/>
            </a:pPr>
            <a:r>
              <a:rPr lang="es-419" sz="7100">
                <a:latin typeface="Bebas Neue"/>
                <a:ea typeface="Bebas Neue"/>
                <a:cs typeface="Bebas Neue"/>
                <a:sym typeface="Bebas Neue"/>
              </a:rPr>
              <a:t>IMPERFECTO activo indicativo</a:t>
            </a:r>
            <a:endParaRPr sz="7100">
              <a:latin typeface="Bebas Neue"/>
              <a:ea typeface="Bebas Neue"/>
              <a:cs typeface="Bebas Neue"/>
              <a:sym typeface="Bebas Neue"/>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AE86A14D-ED41-755D-C561-971D856E3FE6}"/>
                  </a:ext>
                </a:extLst>
              </p14:cNvPr>
              <p14:cNvContentPartPr/>
              <p14:nvPr/>
            </p14:nvContentPartPr>
            <p14:xfrm>
              <a:off x="2791800" y="4484880"/>
              <a:ext cx="905760" cy="701640"/>
            </p14:xfrm>
          </p:contentPart>
        </mc:Choice>
        <mc:Fallback xmlns="">
          <p:pic>
            <p:nvPicPr>
              <p:cNvPr id="2" name="Ink 1">
                <a:extLst>
                  <a:ext uri="{FF2B5EF4-FFF2-40B4-BE49-F238E27FC236}">
                    <a16:creationId xmlns:a16="http://schemas.microsoft.com/office/drawing/2014/main" id="{AE86A14D-ED41-755D-C561-971D856E3FE6}"/>
                  </a:ext>
                </a:extLst>
              </p:cNvPr>
              <p:cNvPicPr/>
              <p:nvPr/>
            </p:nvPicPr>
            <p:blipFill>
              <a:blip r:embed="rId4"/>
              <a:stretch>
                <a:fillRect/>
              </a:stretch>
            </p:blipFill>
            <p:spPr>
              <a:xfrm>
                <a:off x="2782440" y="4475520"/>
                <a:ext cx="924480" cy="72036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3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3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3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37">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37">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3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542"/>
        <p:cNvGrpSpPr/>
        <p:nvPr/>
      </p:nvGrpSpPr>
      <p:grpSpPr>
        <a:xfrm>
          <a:off x="0" y="0"/>
          <a:ext cx="0" cy="0"/>
          <a:chOff x="0" y="0"/>
          <a:chExt cx="0" cy="0"/>
        </a:xfrm>
      </p:grpSpPr>
      <p:graphicFrame>
        <p:nvGraphicFramePr>
          <p:cNvPr id="543" name="Google Shape;543;p69"/>
          <p:cNvGraphicFramePr/>
          <p:nvPr>
            <p:extLst>
              <p:ext uri="{D42A27DB-BD31-4B8C-83A1-F6EECF244321}">
                <p14:modId xmlns:p14="http://schemas.microsoft.com/office/powerpoint/2010/main" val="3787639851"/>
              </p:ext>
            </p:extLst>
          </p:nvPr>
        </p:nvGraphicFramePr>
        <p:xfrm>
          <a:off x="470275" y="3205588"/>
          <a:ext cx="11077325" cy="4952725"/>
        </p:xfrm>
        <a:graphic>
          <a:graphicData uri="http://schemas.openxmlformats.org/drawingml/2006/table">
            <a:tbl>
              <a:tblPr>
                <a:noFill/>
                <a:tableStyleId>{2B22CA8F-BFF6-4F2E-A46A-7FD96E287156}</a:tableStyleId>
              </a:tblPr>
              <a:tblGrid>
                <a:gridCol w="1141350">
                  <a:extLst>
                    <a:ext uri="{9D8B030D-6E8A-4147-A177-3AD203B41FA5}">
                      <a16:colId xmlns:a16="http://schemas.microsoft.com/office/drawing/2014/main" val="20000"/>
                    </a:ext>
                  </a:extLst>
                </a:gridCol>
                <a:gridCol w="5075525">
                  <a:extLst>
                    <a:ext uri="{9D8B030D-6E8A-4147-A177-3AD203B41FA5}">
                      <a16:colId xmlns:a16="http://schemas.microsoft.com/office/drawing/2014/main" val="20001"/>
                    </a:ext>
                  </a:extLst>
                </a:gridCol>
                <a:gridCol w="4860450">
                  <a:extLst>
                    <a:ext uri="{9D8B030D-6E8A-4147-A177-3AD203B41FA5}">
                      <a16:colId xmlns:a16="http://schemas.microsoft.com/office/drawing/2014/main" val="20002"/>
                    </a:ext>
                  </a:extLst>
                </a:gridCol>
              </a:tblGrid>
              <a:tr h="793900">
                <a:tc>
                  <a:txBody>
                    <a:bodyPr/>
                    <a:lstStyle/>
                    <a:p>
                      <a:pPr marL="0" lvl="0" indent="0" algn="l" rtl="0">
                        <a:spcBef>
                          <a:spcPts val="0"/>
                        </a:spcBef>
                        <a:spcAft>
                          <a:spcPts val="0"/>
                        </a:spcAft>
                        <a:buNone/>
                      </a:pPr>
                      <a:endParaRPr>
                        <a:solidFill>
                          <a:schemeClr val="lt1"/>
                        </a:solidFill>
                      </a:endParaRPr>
                    </a:p>
                  </a:txBody>
                  <a:tcPr marL="114300" marR="114300" marT="114300" marB="114300">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marR="0" lvl="0" indent="0" algn="l" rtl="0">
                        <a:lnSpc>
                          <a:spcPct val="115000"/>
                        </a:lnSpc>
                        <a:spcBef>
                          <a:spcPts val="1100"/>
                        </a:spcBef>
                        <a:spcAft>
                          <a:spcPts val="0"/>
                        </a:spcAft>
                        <a:buNone/>
                      </a:pPr>
                      <a:r>
                        <a:rPr lang="es-419" sz="3000">
                          <a:solidFill>
                            <a:schemeClr val="lt1"/>
                          </a:solidFill>
                          <a:latin typeface="Montserrat SemiBold"/>
                          <a:ea typeface="Montserrat SemiBold"/>
                          <a:cs typeface="Montserrat SemiBold"/>
                          <a:sym typeface="Montserrat SemiBold"/>
                        </a:rPr>
                        <a:t>SINGULAR</a:t>
                      </a:r>
                      <a:endParaRPr sz="3000">
                        <a:solidFill>
                          <a:schemeClr val="lt1"/>
                        </a:solidFill>
                        <a:latin typeface="Montserrat SemiBold"/>
                        <a:ea typeface="Montserrat SemiBold"/>
                        <a:cs typeface="Montserrat SemiBold"/>
                        <a:sym typeface="Montserrat SemiBold"/>
                      </a:endParaRPr>
                    </a:p>
                  </a:txBody>
                  <a:tcPr marL="114300" marR="114300" marT="114300" marB="114300">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marR="0" lvl="0" indent="0" algn="l" rtl="0">
                        <a:lnSpc>
                          <a:spcPct val="115000"/>
                        </a:lnSpc>
                        <a:spcBef>
                          <a:spcPts val="1100"/>
                        </a:spcBef>
                        <a:spcAft>
                          <a:spcPts val="0"/>
                        </a:spcAft>
                        <a:buNone/>
                      </a:pPr>
                      <a:r>
                        <a:rPr lang="es-419" sz="3000">
                          <a:solidFill>
                            <a:schemeClr val="lt1"/>
                          </a:solidFill>
                          <a:latin typeface="Montserrat SemiBold"/>
                          <a:ea typeface="Montserrat SemiBold"/>
                          <a:cs typeface="Montserrat SemiBold"/>
                          <a:sym typeface="Montserrat SemiBold"/>
                        </a:rPr>
                        <a:t>PLURAL</a:t>
                      </a:r>
                      <a:endParaRPr sz="3000">
                        <a:solidFill>
                          <a:schemeClr val="lt1"/>
                        </a:solidFill>
                        <a:latin typeface="Montserrat SemiBold"/>
                        <a:ea typeface="Montserrat SemiBold"/>
                        <a:cs typeface="Montserrat SemiBold"/>
                        <a:sym typeface="Montserrat SemiBold"/>
                      </a:endParaRPr>
                    </a:p>
                  </a:txBody>
                  <a:tcPr marL="114300" marR="114300" marT="114300" marB="114300">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extLst>
                  <a:ext uri="{0D108BD9-81ED-4DB2-BD59-A6C34878D82A}">
                    <a16:rowId xmlns:a16="http://schemas.microsoft.com/office/drawing/2014/main" val="10000"/>
                  </a:ext>
                </a:extLst>
              </a:tr>
              <a:tr h="1386275">
                <a:tc>
                  <a:txBody>
                    <a:bodyPr/>
                    <a:lstStyle/>
                    <a:p>
                      <a:pPr marL="0" marR="0" lvl="0" indent="0" algn="ctr" rtl="0">
                        <a:lnSpc>
                          <a:spcPct val="115000"/>
                        </a:lnSpc>
                        <a:spcBef>
                          <a:spcPts val="2200"/>
                        </a:spcBef>
                        <a:spcAft>
                          <a:spcPts val="1100"/>
                        </a:spcAft>
                        <a:buNone/>
                      </a:pPr>
                      <a:r>
                        <a:rPr lang="es-419" sz="2500">
                          <a:solidFill>
                            <a:schemeClr val="lt1"/>
                          </a:solidFill>
                          <a:latin typeface="Montserrat SemiBold"/>
                          <a:ea typeface="Montserrat SemiBold"/>
                          <a:cs typeface="Montserrat SemiBold"/>
                          <a:sym typeface="Montserrat SemiBold"/>
                        </a:rPr>
                        <a:t>1ra</a:t>
                      </a:r>
                      <a:endParaRPr sz="2500">
                        <a:solidFill>
                          <a:schemeClr val="lt1"/>
                        </a:solidFill>
                        <a:latin typeface="Montserrat SemiBold"/>
                        <a:ea typeface="Montserrat SemiBold"/>
                        <a:cs typeface="Montserrat SemiBold"/>
                        <a:sym typeface="Montserrat SemiBold"/>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1"/>
                  </a:ext>
                </a:extLst>
              </a:tr>
              <a:tr h="1386275">
                <a:tc>
                  <a:txBody>
                    <a:bodyPr/>
                    <a:lstStyle/>
                    <a:p>
                      <a:pPr marL="0" marR="0" lvl="0" indent="0" algn="ctr" rtl="0">
                        <a:lnSpc>
                          <a:spcPct val="115000"/>
                        </a:lnSpc>
                        <a:spcBef>
                          <a:spcPts val="2200"/>
                        </a:spcBef>
                        <a:spcAft>
                          <a:spcPts val="1100"/>
                        </a:spcAft>
                        <a:buNone/>
                      </a:pPr>
                      <a:r>
                        <a:rPr lang="es-419" sz="2500">
                          <a:solidFill>
                            <a:schemeClr val="lt1"/>
                          </a:solidFill>
                          <a:latin typeface="Montserrat SemiBold"/>
                          <a:ea typeface="Montserrat SemiBold"/>
                          <a:cs typeface="Montserrat SemiBold"/>
                          <a:sym typeface="Montserrat SemiBold"/>
                        </a:rPr>
                        <a:t>2da</a:t>
                      </a:r>
                      <a:endParaRPr sz="2500">
                        <a:solidFill>
                          <a:schemeClr val="lt1"/>
                        </a:solidFill>
                        <a:latin typeface="Montserrat SemiBold"/>
                        <a:ea typeface="Montserrat SemiBold"/>
                        <a:cs typeface="Montserrat SemiBold"/>
                        <a:sym typeface="Montserrat SemiBold"/>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2"/>
                  </a:ext>
                </a:extLst>
              </a:tr>
              <a:tr h="1386275">
                <a:tc>
                  <a:txBody>
                    <a:bodyPr/>
                    <a:lstStyle/>
                    <a:p>
                      <a:pPr marL="0" marR="0" lvl="0" indent="0" algn="ctr" rtl="0">
                        <a:lnSpc>
                          <a:spcPct val="115000"/>
                        </a:lnSpc>
                        <a:spcBef>
                          <a:spcPts val="2200"/>
                        </a:spcBef>
                        <a:spcAft>
                          <a:spcPts val="1100"/>
                        </a:spcAft>
                        <a:buNone/>
                      </a:pPr>
                      <a:r>
                        <a:rPr lang="es-419" sz="2500">
                          <a:solidFill>
                            <a:schemeClr val="lt1"/>
                          </a:solidFill>
                          <a:latin typeface="Montserrat SemiBold"/>
                          <a:ea typeface="Montserrat SemiBold"/>
                          <a:cs typeface="Montserrat SemiBold"/>
                          <a:sym typeface="Montserrat SemiBold"/>
                        </a:rPr>
                        <a:t>3ra</a:t>
                      </a:r>
                      <a:endParaRPr sz="2500">
                        <a:solidFill>
                          <a:schemeClr val="lt1"/>
                        </a:solidFill>
                        <a:latin typeface="Montserrat SemiBold"/>
                        <a:ea typeface="Montserrat SemiBold"/>
                        <a:cs typeface="Montserrat SemiBold"/>
                        <a:sym typeface="Montserrat SemiBold"/>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544" name="Google Shape;544;p69"/>
          <p:cNvSpPr txBox="1"/>
          <p:nvPr/>
        </p:nvSpPr>
        <p:spPr>
          <a:xfrm>
            <a:off x="1598100" y="3867121"/>
            <a:ext cx="3719100" cy="4236600"/>
          </a:xfrm>
          <a:prstGeom prst="rect">
            <a:avLst/>
          </a:prstGeom>
          <a:noFill/>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s-419" sz="4600" dirty="0">
                <a:latin typeface="GFS Didot"/>
                <a:ea typeface="GFS Didot"/>
                <a:cs typeface="GFS Didot"/>
                <a:sym typeface="GFS Didot"/>
              </a:rPr>
              <a:t>ἐπ</a:t>
            </a:r>
            <a:r>
              <a:rPr lang="es-419" sz="4600" dirty="0" err="1">
                <a:latin typeface="GFS Didot"/>
                <a:ea typeface="GFS Didot"/>
                <a:cs typeface="GFS Didot"/>
                <a:sym typeface="GFS Didot"/>
              </a:rPr>
              <a:t>οίησ</a:t>
            </a:r>
            <a:r>
              <a:rPr lang="es-419" sz="4600" dirty="0">
                <a:latin typeface="GFS Didot"/>
                <a:ea typeface="GFS Didot"/>
                <a:cs typeface="GFS Didot"/>
                <a:sym typeface="GFS Didot"/>
              </a:rPr>
              <a:t>α</a:t>
            </a:r>
            <a:endParaRPr sz="4600" dirty="0">
              <a:latin typeface="GFS Didot"/>
              <a:ea typeface="GFS Didot"/>
              <a:cs typeface="GFS Didot"/>
              <a:sym typeface="GFS Didot"/>
            </a:endParaRPr>
          </a:p>
          <a:p>
            <a:pPr marL="0" lvl="0" indent="0" algn="l" rtl="0">
              <a:lnSpc>
                <a:spcPct val="200000"/>
              </a:lnSpc>
              <a:spcBef>
                <a:spcPts val="0"/>
              </a:spcBef>
              <a:spcAft>
                <a:spcPts val="0"/>
              </a:spcAft>
              <a:buNone/>
            </a:pPr>
            <a:r>
              <a:rPr lang="es-419" sz="4600" dirty="0">
                <a:latin typeface="GFS Didot"/>
                <a:ea typeface="GFS Didot"/>
                <a:cs typeface="GFS Didot"/>
                <a:sym typeface="GFS Didot"/>
              </a:rPr>
              <a:t>ἐπ</a:t>
            </a:r>
            <a:r>
              <a:rPr lang="es-419" sz="4600" dirty="0" err="1">
                <a:latin typeface="GFS Didot"/>
                <a:ea typeface="GFS Didot"/>
                <a:cs typeface="GFS Didot"/>
                <a:sym typeface="GFS Didot"/>
              </a:rPr>
              <a:t>οίησ</a:t>
            </a:r>
            <a:r>
              <a:rPr lang="es-419" sz="4600" dirty="0">
                <a:latin typeface="GFS Didot"/>
                <a:ea typeface="GFS Didot"/>
                <a:cs typeface="GFS Didot"/>
                <a:sym typeface="GFS Didot"/>
              </a:rPr>
              <a:t>ας</a:t>
            </a:r>
            <a:endParaRPr sz="4600" dirty="0">
              <a:latin typeface="GFS Didot"/>
              <a:ea typeface="GFS Didot"/>
              <a:cs typeface="GFS Didot"/>
              <a:sym typeface="GFS Didot"/>
            </a:endParaRPr>
          </a:p>
          <a:p>
            <a:pPr marL="0" lvl="0" indent="0" algn="l" rtl="0">
              <a:lnSpc>
                <a:spcPct val="200000"/>
              </a:lnSpc>
              <a:spcBef>
                <a:spcPts val="0"/>
              </a:spcBef>
              <a:spcAft>
                <a:spcPts val="0"/>
              </a:spcAft>
              <a:buNone/>
            </a:pPr>
            <a:r>
              <a:rPr lang="es-419" sz="4600" dirty="0">
                <a:latin typeface="GFS Didot"/>
                <a:ea typeface="GFS Didot"/>
                <a:cs typeface="GFS Didot"/>
                <a:sym typeface="GFS Didot"/>
              </a:rPr>
              <a:t>ἐπ</a:t>
            </a:r>
            <a:r>
              <a:rPr lang="es-419" sz="4600" dirty="0" err="1">
                <a:latin typeface="GFS Didot"/>
                <a:ea typeface="GFS Didot"/>
                <a:cs typeface="GFS Didot"/>
                <a:sym typeface="GFS Didot"/>
              </a:rPr>
              <a:t>οίησε</a:t>
            </a:r>
            <a:r>
              <a:rPr lang="es-419" sz="4600" dirty="0">
                <a:latin typeface="GFS Didot"/>
                <a:ea typeface="GFS Didot"/>
                <a:cs typeface="GFS Didot"/>
                <a:sym typeface="GFS Didot"/>
              </a:rPr>
              <a:t>(ν)</a:t>
            </a:r>
            <a:endParaRPr sz="4600" dirty="0">
              <a:latin typeface="GFS Didot"/>
              <a:ea typeface="GFS Didot"/>
              <a:cs typeface="GFS Didot"/>
              <a:sym typeface="GFS Didot"/>
            </a:endParaRPr>
          </a:p>
        </p:txBody>
      </p:sp>
      <p:sp>
        <p:nvSpPr>
          <p:cNvPr id="545" name="Google Shape;545;p69"/>
          <p:cNvSpPr txBox="1"/>
          <p:nvPr/>
        </p:nvSpPr>
        <p:spPr>
          <a:xfrm>
            <a:off x="6703500" y="3867121"/>
            <a:ext cx="3574800" cy="4236600"/>
          </a:xfrm>
          <a:prstGeom prst="rect">
            <a:avLst/>
          </a:prstGeom>
          <a:noFill/>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s-419" sz="4600">
                <a:latin typeface="GFS Didot"/>
                <a:ea typeface="GFS Didot"/>
                <a:cs typeface="GFS Didot"/>
                <a:sym typeface="GFS Didot"/>
              </a:rPr>
              <a:t>ἐποιήσαμεν</a:t>
            </a:r>
            <a:endParaRPr sz="4600">
              <a:latin typeface="GFS Didot"/>
              <a:ea typeface="GFS Didot"/>
              <a:cs typeface="GFS Didot"/>
              <a:sym typeface="GFS Didot"/>
            </a:endParaRPr>
          </a:p>
          <a:p>
            <a:pPr marL="0" lvl="0" indent="0" algn="l" rtl="0">
              <a:lnSpc>
                <a:spcPct val="200000"/>
              </a:lnSpc>
              <a:spcBef>
                <a:spcPts val="0"/>
              </a:spcBef>
              <a:spcAft>
                <a:spcPts val="0"/>
              </a:spcAft>
              <a:buNone/>
            </a:pPr>
            <a:r>
              <a:rPr lang="es-419" sz="4600">
                <a:latin typeface="GFS Didot"/>
                <a:ea typeface="GFS Didot"/>
                <a:cs typeface="GFS Didot"/>
                <a:sym typeface="GFS Didot"/>
              </a:rPr>
              <a:t>ἐποιήσατε</a:t>
            </a:r>
            <a:endParaRPr sz="4600">
              <a:latin typeface="GFS Didot"/>
              <a:ea typeface="GFS Didot"/>
              <a:cs typeface="GFS Didot"/>
              <a:sym typeface="GFS Didot"/>
            </a:endParaRPr>
          </a:p>
          <a:p>
            <a:pPr marL="0" lvl="0" indent="0" algn="l" rtl="0">
              <a:lnSpc>
                <a:spcPct val="200000"/>
              </a:lnSpc>
              <a:spcBef>
                <a:spcPts val="0"/>
              </a:spcBef>
              <a:spcAft>
                <a:spcPts val="0"/>
              </a:spcAft>
              <a:buNone/>
            </a:pPr>
            <a:r>
              <a:rPr lang="es-419" sz="4600">
                <a:latin typeface="GFS Didot"/>
                <a:ea typeface="GFS Didot"/>
                <a:cs typeface="GFS Didot"/>
                <a:sym typeface="GFS Didot"/>
              </a:rPr>
              <a:t>ἐποίησαν</a:t>
            </a:r>
            <a:endParaRPr sz="4600">
              <a:latin typeface="GFS Didot"/>
              <a:ea typeface="GFS Didot"/>
              <a:cs typeface="GFS Didot"/>
              <a:sym typeface="GFS Didot"/>
            </a:endParaRPr>
          </a:p>
        </p:txBody>
      </p:sp>
      <p:sp>
        <p:nvSpPr>
          <p:cNvPr id="546" name="Google Shape;546;p69"/>
          <p:cNvSpPr txBox="1"/>
          <p:nvPr/>
        </p:nvSpPr>
        <p:spPr>
          <a:xfrm>
            <a:off x="468300" y="1201225"/>
            <a:ext cx="15377400" cy="1070700"/>
          </a:xfrm>
          <a:prstGeom prst="rect">
            <a:avLst/>
          </a:prstGeom>
          <a:noFill/>
          <a:ln>
            <a:noFill/>
          </a:ln>
        </p:spPr>
        <p:txBody>
          <a:bodyPr spcFirstLastPara="1" wrap="square" lIns="156175" tIns="156175" rIns="156175" bIns="156175" anchor="t" anchorCtr="0">
            <a:noAutofit/>
          </a:bodyPr>
          <a:lstStyle/>
          <a:p>
            <a:pPr marL="0" lvl="0" indent="0" algn="l" rtl="0">
              <a:spcBef>
                <a:spcPts val="0"/>
              </a:spcBef>
              <a:spcAft>
                <a:spcPts val="0"/>
              </a:spcAft>
              <a:buNone/>
            </a:pPr>
            <a:r>
              <a:rPr lang="es-419" sz="7100">
                <a:latin typeface="Bebas Neue"/>
                <a:ea typeface="Bebas Neue"/>
                <a:cs typeface="Bebas Neue"/>
                <a:sym typeface="Bebas Neue"/>
              </a:rPr>
              <a:t>AORISTO activo indicativo</a:t>
            </a:r>
            <a:endParaRPr sz="7100">
              <a:latin typeface="Bebas Neue"/>
              <a:ea typeface="Bebas Neue"/>
              <a:cs typeface="Bebas Neue"/>
              <a:sym typeface="Bebas Neu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4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4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45">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45">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4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550"/>
        <p:cNvGrpSpPr/>
        <p:nvPr/>
      </p:nvGrpSpPr>
      <p:grpSpPr>
        <a:xfrm>
          <a:off x="0" y="0"/>
          <a:ext cx="0" cy="0"/>
          <a:chOff x="0" y="0"/>
          <a:chExt cx="0" cy="0"/>
        </a:xfrm>
      </p:grpSpPr>
      <p:graphicFrame>
        <p:nvGraphicFramePr>
          <p:cNvPr id="551" name="Google Shape;551;p70"/>
          <p:cNvGraphicFramePr/>
          <p:nvPr/>
        </p:nvGraphicFramePr>
        <p:xfrm>
          <a:off x="470275" y="3205588"/>
          <a:ext cx="11077325" cy="4952725"/>
        </p:xfrm>
        <a:graphic>
          <a:graphicData uri="http://schemas.openxmlformats.org/drawingml/2006/table">
            <a:tbl>
              <a:tblPr>
                <a:noFill/>
                <a:tableStyleId>{2B22CA8F-BFF6-4F2E-A46A-7FD96E287156}</a:tableStyleId>
              </a:tblPr>
              <a:tblGrid>
                <a:gridCol w="1141350">
                  <a:extLst>
                    <a:ext uri="{9D8B030D-6E8A-4147-A177-3AD203B41FA5}">
                      <a16:colId xmlns:a16="http://schemas.microsoft.com/office/drawing/2014/main" val="20000"/>
                    </a:ext>
                  </a:extLst>
                </a:gridCol>
                <a:gridCol w="5075525">
                  <a:extLst>
                    <a:ext uri="{9D8B030D-6E8A-4147-A177-3AD203B41FA5}">
                      <a16:colId xmlns:a16="http://schemas.microsoft.com/office/drawing/2014/main" val="20001"/>
                    </a:ext>
                  </a:extLst>
                </a:gridCol>
                <a:gridCol w="4860450">
                  <a:extLst>
                    <a:ext uri="{9D8B030D-6E8A-4147-A177-3AD203B41FA5}">
                      <a16:colId xmlns:a16="http://schemas.microsoft.com/office/drawing/2014/main" val="20002"/>
                    </a:ext>
                  </a:extLst>
                </a:gridCol>
              </a:tblGrid>
              <a:tr h="793900">
                <a:tc>
                  <a:txBody>
                    <a:bodyPr/>
                    <a:lstStyle/>
                    <a:p>
                      <a:pPr marL="0" lvl="0" indent="0" algn="l" rtl="0">
                        <a:spcBef>
                          <a:spcPts val="0"/>
                        </a:spcBef>
                        <a:spcAft>
                          <a:spcPts val="0"/>
                        </a:spcAft>
                        <a:buNone/>
                      </a:pPr>
                      <a:endParaRPr>
                        <a:solidFill>
                          <a:schemeClr val="lt1"/>
                        </a:solidFill>
                      </a:endParaRPr>
                    </a:p>
                  </a:txBody>
                  <a:tcPr marL="114300" marR="114300" marT="114300" marB="114300">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marR="0" lvl="0" indent="0" algn="l" rtl="0">
                        <a:lnSpc>
                          <a:spcPct val="115000"/>
                        </a:lnSpc>
                        <a:spcBef>
                          <a:spcPts val="1100"/>
                        </a:spcBef>
                        <a:spcAft>
                          <a:spcPts val="0"/>
                        </a:spcAft>
                        <a:buNone/>
                      </a:pPr>
                      <a:r>
                        <a:rPr lang="es-419" sz="3000">
                          <a:solidFill>
                            <a:schemeClr val="lt1"/>
                          </a:solidFill>
                          <a:latin typeface="Montserrat SemiBold"/>
                          <a:ea typeface="Montserrat SemiBold"/>
                          <a:cs typeface="Montserrat SemiBold"/>
                          <a:sym typeface="Montserrat SemiBold"/>
                        </a:rPr>
                        <a:t>SINGULAR</a:t>
                      </a:r>
                      <a:endParaRPr sz="3000">
                        <a:solidFill>
                          <a:schemeClr val="lt1"/>
                        </a:solidFill>
                        <a:latin typeface="Montserrat SemiBold"/>
                        <a:ea typeface="Montserrat SemiBold"/>
                        <a:cs typeface="Montserrat SemiBold"/>
                        <a:sym typeface="Montserrat SemiBold"/>
                      </a:endParaRPr>
                    </a:p>
                  </a:txBody>
                  <a:tcPr marL="114300" marR="114300" marT="114300" marB="114300">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marR="0" lvl="0" indent="0" algn="l" rtl="0">
                        <a:lnSpc>
                          <a:spcPct val="115000"/>
                        </a:lnSpc>
                        <a:spcBef>
                          <a:spcPts val="1100"/>
                        </a:spcBef>
                        <a:spcAft>
                          <a:spcPts val="0"/>
                        </a:spcAft>
                        <a:buNone/>
                      </a:pPr>
                      <a:r>
                        <a:rPr lang="es-419" sz="3000">
                          <a:solidFill>
                            <a:schemeClr val="lt1"/>
                          </a:solidFill>
                          <a:latin typeface="Montserrat SemiBold"/>
                          <a:ea typeface="Montserrat SemiBold"/>
                          <a:cs typeface="Montserrat SemiBold"/>
                          <a:sym typeface="Montserrat SemiBold"/>
                        </a:rPr>
                        <a:t>PLURAL</a:t>
                      </a:r>
                      <a:endParaRPr sz="3000">
                        <a:solidFill>
                          <a:schemeClr val="lt1"/>
                        </a:solidFill>
                        <a:latin typeface="Montserrat SemiBold"/>
                        <a:ea typeface="Montserrat SemiBold"/>
                        <a:cs typeface="Montserrat SemiBold"/>
                        <a:sym typeface="Montserrat SemiBold"/>
                      </a:endParaRPr>
                    </a:p>
                  </a:txBody>
                  <a:tcPr marL="114300" marR="114300" marT="114300" marB="114300">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extLst>
                  <a:ext uri="{0D108BD9-81ED-4DB2-BD59-A6C34878D82A}">
                    <a16:rowId xmlns:a16="http://schemas.microsoft.com/office/drawing/2014/main" val="10000"/>
                  </a:ext>
                </a:extLst>
              </a:tr>
              <a:tr h="1386275">
                <a:tc>
                  <a:txBody>
                    <a:bodyPr/>
                    <a:lstStyle/>
                    <a:p>
                      <a:pPr marL="0" marR="0" lvl="0" indent="0" algn="ctr" rtl="0">
                        <a:lnSpc>
                          <a:spcPct val="115000"/>
                        </a:lnSpc>
                        <a:spcBef>
                          <a:spcPts val="2200"/>
                        </a:spcBef>
                        <a:spcAft>
                          <a:spcPts val="1100"/>
                        </a:spcAft>
                        <a:buNone/>
                      </a:pPr>
                      <a:r>
                        <a:rPr lang="es-419" sz="2500">
                          <a:solidFill>
                            <a:schemeClr val="lt1"/>
                          </a:solidFill>
                          <a:latin typeface="Montserrat SemiBold"/>
                          <a:ea typeface="Montserrat SemiBold"/>
                          <a:cs typeface="Montserrat SemiBold"/>
                          <a:sym typeface="Montserrat SemiBold"/>
                        </a:rPr>
                        <a:t>1ra</a:t>
                      </a:r>
                      <a:endParaRPr sz="2500">
                        <a:solidFill>
                          <a:schemeClr val="lt1"/>
                        </a:solidFill>
                        <a:latin typeface="Montserrat SemiBold"/>
                        <a:ea typeface="Montserrat SemiBold"/>
                        <a:cs typeface="Montserrat SemiBold"/>
                        <a:sym typeface="Montserrat SemiBold"/>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1"/>
                  </a:ext>
                </a:extLst>
              </a:tr>
              <a:tr h="1386275">
                <a:tc>
                  <a:txBody>
                    <a:bodyPr/>
                    <a:lstStyle/>
                    <a:p>
                      <a:pPr marL="0" marR="0" lvl="0" indent="0" algn="ctr" rtl="0">
                        <a:lnSpc>
                          <a:spcPct val="115000"/>
                        </a:lnSpc>
                        <a:spcBef>
                          <a:spcPts val="2200"/>
                        </a:spcBef>
                        <a:spcAft>
                          <a:spcPts val="1100"/>
                        </a:spcAft>
                        <a:buNone/>
                      </a:pPr>
                      <a:r>
                        <a:rPr lang="es-419" sz="2500">
                          <a:solidFill>
                            <a:schemeClr val="lt1"/>
                          </a:solidFill>
                          <a:latin typeface="Montserrat SemiBold"/>
                          <a:ea typeface="Montserrat SemiBold"/>
                          <a:cs typeface="Montserrat SemiBold"/>
                          <a:sym typeface="Montserrat SemiBold"/>
                        </a:rPr>
                        <a:t>2da</a:t>
                      </a:r>
                      <a:endParaRPr sz="2500">
                        <a:solidFill>
                          <a:schemeClr val="lt1"/>
                        </a:solidFill>
                        <a:latin typeface="Montserrat SemiBold"/>
                        <a:ea typeface="Montserrat SemiBold"/>
                        <a:cs typeface="Montserrat SemiBold"/>
                        <a:sym typeface="Montserrat SemiBold"/>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2"/>
                  </a:ext>
                </a:extLst>
              </a:tr>
              <a:tr h="1386275">
                <a:tc>
                  <a:txBody>
                    <a:bodyPr/>
                    <a:lstStyle/>
                    <a:p>
                      <a:pPr marL="0" marR="0" lvl="0" indent="0" algn="ctr" rtl="0">
                        <a:lnSpc>
                          <a:spcPct val="115000"/>
                        </a:lnSpc>
                        <a:spcBef>
                          <a:spcPts val="2200"/>
                        </a:spcBef>
                        <a:spcAft>
                          <a:spcPts val="1100"/>
                        </a:spcAft>
                        <a:buNone/>
                      </a:pPr>
                      <a:r>
                        <a:rPr lang="es-419" sz="2500">
                          <a:solidFill>
                            <a:schemeClr val="lt1"/>
                          </a:solidFill>
                          <a:latin typeface="Montserrat SemiBold"/>
                          <a:ea typeface="Montserrat SemiBold"/>
                          <a:cs typeface="Montserrat SemiBold"/>
                          <a:sym typeface="Montserrat SemiBold"/>
                        </a:rPr>
                        <a:t>3ra</a:t>
                      </a:r>
                      <a:endParaRPr sz="2500">
                        <a:solidFill>
                          <a:schemeClr val="lt1"/>
                        </a:solidFill>
                        <a:latin typeface="Montserrat SemiBold"/>
                        <a:ea typeface="Montserrat SemiBold"/>
                        <a:cs typeface="Montserrat SemiBold"/>
                        <a:sym typeface="Montserrat SemiBold"/>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552" name="Google Shape;552;p70"/>
          <p:cNvSpPr txBox="1"/>
          <p:nvPr/>
        </p:nvSpPr>
        <p:spPr>
          <a:xfrm>
            <a:off x="1598100" y="3819831"/>
            <a:ext cx="4941300" cy="4236600"/>
          </a:xfrm>
          <a:prstGeom prst="rect">
            <a:avLst/>
          </a:prstGeom>
          <a:noFill/>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s-419" sz="4600" dirty="0">
                <a:latin typeface="GFS Didot"/>
                <a:ea typeface="GFS Didot"/>
                <a:cs typeface="GFS Didot"/>
                <a:sym typeface="GFS Didot"/>
              </a:rPr>
              <a:t>π</a:t>
            </a:r>
            <a:r>
              <a:rPr lang="es-419" sz="4600" dirty="0" err="1">
                <a:latin typeface="GFS Didot"/>
                <a:ea typeface="GFS Didot"/>
                <a:cs typeface="GFS Didot"/>
                <a:sym typeface="GFS Didot"/>
              </a:rPr>
              <a:t>οιήσω</a:t>
            </a:r>
            <a:endParaRPr sz="4600" dirty="0">
              <a:latin typeface="GFS Didot"/>
              <a:ea typeface="GFS Didot"/>
              <a:cs typeface="GFS Didot"/>
              <a:sym typeface="GFS Didot"/>
            </a:endParaRPr>
          </a:p>
          <a:p>
            <a:pPr marL="0" lvl="0" indent="0" algn="l" rtl="0">
              <a:lnSpc>
                <a:spcPct val="200000"/>
              </a:lnSpc>
              <a:spcBef>
                <a:spcPts val="0"/>
              </a:spcBef>
              <a:spcAft>
                <a:spcPts val="0"/>
              </a:spcAft>
              <a:buNone/>
            </a:pPr>
            <a:r>
              <a:rPr lang="es-419" sz="4600" dirty="0">
                <a:latin typeface="GFS Didot"/>
                <a:ea typeface="GFS Didot"/>
                <a:cs typeface="GFS Didot"/>
                <a:sym typeface="GFS Didot"/>
              </a:rPr>
              <a:t>π</a:t>
            </a:r>
            <a:r>
              <a:rPr lang="es-419" sz="4600" dirty="0" err="1">
                <a:latin typeface="GFS Didot"/>
                <a:ea typeface="GFS Didot"/>
                <a:cs typeface="GFS Didot"/>
                <a:sym typeface="GFS Didot"/>
              </a:rPr>
              <a:t>οιήσεις</a:t>
            </a:r>
            <a:endParaRPr sz="4600" dirty="0">
              <a:latin typeface="GFS Didot"/>
              <a:ea typeface="GFS Didot"/>
              <a:cs typeface="GFS Didot"/>
              <a:sym typeface="GFS Didot"/>
            </a:endParaRPr>
          </a:p>
          <a:p>
            <a:pPr marL="0" lvl="0" indent="0" algn="l" rtl="0">
              <a:lnSpc>
                <a:spcPct val="200000"/>
              </a:lnSpc>
              <a:spcBef>
                <a:spcPts val="0"/>
              </a:spcBef>
              <a:spcAft>
                <a:spcPts val="0"/>
              </a:spcAft>
              <a:buNone/>
            </a:pPr>
            <a:r>
              <a:rPr lang="es-419" sz="4600" dirty="0">
                <a:latin typeface="GFS Didot"/>
                <a:ea typeface="GFS Didot"/>
                <a:cs typeface="GFS Didot"/>
                <a:sym typeface="GFS Didot"/>
              </a:rPr>
              <a:t>π</a:t>
            </a:r>
            <a:r>
              <a:rPr lang="es-419" sz="4600" dirty="0" err="1">
                <a:latin typeface="GFS Didot"/>
                <a:ea typeface="GFS Didot"/>
                <a:cs typeface="GFS Didot"/>
                <a:sym typeface="GFS Didot"/>
              </a:rPr>
              <a:t>οιήσει</a:t>
            </a:r>
            <a:endParaRPr sz="4600" dirty="0">
              <a:latin typeface="GFS Didot"/>
              <a:ea typeface="GFS Didot"/>
              <a:cs typeface="GFS Didot"/>
              <a:sym typeface="GFS Didot"/>
            </a:endParaRPr>
          </a:p>
        </p:txBody>
      </p:sp>
      <p:sp>
        <p:nvSpPr>
          <p:cNvPr id="553" name="Google Shape;553;p70"/>
          <p:cNvSpPr txBox="1"/>
          <p:nvPr/>
        </p:nvSpPr>
        <p:spPr>
          <a:xfrm>
            <a:off x="6703500" y="3819831"/>
            <a:ext cx="4721400" cy="4236600"/>
          </a:xfrm>
          <a:prstGeom prst="rect">
            <a:avLst/>
          </a:prstGeom>
          <a:noFill/>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s-419" sz="4600" dirty="0">
                <a:latin typeface="GFS Didot"/>
                <a:ea typeface="GFS Didot"/>
                <a:cs typeface="GFS Didot"/>
                <a:sym typeface="GFS Didot"/>
              </a:rPr>
              <a:t>π</a:t>
            </a:r>
            <a:r>
              <a:rPr lang="es-419" sz="4600" dirty="0" err="1">
                <a:latin typeface="GFS Didot"/>
                <a:ea typeface="GFS Didot"/>
                <a:cs typeface="GFS Didot"/>
                <a:sym typeface="GFS Didot"/>
              </a:rPr>
              <a:t>οιήσομεν</a:t>
            </a:r>
            <a:endParaRPr sz="4600" dirty="0">
              <a:latin typeface="GFS Didot"/>
              <a:ea typeface="GFS Didot"/>
              <a:cs typeface="GFS Didot"/>
              <a:sym typeface="GFS Didot"/>
            </a:endParaRPr>
          </a:p>
          <a:p>
            <a:pPr marL="0" lvl="0" indent="0" algn="l" rtl="0">
              <a:lnSpc>
                <a:spcPct val="200000"/>
              </a:lnSpc>
              <a:spcBef>
                <a:spcPts val="0"/>
              </a:spcBef>
              <a:spcAft>
                <a:spcPts val="0"/>
              </a:spcAft>
              <a:buNone/>
            </a:pPr>
            <a:r>
              <a:rPr lang="es-419" sz="4600" dirty="0">
                <a:latin typeface="GFS Didot"/>
                <a:ea typeface="GFS Didot"/>
                <a:cs typeface="GFS Didot"/>
                <a:sym typeface="GFS Didot"/>
              </a:rPr>
              <a:t>π</a:t>
            </a:r>
            <a:r>
              <a:rPr lang="es-419" sz="4600" dirty="0" err="1">
                <a:latin typeface="GFS Didot"/>
                <a:ea typeface="GFS Didot"/>
                <a:cs typeface="GFS Didot"/>
                <a:sym typeface="GFS Didot"/>
              </a:rPr>
              <a:t>οιήσετε</a:t>
            </a:r>
            <a:endParaRPr sz="4600" dirty="0">
              <a:latin typeface="GFS Didot"/>
              <a:ea typeface="GFS Didot"/>
              <a:cs typeface="GFS Didot"/>
              <a:sym typeface="GFS Didot"/>
            </a:endParaRPr>
          </a:p>
          <a:p>
            <a:pPr marL="0" lvl="0" indent="0" algn="l" rtl="0">
              <a:lnSpc>
                <a:spcPct val="200000"/>
              </a:lnSpc>
              <a:spcBef>
                <a:spcPts val="0"/>
              </a:spcBef>
              <a:spcAft>
                <a:spcPts val="0"/>
              </a:spcAft>
              <a:buNone/>
            </a:pPr>
            <a:r>
              <a:rPr lang="es-419" sz="4600" dirty="0">
                <a:latin typeface="GFS Didot"/>
                <a:ea typeface="GFS Didot"/>
                <a:cs typeface="GFS Didot"/>
                <a:sym typeface="GFS Didot"/>
              </a:rPr>
              <a:t>π</a:t>
            </a:r>
            <a:r>
              <a:rPr lang="es-419" sz="4600" dirty="0" err="1">
                <a:latin typeface="GFS Didot"/>
                <a:ea typeface="GFS Didot"/>
                <a:cs typeface="GFS Didot"/>
                <a:sym typeface="GFS Didot"/>
              </a:rPr>
              <a:t>οιήσουσι</a:t>
            </a:r>
            <a:r>
              <a:rPr lang="es-419" sz="4600" dirty="0">
                <a:latin typeface="GFS Didot"/>
                <a:ea typeface="GFS Didot"/>
                <a:cs typeface="GFS Didot"/>
                <a:sym typeface="GFS Didot"/>
              </a:rPr>
              <a:t>(ν)</a:t>
            </a:r>
            <a:endParaRPr sz="4600" dirty="0">
              <a:latin typeface="GFS Didot"/>
              <a:ea typeface="GFS Didot"/>
              <a:cs typeface="GFS Didot"/>
              <a:sym typeface="GFS Didot"/>
            </a:endParaRPr>
          </a:p>
        </p:txBody>
      </p:sp>
      <p:sp>
        <p:nvSpPr>
          <p:cNvPr id="554" name="Google Shape;554;p70"/>
          <p:cNvSpPr txBox="1"/>
          <p:nvPr/>
        </p:nvSpPr>
        <p:spPr>
          <a:xfrm>
            <a:off x="468300" y="1201225"/>
            <a:ext cx="15377400" cy="1070700"/>
          </a:xfrm>
          <a:prstGeom prst="rect">
            <a:avLst/>
          </a:prstGeom>
          <a:noFill/>
          <a:ln>
            <a:noFill/>
          </a:ln>
        </p:spPr>
        <p:txBody>
          <a:bodyPr spcFirstLastPara="1" wrap="square" lIns="156175" tIns="156175" rIns="156175" bIns="156175" anchor="t" anchorCtr="0">
            <a:noAutofit/>
          </a:bodyPr>
          <a:lstStyle/>
          <a:p>
            <a:pPr marL="0" lvl="0" indent="0" algn="l" rtl="0">
              <a:spcBef>
                <a:spcPts val="0"/>
              </a:spcBef>
              <a:spcAft>
                <a:spcPts val="0"/>
              </a:spcAft>
              <a:buNone/>
            </a:pPr>
            <a:r>
              <a:rPr lang="es-419" sz="7100">
                <a:latin typeface="Bebas Neue"/>
                <a:ea typeface="Bebas Neue"/>
                <a:cs typeface="Bebas Neue"/>
                <a:sym typeface="Bebas Neue"/>
              </a:rPr>
              <a:t>FUTURO activo indicativo</a:t>
            </a:r>
            <a:endParaRPr sz="7100">
              <a:latin typeface="Bebas Neue"/>
              <a:ea typeface="Bebas Neue"/>
              <a:cs typeface="Bebas Neue"/>
              <a:sym typeface="Bebas Neu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5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5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53">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53">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5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58"/>
        <p:cNvGrpSpPr/>
        <p:nvPr/>
      </p:nvGrpSpPr>
      <p:grpSpPr>
        <a:xfrm>
          <a:off x="0" y="0"/>
          <a:ext cx="0" cy="0"/>
          <a:chOff x="0" y="0"/>
          <a:chExt cx="0" cy="0"/>
        </a:xfrm>
      </p:grpSpPr>
      <p:graphicFrame>
        <p:nvGraphicFramePr>
          <p:cNvPr id="559" name="Google Shape;559;p71"/>
          <p:cNvGraphicFramePr/>
          <p:nvPr/>
        </p:nvGraphicFramePr>
        <p:xfrm>
          <a:off x="470275" y="3205588"/>
          <a:ext cx="11077325" cy="4952725"/>
        </p:xfrm>
        <a:graphic>
          <a:graphicData uri="http://schemas.openxmlformats.org/drawingml/2006/table">
            <a:tbl>
              <a:tblPr>
                <a:noFill/>
                <a:tableStyleId>{2B22CA8F-BFF6-4F2E-A46A-7FD96E287156}</a:tableStyleId>
              </a:tblPr>
              <a:tblGrid>
                <a:gridCol w="1141350">
                  <a:extLst>
                    <a:ext uri="{9D8B030D-6E8A-4147-A177-3AD203B41FA5}">
                      <a16:colId xmlns:a16="http://schemas.microsoft.com/office/drawing/2014/main" val="20000"/>
                    </a:ext>
                  </a:extLst>
                </a:gridCol>
                <a:gridCol w="5075525">
                  <a:extLst>
                    <a:ext uri="{9D8B030D-6E8A-4147-A177-3AD203B41FA5}">
                      <a16:colId xmlns:a16="http://schemas.microsoft.com/office/drawing/2014/main" val="20001"/>
                    </a:ext>
                  </a:extLst>
                </a:gridCol>
                <a:gridCol w="4860450">
                  <a:extLst>
                    <a:ext uri="{9D8B030D-6E8A-4147-A177-3AD203B41FA5}">
                      <a16:colId xmlns:a16="http://schemas.microsoft.com/office/drawing/2014/main" val="20002"/>
                    </a:ext>
                  </a:extLst>
                </a:gridCol>
              </a:tblGrid>
              <a:tr h="793900">
                <a:tc>
                  <a:txBody>
                    <a:bodyPr/>
                    <a:lstStyle/>
                    <a:p>
                      <a:pPr marL="0" lvl="0" indent="0" algn="l" rtl="0">
                        <a:spcBef>
                          <a:spcPts val="0"/>
                        </a:spcBef>
                        <a:spcAft>
                          <a:spcPts val="0"/>
                        </a:spcAft>
                        <a:buNone/>
                      </a:pPr>
                      <a:endParaRPr>
                        <a:solidFill>
                          <a:schemeClr val="lt1"/>
                        </a:solidFill>
                      </a:endParaRPr>
                    </a:p>
                  </a:txBody>
                  <a:tcPr marL="114300" marR="114300" marT="114300" marB="114300">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marR="0" lvl="0" indent="0" algn="l" rtl="0">
                        <a:lnSpc>
                          <a:spcPct val="115000"/>
                        </a:lnSpc>
                        <a:spcBef>
                          <a:spcPts val="1100"/>
                        </a:spcBef>
                        <a:spcAft>
                          <a:spcPts val="0"/>
                        </a:spcAft>
                        <a:buNone/>
                      </a:pPr>
                      <a:r>
                        <a:rPr lang="es-419" sz="3000">
                          <a:solidFill>
                            <a:schemeClr val="lt1"/>
                          </a:solidFill>
                          <a:latin typeface="Montserrat SemiBold"/>
                          <a:ea typeface="Montserrat SemiBold"/>
                          <a:cs typeface="Montserrat SemiBold"/>
                          <a:sym typeface="Montserrat SemiBold"/>
                        </a:rPr>
                        <a:t>SINGULAR</a:t>
                      </a:r>
                      <a:endParaRPr sz="3000">
                        <a:solidFill>
                          <a:schemeClr val="lt1"/>
                        </a:solidFill>
                        <a:latin typeface="Montserrat SemiBold"/>
                        <a:ea typeface="Montserrat SemiBold"/>
                        <a:cs typeface="Montserrat SemiBold"/>
                        <a:sym typeface="Montserrat SemiBold"/>
                      </a:endParaRPr>
                    </a:p>
                  </a:txBody>
                  <a:tcPr marL="114300" marR="114300" marT="114300" marB="114300">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marR="0" lvl="0" indent="0" algn="l" rtl="0">
                        <a:lnSpc>
                          <a:spcPct val="115000"/>
                        </a:lnSpc>
                        <a:spcBef>
                          <a:spcPts val="1100"/>
                        </a:spcBef>
                        <a:spcAft>
                          <a:spcPts val="0"/>
                        </a:spcAft>
                        <a:buNone/>
                      </a:pPr>
                      <a:r>
                        <a:rPr lang="es-419" sz="3000">
                          <a:solidFill>
                            <a:schemeClr val="lt1"/>
                          </a:solidFill>
                          <a:latin typeface="Montserrat SemiBold"/>
                          <a:ea typeface="Montserrat SemiBold"/>
                          <a:cs typeface="Montserrat SemiBold"/>
                          <a:sym typeface="Montserrat SemiBold"/>
                        </a:rPr>
                        <a:t>PLURAL</a:t>
                      </a:r>
                      <a:endParaRPr sz="3000">
                        <a:solidFill>
                          <a:schemeClr val="lt1"/>
                        </a:solidFill>
                        <a:latin typeface="Montserrat SemiBold"/>
                        <a:ea typeface="Montserrat SemiBold"/>
                        <a:cs typeface="Montserrat SemiBold"/>
                        <a:sym typeface="Montserrat SemiBold"/>
                      </a:endParaRPr>
                    </a:p>
                  </a:txBody>
                  <a:tcPr marL="114300" marR="114300" marT="114300" marB="114300">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extLst>
                  <a:ext uri="{0D108BD9-81ED-4DB2-BD59-A6C34878D82A}">
                    <a16:rowId xmlns:a16="http://schemas.microsoft.com/office/drawing/2014/main" val="10000"/>
                  </a:ext>
                </a:extLst>
              </a:tr>
              <a:tr h="1386275">
                <a:tc>
                  <a:txBody>
                    <a:bodyPr/>
                    <a:lstStyle/>
                    <a:p>
                      <a:pPr marL="0" marR="0" lvl="0" indent="0" algn="ctr" rtl="0">
                        <a:lnSpc>
                          <a:spcPct val="115000"/>
                        </a:lnSpc>
                        <a:spcBef>
                          <a:spcPts val="2200"/>
                        </a:spcBef>
                        <a:spcAft>
                          <a:spcPts val="1100"/>
                        </a:spcAft>
                        <a:buNone/>
                      </a:pPr>
                      <a:r>
                        <a:rPr lang="es-419" sz="2500">
                          <a:solidFill>
                            <a:schemeClr val="lt1"/>
                          </a:solidFill>
                          <a:latin typeface="Montserrat SemiBold"/>
                          <a:ea typeface="Montserrat SemiBold"/>
                          <a:cs typeface="Montserrat SemiBold"/>
                          <a:sym typeface="Montserrat SemiBold"/>
                        </a:rPr>
                        <a:t>1ra</a:t>
                      </a:r>
                      <a:endParaRPr sz="2500">
                        <a:solidFill>
                          <a:schemeClr val="lt1"/>
                        </a:solidFill>
                        <a:latin typeface="Montserrat SemiBold"/>
                        <a:ea typeface="Montserrat SemiBold"/>
                        <a:cs typeface="Montserrat SemiBold"/>
                        <a:sym typeface="Montserrat SemiBold"/>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1"/>
                  </a:ext>
                </a:extLst>
              </a:tr>
              <a:tr h="1386275">
                <a:tc>
                  <a:txBody>
                    <a:bodyPr/>
                    <a:lstStyle/>
                    <a:p>
                      <a:pPr marL="0" marR="0" lvl="0" indent="0" algn="ctr" rtl="0">
                        <a:lnSpc>
                          <a:spcPct val="115000"/>
                        </a:lnSpc>
                        <a:spcBef>
                          <a:spcPts val="2200"/>
                        </a:spcBef>
                        <a:spcAft>
                          <a:spcPts val="1100"/>
                        </a:spcAft>
                        <a:buNone/>
                      </a:pPr>
                      <a:r>
                        <a:rPr lang="es-419" sz="2500">
                          <a:solidFill>
                            <a:schemeClr val="lt1"/>
                          </a:solidFill>
                          <a:latin typeface="Montserrat SemiBold"/>
                          <a:ea typeface="Montserrat SemiBold"/>
                          <a:cs typeface="Montserrat SemiBold"/>
                          <a:sym typeface="Montserrat SemiBold"/>
                        </a:rPr>
                        <a:t>2da</a:t>
                      </a:r>
                      <a:endParaRPr sz="2500">
                        <a:solidFill>
                          <a:schemeClr val="lt1"/>
                        </a:solidFill>
                        <a:latin typeface="Montserrat SemiBold"/>
                        <a:ea typeface="Montserrat SemiBold"/>
                        <a:cs typeface="Montserrat SemiBold"/>
                        <a:sym typeface="Montserrat SemiBold"/>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2"/>
                  </a:ext>
                </a:extLst>
              </a:tr>
              <a:tr h="1386275">
                <a:tc>
                  <a:txBody>
                    <a:bodyPr/>
                    <a:lstStyle/>
                    <a:p>
                      <a:pPr marL="0" marR="0" lvl="0" indent="0" algn="ctr" rtl="0">
                        <a:lnSpc>
                          <a:spcPct val="115000"/>
                        </a:lnSpc>
                        <a:spcBef>
                          <a:spcPts val="2200"/>
                        </a:spcBef>
                        <a:spcAft>
                          <a:spcPts val="1100"/>
                        </a:spcAft>
                        <a:buNone/>
                      </a:pPr>
                      <a:r>
                        <a:rPr lang="es-419" sz="2500">
                          <a:solidFill>
                            <a:schemeClr val="lt1"/>
                          </a:solidFill>
                          <a:latin typeface="Montserrat SemiBold"/>
                          <a:ea typeface="Montserrat SemiBold"/>
                          <a:cs typeface="Montserrat SemiBold"/>
                          <a:sym typeface="Montserrat SemiBold"/>
                        </a:rPr>
                        <a:t>3ra</a:t>
                      </a:r>
                      <a:endParaRPr sz="2500">
                        <a:solidFill>
                          <a:schemeClr val="lt1"/>
                        </a:solidFill>
                        <a:latin typeface="Montserrat SemiBold"/>
                        <a:ea typeface="Montserrat SemiBold"/>
                        <a:cs typeface="Montserrat SemiBold"/>
                        <a:sym typeface="Montserrat SemiBold"/>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560" name="Google Shape;560;p71"/>
          <p:cNvSpPr txBox="1"/>
          <p:nvPr/>
        </p:nvSpPr>
        <p:spPr>
          <a:xfrm>
            <a:off x="1598100" y="4311150"/>
            <a:ext cx="4941300" cy="4236600"/>
          </a:xfrm>
          <a:prstGeom prst="rect">
            <a:avLst/>
          </a:prstGeom>
          <a:noFill/>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s-419" sz="4600">
                <a:latin typeface="GFS Didot"/>
                <a:ea typeface="GFS Didot"/>
                <a:cs typeface="GFS Didot"/>
                <a:sym typeface="GFS Didot"/>
              </a:rPr>
              <a:t>πεποίηκα</a:t>
            </a:r>
            <a:endParaRPr sz="4600">
              <a:latin typeface="GFS Didot"/>
              <a:ea typeface="GFS Didot"/>
              <a:cs typeface="GFS Didot"/>
              <a:sym typeface="GFS Didot"/>
            </a:endParaRPr>
          </a:p>
          <a:p>
            <a:pPr marL="0" lvl="0" indent="0" algn="l" rtl="0">
              <a:lnSpc>
                <a:spcPct val="200000"/>
              </a:lnSpc>
              <a:spcBef>
                <a:spcPts val="0"/>
              </a:spcBef>
              <a:spcAft>
                <a:spcPts val="0"/>
              </a:spcAft>
              <a:buNone/>
            </a:pPr>
            <a:r>
              <a:rPr lang="es-419" sz="4600">
                <a:latin typeface="GFS Didot"/>
                <a:ea typeface="GFS Didot"/>
                <a:cs typeface="GFS Didot"/>
                <a:sym typeface="GFS Didot"/>
              </a:rPr>
              <a:t>πεποίηκας</a:t>
            </a:r>
            <a:endParaRPr sz="4600">
              <a:latin typeface="GFS Didot"/>
              <a:ea typeface="GFS Didot"/>
              <a:cs typeface="GFS Didot"/>
              <a:sym typeface="GFS Didot"/>
            </a:endParaRPr>
          </a:p>
          <a:p>
            <a:pPr marL="0" lvl="0" indent="0" algn="l" rtl="0">
              <a:lnSpc>
                <a:spcPct val="200000"/>
              </a:lnSpc>
              <a:spcBef>
                <a:spcPts val="0"/>
              </a:spcBef>
              <a:spcAft>
                <a:spcPts val="0"/>
              </a:spcAft>
              <a:buNone/>
            </a:pPr>
            <a:r>
              <a:rPr lang="es-419" sz="4600">
                <a:latin typeface="GFS Didot"/>
                <a:ea typeface="GFS Didot"/>
                <a:cs typeface="GFS Didot"/>
                <a:sym typeface="GFS Didot"/>
              </a:rPr>
              <a:t>πεποίηκε(ν)</a:t>
            </a:r>
            <a:endParaRPr sz="4600">
              <a:latin typeface="GFS Didot"/>
              <a:ea typeface="GFS Didot"/>
              <a:cs typeface="GFS Didot"/>
              <a:sym typeface="GFS Didot"/>
            </a:endParaRPr>
          </a:p>
        </p:txBody>
      </p:sp>
      <p:sp>
        <p:nvSpPr>
          <p:cNvPr id="561" name="Google Shape;561;p71"/>
          <p:cNvSpPr txBox="1"/>
          <p:nvPr/>
        </p:nvSpPr>
        <p:spPr>
          <a:xfrm>
            <a:off x="6703500" y="4311150"/>
            <a:ext cx="4721400" cy="4236600"/>
          </a:xfrm>
          <a:prstGeom prst="rect">
            <a:avLst/>
          </a:prstGeom>
          <a:noFill/>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s-419" sz="4600">
                <a:latin typeface="GFS Didot"/>
                <a:ea typeface="GFS Didot"/>
                <a:cs typeface="GFS Didot"/>
                <a:sym typeface="GFS Didot"/>
              </a:rPr>
              <a:t>πεποιήκαμεν</a:t>
            </a:r>
            <a:endParaRPr sz="4600">
              <a:latin typeface="GFS Didot"/>
              <a:ea typeface="GFS Didot"/>
              <a:cs typeface="GFS Didot"/>
              <a:sym typeface="GFS Didot"/>
            </a:endParaRPr>
          </a:p>
          <a:p>
            <a:pPr marL="0" lvl="0" indent="0" algn="l" rtl="0">
              <a:lnSpc>
                <a:spcPct val="200000"/>
              </a:lnSpc>
              <a:spcBef>
                <a:spcPts val="0"/>
              </a:spcBef>
              <a:spcAft>
                <a:spcPts val="0"/>
              </a:spcAft>
              <a:buNone/>
            </a:pPr>
            <a:r>
              <a:rPr lang="es-419" sz="4600">
                <a:latin typeface="GFS Didot"/>
                <a:ea typeface="GFS Didot"/>
                <a:cs typeface="GFS Didot"/>
                <a:sym typeface="GFS Didot"/>
              </a:rPr>
              <a:t>πεποιήκατε</a:t>
            </a:r>
            <a:endParaRPr sz="4600">
              <a:latin typeface="GFS Didot"/>
              <a:ea typeface="GFS Didot"/>
              <a:cs typeface="GFS Didot"/>
              <a:sym typeface="GFS Didot"/>
            </a:endParaRPr>
          </a:p>
          <a:p>
            <a:pPr marL="0" lvl="0" indent="0" algn="l" rtl="0">
              <a:lnSpc>
                <a:spcPct val="200000"/>
              </a:lnSpc>
              <a:spcBef>
                <a:spcPts val="0"/>
              </a:spcBef>
              <a:spcAft>
                <a:spcPts val="0"/>
              </a:spcAft>
              <a:buNone/>
            </a:pPr>
            <a:r>
              <a:rPr lang="es-419" sz="4600">
                <a:latin typeface="GFS Didot"/>
                <a:ea typeface="GFS Didot"/>
                <a:cs typeface="GFS Didot"/>
                <a:sym typeface="GFS Didot"/>
              </a:rPr>
              <a:t>πεποίηκασι(ν)</a:t>
            </a:r>
            <a:endParaRPr sz="4600">
              <a:latin typeface="GFS Didot"/>
              <a:ea typeface="GFS Didot"/>
              <a:cs typeface="GFS Didot"/>
              <a:sym typeface="GFS Didot"/>
            </a:endParaRPr>
          </a:p>
        </p:txBody>
      </p:sp>
      <p:sp>
        <p:nvSpPr>
          <p:cNvPr id="562" name="Google Shape;562;p71"/>
          <p:cNvSpPr txBox="1"/>
          <p:nvPr/>
        </p:nvSpPr>
        <p:spPr>
          <a:xfrm>
            <a:off x="468300" y="1201225"/>
            <a:ext cx="15377400" cy="1070700"/>
          </a:xfrm>
          <a:prstGeom prst="rect">
            <a:avLst/>
          </a:prstGeom>
          <a:noFill/>
          <a:ln>
            <a:noFill/>
          </a:ln>
        </p:spPr>
        <p:txBody>
          <a:bodyPr spcFirstLastPara="1" wrap="square" lIns="156175" tIns="156175" rIns="156175" bIns="156175" anchor="t" anchorCtr="0">
            <a:noAutofit/>
          </a:bodyPr>
          <a:lstStyle/>
          <a:p>
            <a:pPr marL="0" lvl="0" indent="0" algn="l" rtl="0">
              <a:spcBef>
                <a:spcPts val="0"/>
              </a:spcBef>
              <a:spcAft>
                <a:spcPts val="0"/>
              </a:spcAft>
              <a:buNone/>
            </a:pPr>
            <a:r>
              <a:rPr lang="es-419" sz="7100">
                <a:latin typeface="Bebas Neue"/>
                <a:ea typeface="Bebas Neue"/>
                <a:cs typeface="Bebas Neue"/>
                <a:sym typeface="Bebas Neue"/>
              </a:rPr>
              <a:t>PERFECTO activo indicativo</a:t>
            </a:r>
            <a:endParaRPr sz="7100">
              <a:latin typeface="Bebas Neue"/>
              <a:ea typeface="Bebas Neue"/>
              <a:cs typeface="Bebas Neue"/>
              <a:sym typeface="Bebas Neu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6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6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61">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61">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6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566"/>
        <p:cNvGrpSpPr/>
        <p:nvPr/>
      </p:nvGrpSpPr>
      <p:grpSpPr>
        <a:xfrm>
          <a:off x="0" y="0"/>
          <a:ext cx="0" cy="0"/>
          <a:chOff x="0" y="0"/>
          <a:chExt cx="0" cy="0"/>
        </a:xfrm>
      </p:grpSpPr>
      <p:graphicFrame>
        <p:nvGraphicFramePr>
          <p:cNvPr id="567" name="Google Shape;567;p72"/>
          <p:cNvGraphicFramePr/>
          <p:nvPr/>
        </p:nvGraphicFramePr>
        <p:xfrm>
          <a:off x="470275" y="3205588"/>
          <a:ext cx="11077325" cy="4952725"/>
        </p:xfrm>
        <a:graphic>
          <a:graphicData uri="http://schemas.openxmlformats.org/drawingml/2006/table">
            <a:tbl>
              <a:tblPr>
                <a:noFill/>
                <a:tableStyleId>{2B22CA8F-BFF6-4F2E-A46A-7FD96E287156}</a:tableStyleId>
              </a:tblPr>
              <a:tblGrid>
                <a:gridCol w="1141350">
                  <a:extLst>
                    <a:ext uri="{9D8B030D-6E8A-4147-A177-3AD203B41FA5}">
                      <a16:colId xmlns:a16="http://schemas.microsoft.com/office/drawing/2014/main" val="20000"/>
                    </a:ext>
                  </a:extLst>
                </a:gridCol>
                <a:gridCol w="5075525">
                  <a:extLst>
                    <a:ext uri="{9D8B030D-6E8A-4147-A177-3AD203B41FA5}">
                      <a16:colId xmlns:a16="http://schemas.microsoft.com/office/drawing/2014/main" val="20001"/>
                    </a:ext>
                  </a:extLst>
                </a:gridCol>
                <a:gridCol w="4860450">
                  <a:extLst>
                    <a:ext uri="{9D8B030D-6E8A-4147-A177-3AD203B41FA5}">
                      <a16:colId xmlns:a16="http://schemas.microsoft.com/office/drawing/2014/main" val="20002"/>
                    </a:ext>
                  </a:extLst>
                </a:gridCol>
              </a:tblGrid>
              <a:tr h="793900">
                <a:tc>
                  <a:txBody>
                    <a:bodyPr/>
                    <a:lstStyle/>
                    <a:p>
                      <a:pPr marL="0" lvl="0" indent="0" algn="l" rtl="0">
                        <a:spcBef>
                          <a:spcPts val="0"/>
                        </a:spcBef>
                        <a:spcAft>
                          <a:spcPts val="0"/>
                        </a:spcAft>
                        <a:buNone/>
                      </a:pPr>
                      <a:endParaRPr>
                        <a:solidFill>
                          <a:schemeClr val="lt1"/>
                        </a:solidFill>
                      </a:endParaRPr>
                    </a:p>
                  </a:txBody>
                  <a:tcPr marL="114300" marR="114300" marT="114300" marB="114300">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marR="0" lvl="0" indent="0" algn="l" rtl="0">
                        <a:lnSpc>
                          <a:spcPct val="115000"/>
                        </a:lnSpc>
                        <a:spcBef>
                          <a:spcPts val="1100"/>
                        </a:spcBef>
                        <a:spcAft>
                          <a:spcPts val="0"/>
                        </a:spcAft>
                        <a:buNone/>
                      </a:pPr>
                      <a:r>
                        <a:rPr lang="es-419" sz="3000">
                          <a:solidFill>
                            <a:schemeClr val="lt1"/>
                          </a:solidFill>
                          <a:latin typeface="Montserrat SemiBold"/>
                          <a:ea typeface="Montserrat SemiBold"/>
                          <a:cs typeface="Montserrat SemiBold"/>
                          <a:sym typeface="Montserrat SemiBold"/>
                        </a:rPr>
                        <a:t>SINGULAR</a:t>
                      </a:r>
                      <a:endParaRPr sz="3000">
                        <a:solidFill>
                          <a:schemeClr val="lt1"/>
                        </a:solidFill>
                        <a:latin typeface="Montserrat SemiBold"/>
                        <a:ea typeface="Montserrat SemiBold"/>
                        <a:cs typeface="Montserrat SemiBold"/>
                        <a:sym typeface="Montserrat SemiBold"/>
                      </a:endParaRPr>
                    </a:p>
                  </a:txBody>
                  <a:tcPr marL="114300" marR="114300" marT="114300" marB="114300">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marR="0" lvl="0" indent="0" algn="l" rtl="0">
                        <a:lnSpc>
                          <a:spcPct val="115000"/>
                        </a:lnSpc>
                        <a:spcBef>
                          <a:spcPts val="1100"/>
                        </a:spcBef>
                        <a:spcAft>
                          <a:spcPts val="0"/>
                        </a:spcAft>
                        <a:buNone/>
                      </a:pPr>
                      <a:r>
                        <a:rPr lang="es-419" sz="3000">
                          <a:solidFill>
                            <a:schemeClr val="lt1"/>
                          </a:solidFill>
                          <a:latin typeface="Montserrat SemiBold"/>
                          <a:ea typeface="Montserrat SemiBold"/>
                          <a:cs typeface="Montserrat SemiBold"/>
                          <a:sym typeface="Montserrat SemiBold"/>
                        </a:rPr>
                        <a:t>PLURAL</a:t>
                      </a:r>
                      <a:endParaRPr sz="3000">
                        <a:solidFill>
                          <a:schemeClr val="lt1"/>
                        </a:solidFill>
                        <a:latin typeface="Montserrat SemiBold"/>
                        <a:ea typeface="Montserrat SemiBold"/>
                        <a:cs typeface="Montserrat SemiBold"/>
                        <a:sym typeface="Montserrat SemiBold"/>
                      </a:endParaRPr>
                    </a:p>
                  </a:txBody>
                  <a:tcPr marL="114300" marR="114300" marT="114300" marB="114300">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extLst>
                  <a:ext uri="{0D108BD9-81ED-4DB2-BD59-A6C34878D82A}">
                    <a16:rowId xmlns:a16="http://schemas.microsoft.com/office/drawing/2014/main" val="10000"/>
                  </a:ext>
                </a:extLst>
              </a:tr>
              <a:tr h="1386275">
                <a:tc>
                  <a:txBody>
                    <a:bodyPr/>
                    <a:lstStyle/>
                    <a:p>
                      <a:pPr marL="0" marR="0" lvl="0" indent="0" algn="ctr" rtl="0">
                        <a:lnSpc>
                          <a:spcPct val="115000"/>
                        </a:lnSpc>
                        <a:spcBef>
                          <a:spcPts val="2200"/>
                        </a:spcBef>
                        <a:spcAft>
                          <a:spcPts val="1100"/>
                        </a:spcAft>
                        <a:buNone/>
                      </a:pPr>
                      <a:r>
                        <a:rPr lang="es-419" sz="2500">
                          <a:solidFill>
                            <a:schemeClr val="lt1"/>
                          </a:solidFill>
                          <a:latin typeface="Montserrat SemiBold"/>
                          <a:ea typeface="Montserrat SemiBold"/>
                          <a:cs typeface="Montserrat SemiBold"/>
                          <a:sym typeface="Montserrat SemiBold"/>
                        </a:rPr>
                        <a:t>1ra</a:t>
                      </a:r>
                      <a:endParaRPr sz="2500">
                        <a:solidFill>
                          <a:schemeClr val="lt1"/>
                        </a:solidFill>
                        <a:latin typeface="Montserrat SemiBold"/>
                        <a:ea typeface="Montserrat SemiBold"/>
                        <a:cs typeface="Montserrat SemiBold"/>
                        <a:sym typeface="Montserrat SemiBold"/>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1"/>
                  </a:ext>
                </a:extLst>
              </a:tr>
              <a:tr h="1386275">
                <a:tc>
                  <a:txBody>
                    <a:bodyPr/>
                    <a:lstStyle/>
                    <a:p>
                      <a:pPr marL="0" marR="0" lvl="0" indent="0" algn="ctr" rtl="0">
                        <a:lnSpc>
                          <a:spcPct val="115000"/>
                        </a:lnSpc>
                        <a:spcBef>
                          <a:spcPts val="2200"/>
                        </a:spcBef>
                        <a:spcAft>
                          <a:spcPts val="1100"/>
                        </a:spcAft>
                        <a:buNone/>
                      </a:pPr>
                      <a:r>
                        <a:rPr lang="es-419" sz="2500">
                          <a:solidFill>
                            <a:schemeClr val="lt1"/>
                          </a:solidFill>
                          <a:latin typeface="Montserrat SemiBold"/>
                          <a:ea typeface="Montserrat SemiBold"/>
                          <a:cs typeface="Montserrat SemiBold"/>
                          <a:sym typeface="Montserrat SemiBold"/>
                        </a:rPr>
                        <a:t>2da</a:t>
                      </a:r>
                      <a:endParaRPr sz="2500">
                        <a:solidFill>
                          <a:schemeClr val="lt1"/>
                        </a:solidFill>
                        <a:latin typeface="Montserrat SemiBold"/>
                        <a:ea typeface="Montserrat SemiBold"/>
                        <a:cs typeface="Montserrat SemiBold"/>
                        <a:sym typeface="Montserrat SemiBold"/>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2"/>
                  </a:ext>
                </a:extLst>
              </a:tr>
              <a:tr h="1386275">
                <a:tc>
                  <a:txBody>
                    <a:bodyPr/>
                    <a:lstStyle/>
                    <a:p>
                      <a:pPr marL="0" marR="0" lvl="0" indent="0" algn="ctr" rtl="0">
                        <a:lnSpc>
                          <a:spcPct val="115000"/>
                        </a:lnSpc>
                        <a:spcBef>
                          <a:spcPts val="2200"/>
                        </a:spcBef>
                        <a:spcAft>
                          <a:spcPts val="1100"/>
                        </a:spcAft>
                        <a:buNone/>
                      </a:pPr>
                      <a:r>
                        <a:rPr lang="es-419" sz="2500">
                          <a:solidFill>
                            <a:schemeClr val="lt1"/>
                          </a:solidFill>
                          <a:latin typeface="Montserrat SemiBold"/>
                          <a:ea typeface="Montserrat SemiBold"/>
                          <a:cs typeface="Montserrat SemiBold"/>
                          <a:sym typeface="Montserrat SemiBold"/>
                        </a:rPr>
                        <a:t>3ra</a:t>
                      </a:r>
                      <a:endParaRPr sz="2500">
                        <a:solidFill>
                          <a:schemeClr val="lt1"/>
                        </a:solidFill>
                        <a:latin typeface="Montserrat SemiBold"/>
                        <a:ea typeface="Montserrat SemiBold"/>
                        <a:cs typeface="Montserrat SemiBold"/>
                        <a:sym typeface="Montserrat SemiBold"/>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568" name="Google Shape;568;p72"/>
          <p:cNvSpPr txBox="1"/>
          <p:nvPr/>
        </p:nvSpPr>
        <p:spPr>
          <a:xfrm>
            <a:off x="1598100" y="3921713"/>
            <a:ext cx="4941300" cy="4236600"/>
          </a:xfrm>
          <a:prstGeom prst="rect">
            <a:avLst/>
          </a:prstGeom>
          <a:noFill/>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s-419" sz="4600" dirty="0">
                <a:latin typeface="GFS Didot"/>
                <a:ea typeface="GFS Didot"/>
                <a:cs typeface="GFS Didot"/>
                <a:sym typeface="GFS Didot"/>
              </a:rPr>
              <a:t>πεπ</a:t>
            </a:r>
            <a:r>
              <a:rPr lang="es-419" sz="4600" dirty="0" err="1">
                <a:latin typeface="GFS Didot"/>
                <a:ea typeface="GFS Didot"/>
                <a:cs typeface="GFS Didot"/>
                <a:sym typeface="GFS Didot"/>
              </a:rPr>
              <a:t>οίημ</a:t>
            </a:r>
            <a:r>
              <a:rPr lang="es-419" sz="4600" dirty="0">
                <a:latin typeface="GFS Didot"/>
                <a:ea typeface="GFS Didot"/>
                <a:cs typeface="GFS Didot"/>
                <a:sym typeface="GFS Didot"/>
              </a:rPr>
              <a:t>αι</a:t>
            </a:r>
            <a:endParaRPr sz="4600" dirty="0">
              <a:latin typeface="GFS Didot"/>
              <a:ea typeface="GFS Didot"/>
              <a:cs typeface="GFS Didot"/>
              <a:sym typeface="GFS Didot"/>
            </a:endParaRPr>
          </a:p>
          <a:p>
            <a:pPr marL="0" lvl="0" indent="0" algn="l" rtl="0">
              <a:lnSpc>
                <a:spcPct val="200000"/>
              </a:lnSpc>
              <a:spcBef>
                <a:spcPts val="0"/>
              </a:spcBef>
              <a:spcAft>
                <a:spcPts val="0"/>
              </a:spcAft>
              <a:buNone/>
            </a:pPr>
            <a:r>
              <a:rPr lang="es-419" sz="4600" dirty="0">
                <a:latin typeface="GFS Didot"/>
                <a:ea typeface="GFS Didot"/>
                <a:cs typeface="GFS Didot"/>
                <a:sym typeface="GFS Didot"/>
              </a:rPr>
              <a:t>πεπ</a:t>
            </a:r>
            <a:r>
              <a:rPr lang="es-419" sz="4600" dirty="0" err="1">
                <a:latin typeface="GFS Didot"/>
                <a:ea typeface="GFS Didot"/>
                <a:cs typeface="GFS Didot"/>
                <a:sym typeface="GFS Didot"/>
              </a:rPr>
              <a:t>οίησ</a:t>
            </a:r>
            <a:r>
              <a:rPr lang="es-419" sz="4600" dirty="0">
                <a:latin typeface="GFS Didot"/>
                <a:ea typeface="GFS Didot"/>
                <a:cs typeface="GFS Didot"/>
                <a:sym typeface="GFS Didot"/>
              </a:rPr>
              <a:t>αι</a:t>
            </a:r>
            <a:endParaRPr sz="4600" dirty="0">
              <a:latin typeface="GFS Didot"/>
              <a:ea typeface="GFS Didot"/>
              <a:cs typeface="GFS Didot"/>
              <a:sym typeface="GFS Didot"/>
            </a:endParaRPr>
          </a:p>
          <a:p>
            <a:pPr marL="0" lvl="0" indent="0" algn="l" rtl="0">
              <a:lnSpc>
                <a:spcPct val="200000"/>
              </a:lnSpc>
              <a:spcBef>
                <a:spcPts val="0"/>
              </a:spcBef>
              <a:spcAft>
                <a:spcPts val="0"/>
              </a:spcAft>
              <a:buNone/>
            </a:pPr>
            <a:r>
              <a:rPr lang="es-419" sz="4600" dirty="0">
                <a:latin typeface="GFS Didot"/>
                <a:ea typeface="GFS Didot"/>
                <a:cs typeface="GFS Didot"/>
                <a:sym typeface="GFS Didot"/>
              </a:rPr>
              <a:t>πεπ</a:t>
            </a:r>
            <a:r>
              <a:rPr lang="es-419" sz="4600" dirty="0" err="1">
                <a:latin typeface="GFS Didot"/>
                <a:ea typeface="GFS Didot"/>
                <a:cs typeface="GFS Didot"/>
                <a:sym typeface="GFS Didot"/>
              </a:rPr>
              <a:t>οίητ</a:t>
            </a:r>
            <a:r>
              <a:rPr lang="es-419" sz="4600" dirty="0">
                <a:latin typeface="GFS Didot"/>
                <a:ea typeface="GFS Didot"/>
                <a:cs typeface="GFS Didot"/>
                <a:sym typeface="GFS Didot"/>
              </a:rPr>
              <a:t>αι</a:t>
            </a:r>
            <a:endParaRPr sz="4600" dirty="0">
              <a:latin typeface="GFS Didot"/>
              <a:ea typeface="GFS Didot"/>
              <a:cs typeface="GFS Didot"/>
              <a:sym typeface="GFS Didot"/>
            </a:endParaRPr>
          </a:p>
        </p:txBody>
      </p:sp>
      <p:sp>
        <p:nvSpPr>
          <p:cNvPr id="569" name="Google Shape;569;p72"/>
          <p:cNvSpPr txBox="1"/>
          <p:nvPr/>
        </p:nvSpPr>
        <p:spPr>
          <a:xfrm>
            <a:off x="6703500" y="3921713"/>
            <a:ext cx="4721400" cy="4236600"/>
          </a:xfrm>
          <a:prstGeom prst="rect">
            <a:avLst/>
          </a:prstGeom>
          <a:noFill/>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s-419" sz="4600">
                <a:latin typeface="GFS Didot"/>
                <a:ea typeface="GFS Didot"/>
                <a:cs typeface="GFS Didot"/>
                <a:sym typeface="GFS Didot"/>
              </a:rPr>
              <a:t>πεποιήμεθα</a:t>
            </a:r>
            <a:endParaRPr sz="4600">
              <a:latin typeface="GFS Didot"/>
              <a:ea typeface="GFS Didot"/>
              <a:cs typeface="GFS Didot"/>
              <a:sym typeface="GFS Didot"/>
            </a:endParaRPr>
          </a:p>
          <a:p>
            <a:pPr marL="0" lvl="0" indent="0" algn="l" rtl="0">
              <a:lnSpc>
                <a:spcPct val="200000"/>
              </a:lnSpc>
              <a:spcBef>
                <a:spcPts val="0"/>
              </a:spcBef>
              <a:spcAft>
                <a:spcPts val="0"/>
              </a:spcAft>
              <a:buNone/>
            </a:pPr>
            <a:r>
              <a:rPr lang="es-419" sz="4600">
                <a:latin typeface="GFS Didot"/>
                <a:ea typeface="GFS Didot"/>
                <a:cs typeface="GFS Didot"/>
                <a:sym typeface="GFS Didot"/>
              </a:rPr>
              <a:t>πεποίησθε</a:t>
            </a:r>
            <a:endParaRPr sz="4600">
              <a:latin typeface="GFS Didot"/>
              <a:ea typeface="GFS Didot"/>
              <a:cs typeface="GFS Didot"/>
              <a:sym typeface="GFS Didot"/>
            </a:endParaRPr>
          </a:p>
          <a:p>
            <a:pPr marL="0" lvl="0" indent="0" algn="l" rtl="0">
              <a:lnSpc>
                <a:spcPct val="200000"/>
              </a:lnSpc>
              <a:spcBef>
                <a:spcPts val="0"/>
              </a:spcBef>
              <a:spcAft>
                <a:spcPts val="0"/>
              </a:spcAft>
              <a:buNone/>
            </a:pPr>
            <a:r>
              <a:rPr lang="es-419" sz="4600">
                <a:latin typeface="GFS Didot"/>
                <a:ea typeface="GFS Didot"/>
                <a:cs typeface="GFS Didot"/>
                <a:sym typeface="GFS Didot"/>
              </a:rPr>
              <a:t>πεποίηνται</a:t>
            </a:r>
            <a:endParaRPr sz="4600">
              <a:latin typeface="GFS Didot"/>
              <a:ea typeface="GFS Didot"/>
              <a:cs typeface="GFS Didot"/>
              <a:sym typeface="GFS Didot"/>
            </a:endParaRPr>
          </a:p>
        </p:txBody>
      </p:sp>
      <p:sp>
        <p:nvSpPr>
          <p:cNvPr id="570" name="Google Shape;570;p72"/>
          <p:cNvSpPr txBox="1"/>
          <p:nvPr/>
        </p:nvSpPr>
        <p:spPr>
          <a:xfrm>
            <a:off x="468300" y="1201225"/>
            <a:ext cx="15377400" cy="1070700"/>
          </a:xfrm>
          <a:prstGeom prst="rect">
            <a:avLst/>
          </a:prstGeom>
          <a:noFill/>
          <a:ln>
            <a:noFill/>
          </a:ln>
        </p:spPr>
        <p:txBody>
          <a:bodyPr spcFirstLastPara="1" wrap="square" lIns="156175" tIns="156175" rIns="156175" bIns="156175" anchor="t" anchorCtr="0">
            <a:noAutofit/>
          </a:bodyPr>
          <a:lstStyle/>
          <a:p>
            <a:pPr marL="0" lvl="0" indent="0" algn="l" rtl="0">
              <a:spcBef>
                <a:spcPts val="0"/>
              </a:spcBef>
              <a:spcAft>
                <a:spcPts val="0"/>
              </a:spcAft>
              <a:buNone/>
            </a:pPr>
            <a:r>
              <a:rPr lang="es-419" sz="7100">
                <a:latin typeface="Bebas Neue"/>
                <a:ea typeface="Bebas Neue"/>
                <a:cs typeface="Bebas Neue"/>
                <a:sym typeface="Bebas Neue"/>
              </a:rPr>
              <a:t>Perfecto medio/pasivo indicativo</a:t>
            </a:r>
            <a:endParaRPr sz="7100">
              <a:latin typeface="Bebas Neue"/>
              <a:ea typeface="Bebas Neue"/>
              <a:cs typeface="Bebas Neue"/>
              <a:sym typeface="Bebas Neue"/>
            </a:endParaRPr>
          </a:p>
          <a:p>
            <a:pPr marL="0" lvl="0" indent="0" algn="l" rtl="0">
              <a:spcBef>
                <a:spcPts val="0"/>
              </a:spcBef>
              <a:spcAft>
                <a:spcPts val="0"/>
              </a:spcAft>
              <a:buNone/>
            </a:pPr>
            <a:endParaRPr sz="7100">
              <a:latin typeface="Bebas Neue"/>
              <a:ea typeface="Bebas Neue"/>
              <a:cs typeface="Bebas Neue"/>
              <a:sym typeface="Bebas Neu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6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6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69">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69">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6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574"/>
        <p:cNvGrpSpPr/>
        <p:nvPr/>
      </p:nvGrpSpPr>
      <p:grpSpPr>
        <a:xfrm>
          <a:off x="0" y="0"/>
          <a:ext cx="0" cy="0"/>
          <a:chOff x="0" y="0"/>
          <a:chExt cx="0" cy="0"/>
        </a:xfrm>
      </p:grpSpPr>
      <p:sp>
        <p:nvSpPr>
          <p:cNvPr id="575" name="Google Shape;575;p73"/>
          <p:cNvSpPr txBox="1">
            <a:spLocks noGrp="1"/>
          </p:cNvSpPr>
          <p:nvPr>
            <p:ph type="ctrTitle"/>
          </p:nvPr>
        </p:nvSpPr>
        <p:spPr>
          <a:xfrm>
            <a:off x="1112325" y="3917775"/>
            <a:ext cx="16494000" cy="1432500"/>
          </a:xfrm>
          <a:prstGeom prst="rect">
            <a:avLst/>
          </a:prstGeom>
          <a:noFill/>
          <a:ln>
            <a:noFill/>
          </a:ln>
        </p:spPr>
        <p:txBody>
          <a:bodyPr spcFirstLastPara="1" wrap="square" lIns="156175" tIns="156175" rIns="156175" bIns="156175" anchor="ctr" anchorCtr="0">
            <a:noAutofit/>
          </a:bodyPr>
          <a:lstStyle/>
          <a:p>
            <a:pPr marL="0" lvl="0" indent="0" algn="l" rtl="0">
              <a:lnSpc>
                <a:spcPct val="115000"/>
              </a:lnSpc>
              <a:spcBef>
                <a:spcPts val="0"/>
              </a:spcBef>
              <a:spcAft>
                <a:spcPts val="0"/>
              </a:spcAft>
              <a:buSzPts val="7200"/>
              <a:buNone/>
            </a:pPr>
            <a:r>
              <a:rPr lang="es-419" sz="12800" b="0" dirty="0" err="1">
                <a:solidFill>
                  <a:srgbClr val="434343"/>
                </a:solidFill>
                <a:latin typeface="Cardo"/>
                <a:ea typeface="Cardo"/>
                <a:cs typeface="Cardo"/>
                <a:sym typeface="Cardo"/>
              </a:rPr>
              <a:t>ἐσθίω</a:t>
            </a:r>
            <a:endParaRPr sz="12800" b="0" dirty="0">
              <a:solidFill>
                <a:srgbClr val="434343"/>
              </a:solidFill>
              <a:latin typeface="Cardo"/>
              <a:ea typeface="Cardo"/>
              <a:cs typeface="Cardo"/>
              <a:sym typeface="Cardo"/>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graphicFrame>
        <p:nvGraphicFramePr>
          <p:cNvPr id="580" name="Google Shape;580;p74"/>
          <p:cNvGraphicFramePr/>
          <p:nvPr/>
        </p:nvGraphicFramePr>
        <p:xfrm>
          <a:off x="470275" y="3205588"/>
          <a:ext cx="11077325" cy="4952725"/>
        </p:xfrm>
        <a:graphic>
          <a:graphicData uri="http://schemas.openxmlformats.org/drawingml/2006/table">
            <a:tbl>
              <a:tblPr>
                <a:noFill/>
                <a:tableStyleId>{2B22CA8F-BFF6-4F2E-A46A-7FD96E287156}</a:tableStyleId>
              </a:tblPr>
              <a:tblGrid>
                <a:gridCol w="1141350">
                  <a:extLst>
                    <a:ext uri="{9D8B030D-6E8A-4147-A177-3AD203B41FA5}">
                      <a16:colId xmlns:a16="http://schemas.microsoft.com/office/drawing/2014/main" val="20000"/>
                    </a:ext>
                  </a:extLst>
                </a:gridCol>
                <a:gridCol w="5075525">
                  <a:extLst>
                    <a:ext uri="{9D8B030D-6E8A-4147-A177-3AD203B41FA5}">
                      <a16:colId xmlns:a16="http://schemas.microsoft.com/office/drawing/2014/main" val="20001"/>
                    </a:ext>
                  </a:extLst>
                </a:gridCol>
                <a:gridCol w="4860450">
                  <a:extLst>
                    <a:ext uri="{9D8B030D-6E8A-4147-A177-3AD203B41FA5}">
                      <a16:colId xmlns:a16="http://schemas.microsoft.com/office/drawing/2014/main" val="20002"/>
                    </a:ext>
                  </a:extLst>
                </a:gridCol>
              </a:tblGrid>
              <a:tr h="793900">
                <a:tc>
                  <a:txBody>
                    <a:bodyPr/>
                    <a:lstStyle/>
                    <a:p>
                      <a:pPr marL="0" lvl="0" indent="0" algn="l" rtl="0">
                        <a:spcBef>
                          <a:spcPts val="0"/>
                        </a:spcBef>
                        <a:spcAft>
                          <a:spcPts val="0"/>
                        </a:spcAft>
                        <a:buNone/>
                      </a:pPr>
                      <a:endParaRPr>
                        <a:solidFill>
                          <a:schemeClr val="lt1"/>
                        </a:solidFill>
                      </a:endParaRPr>
                    </a:p>
                  </a:txBody>
                  <a:tcPr marL="114300" marR="114300" marT="114300" marB="114300">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marR="0" lvl="0" indent="0" algn="l" rtl="0">
                        <a:lnSpc>
                          <a:spcPct val="115000"/>
                        </a:lnSpc>
                        <a:spcBef>
                          <a:spcPts val="1100"/>
                        </a:spcBef>
                        <a:spcAft>
                          <a:spcPts val="0"/>
                        </a:spcAft>
                        <a:buNone/>
                      </a:pPr>
                      <a:r>
                        <a:rPr lang="es-419" sz="3000">
                          <a:solidFill>
                            <a:schemeClr val="lt1"/>
                          </a:solidFill>
                          <a:latin typeface="Montserrat SemiBold"/>
                          <a:ea typeface="Montserrat SemiBold"/>
                          <a:cs typeface="Montserrat SemiBold"/>
                          <a:sym typeface="Montserrat SemiBold"/>
                        </a:rPr>
                        <a:t>SINGULAR</a:t>
                      </a:r>
                      <a:endParaRPr sz="3000">
                        <a:solidFill>
                          <a:schemeClr val="lt1"/>
                        </a:solidFill>
                        <a:latin typeface="Montserrat SemiBold"/>
                        <a:ea typeface="Montserrat SemiBold"/>
                        <a:cs typeface="Montserrat SemiBold"/>
                        <a:sym typeface="Montserrat SemiBold"/>
                      </a:endParaRPr>
                    </a:p>
                  </a:txBody>
                  <a:tcPr marL="114300" marR="114300" marT="114300" marB="114300">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marR="0" lvl="0" indent="0" algn="l" rtl="0">
                        <a:lnSpc>
                          <a:spcPct val="115000"/>
                        </a:lnSpc>
                        <a:spcBef>
                          <a:spcPts val="1100"/>
                        </a:spcBef>
                        <a:spcAft>
                          <a:spcPts val="0"/>
                        </a:spcAft>
                        <a:buNone/>
                      </a:pPr>
                      <a:r>
                        <a:rPr lang="es-419" sz="3000">
                          <a:solidFill>
                            <a:schemeClr val="lt1"/>
                          </a:solidFill>
                          <a:latin typeface="Montserrat SemiBold"/>
                          <a:ea typeface="Montserrat SemiBold"/>
                          <a:cs typeface="Montserrat SemiBold"/>
                          <a:sym typeface="Montserrat SemiBold"/>
                        </a:rPr>
                        <a:t>PLURAL</a:t>
                      </a:r>
                      <a:endParaRPr sz="3000">
                        <a:solidFill>
                          <a:schemeClr val="lt1"/>
                        </a:solidFill>
                        <a:latin typeface="Montserrat SemiBold"/>
                        <a:ea typeface="Montserrat SemiBold"/>
                        <a:cs typeface="Montserrat SemiBold"/>
                        <a:sym typeface="Montserrat SemiBold"/>
                      </a:endParaRPr>
                    </a:p>
                  </a:txBody>
                  <a:tcPr marL="114300" marR="114300" marT="114300" marB="114300">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extLst>
                  <a:ext uri="{0D108BD9-81ED-4DB2-BD59-A6C34878D82A}">
                    <a16:rowId xmlns:a16="http://schemas.microsoft.com/office/drawing/2014/main" val="10000"/>
                  </a:ext>
                </a:extLst>
              </a:tr>
              <a:tr h="1386275">
                <a:tc>
                  <a:txBody>
                    <a:bodyPr/>
                    <a:lstStyle/>
                    <a:p>
                      <a:pPr marL="0" marR="0" lvl="0" indent="0" algn="ctr" rtl="0">
                        <a:lnSpc>
                          <a:spcPct val="115000"/>
                        </a:lnSpc>
                        <a:spcBef>
                          <a:spcPts val="2200"/>
                        </a:spcBef>
                        <a:spcAft>
                          <a:spcPts val="1100"/>
                        </a:spcAft>
                        <a:buNone/>
                      </a:pPr>
                      <a:r>
                        <a:rPr lang="es-419" sz="2500">
                          <a:solidFill>
                            <a:schemeClr val="lt1"/>
                          </a:solidFill>
                          <a:latin typeface="Montserrat SemiBold"/>
                          <a:ea typeface="Montserrat SemiBold"/>
                          <a:cs typeface="Montserrat SemiBold"/>
                          <a:sym typeface="Montserrat SemiBold"/>
                        </a:rPr>
                        <a:t>1ra</a:t>
                      </a:r>
                      <a:endParaRPr sz="2500">
                        <a:solidFill>
                          <a:schemeClr val="lt1"/>
                        </a:solidFill>
                        <a:latin typeface="Montserrat SemiBold"/>
                        <a:ea typeface="Montserrat SemiBold"/>
                        <a:cs typeface="Montserrat SemiBold"/>
                        <a:sym typeface="Montserrat SemiBold"/>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1"/>
                  </a:ext>
                </a:extLst>
              </a:tr>
              <a:tr h="1386275">
                <a:tc>
                  <a:txBody>
                    <a:bodyPr/>
                    <a:lstStyle/>
                    <a:p>
                      <a:pPr marL="0" marR="0" lvl="0" indent="0" algn="ctr" rtl="0">
                        <a:lnSpc>
                          <a:spcPct val="115000"/>
                        </a:lnSpc>
                        <a:spcBef>
                          <a:spcPts val="2200"/>
                        </a:spcBef>
                        <a:spcAft>
                          <a:spcPts val="1100"/>
                        </a:spcAft>
                        <a:buNone/>
                      </a:pPr>
                      <a:r>
                        <a:rPr lang="es-419" sz="2500">
                          <a:solidFill>
                            <a:schemeClr val="lt1"/>
                          </a:solidFill>
                          <a:latin typeface="Montserrat SemiBold"/>
                          <a:ea typeface="Montserrat SemiBold"/>
                          <a:cs typeface="Montserrat SemiBold"/>
                          <a:sym typeface="Montserrat SemiBold"/>
                        </a:rPr>
                        <a:t>2da</a:t>
                      </a:r>
                      <a:endParaRPr sz="2500">
                        <a:solidFill>
                          <a:schemeClr val="lt1"/>
                        </a:solidFill>
                        <a:latin typeface="Montserrat SemiBold"/>
                        <a:ea typeface="Montserrat SemiBold"/>
                        <a:cs typeface="Montserrat SemiBold"/>
                        <a:sym typeface="Montserrat SemiBold"/>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2"/>
                  </a:ext>
                </a:extLst>
              </a:tr>
              <a:tr h="1386275">
                <a:tc>
                  <a:txBody>
                    <a:bodyPr/>
                    <a:lstStyle/>
                    <a:p>
                      <a:pPr marL="0" marR="0" lvl="0" indent="0" algn="ctr" rtl="0">
                        <a:lnSpc>
                          <a:spcPct val="115000"/>
                        </a:lnSpc>
                        <a:spcBef>
                          <a:spcPts val="2200"/>
                        </a:spcBef>
                        <a:spcAft>
                          <a:spcPts val="1100"/>
                        </a:spcAft>
                        <a:buNone/>
                      </a:pPr>
                      <a:r>
                        <a:rPr lang="es-419" sz="2500">
                          <a:solidFill>
                            <a:schemeClr val="lt1"/>
                          </a:solidFill>
                          <a:latin typeface="Montserrat SemiBold"/>
                          <a:ea typeface="Montserrat SemiBold"/>
                          <a:cs typeface="Montserrat SemiBold"/>
                          <a:sym typeface="Montserrat SemiBold"/>
                        </a:rPr>
                        <a:t>3ra</a:t>
                      </a:r>
                      <a:endParaRPr sz="2500">
                        <a:solidFill>
                          <a:schemeClr val="lt1"/>
                        </a:solidFill>
                        <a:latin typeface="Montserrat SemiBold"/>
                        <a:ea typeface="Montserrat SemiBold"/>
                        <a:cs typeface="Montserrat SemiBold"/>
                        <a:sym typeface="Montserrat SemiBold"/>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581" name="Google Shape;581;p74"/>
          <p:cNvSpPr txBox="1"/>
          <p:nvPr/>
        </p:nvSpPr>
        <p:spPr>
          <a:xfrm>
            <a:off x="1598100" y="3765239"/>
            <a:ext cx="3719100" cy="4236600"/>
          </a:xfrm>
          <a:prstGeom prst="rect">
            <a:avLst/>
          </a:prstGeom>
          <a:noFill/>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s-419" sz="4600" dirty="0" err="1">
                <a:latin typeface="GFS Didot"/>
                <a:ea typeface="GFS Didot"/>
                <a:cs typeface="GFS Didot"/>
                <a:sym typeface="GFS Didot"/>
              </a:rPr>
              <a:t>ἐσθίω</a:t>
            </a:r>
            <a:endParaRPr sz="4600" dirty="0">
              <a:latin typeface="GFS Didot"/>
              <a:ea typeface="GFS Didot"/>
              <a:cs typeface="GFS Didot"/>
              <a:sym typeface="GFS Didot"/>
            </a:endParaRPr>
          </a:p>
          <a:p>
            <a:pPr marL="0" lvl="0" indent="0" algn="l" rtl="0">
              <a:lnSpc>
                <a:spcPct val="200000"/>
              </a:lnSpc>
              <a:spcBef>
                <a:spcPts val="0"/>
              </a:spcBef>
              <a:spcAft>
                <a:spcPts val="0"/>
              </a:spcAft>
              <a:buNone/>
            </a:pPr>
            <a:r>
              <a:rPr lang="es-419" sz="4600" dirty="0" err="1">
                <a:latin typeface="GFS Didot"/>
                <a:ea typeface="GFS Didot"/>
                <a:cs typeface="GFS Didot"/>
                <a:sym typeface="GFS Didot"/>
              </a:rPr>
              <a:t>ἐσθίεις</a:t>
            </a:r>
            <a:endParaRPr sz="4600" dirty="0">
              <a:latin typeface="GFS Didot"/>
              <a:ea typeface="GFS Didot"/>
              <a:cs typeface="GFS Didot"/>
              <a:sym typeface="GFS Didot"/>
            </a:endParaRPr>
          </a:p>
          <a:p>
            <a:pPr marL="0" lvl="0" indent="0" algn="l" rtl="0">
              <a:lnSpc>
                <a:spcPct val="200000"/>
              </a:lnSpc>
              <a:spcBef>
                <a:spcPts val="0"/>
              </a:spcBef>
              <a:spcAft>
                <a:spcPts val="0"/>
              </a:spcAft>
              <a:buNone/>
            </a:pPr>
            <a:r>
              <a:rPr lang="es-419" sz="4600" dirty="0" err="1">
                <a:latin typeface="GFS Didot"/>
                <a:ea typeface="GFS Didot"/>
                <a:cs typeface="GFS Didot"/>
                <a:sym typeface="GFS Didot"/>
              </a:rPr>
              <a:t>ἐσθίει</a:t>
            </a:r>
            <a:endParaRPr sz="4600" dirty="0">
              <a:latin typeface="GFS Didot"/>
              <a:ea typeface="GFS Didot"/>
              <a:cs typeface="GFS Didot"/>
              <a:sym typeface="GFS Didot"/>
            </a:endParaRPr>
          </a:p>
        </p:txBody>
      </p:sp>
      <p:sp>
        <p:nvSpPr>
          <p:cNvPr id="582" name="Google Shape;582;p74"/>
          <p:cNvSpPr txBox="1"/>
          <p:nvPr/>
        </p:nvSpPr>
        <p:spPr>
          <a:xfrm>
            <a:off x="6703500" y="3765239"/>
            <a:ext cx="3574800" cy="4236600"/>
          </a:xfrm>
          <a:prstGeom prst="rect">
            <a:avLst/>
          </a:prstGeom>
          <a:noFill/>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s-419" sz="4600" dirty="0" err="1">
                <a:latin typeface="GFS Didot"/>
                <a:ea typeface="GFS Didot"/>
                <a:cs typeface="GFS Didot"/>
                <a:sym typeface="GFS Didot"/>
              </a:rPr>
              <a:t>ἐσθίομεν</a:t>
            </a:r>
            <a:endParaRPr sz="4600" dirty="0">
              <a:latin typeface="GFS Didot"/>
              <a:ea typeface="GFS Didot"/>
              <a:cs typeface="GFS Didot"/>
              <a:sym typeface="GFS Didot"/>
            </a:endParaRPr>
          </a:p>
          <a:p>
            <a:pPr marL="0" lvl="0" indent="0" algn="l" rtl="0">
              <a:lnSpc>
                <a:spcPct val="200000"/>
              </a:lnSpc>
              <a:spcBef>
                <a:spcPts val="0"/>
              </a:spcBef>
              <a:spcAft>
                <a:spcPts val="0"/>
              </a:spcAft>
              <a:buNone/>
            </a:pPr>
            <a:r>
              <a:rPr lang="es-419" sz="4600" dirty="0" err="1">
                <a:latin typeface="GFS Didot"/>
                <a:ea typeface="GFS Didot"/>
                <a:cs typeface="GFS Didot"/>
                <a:sym typeface="GFS Didot"/>
              </a:rPr>
              <a:t>ἐσθίετε</a:t>
            </a:r>
            <a:endParaRPr sz="4600" dirty="0">
              <a:latin typeface="GFS Didot"/>
              <a:ea typeface="GFS Didot"/>
              <a:cs typeface="GFS Didot"/>
              <a:sym typeface="GFS Didot"/>
            </a:endParaRPr>
          </a:p>
          <a:p>
            <a:pPr marL="0" lvl="0" indent="0" algn="l" rtl="0">
              <a:lnSpc>
                <a:spcPct val="200000"/>
              </a:lnSpc>
              <a:spcBef>
                <a:spcPts val="0"/>
              </a:spcBef>
              <a:spcAft>
                <a:spcPts val="0"/>
              </a:spcAft>
              <a:buNone/>
            </a:pPr>
            <a:r>
              <a:rPr lang="es-419" sz="4600" dirty="0" err="1">
                <a:latin typeface="GFS Didot"/>
                <a:ea typeface="GFS Didot"/>
                <a:cs typeface="GFS Didot"/>
                <a:sym typeface="GFS Didot"/>
              </a:rPr>
              <a:t>ἐσθίουσι</a:t>
            </a:r>
            <a:r>
              <a:rPr lang="es-419" sz="4600" dirty="0">
                <a:latin typeface="GFS Didot"/>
                <a:ea typeface="GFS Didot"/>
                <a:cs typeface="GFS Didot"/>
                <a:sym typeface="GFS Didot"/>
              </a:rPr>
              <a:t>(ν)</a:t>
            </a:r>
            <a:endParaRPr sz="4600" dirty="0">
              <a:latin typeface="GFS Didot"/>
              <a:ea typeface="GFS Didot"/>
              <a:cs typeface="GFS Didot"/>
              <a:sym typeface="GFS Didot"/>
            </a:endParaRPr>
          </a:p>
        </p:txBody>
      </p:sp>
      <p:sp>
        <p:nvSpPr>
          <p:cNvPr id="583" name="Google Shape;583;p74"/>
          <p:cNvSpPr txBox="1"/>
          <p:nvPr/>
        </p:nvSpPr>
        <p:spPr>
          <a:xfrm>
            <a:off x="468300" y="1201225"/>
            <a:ext cx="15377400" cy="1070700"/>
          </a:xfrm>
          <a:prstGeom prst="rect">
            <a:avLst/>
          </a:prstGeom>
          <a:noFill/>
          <a:ln>
            <a:noFill/>
          </a:ln>
        </p:spPr>
        <p:txBody>
          <a:bodyPr spcFirstLastPara="1" wrap="square" lIns="156175" tIns="156175" rIns="156175" bIns="156175" anchor="t" anchorCtr="0">
            <a:noAutofit/>
          </a:bodyPr>
          <a:lstStyle/>
          <a:p>
            <a:pPr marL="0" lvl="0" indent="0" algn="l" rtl="0">
              <a:spcBef>
                <a:spcPts val="0"/>
              </a:spcBef>
              <a:spcAft>
                <a:spcPts val="0"/>
              </a:spcAft>
              <a:buNone/>
            </a:pPr>
            <a:r>
              <a:rPr lang="es-419" sz="7100">
                <a:latin typeface="Bebas Neue"/>
                <a:ea typeface="Bebas Neue"/>
                <a:cs typeface="Bebas Neue"/>
                <a:sym typeface="Bebas Neue"/>
              </a:rPr>
              <a:t>Presente activo indicativo</a:t>
            </a:r>
            <a:endParaRPr sz="7100">
              <a:latin typeface="Bebas Neue"/>
              <a:ea typeface="Bebas Neue"/>
              <a:cs typeface="Bebas Neue"/>
              <a:sym typeface="Bebas Neu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8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8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82">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82">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8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587"/>
        <p:cNvGrpSpPr/>
        <p:nvPr/>
      </p:nvGrpSpPr>
      <p:grpSpPr>
        <a:xfrm>
          <a:off x="0" y="0"/>
          <a:ext cx="0" cy="0"/>
          <a:chOff x="0" y="0"/>
          <a:chExt cx="0" cy="0"/>
        </a:xfrm>
      </p:grpSpPr>
      <p:graphicFrame>
        <p:nvGraphicFramePr>
          <p:cNvPr id="588" name="Google Shape;588;p75"/>
          <p:cNvGraphicFramePr/>
          <p:nvPr/>
        </p:nvGraphicFramePr>
        <p:xfrm>
          <a:off x="470275" y="3205588"/>
          <a:ext cx="11077325" cy="4952725"/>
        </p:xfrm>
        <a:graphic>
          <a:graphicData uri="http://schemas.openxmlformats.org/drawingml/2006/table">
            <a:tbl>
              <a:tblPr>
                <a:noFill/>
                <a:tableStyleId>{2B22CA8F-BFF6-4F2E-A46A-7FD96E287156}</a:tableStyleId>
              </a:tblPr>
              <a:tblGrid>
                <a:gridCol w="1141350">
                  <a:extLst>
                    <a:ext uri="{9D8B030D-6E8A-4147-A177-3AD203B41FA5}">
                      <a16:colId xmlns:a16="http://schemas.microsoft.com/office/drawing/2014/main" val="20000"/>
                    </a:ext>
                  </a:extLst>
                </a:gridCol>
                <a:gridCol w="5075525">
                  <a:extLst>
                    <a:ext uri="{9D8B030D-6E8A-4147-A177-3AD203B41FA5}">
                      <a16:colId xmlns:a16="http://schemas.microsoft.com/office/drawing/2014/main" val="20001"/>
                    </a:ext>
                  </a:extLst>
                </a:gridCol>
                <a:gridCol w="4860450">
                  <a:extLst>
                    <a:ext uri="{9D8B030D-6E8A-4147-A177-3AD203B41FA5}">
                      <a16:colId xmlns:a16="http://schemas.microsoft.com/office/drawing/2014/main" val="20002"/>
                    </a:ext>
                  </a:extLst>
                </a:gridCol>
              </a:tblGrid>
              <a:tr h="793900">
                <a:tc>
                  <a:txBody>
                    <a:bodyPr/>
                    <a:lstStyle/>
                    <a:p>
                      <a:pPr marL="0" lvl="0" indent="0" algn="l" rtl="0">
                        <a:spcBef>
                          <a:spcPts val="0"/>
                        </a:spcBef>
                        <a:spcAft>
                          <a:spcPts val="0"/>
                        </a:spcAft>
                        <a:buNone/>
                      </a:pPr>
                      <a:endParaRPr>
                        <a:solidFill>
                          <a:schemeClr val="lt1"/>
                        </a:solidFill>
                      </a:endParaRPr>
                    </a:p>
                  </a:txBody>
                  <a:tcPr marL="114300" marR="114300" marT="114300" marB="114300">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marR="0" lvl="0" indent="0" algn="l" rtl="0">
                        <a:lnSpc>
                          <a:spcPct val="115000"/>
                        </a:lnSpc>
                        <a:spcBef>
                          <a:spcPts val="1100"/>
                        </a:spcBef>
                        <a:spcAft>
                          <a:spcPts val="0"/>
                        </a:spcAft>
                        <a:buNone/>
                      </a:pPr>
                      <a:r>
                        <a:rPr lang="es-419" sz="3000">
                          <a:solidFill>
                            <a:schemeClr val="lt1"/>
                          </a:solidFill>
                          <a:latin typeface="Montserrat SemiBold"/>
                          <a:ea typeface="Montserrat SemiBold"/>
                          <a:cs typeface="Montserrat SemiBold"/>
                          <a:sym typeface="Montserrat SemiBold"/>
                        </a:rPr>
                        <a:t>SINGULAR</a:t>
                      </a:r>
                      <a:endParaRPr sz="3000">
                        <a:solidFill>
                          <a:schemeClr val="lt1"/>
                        </a:solidFill>
                        <a:latin typeface="Montserrat SemiBold"/>
                        <a:ea typeface="Montserrat SemiBold"/>
                        <a:cs typeface="Montserrat SemiBold"/>
                        <a:sym typeface="Montserrat SemiBold"/>
                      </a:endParaRPr>
                    </a:p>
                  </a:txBody>
                  <a:tcPr marL="114300" marR="114300" marT="114300" marB="114300">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marR="0" lvl="0" indent="0" algn="l" rtl="0">
                        <a:lnSpc>
                          <a:spcPct val="115000"/>
                        </a:lnSpc>
                        <a:spcBef>
                          <a:spcPts val="1100"/>
                        </a:spcBef>
                        <a:spcAft>
                          <a:spcPts val="0"/>
                        </a:spcAft>
                        <a:buNone/>
                      </a:pPr>
                      <a:r>
                        <a:rPr lang="es-419" sz="3000">
                          <a:solidFill>
                            <a:schemeClr val="lt1"/>
                          </a:solidFill>
                          <a:latin typeface="Montserrat SemiBold"/>
                          <a:ea typeface="Montserrat SemiBold"/>
                          <a:cs typeface="Montserrat SemiBold"/>
                          <a:sym typeface="Montserrat SemiBold"/>
                        </a:rPr>
                        <a:t>PLURAL</a:t>
                      </a:r>
                      <a:endParaRPr sz="3000">
                        <a:solidFill>
                          <a:schemeClr val="lt1"/>
                        </a:solidFill>
                        <a:latin typeface="Montserrat SemiBold"/>
                        <a:ea typeface="Montserrat SemiBold"/>
                        <a:cs typeface="Montserrat SemiBold"/>
                        <a:sym typeface="Montserrat SemiBold"/>
                      </a:endParaRPr>
                    </a:p>
                  </a:txBody>
                  <a:tcPr marL="114300" marR="114300" marT="114300" marB="114300">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extLst>
                  <a:ext uri="{0D108BD9-81ED-4DB2-BD59-A6C34878D82A}">
                    <a16:rowId xmlns:a16="http://schemas.microsoft.com/office/drawing/2014/main" val="10000"/>
                  </a:ext>
                </a:extLst>
              </a:tr>
              <a:tr h="1386275">
                <a:tc>
                  <a:txBody>
                    <a:bodyPr/>
                    <a:lstStyle/>
                    <a:p>
                      <a:pPr marL="0" marR="0" lvl="0" indent="0" algn="ctr" rtl="0">
                        <a:lnSpc>
                          <a:spcPct val="115000"/>
                        </a:lnSpc>
                        <a:spcBef>
                          <a:spcPts val="2200"/>
                        </a:spcBef>
                        <a:spcAft>
                          <a:spcPts val="1100"/>
                        </a:spcAft>
                        <a:buNone/>
                      </a:pPr>
                      <a:r>
                        <a:rPr lang="es-419" sz="2500">
                          <a:solidFill>
                            <a:schemeClr val="lt1"/>
                          </a:solidFill>
                          <a:latin typeface="Montserrat SemiBold"/>
                          <a:ea typeface="Montserrat SemiBold"/>
                          <a:cs typeface="Montserrat SemiBold"/>
                          <a:sym typeface="Montserrat SemiBold"/>
                        </a:rPr>
                        <a:t>1ra</a:t>
                      </a:r>
                      <a:endParaRPr sz="2500">
                        <a:solidFill>
                          <a:schemeClr val="lt1"/>
                        </a:solidFill>
                        <a:latin typeface="Montserrat SemiBold"/>
                        <a:ea typeface="Montserrat SemiBold"/>
                        <a:cs typeface="Montserrat SemiBold"/>
                        <a:sym typeface="Montserrat SemiBold"/>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1"/>
                  </a:ext>
                </a:extLst>
              </a:tr>
              <a:tr h="1386275">
                <a:tc>
                  <a:txBody>
                    <a:bodyPr/>
                    <a:lstStyle/>
                    <a:p>
                      <a:pPr marL="0" marR="0" lvl="0" indent="0" algn="ctr" rtl="0">
                        <a:lnSpc>
                          <a:spcPct val="115000"/>
                        </a:lnSpc>
                        <a:spcBef>
                          <a:spcPts val="2200"/>
                        </a:spcBef>
                        <a:spcAft>
                          <a:spcPts val="1100"/>
                        </a:spcAft>
                        <a:buNone/>
                      </a:pPr>
                      <a:r>
                        <a:rPr lang="es-419" sz="2500">
                          <a:solidFill>
                            <a:schemeClr val="lt1"/>
                          </a:solidFill>
                          <a:latin typeface="Montserrat SemiBold"/>
                          <a:ea typeface="Montserrat SemiBold"/>
                          <a:cs typeface="Montserrat SemiBold"/>
                          <a:sym typeface="Montserrat SemiBold"/>
                        </a:rPr>
                        <a:t>2da</a:t>
                      </a:r>
                      <a:endParaRPr sz="2500">
                        <a:solidFill>
                          <a:schemeClr val="lt1"/>
                        </a:solidFill>
                        <a:latin typeface="Montserrat SemiBold"/>
                        <a:ea typeface="Montserrat SemiBold"/>
                        <a:cs typeface="Montserrat SemiBold"/>
                        <a:sym typeface="Montserrat SemiBold"/>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2"/>
                  </a:ext>
                </a:extLst>
              </a:tr>
              <a:tr h="1386275">
                <a:tc>
                  <a:txBody>
                    <a:bodyPr/>
                    <a:lstStyle/>
                    <a:p>
                      <a:pPr marL="0" marR="0" lvl="0" indent="0" algn="ctr" rtl="0">
                        <a:lnSpc>
                          <a:spcPct val="115000"/>
                        </a:lnSpc>
                        <a:spcBef>
                          <a:spcPts val="2200"/>
                        </a:spcBef>
                        <a:spcAft>
                          <a:spcPts val="1100"/>
                        </a:spcAft>
                        <a:buNone/>
                      </a:pPr>
                      <a:r>
                        <a:rPr lang="es-419" sz="2500">
                          <a:solidFill>
                            <a:schemeClr val="lt1"/>
                          </a:solidFill>
                          <a:latin typeface="Montserrat SemiBold"/>
                          <a:ea typeface="Montserrat SemiBold"/>
                          <a:cs typeface="Montserrat SemiBold"/>
                          <a:sym typeface="Montserrat SemiBold"/>
                        </a:rPr>
                        <a:t>3ra</a:t>
                      </a:r>
                      <a:endParaRPr sz="2500">
                        <a:solidFill>
                          <a:schemeClr val="lt1"/>
                        </a:solidFill>
                        <a:latin typeface="Montserrat SemiBold"/>
                        <a:ea typeface="Montserrat SemiBold"/>
                        <a:cs typeface="Montserrat SemiBold"/>
                        <a:sym typeface="Montserrat SemiBold"/>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589" name="Google Shape;589;p75"/>
          <p:cNvSpPr txBox="1"/>
          <p:nvPr/>
        </p:nvSpPr>
        <p:spPr>
          <a:xfrm>
            <a:off x="1598100" y="3819830"/>
            <a:ext cx="3719100" cy="4236600"/>
          </a:xfrm>
          <a:prstGeom prst="rect">
            <a:avLst/>
          </a:prstGeom>
          <a:noFill/>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s-419" sz="4600" dirty="0" err="1">
                <a:latin typeface="GFS Didot"/>
                <a:ea typeface="GFS Didot"/>
                <a:cs typeface="GFS Didot"/>
                <a:sym typeface="GFS Didot"/>
              </a:rPr>
              <a:t>ἤσθιον</a:t>
            </a:r>
            <a:endParaRPr sz="4600" dirty="0">
              <a:latin typeface="GFS Didot"/>
              <a:ea typeface="GFS Didot"/>
              <a:cs typeface="GFS Didot"/>
              <a:sym typeface="GFS Didot"/>
            </a:endParaRPr>
          </a:p>
          <a:p>
            <a:pPr marL="0" lvl="0" indent="0" algn="l" rtl="0">
              <a:lnSpc>
                <a:spcPct val="200000"/>
              </a:lnSpc>
              <a:spcBef>
                <a:spcPts val="0"/>
              </a:spcBef>
              <a:spcAft>
                <a:spcPts val="0"/>
              </a:spcAft>
              <a:buNone/>
            </a:pPr>
            <a:r>
              <a:rPr lang="es-419" sz="4600" dirty="0" err="1">
                <a:latin typeface="GFS Didot"/>
                <a:ea typeface="GFS Didot"/>
                <a:cs typeface="GFS Didot"/>
                <a:sym typeface="GFS Didot"/>
              </a:rPr>
              <a:t>ἤσθιες</a:t>
            </a:r>
            <a:endParaRPr sz="4600" dirty="0">
              <a:latin typeface="GFS Didot"/>
              <a:ea typeface="GFS Didot"/>
              <a:cs typeface="GFS Didot"/>
              <a:sym typeface="GFS Didot"/>
            </a:endParaRPr>
          </a:p>
          <a:p>
            <a:pPr marL="0" lvl="0" indent="0" algn="l" rtl="0">
              <a:lnSpc>
                <a:spcPct val="200000"/>
              </a:lnSpc>
              <a:spcBef>
                <a:spcPts val="0"/>
              </a:spcBef>
              <a:spcAft>
                <a:spcPts val="0"/>
              </a:spcAft>
              <a:buNone/>
            </a:pPr>
            <a:r>
              <a:rPr lang="es-419" sz="4600" dirty="0" err="1">
                <a:latin typeface="GFS Didot"/>
                <a:ea typeface="GFS Didot"/>
                <a:cs typeface="GFS Didot"/>
                <a:sym typeface="GFS Didot"/>
              </a:rPr>
              <a:t>ἤσθιει</a:t>
            </a:r>
            <a:endParaRPr sz="4600" dirty="0">
              <a:latin typeface="GFS Didot"/>
              <a:ea typeface="GFS Didot"/>
              <a:cs typeface="GFS Didot"/>
              <a:sym typeface="GFS Didot"/>
            </a:endParaRPr>
          </a:p>
        </p:txBody>
      </p:sp>
      <p:sp>
        <p:nvSpPr>
          <p:cNvPr id="590" name="Google Shape;590;p75"/>
          <p:cNvSpPr txBox="1"/>
          <p:nvPr/>
        </p:nvSpPr>
        <p:spPr>
          <a:xfrm>
            <a:off x="6703500" y="3819830"/>
            <a:ext cx="3574800" cy="4236600"/>
          </a:xfrm>
          <a:prstGeom prst="rect">
            <a:avLst/>
          </a:prstGeom>
          <a:noFill/>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s-419" sz="4600">
                <a:latin typeface="GFS Didot"/>
                <a:ea typeface="GFS Didot"/>
                <a:cs typeface="GFS Didot"/>
                <a:sym typeface="GFS Didot"/>
              </a:rPr>
              <a:t>ἠσθίομεν</a:t>
            </a:r>
            <a:endParaRPr sz="4600">
              <a:latin typeface="GFS Didot"/>
              <a:ea typeface="GFS Didot"/>
              <a:cs typeface="GFS Didot"/>
              <a:sym typeface="GFS Didot"/>
            </a:endParaRPr>
          </a:p>
          <a:p>
            <a:pPr marL="0" lvl="0" indent="0" algn="l" rtl="0">
              <a:lnSpc>
                <a:spcPct val="200000"/>
              </a:lnSpc>
              <a:spcBef>
                <a:spcPts val="0"/>
              </a:spcBef>
              <a:spcAft>
                <a:spcPts val="0"/>
              </a:spcAft>
              <a:buNone/>
            </a:pPr>
            <a:r>
              <a:rPr lang="es-419" sz="4600">
                <a:latin typeface="GFS Didot"/>
                <a:ea typeface="GFS Didot"/>
                <a:cs typeface="GFS Didot"/>
                <a:sym typeface="GFS Didot"/>
              </a:rPr>
              <a:t>ἠσθίετε</a:t>
            </a:r>
            <a:endParaRPr sz="4600">
              <a:latin typeface="GFS Didot"/>
              <a:ea typeface="GFS Didot"/>
              <a:cs typeface="GFS Didot"/>
              <a:sym typeface="GFS Didot"/>
            </a:endParaRPr>
          </a:p>
          <a:p>
            <a:pPr marL="0" lvl="0" indent="0" algn="l" rtl="0">
              <a:lnSpc>
                <a:spcPct val="200000"/>
              </a:lnSpc>
              <a:spcBef>
                <a:spcPts val="0"/>
              </a:spcBef>
              <a:spcAft>
                <a:spcPts val="0"/>
              </a:spcAft>
              <a:buNone/>
            </a:pPr>
            <a:r>
              <a:rPr lang="es-419" sz="4600">
                <a:latin typeface="GFS Didot"/>
                <a:ea typeface="GFS Didot"/>
                <a:cs typeface="GFS Didot"/>
                <a:sym typeface="GFS Didot"/>
              </a:rPr>
              <a:t>ἤσθιον</a:t>
            </a:r>
            <a:endParaRPr sz="4600">
              <a:latin typeface="GFS Didot"/>
              <a:ea typeface="GFS Didot"/>
              <a:cs typeface="GFS Didot"/>
              <a:sym typeface="GFS Didot"/>
            </a:endParaRPr>
          </a:p>
        </p:txBody>
      </p:sp>
      <p:sp>
        <p:nvSpPr>
          <p:cNvPr id="591" name="Google Shape;591;p75"/>
          <p:cNvSpPr txBox="1"/>
          <p:nvPr/>
        </p:nvSpPr>
        <p:spPr>
          <a:xfrm>
            <a:off x="468300" y="1201225"/>
            <a:ext cx="15377400" cy="1070700"/>
          </a:xfrm>
          <a:prstGeom prst="rect">
            <a:avLst/>
          </a:prstGeom>
          <a:noFill/>
          <a:ln>
            <a:noFill/>
          </a:ln>
        </p:spPr>
        <p:txBody>
          <a:bodyPr spcFirstLastPara="1" wrap="square" lIns="156175" tIns="156175" rIns="156175" bIns="156175" anchor="t" anchorCtr="0">
            <a:noAutofit/>
          </a:bodyPr>
          <a:lstStyle/>
          <a:p>
            <a:pPr marL="0" lvl="0" indent="0" algn="l" rtl="0">
              <a:spcBef>
                <a:spcPts val="0"/>
              </a:spcBef>
              <a:spcAft>
                <a:spcPts val="0"/>
              </a:spcAft>
              <a:buNone/>
            </a:pPr>
            <a:r>
              <a:rPr lang="es-419" sz="7100">
                <a:latin typeface="Bebas Neue"/>
                <a:ea typeface="Bebas Neue"/>
                <a:cs typeface="Bebas Neue"/>
                <a:sym typeface="Bebas Neue"/>
              </a:rPr>
              <a:t>IMPERFECTO activo indicativo</a:t>
            </a:r>
            <a:endParaRPr sz="7100">
              <a:latin typeface="Bebas Neue"/>
              <a:ea typeface="Bebas Neue"/>
              <a:cs typeface="Bebas Neue"/>
              <a:sym typeface="Bebas Neu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8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8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90">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90">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9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595"/>
        <p:cNvGrpSpPr/>
        <p:nvPr/>
      </p:nvGrpSpPr>
      <p:grpSpPr>
        <a:xfrm>
          <a:off x="0" y="0"/>
          <a:ext cx="0" cy="0"/>
          <a:chOff x="0" y="0"/>
          <a:chExt cx="0" cy="0"/>
        </a:xfrm>
      </p:grpSpPr>
      <p:graphicFrame>
        <p:nvGraphicFramePr>
          <p:cNvPr id="596" name="Google Shape;596;p76"/>
          <p:cNvGraphicFramePr/>
          <p:nvPr/>
        </p:nvGraphicFramePr>
        <p:xfrm>
          <a:off x="470275" y="3205588"/>
          <a:ext cx="11077325" cy="4952725"/>
        </p:xfrm>
        <a:graphic>
          <a:graphicData uri="http://schemas.openxmlformats.org/drawingml/2006/table">
            <a:tbl>
              <a:tblPr>
                <a:noFill/>
                <a:tableStyleId>{2B22CA8F-BFF6-4F2E-A46A-7FD96E287156}</a:tableStyleId>
              </a:tblPr>
              <a:tblGrid>
                <a:gridCol w="1141350">
                  <a:extLst>
                    <a:ext uri="{9D8B030D-6E8A-4147-A177-3AD203B41FA5}">
                      <a16:colId xmlns:a16="http://schemas.microsoft.com/office/drawing/2014/main" val="20000"/>
                    </a:ext>
                  </a:extLst>
                </a:gridCol>
                <a:gridCol w="5075525">
                  <a:extLst>
                    <a:ext uri="{9D8B030D-6E8A-4147-A177-3AD203B41FA5}">
                      <a16:colId xmlns:a16="http://schemas.microsoft.com/office/drawing/2014/main" val="20001"/>
                    </a:ext>
                  </a:extLst>
                </a:gridCol>
                <a:gridCol w="4860450">
                  <a:extLst>
                    <a:ext uri="{9D8B030D-6E8A-4147-A177-3AD203B41FA5}">
                      <a16:colId xmlns:a16="http://schemas.microsoft.com/office/drawing/2014/main" val="20002"/>
                    </a:ext>
                  </a:extLst>
                </a:gridCol>
              </a:tblGrid>
              <a:tr h="793900">
                <a:tc>
                  <a:txBody>
                    <a:bodyPr/>
                    <a:lstStyle/>
                    <a:p>
                      <a:pPr marL="0" lvl="0" indent="0" algn="l" rtl="0">
                        <a:spcBef>
                          <a:spcPts val="0"/>
                        </a:spcBef>
                        <a:spcAft>
                          <a:spcPts val="0"/>
                        </a:spcAft>
                        <a:buNone/>
                      </a:pPr>
                      <a:endParaRPr>
                        <a:solidFill>
                          <a:schemeClr val="lt1"/>
                        </a:solidFill>
                      </a:endParaRPr>
                    </a:p>
                  </a:txBody>
                  <a:tcPr marL="114300" marR="114300" marT="114300" marB="114300">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marR="0" lvl="0" indent="0" algn="l" rtl="0">
                        <a:lnSpc>
                          <a:spcPct val="115000"/>
                        </a:lnSpc>
                        <a:spcBef>
                          <a:spcPts val="1100"/>
                        </a:spcBef>
                        <a:spcAft>
                          <a:spcPts val="0"/>
                        </a:spcAft>
                        <a:buNone/>
                      </a:pPr>
                      <a:r>
                        <a:rPr lang="es-419" sz="3000">
                          <a:solidFill>
                            <a:schemeClr val="lt1"/>
                          </a:solidFill>
                          <a:latin typeface="Montserrat SemiBold"/>
                          <a:ea typeface="Montserrat SemiBold"/>
                          <a:cs typeface="Montserrat SemiBold"/>
                          <a:sym typeface="Montserrat SemiBold"/>
                        </a:rPr>
                        <a:t>SINGULAR</a:t>
                      </a:r>
                      <a:endParaRPr sz="3000">
                        <a:solidFill>
                          <a:schemeClr val="lt1"/>
                        </a:solidFill>
                        <a:latin typeface="Montserrat SemiBold"/>
                        <a:ea typeface="Montserrat SemiBold"/>
                        <a:cs typeface="Montserrat SemiBold"/>
                        <a:sym typeface="Montserrat SemiBold"/>
                      </a:endParaRPr>
                    </a:p>
                  </a:txBody>
                  <a:tcPr marL="114300" marR="114300" marT="114300" marB="114300">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marR="0" lvl="0" indent="0" algn="l" rtl="0">
                        <a:lnSpc>
                          <a:spcPct val="115000"/>
                        </a:lnSpc>
                        <a:spcBef>
                          <a:spcPts val="1100"/>
                        </a:spcBef>
                        <a:spcAft>
                          <a:spcPts val="0"/>
                        </a:spcAft>
                        <a:buNone/>
                      </a:pPr>
                      <a:r>
                        <a:rPr lang="es-419" sz="3000">
                          <a:solidFill>
                            <a:schemeClr val="lt1"/>
                          </a:solidFill>
                          <a:latin typeface="Montserrat SemiBold"/>
                          <a:ea typeface="Montserrat SemiBold"/>
                          <a:cs typeface="Montserrat SemiBold"/>
                          <a:sym typeface="Montserrat SemiBold"/>
                        </a:rPr>
                        <a:t>PLURAL</a:t>
                      </a:r>
                      <a:endParaRPr sz="3000">
                        <a:solidFill>
                          <a:schemeClr val="lt1"/>
                        </a:solidFill>
                        <a:latin typeface="Montserrat SemiBold"/>
                        <a:ea typeface="Montserrat SemiBold"/>
                        <a:cs typeface="Montserrat SemiBold"/>
                        <a:sym typeface="Montserrat SemiBold"/>
                      </a:endParaRPr>
                    </a:p>
                  </a:txBody>
                  <a:tcPr marL="114300" marR="114300" marT="114300" marB="114300">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extLst>
                  <a:ext uri="{0D108BD9-81ED-4DB2-BD59-A6C34878D82A}">
                    <a16:rowId xmlns:a16="http://schemas.microsoft.com/office/drawing/2014/main" val="10000"/>
                  </a:ext>
                </a:extLst>
              </a:tr>
              <a:tr h="1386275">
                <a:tc>
                  <a:txBody>
                    <a:bodyPr/>
                    <a:lstStyle/>
                    <a:p>
                      <a:pPr marL="0" marR="0" lvl="0" indent="0" algn="ctr" rtl="0">
                        <a:lnSpc>
                          <a:spcPct val="115000"/>
                        </a:lnSpc>
                        <a:spcBef>
                          <a:spcPts val="2200"/>
                        </a:spcBef>
                        <a:spcAft>
                          <a:spcPts val="1100"/>
                        </a:spcAft>
                        <a:buNone/>
                      </a:pPr>
                      <a:r>
                        <a:rPr lang="es-419" sz="2500">
                          <a:solidFill>
                            <a:schemeClr val="lt1"/>
                          </a:solidFill>
                          <a:latin typeface="Montserrat SemiBold"/>
                          <a:ea typeface="Montserrat SemiBold"/>
                          <a:cs typeface="Montserrat SemiBold"/>
                          <a:sym typeface="Montserrat SemiBold"/>
                        </a:rPr>
                        <a:t>1ra</a:t>
                      </a:r>
                      <a:endParaRPr sz="2500">
                        <a:solidFill>
                          <a:schemeClr val="lt1"/>
                        </a:solidFill>
                        <a:latin typeface="Montserrat SemiBold"/>
                        <a:ea typeface="Montserrat SemiBold"/>
                        <a:cs typeface="Montserrat SemiBold"/>
                        <a:sym typeface="Montserrat SemiBold"/>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1"/>
                  </a:ext>
                </a:extLst>
              </a:tr>
              <a:tr h="1386275">
                <a:tc>
                  <a:txBody>
                    <a:bodyPr/>
                    <a:lstStyle/>
                    <a:p>
                      <a:pPr marL="0" marR="0" lvl="0" indent="0" algn="ctr" rtl="0">
                        <a:lnSpc>
                          <a:spcPct val="115000"/>
                        </a:lnSpc>
                        <a:spcBef>
                          <a:spcPts val="2200"/>
                        </a:spcBef>
                        <a:spcAft>
                          <a:spcPts val="1100"/>
                        </a:spcAft>
                        <a:buNone/>
                      </a:pPr>
                      <a:r>
                        <a:rPr lang="es-419" sz="2500">
                          <a:solidFill>
                            <a:schemeClr val="lt1"/>
                          </a:solidFill>
                          <a:latin typeface="Montserrat SemiBold"/>
                          <a:ea typeface="Montserrat SemiBold"/>
                          <a:cs typeface="Montserrat SemiBold"/>
                          <a:sym typeface="Montserrat SemiBold"/>
                        </a:rPr>
                        <a:t>2da</a:t>
                      </a:r>
                      <a:endParaRPr sz="2500">
                        <a:solidFill>
                          <a:schemeClr val="lt1"/>
                        </a:solidFill>
                        <a:latin typeface="Montserrat SemiBold"/>
                        <a:ea typeface="Montserrat SemiBold"/>
                        <a:cs typeface="Montserrat SemiBold"/>
                        <a:sym typeface="Montserrat SemiBold"/>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2"/>
                  </a:ext>
                </a:extLst>
              </a:tr>
              <a:tr h="1386275">
                <a:tc>
                  <a:txBody>
                    <a:bodyPr/>
                    <a:lstStyle/>
                    <a:p>
                      <a:pPr marL="0" marR="0" lvl="0" indent="0" algn="ctr" rtl="0">
                        <a:lnSpc>
                          <a:spcPct val="115000"/>
                        </a:lnSpc>
                        <a:spcBef>
                          <a:spcPts val="2200"/>
                        </a:spcBef>
                        <a:spcAft>
                          <a:spcPts val="1100"/>
                        </a:spcAft>
                        <a:buNone/>
                      </a:pPr>
                      <a:r>
                        <a:rPr lang="es-419" sz="2500">
                          <a:solidFill>
                            <a:schemeClr val="lt1"/>
                          </a:solidFill>
                          <a:latin typeface="Montserrat SemiBold"/>
                          <a:ea typeface="Montserrat SemiBold"/>
                          <a:cs typeface="Montserrat SemiBold"/>
                          <a:sym typeface="Montserrat SemiBold"/>
                        </a:rPr>
                        <a:t>3ra</a:t>
                      </a:r>
                      <a:endParaRPr sz="2500">
                        <a:solidFill>
                          <a:schemeClr val="lt1"/>
                        </a:solidFill>
                        <a:latin typeface="Montserrat SemiBold"/>
                        <a:ea typeface="Montserrat SemiBold"/>
                        <a:cs typeface="Montserrat SemiBold"/>
                        <a:sym typeface="Montserrat SemiBold"/>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597" name="Google Shape;597;p76"/>
          <p:cNvSpPr txBox="1"/>
          <p:nvPr/>
        </p:nvSpPr>
        <p:spPr>
          <a:xfrm>
            <a:off x="1598100" y="3792535"/>
            <a:ext cx="3719100" cy="4236600"/>
          </a:xfrm>
          <a:prstGeom prst="rect">
            <a:avLst/>
          </a:prstGeom>
          <a:noFill/>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s-419" sz="4600" dirty="0" err="1">
                <a:latin typeface="GFS Didot"/>
                <a:ea typeface="GFS Didot"/>
                <a:cs typeface="GFS Didot"/>
                <a:sym typeface="GFS Didot"/>
              </a:rPr>
              <a:t>ἔφ</a:t>
            </a:r>
            <a:r>
              <a:rPr lang="es-419" sz="4600" dirty="0">
                <a:latin typeface="GFS Didot"/>
                <a:ea typeface="GFS Didot"/>
                <a:cs typeface="GFS Didot"/>
                <a:sym typeface="GFS Didot"/>
              </a:rPr>
              <a:t>αγον</a:t>
            </a:r>
            <a:endParaRPr sz="4600" dirty="0">
              <a:latin typeface="GFS Didot"/>
              <a:ea typeface="GFS Didot"/>
              <a:cs typeface="GFS Didot"/>
              <a:sym typeface="GFS Didot"/>
            </a:endParaRPr>
          </a:p>
          <a:p>
            <a:pPr marL="0" lvl="0" indent="0" algn="l" rtl="0">
              <a:lnSpc>
                <a:spcPct val="200000"/>
              </a:lnSpc>
              <a:spcBef>
                <a:spcPts val="0"/>
              </a:spcBef>
              <a:spcAft>
                <a:spcPts val="0"/>
              </a:spcAft>
              <a:buNone/>
            </a:pPr>
            <a:r>
              <a:rPr lang="es-419" sz="4600" dirty="0" err="1">
                <a:latin typeface="GFS Didot"/>
                <a:ea typeface="GFS Didot"/>
                <a:cs typeface="GFS Didot"/>
                <a:sym typeface="GFS Didot"/>
              </a:rPr>
              <a:t>ἔφ</a:t>
            </a:r>
            <a:r>
              <a:rPr lang="es-419" sz="4600" dirty="0">
                <a:latin typeface="GFS Didot"/>
                <a:ea typeface="GFS Didot"/>
                <a:cs typeface="GFS Didot"/>
                <a:sym typeface="GFS Didot"/>
              </a:rPr>
              <a:t>αγες</a:t>
            </a:r>
            <a:endParaRPr sz="4600" dirty="0">
              <a:latin typeface="GFS Didot"/>
              <a:ea typeface="GFS Didot"/>
              <a:cs typeface="GFS Didot"/>
              <a:sym typeface="GFS Didot"/>
            </a:endParaRPr>
          </a:p>
          <a:p>
            <a:pPr marL="0" lvl="0" indent="0" algn="l" rtl="0">
              <a:lnSpc>
                <a:spcPct val="200000"/>
              </a:lnSpc>
              <a:spcBef>
                <a:spcPts val="0"/>
              </a:spcBef>
              <a:spcAft>
                <a:spcPts val="0"/>
              </a:spcAft>
              <a:buNone/>
            </a:pPr>
            <a:r>
              <a:rPr lang="es-419" sz="4600" dirty="0" err="1">
                <a:latin typeface="GFS Didot"/>
                <a:ea typeface="GFS Didot"/>
                <a:cs typeface="GFS Didot"/>
                <a:sym typeface="GFS Didot"/>
              </a:rPr>
              <a:t>ἔφ</a:t>
            </a:r>
            <a:r>
              <a:rPr lang="es-419" sz="4600" dirty="0">
                <a:latin typeface="GFS Didot"/>
                <a:ea typeface="GFS Didot"/>
                <a:cs typeface="GFS Didot"/>
                <a:sym typeface="GFS Didot"/>
              </a:rPr>
              <a:t>αγε(ν)</a:t>
            </a:r>
            <a:endParaRPr sz="4600" dirty="0">
              <a:latin typeface="GFS Didot"/>
              <a:ea typeface="GFS Didot"/>
              <a:cs typeface="GFS Didot"/>
              <a:sym typeface="GFS Didot"/>
            </a:endParaRPr>
          </a:p>
        </p:txBody>
      </p:sp>
      <p:sp>
        <p:nvSpPr>
          <p:cNvPr id="598" name="Google Shape;598;p76"/>
          <p:cNvSpPr txBox="1"/>
          <p:nvPr/>
        </p:nvSpPr>
        <p:spPr>
          <a:xfrm>
            <a:off x="6703500" y="3792535"/>
            <a:ext cx="3574800" cy="4236600"/>
          </a:xfrm>
          <a:prstGeom prst="rect">
            <a:avLst/>
          </a:prstGeom>
          <a:noFill/>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s-419" sz="4600">
                <a:latin typeface="GFS Didot"/>
                <a:ea typeface="GFS Didot"/>
                <a:cs typeface="GFS Didot"/>
                <a:sym typeface="GFS Didot"/>
              </a:rPr>
              <a:t>ἔφαγομεν</a:t>
            </a:r>
            <a:endParaRPr sz="4600">
              <a:latin typeface="GFS Didot"/>
              <a:ea typeface="GFS Didot"/>
              <a:cs typeface="GFS Didot"/>
              <a:sym typeface="GFS Didot"/>
            </a:endParaRPr>
          </a:p>
          <a:p>
            <a:pPr marL="0" lvl="0" indent="0" algn="l" rtl="0">
              <a:lnSpc>
                <a:spcPct val="200000"/>
              </a:lnSpc>
              <a:spcBef>
                <a:spcPts val="0"/>
              </a:spcBef>
              <a:spcAft>
                <a:spcPts val="0"/>
              </a:spcAft>
              <a:buNone/>
            </a:pPr>
            <a:r>
              <a:rPr lang="es-419" sz="4600">
                <a:latin typeface="GFS Didot"/>
                <a:ea typeface="GFS Didot"/>
                <a:cs typeface="GFS Didot"/>
                <a:sym typeface="GFS Didot"/>
              </a:rPr>
              <a:t>ἔφαγετε</a:t>
            </a:r>
            <a:endParaRPr sz="4600">
              <a:latin typeface="GFS Didot"/>
              <a:ea typeface="GFS Didot"/>
              <a:cs typeface="GFS Didot"/>
              <a:sym typeface="GFS Didot"/>
            </a:endParaRPr>
          </a:p>
          <a:p>
            <a:pPr marL="0" lvl="0" indent="0" algn="l" rtl="0">
              <a:lnSpc>
                <a:spcPct val="200000"/>
              </a:lnSpc>
              <a:spcBef>
                <a:spcPts val="0"/>
              </a:spcBef>
              <a:spcAft>
                <a:spcPts val="0"/>
              </a:spcAft>
              <a:buNone/>
            </a:pPr>
            <a:r>
              <a:rPr lang="es-419" sz="4600">
                <a:latin typeface="GFS Didot"/>
                <a:ea typeface="GFS Didot"/>
                <a:cs typeface="GFS Didot"/>
                <a:sym typeface="GFS Didot"/>
              </a:rPr>
              <a:t>ἔφαγον</a:t>
            </a:r>
            <a:endParaRPr sz="4600">
              <a:latin typeface="GFS Didot"/>
              <a:ea typeface="GFS Didot"/>
              <a:cs typeface="GFS Didot"/>
              <a:sym typeface="GFS Didot"/>
            </a:endParaRPr>
          </a:p>
        </p:txBody>
      </p:sp>
      <p:sp>
        <p:nvSpPr>
          <p:cNvPr id="599" name="Google Shape;599;p76"/>
          <p:cNvSpPr txBox="1"/>
          <p:nvPr/>
        </p:nvSpPr>
        <p:spPr>
          <a:xfrm>
            <a:off x="468300" y="1201225"/>
            <a:ext cx="15377400" cy="1070700"/>
          </a:xfrm>
          <a:prstGeom prst="rect">
            <a:avLst/>
          </a:prstGeom>
          <a:noFill/>
          <a:ln>
            <a:noFill/>
          </a:ln>
        </p:spPr>
        <p:txBody>
          <a:bodyPr spcFirstLastPara="1" wrap="square" lIns="156175" tIns="156175" rIns="156175" bIns="156175" anchor="t" anchorCtr="0">
            <a:noAutofit/>
          </a:bodyPr>
          <a:lstStyle/>
          <a:p>
            <a:pPr marL="0" lvl="0" indent="0" algn="l" rtl="0">
              <a:spcBef>
                <a:spcPts val="0"/>
              </a:spcBef>
              <a:spcAft>
                <a:spcPts val="0"/>
              </a:spcAft>
              <a:buNone/>
            </a:pPr>
            <a:r>
              <a:rPr lang="es-419" sz="7100">
                <a:latin typeface="Bebas Neue"/>
                <a:ea typeface="Bebas Neue"/>
                <a:cs typeface="Bebas Neue"/>
                <a:sym typeface="Bebas Neue"/>
              </a:rPr>
              <a:t>AORISTO activo indicativo</a:t>
            </a:r>
            <a:endParaRPr sz="7100">
              <a:latin typeface="Bebas Neue"/>
              <a:ea typeface="Bebas Neue"/>
              <a:cs typeface="Bebas Neue"/>
              <a:sym typeface="Bebas Neu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9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9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98">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98">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9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603"/>
        <p:cNvGrpSpPr/>
        <p:nvPr/>
      </p:nvGrpSpPr>
      <p:grpSpPr>
        <a:xfrm>
          <a:off x="0" y="0"/>
          <a:ext cx="0" cy="0"/>
          <a:chOff x="0" y="0"/>
          <a:chExt cx="0" cy="0"/>
        </a:xfrm>
      </p:grpSpPr>
      <p:graphicFrame>
        <p:nvGraphicFramePr>
          <p:cNvPr id="604" name="Google Shape;604;p77"/>
          <p:cNvGraphicFramePr/>
          <p:nvPr/>
        </p:nvGraphicFramePr>
        <p:xfrm>
          <a:off x="470275" y="3205588"/>
          <a:ext cx="11077325" cy="4952725"/>
        </p:xfrm>
        <a:graphic>
          <a:graphicData uri="http://schemas.openxmlformats.org/drawingml/2006/table">
            <a:tbl>
              <a:tblPr>
                <a:noFill/>
                <a:tableStyleId>{2B22CA8F-BFF6-4F2E-A46A-7FD96E287156}</a:tableStyleId>
              </a:tblPr>
              <a:tblGrid>
                <a:gridCol w="1141350">
                  <a:extLst>
                    <a:ext uri="{9D8B030D-6E8A-4147-A177-3AD203B41FA5}">
                      <a16:colId xmlns:a16="http://schemas.microsoft.com/office/drawing/2014/main" val="20000"/>
                    </a:ext>
                  </a:extLst>
                </a:gridCol>
                <a:gridCol w="5075525">
                  <a:extLst>
                    <a:ext uri="{9D8B030D-6E8A-4147-A177-3AD203B41FA5}">
                      <a16:colId xmlns:a16="http://schemas.microsoft.com/office/drawing/2014/main" val="20001"/>
                    </a:ext>
                  </a:extLst>
                </a:gridCol>
                <a:gridCol w="4860450">
                  <a:extLst>
                    <a:ext uri="{9D8B030D-6E8A-4147-A177-3AD203B41FA5}">
                      <a16:colId xmlns:a16="http://schemas.microsoft.com/office/drawing/2014/main" val="20002"/>
                    </a:ext>
                  </a:extLst>
                </a:gridCol>
              </a:tblGrid>
              <a:tr h="793900">
                <a:tc>
                  <a:txBody>
                    <a:bodyPr/>
                    <a:lstStyle/>
                    <a:p>
                      <a:pPr marL="0" lvl="0" indent="0" algn="l" rtl="0">
                        <a:spcBef>
                          <a:spcPts val="0"/>
                        </a:spcBef>
                        <a:spcAft>
                          <a:spcPts val="0"/>
                        </a:spcAft>
                        <a:buNone/>
                      </a:pPr>
                      <a:endParaRPr>
                        <a:solidFill>
                          <a:schemeClr val="lt1"/>
                        </a:solidFill>
                      </a:endParaRPr>
                    </a:p>
                  </a:txBody>
                  <a:tcPr marL="114300" marR="114300" marT="114300" marB="114300">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marR="0" lvl="0" indent="0" algn="l" rtl="0">
                        <a:lnSpc>
                          <a:spcPct val="115000"/>
                        </a:lnSpc>
                        <a:spcBef>
                          <a:spcPts val="1100"/>
                        </a:spcBef>
                        <a:spcAft>
                          <a:spcPts val="0"/>
                        </a:spcAft>
                        <a:buNone/>
                      </a:pPr>
                      <a:r>
                        <a:rPr lang="es-419" sz="3000">
                          <a:solidFill>
                            <a:schemeClr val="lt1"/>
                          </a:solidFill>
                          <a:latin typeface="Montserrat SemiBold"/>
                          <a:ea typeface="Montserrat SemiBold"/>
                          <a:cs typeface="Montserrat SemiBold"/>
                          <a:sym typeface="Montserrat SemiBold"/>
                        </a:rPr>
                        <a:t>SINGULAR</a:t>
                      </a:r>
                      <a:endParaRPr sz="3000">
                        <a:solidFill>
                          <a:schemeClr val="lt1"/>
                        </a:solidFill>
                        <a:latin typeface="Montserrat SemiBold"/>
                        <a:ea typeface="Montserrat SemiBold"/>
                        <a:cs typeface="Montserrat SemiBold"/>
                        <a:sym typeface="Montserrat SemiBold"/>
                      </a:endParaRPr>
                    </a:p>
                  </a:txBody>
                  <a:tcPr marL="114300" marR="114300" marT="114300" marB="114300">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marR="0" lvl="0" indent="0" algn="l" rtl="0">
                        <a:lnSpc>
                          <a:spcPct val="115000"/>
                        </a:lnSpc>
                        <a:spcBef>
                          <a:spcPts val="1100"/>
                        </a:spcBef>
                        <a:spcAft>
                          <a:spcPts val="0"/>
                        </a:spcAft>
                        <a:buNone/>
                      </a:pPr>
                      <a:r>
                        <a:rPr lang="es-419" sz="3000">
                          <a:solidFill>
                            <a:schemeClr val="lt1"/>
                          </a:solidFill>
                          <a:latin typeface="Montserrat SemiBold"/>
                          <a:ea typeface="Montserrat SemiBold"/>
                          <a:cs typeface="Montserrat SemiBold"/>
                          <a:sym typeface="Montserrat SemiBold"/>
                        </a:rPr>
                        <a:t>PLURAL</a:t>
                      </a:r>
                      <a:endParaRPr sz="3000">
                        <a:solidFill>
                          <a:schemeClr val="lt1"/>
                        </a:solidFill>
                        <a:latin typeface="Montserrat SemiBold"/>
                        <a:ea typeface="Montserrat SemiBold"/>
                        <a:cs typeface="Montserrat SemiBold"/>
                        <a:sym typeface="Montserrat SemiBold"/>
                      </a:endParaRPr>
                    </a:p>
                  </a:txBody>
                  <a:tcPr marL="114300" marR="114300" marT="114300" marB="114300">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extLst>
                  <a:ext uri="{0D108BD9-81ED-4DB2-BD59-A6C34878D82A}">
                    <a16:rowId xmlns:a16="http://schemas.microsoft.com/office/drawing/2014/main" val="10000"/>
                  </a:ext>
                </a:extLst>
              </a:tr>
              <a:tr h="1386275">
                <a:tc>
                  <a:txBody>
                    <a:bodyPr/>
                    <a:lstStyle/>
                    <a:p>
                      <a:pPr marL="0" marR="0" lvl="0" indent="0" algn="ctr" rtl="0">
                        <a:lnSpc>
                          <a:spcPct val="115000"/>
                        </a:lnSpc>
                        <a:spcBef>
                          <a:spcPts val="2200"/>
                        </a:spcBef>
                        <a:spcAft>
                          <a:spcPts val="1100"/>
                        </a:spcAft>
                        <a:buNone/>
                      </a:pPr>
                      <a:r>
                        <a:rPr lang="es-419" sz="2500">
                          <a:solidFill>
                            <a:schemeClr val="lt1"/>
                          </a:solidFill>
                          <a:latin typeface="Montserrat SemiBold"/>
                          <a:ea typeface="Montserrat SemiBold"/>
                          <a:cs typeface="Montserrat SemiBold"/>
                          <a:sym typeface="Montserrat SemiBold"/>
                        </a:rPr>
                        <a:t>1ra</a:t>
                      </a:r>
                      <a:endParaRPr sz="2500">
                        <a:solidFill>
                          <a:schemeClr val="lt1"/>
                        </a:solidFill>
                        <a:latin typeface="Montserrat SemiBold"/>
                        <a:ea typeface="Montserrat SemiBold"/>
                        <a:cs typeface="Montserrat SemiBold"/>
                        <a:sym typeface="Montserrat SemiBold"/>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1"/>
                  </a:ext>
                </a:extLst>
              </a:tr>
              <a:tr h="1386275">
                <a:tc>
                  <a:txBody>
                    <a:bodyPr/>
                    <a:lstStyle/>
                    <a:p>
                      <a:pPr marL="0" marR="0" lvl="0" indent="0" algn="ctr" rtl="0">
                        <a:lnSpc>
                          <a:spcPct val="115000"/>
                        </a:lnSpc>
                        <a:spcBef>
                          <a:spcPts val="2200"/>
                        </a:spcBef>
                        <a:spcAft>
                          <a:spcPts val="1100"/>
                        </a:spcAft>
                        <a:buNone/>
                      </a:pPr>
                      <a:r>
                        <a:rPr lang="es-419" sz="2500">
                          <a:solidFill>
                            <a:schemeClr val="lt1"/>
                          </a:solidFill>
                          <a:latin typeface="Montserrat SemiBold"/>
                          <a:ea typeface="Montserrat SemiBold"/>
                          <a:cs typeface="Montserrat SemiBold"/>
                          <a:sym typeface="Montserrat SemiBold"/>
                        </a:rPr>
                        <a:t>2da</a:t>
                      </a:r>
                      <a:endParaRPr sz="2500">
                        <a:solidFill>
                          <a:schemeClr val="lt1"/>
                        </a:solidFill>
                        <a:latin typeface="Montserrat SemiBold"/>
                        <a:ea typeface="Montserrat SemiBold"/>
                        <a:cs typeface="Montserrat SemiBold"/>
                        <a:sym typeface="Montserrat SemiBold"/>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2"/>
                  </a:ext>
                </a:extLst>
              </a:tr>
              <a:tr h="1386275">
                <a:tc>
                  <a:txBody>
                    <a:bodyPr/>
                    <a:lstStyle/>
                    <a:p>
                      <a:pPr marL="0" marR="0" lvl="0" indent="0" algn="ctr" rtl="0">
                        <a:lnSpc>
                          <a:spcPct val="115000"/>
                        </a:lnSpc>
                        <a:spcBef>
                          <a:spcPts val="2200"/>
                        </a:spcBef>
                        <a:spcAft>
                          <a:spcPts val="1100"/>
                        </a:spcAft>
                        <a:buNone/>
                      </a:pPr>
                      <a:r>
                        <a:rPr lang="es-419" sz="2500">
                          <a:solidFill>
                            <a:schemeClr val="lt1"/>
                          </a:solidFill>
                          <a:latin typeface="Montserrat SemiBold"/>
                          <a:ea typeface="Montserrat SemiBold"/>
                          <a:cs typeface="Montserrat SemiBold"/>
                          <a:sym typeface="Montserrat SemiBold"/>
                        </a:rPr>
                        <a:t>3ra</a:t>
                      </a:r>
                      <a:endParaRPr sz="2500">
                        <a:solidFill>
                          <a:schemeClr val="lt1"/>
                        </a:solidFill>
                        <a:latin typeface="Montserrat SemiBold"/>
                        <a:ea typeface="Montserrat SemiBold"/>
                        <a:cs typeface="Montserrat SemiBold"/>
                        <a:sym typeface="Montserrat SemiBold"/>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666666"/>
                    </a:solidFill>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spcBef>
                          <a:spcPts val="0"/>
                        </a:spcBef>
                        <a:spcAft>
                          <a:spcPts val="0"/>
                        </a:spcAft>
                        <a:buNone/>
                      </a:pPr>
                      <a:endParaRPr sz="3800"/>
                    </a:p>
                  </a:txBody>
                  <a:tcPr marL="91425" marR="91425" marT="91425" marB="91425">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605" name="Google Shape;605;p77"/>
          <p:cNvSpPr txBox="1"/>
          <p:nvPr/>
        </p:nvSpPr>
        <p:spPr>
          <a:xfrm>
            <a:off x="1598100" y="3806183"/>
            <a:ext cx="4941300" cy="4236600"/>
          </a:xfrm>
          <a:prstGeom prst="rect">
            <a:avLst/>
          </a:prstGeom>
          <a:noFill/>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s-419" sz="4600" dirty="0" err="1">
                <a:latin typeface="GFS Didot"/>
                <a:ea typeface="GFS Didot"/>
                <a:cs typeface="GFS Didot"/>
                <a:sym typeface="GFS Didot"/>
              </a:rPr>
              <a:t>φάγομ</a:t>
            </a:r>
            <a:r>
              <a:rPr lang="es-419" sz="4600" dirty="0">
                <a:latin typeface="GFS Didot"/>
                <a:ea typeface="GFS Didot"/>
                <a:cs typeface="GFS Didot"/>
                <a:sym typeface="GFS Didot"/>
              </a:rPr>
              <a:t>αι</a:t>
            </a:r>
            <a:endParaRPr sz="4600" dirty="0">
              <a:latin typeface="GFS Didot"/>
              <a:ea typeface="GFS Didot"/>
              <a:cs typeface="GFS Didot"/>
              <a:sym typeface="GFS Didot"/>
            </a:endParaRPr>
          </a:p>
          <a:p>
            <a:pPr marL="0" lvl="0" indent="0" algn="l" rtl="0">
              <a:lnSpc>
                <a:spcPct val="200000"/>
              </a:lnSpc>
              <a:spcBef>
                <a:spcPts val="0"/>
              </a:spcBef>
              <a:spcAft>
                <a:spcPts val="0"/>
              </a:spcAft>
              <a:buNone/>
            </a:pPr>
            <a:r>
              <a:rPr lang="es-419" sz="4600" dirty="0" err="1">
                <a:latin typeface="GFS Didot"/>
                <a:ea typeface="GFS Didot"/>
                <a:cs typeface="GFS Didot"/>
                <a:sym typeface="GFS Didot"/>
              </a:rPr>
              <a:t>φάγῃ</a:t>
            </a:r>
            <a:endParaRPr sz="4600" dirty="0">
              <a:latin typeface="GFS Didot"/>
              <a:ea typeface="GFS Didot"/>
              <a:cs typeface="GFS Didot"/>
              <a:sym typeface="GFS Didot"/>
            </a:endParaRPr>
          </a:p>
          <a:p>
            <a:pPr marL="0" lvl="0" indent="0" algn="l" rtl="0">
              <a:lnSpc>
                <a:spcPct val="200000"/>
              </a:lnSpc>
              <a:spcBef>
                <a:spcPts val="0"/>
              </a:spcBef>
              <a:spcAft>
                <a:spcPts val="0"/>
              </a:spcAft>
              <a:buNone/>
            </a:pPr>
            <a:r>
              <a:rPr lang="es-419" sz="4600" dirty="0" err="1">
                <a:latin typeface="GFS Didot"/>
                <a:ea typeface="GFS Didot"/>
                <a:cs typeface="GFS Didot"/>
                <a:sym typeface="GFS Didot"/>
              </a:rPr>
              <a:t>φάγετ</a:t>
            </a:r>
            <a:r>
              <a:rPr lang="es-419" sz="4600" dirty="0">
                <a:latin typeface="GFS Didot"/>
                <a:ea typeface="GFS Didot"/>
                <a:cs typeface="GFS Didot"/>
                <a:sym typeface="GFS Didot"/>
              </a:rPr>
              <a:t>αι</a:t>
            </a:r>
            <a:endParaRPr sz="4600" dirty="0">
              <a:latin typeface="GFS Didot"/>
              <a:ea typeface="GFS Didot"/>
              <a:cs typeface="GFS Didot"/>
              <a:sym typeface="GFS Didot"/>
            </a:endParaRPr>
          </a:p>
        </p:txBody>
      </p:sp>
      <p:sp>
        <p:nvSpPr>
          <p:cNvPr id="606" name="Google Shape;606;p77"/>
          <p:cNvSpPr txBox="1"/>
          <p:nvPr/>
        </p:nvSpPr>
        <p:spPr>
          <a:xfrm>
            <a:off x="6703500" y="3806183"/>
            <a:ext cx="4721400" cy="4236600"/>
          </a:xfrm>
          <a:prstGeom prst="rect">
            <a:avLst/>
          </a:prstGeom>
          <a:noFill/>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s-419" sz="4600">
                <a:latin typeface="GFS Didot"/>
                <a:ea typeface="GFS Didot"/>
                <a:cs typeface="GFS Didot"/>
                <a:sym typeface="GFS Didot"/>
              </a:rPr>
              <a:t>φαγόμεθα</a:t>
            </a:r>
            <a:endParaRPr sz="4600">
              <a:latin typeface="GFS Didot"/>
              <a:ea typeface="GFS Didot"/>
              <a:cs typeface="GFS Didot"/>
              <a:sym typeface="GFS Didot"/>
            </a:endParaRPr>
          </a:p>
          <a:p>
            <a:pPr marL="0" lvl="0" indent="0" algn="l" rtl="0">
              <a:lnSpc>
                <a:spcPct val="200000"/>
              </a:lnSpc>
              <a:spcBef>
                <a:spcPts val="0"/>
              </a:spcBef>
              <a:spcAft>
                <a:spcPts val="0"/>
              </a:spcAft>
              <a:buNone/>
            </a:pPr>
            <a:r>
              <a:rPr lang="es-419" sz="4600">
                <a:latin typeface="GFS Didot"/>
                <a:ea typeface="GFS Didot"/>
                <a:cs typeface="GFS Didot"/>
                <a:sym typeface="GFS Didot"/>
              </a:rPr>
              <a:t>φάγεσθε</a:t>
            </a:r>
            <a:endParaRPr sz="4600">
              <a:latin typeface="GFS Didot"/>
              <a:ea typeface="GFS Didot"/>
              <a:cs typeface="GFS Didot"/>
              <a:sym typeface="GFS Didot"/>
            </a:endParaRPr>
          </a:p>
          <a:p>
            <a:pPr marL="0" lvl="0" indent="0" algn="l" rtl="0">
              <a:lnSpc>
                <a:spcPct val="200000"/>
              </a:lnSpc>
              <a:spcBef>
                <a:spcPts val="0"/>
              </a:spcBef>
              <a:spcAft>
                <a:spcPts val="0"/>
              </a:spcAft>
              <a:buNone/>
            </a:pPr>
            <a:r>
              <a:rPr lang="es-419" sz="4600">
                <a:latin typeface="GFS Didot"/>
                <a:ea typeface="GFS Didot"/>
                <a:cs typeface="GFS Didot"/>
                <a:sym typeface="GFS Didot"/>
              </a:rPr>
              <a:t>φάγονται</a:t>
            </a:r>
            <a:endParaRPr sz="4600">
              <a:latin typeface="GFS Didot"/>
              <a:ea typeface="GFS Didot"/>
              <a:cs typeface="GFS Didot"/>
              <a:sym typeface="GFS Didot"/>
            </a:endParaRPr>
          </a:p>
        </p:txBody>
      </p:sp>
      <p:sp>
        <p:nvSpPr>
          <p:cNvPr id="607" name="Google Shape;607;p77"/>
          <p:cNvSpPr txBox="1"/>
          <p:nvPr/>
        </p:nvSpPr>
        <p:spPr>
          <a:xfrm>
            <a:off x="468300" y="1201225"/>
            <a:ext cx="15377400" cy="1070700"/>
          </a:xfrm>
          <a:prstGeom prst="rect">
            <a:avLst/>
          </a:prstGeom>
          <a:noFill/>
          <a:ln>
            <a:noFill/>
          </a:ln>
        </p:spPr>
        <p:txBody>
          <a:bodyPr spcFirstLastPara="1" wrap="square" lIns="156175" tIns="156175" rIns="156175" bIns="156175" anchor="t" anchorCtr="0">
            <a:noAutofit/>
          </a:bodyPr>
          <a:lstStyle/>
          <a:p>
            <a:pPr marL="0" lvl="0" indent="0" algn="l" rtl="0">
              <a:spcBef>
                <a:spcPts val="0"/>
              </a:spcBef>
              <a:spcAft>
                <a:spcPts val="0"/>
              </a:spcAft>
              <a:buNone/>
            </a:pPr>
            <a:r>
              <a:rPr lang="es-419" sz="7100">
                <a:latin typeface="Bebas Neue"/>
                <a:ea typeface="Bebas Neue"/>
                <a:cs typeface="Bebas Neue"/>
                <a:sym typeface="Bebas Neue"/>
              </a:rPr>
              <a:t>FUTURO MEDIO indicativo</a:t>
            </a:r>
            <a:endParaRPr sz="7100">
              <a:latin typeface="Bebas Neue"/>
              <a:ea typeface="Bebas Neue"/>
              <a:cs typeface="Bebas Neue"/>
              <a:sym typeface="Bebas Neu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0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0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0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06">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06">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0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611"/>
        <p:cNvGrpSpPr/>
        <p:nvPr/>
      </p:nvGrpSpPr>
      <p:grpSpPr>
        <a:xfrm>
          <a:off x="0" y="0"/>
          <a:ext cx="0" cy="0"/>
          <a:chOff x="0" y="0"/>
          <a:chExt cx="0" cy="0"/>
        </a:xfrm>
      </p:grpSpPr>
      <p:sp>
        <p:nvSpPr>
          <p:cNvPr id="612" name="Google Shape;612;p78"/>
          <p:cNvSpPr txBox="1">
            <a:spLocks noGrp="1"/>
          </p:cNvSpPr>
          <p:nvPr>
            <p:ph type="ctrTitle"/>
          </p:nvPr>
        </p:nvSpPr>
        <p:spPr>
          <a:xfrm>
            <a:off x="697650" y="3993975"/>
            <a:ext cx="16164600" cy="1432500"/>
          </a:xfrm>
          <a:prstGeom prst="rect">
            <a:avLst/>
          </a:prstGeom>
          <a:noFill/>
          <a:ln>
            <a:noFill/>
          </a:ln>
        </p:spPr>
        <p:txBody>
          <a:bodyPr spcFirstLastPara="1" wrap="square" lIns="156175" tIns="156175" rIns="156175" bIns="156175" anchor="ctr" anchorCtr="0">
            <a:noAutofit/>
          </a:bodyPr>
          <a:lstStyle/>
          <a:p>
            <a:pPr marL="0" lvl="0" indent="0" algn="l" rtl="0">
              <a:lnSpc>
                <a:spcPct val="115000"/>
              </a:lnSpc>
              <a:spcBef>
                <a:spcPts val="0"/>
              </a:spcBef>
              <a:spcAft>
                <a:spcPts val="0"/>
              </a:spcAft>
              <a:buNone/>
            </a:pPr>
            <a:r>
              <a:rPr lang="es-419" sz="15000" b="0">
                <a:solidFill>
                  <a:srgbClr val="434343"/>
                </a:solidFill>
                <a:latin typeface="Bebas Neue"/>
                <a:ea typeface="Bebas Neue"/>
                <a:cs typeface="Bebas Neue"/>
                <a:sym typeface="Bebas Neue"/>
              </a:rPr>
              <a:t>IV. TRADUCCIÓN </a:t>
            </a:r>
            <a:br>
              <a:rPr lang="es-419" sz="15000" b="0">
                <a:solidFill>
                  <a:srgbClr val="434343"/>
                </a:solidFill>
                <a:latin typeface="Bebas Neue"/>
                <a:ea typeface="Bebas Neue"/>
                <a:cs typeface="Bebas Neue"/>
                <a:sym typeface="Bebas Neue"/>
              </a:rPr>
            </a:br>
            <a:r>
              <a:rPr lang="es-419" sz="15000" b="0">
                <a:solidFill>
                  <a:srgbClr val="434343"/>
                </a:solidFill>
                <a:latin typeface="Bebas Neue"/>
                <a:ea typeface="Bebas Neue"/>
                <a:cs typeface="Bebas Neue"/>
                <a:sym typeface="Bebas Neue"/>
              </a:rPr>
              <a:t>Y ANÁLISIS</a:t>
            </a:r>
            <a:endParaRPr sz="15000" b="0">
              <a:solidFill>
                <a:srgbClr val="434343"/>
              </a:solidFill>
              <a:latin typeface="Bebas Neue"/>
              <a:ea typeface="Bebas Neue"/>
              <a:cs typeface="Bebas Neue"/>
              <a:sym typeface="Bebas Neue"/>
            </a:endParaRPr>
          </a:p>
        </p:txBody>
      </p:sp>
      <p:sp>
        <p:nvSpPr>
          <p:cNvPr id="613" name="Google Shape;613;p78"/>
          <p:cNvSpPr/>
          <p:nvPr/>
        </p:nvSpPr>
        <p:spPr>
          <a:xfrm>
            <a:off x="873700" y="7537350"/>
            <a:ext cx="9561000" cy="163800"/>
          </a:xfrm>
          <a:prstGeom prst="rect">
            <a:avLst/>
          </a:prstGeom>
          <a:gradFill>
            <a:gsLst>
              <a:gs pos="0">
                <a:srgbClr val="487BAC"/>
              </a:gs>
              <a:gs pos="100000">
                <a:srgbClr val="6E84B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617"/>
        <p:cNvGrpSpPr/>
        <p:nvPr/>
      </p:nvGrpSpPr>
      <p:grpSpPr>
        <a:xfrm>
          <a:off x="0" y="0"/>
          <a:ext cx="0" cy="0"/>
          <a:chOff x="0" y="0"/>
          <a:chExt cx="0" cy="0"/>
        </a:xfrm>
      </p:grpSpPr>
      <p:sp>
        <p:nvSpPr>
          <p:cNvPr id="618" name="Google Shape;618;p79"/>
          <p:cNvSpPr txBox="1">
            <a:spLocks noGrp="1"/>
          </p:cNvSpPr>
          <p:nvPr>
            <p:ph type="ctrTitle"/>
          </p:nvPr>
        </p:nvSpPr>
        <p:spPr>
          <a:xfrm>
            <a:off x="378925" y="918175"/>
            <a:ext cx="14069700" cy="6641700"/>
          </a:xfrm>
          <a:prstGeom prst="rect">
            <a:avLst/>
          </a:prstGeom>
          <a:noFill/>
          <a:ln>
            <a:noFill/>
          </a:ln>
        </p:spPr>
        <p:txBody>
          <a:bodyPr spcFirstLastPara="1" wrap="square" lIns="156175" tIns="156175" rIns="156175" bIns="156175" anchor="t" anchorCtr="0">
            <a:noAutofit/>
          </a:bodyPr>
          <a:lstStyle/>
          <a:p>
            <a:pPr marL="0" lvl="0" indent="0" algn="l" rtl="0">
              <a:lnSpc>
                <a:spcPct val="150000"/>
              </a:lnSpc>
              <a:spcBef>
                <a:spcPts val="1200"/>
              </a:spcBef>
              <a:spcAft>
                <a:spcPts val="0"/>
              </a:spcAft>
              <a:buNone/>
            </a:pPr>
            <a:r>
              <a:rPr lang="es-419" sz="10100">
                <a:solidFill>
                  <a:srgbClr val="434343"/>
                </a:solidFill>
              </a:rPr>
              <a:t>ἰδοὺ προείρηκα </a:t>
            </a:r>
            <a:br>
              <a:rPr lang="es-419" sz="10100">
                <a:solidFill>
                  <a:srgbClr val="434343"/>
                </a:solidFill>
              </a:rPr>
            </a:br>
            <a:r>
              <a:rPr lang="es-419" sz="10100">
                <a:solidFill>
                  <a:srgbClr val="434343"/>
                </a:solidFill>
              </a:rPr>
              <a:t>ὑμῖν</a:t>
            </a:r>
            <a:endParaRPr sz="10100">
              <a:solidFill>
                <a:srgbClr val="434343"/>
              </a:solidFill>
            </a:endParaRPr>
          </a:p>
          <a:p>
            <a:pPr marL="0" lvl="0" indent="0" algn="l" rtl="0">
              <a:lnSpc>
                <a:spcPct val="150000"/>
              </a:lnSpc>
              <a:spcBef>
                <a:spcPts val="1200"/>
              </a:spcBef>
              <a:spcAft>
                <a:spcPts val="1200"/>
              </a:spcAft>
              <a:buNone/>
            </a:pPr>
            <a:endParaRPr sz="10100">
              <a:solidFill>
                <a:srgbClr val="434343"/>
              </a:solidFill>
            </a:endParaRPr>
          </a:p>
        </p:txBody>
      </p:sp>
      <p:sp>
        <p:nvSpPr>
          <p:cNvPr id="619" name="Google Shape;619;p79"/>
          <p:cNvSpPr txBox="1"/>
          <p:nvPr/>
        </p:nvSpPr>
        <p:spPr>
          <a:xfrm>
            <a:off x="12691225" y="8031575"/>
            <a:ext cx="5333700" cy="1432500"/>
          </a:xfrm>
          <a:prstGeom prst="rect">
            <a:avLst/>
          </a:prstGeom>
          <a:noFill/>
          <a:ln>
            <a:noFill/>
          </a:ln>
        </p:spPr>
        <p:txBody>
          <a:bodyPr spcFirstLastPara="1" wrap="square" lIns="156175" tIns="156175" rIns="156175" bIns="156175" anchor="ctr" anchorCtr="0">
            <a:noAutofit/>
          </a:bodyPr>
          <a:lstStyle/>
          <a:p>
            <a:pPr marL="0" lvl="0" indent="0" algn="r" rtl="0">
              <a:lnSpc>
                <a:spcPct val="115000"/>
              </a:lnSpc>
              <a:spcBef>
                <a:spcPts val="0"/>
              </a:spcBef>
              <a:spcAft>
                <a:spcPts val="0"/>
              </a:spcAft>
              <a:buNone/>
            </a:pPr>
            <a:r>
              <a:rPr lang="es-419" sz="7000">
                <a:solidFill>
                  <a:srgbClr val="434343"/>
                </a:solidFill>
                <a:latin typeface="Bebas Neue"/>
                <a:ea typeface="Bebas Neue"/>
                <a:cs typeface="Bebas Neue"/>
                <a:sym typeface="Bebas Neue"/>
              </a:rPr>
              <a:t>Mateo 24:25</a:t>
            </a:r>
            <a:endParaRPr sz="7000">
              <a:solidFill>
                <a:srgbClr val="434343"/>
              </a:solidFill>
              <a:latin typeface="Bebas Neue"/>
              <a:ea typeface="Bebas Neue"/>
              <a:cs typeface="Bebas Neue"/>
              <a:sym typeface="Bebas Neue"/>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57136792-60F6-3618-5E3F-3CE650B2193D}"/>
                  </a:ext>
                </a:extLst>
              </p14:cNvPr>
              <p14:cNvContentPartPr/>
              <p14:nvPr/>
            </p14:nvContentPartPr>
            <p14:xfrm>
              <a:off x="863280" y="941760"/>
              <a:ext cx="10254960" cy="3446280"/>
            </p14:xfrm>
          </p:contentPart>
        </mc:Choice>
        <mc:Fallback xmlns="">
          <p:pic>
            <p:nvPicPr>
              <p:cNvPr id="2" name="Ink 1">
                <a:extLst>
                  <a:ext uri="{FF2B5EF4-FFF2-40B4-BE49-F238E27FC236}">
                    <a16:creationId xmlns:a16="http://schemas.microsoft.com/office/drawing/2014/main" id="{57136792-60F6-3618-5E3F-3CE650B2193D}"/>
                  </a:ext>
                </a:extLst>
              </p:cNvPr>
              <p:cNvPicPr/>
              <p:nvPr/>
            </p:nvPicPr>
            <p:blipFill>
              <a:blip r:embed="rId4"/>
              <a:stretch>
                <a:fillRect/>
              </a:stretch>
            </p:blipFill>
            <p:spPr>
              <a:xfrm>
                <a:off x="853920" y="932400"/>
                <a:ext cx="10273680" cy="3465000"/>
              </a:xfrm>
              <a:prstGeom prst="rect">
                <a:avLst/>
              </a:prstGeom>
            </p:spPr>
          </p:pic>
        </mc:Fallback>
      </mc:AlternateContent>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623"/>
        <p:cNvGrpSpPr/>
        <p:nvPr/>
      </p:nvGrpSpPr>
      <p:grpSpPr>
        <a:xfrm>
          <a:off x="0" y="0"/>
          <a:ext cx="0" cy="0"/>
          <a:chOff x="0" y="0"/>
          <a:chExt cx="0" cy="0"/>
        </a:xfrm>
      </p:grpSpPr>
      <p:sp>
        <p:nvSpPr>
          <p:cNvPr id="624" name="Google Shape;624;p80"/>
          <p:cNvSpPr/>
          <p:nvPr/>
        </p:nvSpPr>
        <p:spPr>
          <a:xfrm>
            <a:off x="378925" y="3842675"/>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25" name="Google Shape;625;p80"/>
          <p:cNvSpPr/>
          <p:nvPr/>
        </p:nvSpPr>
        <p:spPr>
          <a:xfrm>
            <a:off x="378925" y="6057217"/>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26" name="Google Shape;626;p80"/>
          <p:cNvSpPr/>
          <p:nvPr/>
        </p:nvSpPr>
        <p:spPr>
          <a:xfrm>
            <a:off x="378925" y="8291500"/>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27" name="Google Shape;627;p80"/>
          <p:cNvSpPr txBox="1">
            <a:spLocks noGrp="1"/>
          </p:cNvSpPr>
          <p:nvPr>
            <p:ph type="ctrTitle"/>
          </p:nvPr>
        </p:nvSpPr>
        <p:spPr>
          <a:xfrm>
            <a:off x="378925" y="613375"/>
            <a:ext cx="12947700" cy="29850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0"/>
              </a:spcBef>
              <a:spcAft>
                <a:spcPts val="0"/>
              </a:spcAft>
              <a:buSzPts val="7200"/>
              <a:buNone/>
            </a:pPr>
            <a:r>
              <a:rPr lang="es-419" sz="15600">
                <a:solidFill>
                  <a:srgbClr val="434343"/>
                </a:solidFill>
              </a:rPr>
              <a:t>προείρηκα</a:t>
            </a:r>
            <a:endParaRPr sz="15600">
              <a:solidFill>
                <a:srgbClr val="434343"/>
              </a:solidFill>
              <a:latin typeface="GFS Neohellenic"/>
              <a:ea typeface="GFS Neohellenic"/>
              <a:cs typeface="GFS Neohellenic"/>
              <a:sym typeface="GFS Neohellenic"/>
            </a:endParaRPr>
          </a:p>
        </p:txBody>
      </p:sp>
      <p:sp>
        <p:nvSpPr>
          <p:cNvPr id="628" name="Google Shape;628;p80"/>
          <p:cNvSpPr txBox="1"/>
          <p:nvPr/>
        </p:nvSpPr>
        <p:spPr>
          <a:xfrm>
            <a:off x="4689175" y="3768500"/>
            <a:ext cx="46998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προεἶπον</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Perfecto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Activa</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Indicativo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1 singular</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endParaRPr sz="5500">
              <a:solidFill>
                <a:schemeClr val="accent1"/>
              </a:solidFill>
              <a:latin typeface="Didact Gothic"/>
              <a:ea typeface="Didact Gothic"/>
              <a:cs typeface="Didact Gothic"/>
              <a:sym typeface="Didact Gothic"/>
            </a:endParaRPr>
          </a:p>
        </p:txBody>
      </p:sp>
      <p:cxnSp>
        <p:nvCxnSpPr>
          <p:cNvPr id="629" name="Google Shape;629;p80"/>
          <p:cNvCxnSpPr/>
          <p:nvPr/>
        </p:nvCxnSpPr>
        <p:spPr>
          <a:xfrm>
            <a:off x="574375" y="3387900"/>
            <a:ext cx="12138300" cy="0"/>
          </a:xfrm>
          <a:prstGeom prst="straightConnector1">
            <a:avLst/>
          </a:prstGeom>
          <a:noFill/>
          <a:ln w="28575" cap="flat" cmpd="sng">
            <a:solidFill>
              <a:schemeClr val="dk2"/>
            </a:solidFill>
            <a:prstDash val="solid"/>
            <a:round/>
            <a:headEnd type="none" w="med" len="med"/>
            <a:tailEnd type="none" w="med" len="med"/>
          </a:ln>
        </p:spPr>
      </p:cxnSp>
      <p:sp>
        <p:nvSpPr>
          <p:cNvPr id="630" name="Google Shape;630;p80"/>
          <p:cNvSpPr txBox="1"/>
          <p:nvPr/>
        </p:nvSpPr>
        <p:spPr>
          <a:xfrm>
            <a:off x="802975" y="3768500"/>
            <a:ext cx="36165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F. Léxica:</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Tiempo:</a:t>
            </a:r>
            <a:br>
              <a:rPr lang="es-419" sz="5500" b="1">
                <a:solidFill>
                  <a:schemeClr val="accent1"/>
                </a:solidFill>
                <a:latin typeface="Didact Gothic"/>
                <a:ea typeface="Didact Gothic"/>
                <a:cs typeface="Didact Gothic"/>
                <a:sym typeface="Didact Gothic"/>
              </a:rPr>
            </a:br>
            <a:r>
              <a:rPr lang="es-419" sz="5500" b="1">
                <a:solidFill>
                  <a:schemeClr val="accent1"/>
                </a:solidFill>
                <a:latin typeface="Didact Gothic"/>
                <a:ea typeface="Didact Gothic"/>
                <a:cs typeface="Didact Gothic"/>
                <a:sym typeface="Didact Gothic"/>
              </a:rPr>
              <a:t>Voz:</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Modo:</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Pers / num:</a:t>
            </a:r>
            <a:endParaRPr sz="5500" b="1">
              <a:solidFill>
                <a:schemeClr val="accent1"/>
              </a:solidFill>
              <a:latin typeface="Didact Gothic"/>
              <a:ea typeface="Didact Gothic"/>
              <a:cs typeface="Didact Gothic"/>
              <a:sym typeface="Didact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2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2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2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2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2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2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634"/>
        <p:cNvGrpSpPr/>
        <p:nvPr/>
      </p:nvGrpSpPr>
      <p:grpSpPr>
        <a:xfrm>
          <a:off x="0" y="0"/>
          <a:ext cx="0" cy="0"/>
          <a:chOff x="0" y="0"/>
          <a:chExt cx="0" cy="0"/>
        </a:xfrm>
      </p:grpSpPr>
      <p:sp>
        <p:nvSpPr>
          <p:cNvPr id="635" name="Google Shape;635;p81"/>
          <p:cNvSpPr txBox="1">
            <a:spLocks noGrp="1"/>
          </p:cNvSpPr>
          <p:nvPr>
            <p:ph type="ctrTitle"/>
          </p:nvPr>
        </p:nvSpPr>
        <p:spPr>
          <a:xfrm>
            <a:off x="378925" y="263079"/>
            <a:ext cx="14069700" cy="6641700"/>
          </a:xfrm>
          <a:prstGeom prst="rect">
            <a:avLst/>
          </a:prstGeom>
          <a:noFill/>
          <a:ln>
            <a:noFill/>
          </a:ln>
        </p:spPr>
        <p:txBody>
          <a:bodyPr spcFirstLastPara="1" wrap="square" lIns="156175" tIns="156175" rIns="156175" bIns="156175" anchor="t" anchorCtr="0">
            <a:noAutofit/>
          </a:bodyPr>
          <a:lstStyle/>
          <a:p>
            <a:pPr marL="0" lvl="0" indent="0" algn="l" rtl="0">
              <a:lnSpc>
                <a:spcPct val="150000"/>
              </a:lnSpc>
              <a:spcBef>
                <a:spcPts val="1200"/>
              </a:spcBef>
              <a:spcAft>
                <a:spcPts val="0"/>
              </a:spcAft>
              <a:buNone/>
            </a:pPr>
            <a:r>
              <a:rPr lang="es-419" sz="10100" dirty="0" err="1">
                <a:solidFill>
                  <a:srgbClr val="434343"/>
                </a:solidFill>
              </a:rPr>
              <a:t>κἀγὼ</a:t>
            </a:r>
            <a:r>
              <a:rPr lang="es-419" sz="10100" dirty="0">
                <a:solidFill>
                  <a:srgbClr val="434343"/>
                </a:solidFill>
              </a:rPr>
              <a:t> </a:t>
            </a:r>
            <a:r>
              <a:rPr lang="es-419" sz="10100" dirty="0" err="1">
                <a:solidFill>
                  <a:srgbClr val="434343"/>
                </a:solidFill>
                <a:highlight>
                  <a:srgbClr val="FFFF00"/>
                </a:highlight>
              </a:rPr>
              <a:t>ἑώρ</a:t>
            </a:r>
            <a:r>
              <a:rPr lang="es-419" sz="10100" dirty="0">
                <a:solidFill>
                  <a:srgbClr val="434343"/>
                </a:solidFill>
                <a:highlight>
                  <a:srgbClr val="FFFF00"/>
                </a:highlight>
              </a:rPr>
              <a:t>ακα </a:t>
            </a:r>
            <a:r>
              <a:rPr lang="es-419" sz="10100" dirty="0">
                <a:solidFill>
                  <a:srgbClr val="434343"/>
                </a:solidFill>
              </a:rPr>
              <a:t>καὶ μεμαρτύρηκα ὅτι οὗτός ἐστιν ὁ υἱὸς τοῦ θεοῦ. </a:t>
            </a:r>
            <a:endParaRPr sz="10100" dirty="0">
              <a:solidFill>
                <a:srgbClr val="434343"/>
              </a:solidFill>
            </a:endParaRPr>
          </a:p>
          <a:p>
            <a:pPr marL="0" lvl="0" indent="0" algn="l" rtl="0">
              <a:lnSpc>
                <a:spcPct val="150000"/>
              </a:lnSpc>
              <a:spcBef>
                <a:spcPts val="1200"/>
              </a:spcBef>
              <a:spcAft>
                <a:spcPts val="0"/>
              </a:spcAft>
              <a:buNone/>
            </a:pPr>
            <a:endParaRPr sz="10100" dirty="0">
              <a:solidFill>
                <a:srgbClr val="434343"/>
              </a:solidFill>
            </a:endParaRPr>
          </a:p>
          <a:p>
            <a:pPr marL="0" lvl="0" indent="0" algn="l" rtl="0">
              <a:lnSpc>
                <a:spcPct val="150000"/>
              </a:lnSpc>
              <a:spcBef>
                <a:spcPts val="1200"/>
              </a:spcBef>
              <a:spcAft>
                <a:spcPts val="1200"/>
              </a:spcAft>
              <a:buNone/>
            </a:pPr>
            <a:endParaRPr sz="10100" dirty="0">
              <a:solidFill>
                <a:srgbClr val="434343"/>
              </a:solidFill>
            </a:endParaRPr>
          </a:p>
        </p:txBody>
      </p:sp>
      <p:sp>
        <p:nvSpPr>
          <p:cNvPr id="636" name="Google Shape;636;p81"/>
          <p:cNvSpPr txBox="1"/>
          <p:nvPr/>
        </p:nvSpPr>
        <p:spPr>
          <a:xfrm>
            <a:off x="12691225" y="8031575"/>
            <a:ext cx="5333700" cy="1432500"/>
          </a:xfrm>
          <a:prstGeom prst="rect">
            <a:avLst/>
          </a:prstGeom>
          <a:noFill/>
          <a:ln>
            <a:noFill/>
          </a:ln>
        </p:spPr>
        <p:txBody>
          <a:bodyPr spcFirstLastPara="1" wrap="square" lIns="156175" tIns="156175" rIns="156175" bIns="156175" anchor="ctr" anchorCtr="0">
            <a:noAutofit/>
          </a:bodyPr>
          <a:lstStyle/>
          <a:p>
            <a:pPr marL="0" lvl="0" indent="0" algn="r" rtl="0">
              <a:lnSpc>
                <a:spcPct val="115000"/>
              </a:lnSpc>
              <a:spcBef>
                <a:spcPts val="0"/>
              </a:spcBef>
              <a:spcAft>
                <a:spcPts val="0"/>
              </a:spcAft>
              <a:buNone/>
            </a:pPr>
            <a:r>
              <a:rPr lang="es-419" sz="7000">
                <a:solidFill>
                  <a:srgbClr val="434343"/>
                </a:solidFill>
                <a:latin typeface="Bebas Neue"/>
                <a:ea typeface="Bebas Neue"/>
                <a:cs typeface="Bebas Neue"/>
                <a:sym typeface="Bebas Neue"/>
              </a:rPr>
              <a:t>Juan 1:34</a:t>
            </a:r>
            <a:endParaRPr sz="7000">
              <a:solidFill>
                <a:srgbClr val="434343"/>
              </a:solidFill>
              <a:latin typeface="Bebas Neue"/>
              <a:ea typeface="Bebas Neue"/>
              <a:cs typeface="Bebas Neue"/>
              <a:sym typeface="Bebas Neue"/>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8C419B53-FF58-12C6-1230-C35A87912A2F}"/>
                  </a:ext>
                </a:extLst>
              </p14:cNvPr>
              <p14:cNvContentPartPr/>
              <p14:nvPr/>
            </p14:nvContentPartPr>
            <p14:xfrm>
              <a:off x="1176120" y="445680"/>
              <a:ext cx="11782800" cy="7953480"/>
            </p14:xfrm>
          </p:contentPart>
        </mc:Choice>
        <mc:Fallback xmlns="">
          <p:pic>
            <p:nvPicPr>
              <p:cNvPr id="2" name="Ink 1">
                <a:extLst>
                  <a:ext uri="{FF2B5EF4-FFF2-40B4-BE49-F238E27FC236}">
                    <a16:creationId xmlns:a16="http://schemas.microsoft.com/office/drawing/2014/main" id="{8C419B53-FF58-12C6-1230-C35A87912A2F}"/>
                  </a:ext>
                </a:extLst>
              </p:cNvPr>
              <p:cNvPicPr/>
              <p:nvPr/>
            </p:nvPicPr>
            <p:blipFill>
              <a:blip r:embed="rId4"/>
              <a:stretch>
                <a:fillRect/>
              </a:stretch>
            </p:blipFill>
            <p:spPr>
              <a:xfrm>
                <a:off x="1166760" y="436320"/>
                <a:ext cx="11801520" cy="7972200"/>
              </a:xfrm>
              <a:prstGeom prst="rect">
                <a:avLst/>
              </a:prstGeom>
            </p:spPr>
          </p:pic>
        </mc:Fallback>
      </mc:AlternateContent>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640"/>
        <p:cNvGrpSpPr/>
        <p:nvPr/>
      </p:nvGrpSpPr>
      <p:grpSpPr>
        <a:xfrm>
          <a:off x="0" y="0"/>
          <a:ext cx="0" cy="0"/>
          <a:chOff x="0" y="0"/>
          <a:chExt cx="0" cy="0"/>
        </a:xfrm>
      </p:grpSpPr>
      <p:sp>
        <p:nvSpPr>
          <p:cNvPr id="641" name="Google Shape;641;p82"/>
          <p:cNvSpPr/>
          <p:nvPr/>
        </p:nvSpPr>
        <p:spPr>
          <a:xfrm>
            <a:off x="378925" y="3842675"/>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42" name="Google Shape;642;p82"/>
          <p:cNvSpPr/>
          <p:nvPr/>
        </p:nvSpPr>
        <p:spPr>
          <a:xfrm>
            <a:off x="378925" y="6057217"/>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43" name="Google Shape;643;p82"/>
          <p:cNvSpPr/>
          <p:nvPr/>
        </p:nvSpPr>
        <p:spPr>
          <a:xfrm>
            <a:off x="378925" y="8291500"/>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44" name="Google Shape;644;p82"/>
          <p:cNvSpPr txBox="1">
            <a:spLocks noGrp="1"/>
          </p:cNvSpPr>
          <p:nvPr>
            <p:ph type="ctrTitle"/>
          </p:nvPr>
        </p:nvSpPr>
        <p:spPr>
          <a:xfrm>
            <a:off x="378925" y="613375"/>
            <a:ext cx="12947700" cy="29850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0"/>
              </a:spcBef>
              <a:spcAft>
                <a:spcPts val="0"/>
              </a:spcAft>
              <a:buSzPts val="7200"/>
              <a:buNone/>
            </a:pPr>
            <a:r>
              <a:rPr lang="es-419" sz="15600">
                <a:solidFill>
                  <a:srgbClr val="434343"/>
                </a:solidFill>
              </a:rPr>
              <a:t>ἑώρακα</a:t>
            </a:r>
            <a:endParaRPr sz="15600">
              <a:solidFill>
                <a:srgbClr val="434343"/>
              </a:solidFill>
              <a:latin typeface="GFS Neohellenic"/>
              <a:ea typeface="GFS Neohellenic"/>
              <a:cs typeface="GFS Neohellenic"/>
              <a:sym typeface="GFS Neohellenic"/>
            </a:endParaRPr>
          </a:p>
        </p:txBody>
      </p:sp>
      <p:sp>
        <p:nvSpPr>
          <p:cNvPr id="645" name="Google Shape;645;p82"/>
          <p:cNvSpPr txBox="1"/>
          <p:nvPr/>
        </p:nvSpPr>
        <p:spPr>
          <a:xfrm>
            <a:off x="4689175" y="3768500"/>
            <a:ext cx="46998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ὁράω</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Perfecto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Activa</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Indicativo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1 singular</a:t>
            </a:r>
            <a:endParaRPr sz="5500">
              <a:solidFill>
                <a:schemeClr val="accent1"/>
              </a:solidFill>
              <a:latin typeface="Didact Gothic"/>
              <a:ea typeface="Didact Gothic"/>
              <a:cs typeface="Didact Gothic"/>
              <a:sym typeface="Didact Gothic"/>
            </a:endParaRPr>
          </a:p>
        </p:txBody>
      </p:sp>
      <p:cxnSp>
        <p:nvCxnSpPr>
          <p:cNvPr id="646" name="Google Shape;646;p82"/>
          <p:cNvCxnSpPr/>
          <p:nvPr/>
        </p:nvCxnSpPr>
        <p:spPr>
          <a:xfrm>
            <a:off x="574375" y="3387900"/>
            <a:ext cx="12138300" cy="0"/>
          </a:xfrm>
          <a:prstGeom prst="straightConnector1">
            <a:avLst/>
          </a:prstGeom>
          <a:noFill/>
          <a:ln w="28575" cap="flat" cmpd="sng">
            <a:solidFill>
              <a:schemeClr val="dk2"/>
            </a:solidFill>
            <a:prstDash val="solid"/>
            <a:round/>
            <a:headEnd type="none" w="med" len="med"/>
            <a:tailEnd type="none" w="med" len="med"/>
          </a:ln>
        </p:spPr>
      </p:cxnSp>
      <p:sp>
        <p:nvSpPr>
          <p:cNvPr id="647" name="Google Shape;647;p82"/>
          <p:cNvSpPr txBox="1"/>
          <p:nvPr/>
        </p:nvSpPr>
        <p:spPr>
          <a:xfrm>
            <a:off x="802975" y="3768500"/>
            <a:ext cx="36165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F. Léxica:</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Tiempo:</a:t>
            </a:r>
            <a:br>
              <a:rPr lang="es-419" sz="5500" b="1">
                <a:solidFill>
                  <a:schemeClr val="accent1"/>
                </a:solidFill>
                <a:latin typeface="Didact Gothic"/>
                <a:ea typeface="Didact Gothic"/>
                <a:cs typeface="Didact Gothic"/>
                <a:sym typeface="Didact Gothic"/>
              </a:rPr>
            </a:br>
            <a:r>
              <a:rPr lang="es-419" sz="5500" b="1">
                <a:solidFill>
                  <a:schemeClr val="accent1"/>
                </a:solidFill>
                <a:latin typeface="Didact Gothic"/>
                <a:ea typeface="Didact Gothic"/>
                <a:cs typeface="Didact Gothic"/>
                <a:sym typeface="Didact Gothic"/>
              </a:rPr>
              <a:t>Voz:</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Modo:</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Pers / num:</a:t>
            </a:r>
            <a:endParaRPr sz="5500" b="1">
              <a:solidFill>
                <a:schemeClr val="accent1"/>
              </a:solidFill>
              <a:latin typeface="Didact Gothic"/>
              <a:ea typeface="Didact Gothic"/>
              <a:cs typeface="Didact Gothic"/>
              <a:sym typeface="Didact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4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4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4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4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657"/>
        <p:cNvGrpSpPr/>
        <p:nvPr/>
      </p:nvGrpSpPr>
      <p:grpSpPr>
        <a:xfrm>
          <a:off x="0" y="0"/>
          <a:ext cx="0" cy="0"/>
          <a:chOff x="0" y="0"/>
          <a:chExt cx="0" cy="0"/>
        </a:xfrm>
      </p:grpSpPr>
      <p:sp>
        <p:nvSpPr>
          <p:cNvPr id="658" name="Google Shape;658;p84"/>
          <p:cNvSpPr/>
          <p:nvPr/>
        </p:nvSpPr>
        <p:spPr>
          <a:xfrm>
            <a:off x="378925" y="3842675"/>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59" name="Google Shape;659;p84"/>
          <p:cNvSpPr/>
          <p:nvPr/>
        </p:nvSpPr>
        <p:spPr>
          <a:xfrm>
            <a:off x="378925" y="6057217"/>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60" name="Google Shape;660;p84"/>
          <p:cNvSpPr/>
          <p:nvPr/>
        </p:nvSpPr>
        <p:spPr>
          <a:xfrm>
            <a:off x="378925" y="8291500"/>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61" name="Google Shape;661;p84"/>
          <p:cNvSpPr txBox="1">
            <a:spLocks noGrp="1"/>
          </p:cNvSpPr>
          <p:nvPr>
            <p:ph type="ctrTitle"/>
          </p:nvPr>
        </p:nvSpPr>
        <p:spPr>
          <a:xfrm>
            <a:off x="378925" y="613375"/>
            <a:ext cx="12947700" cy="29850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0"/>
              </a:spcBef>
              <a:spcAft>
                <a:spcPts val="0"/>
              </a:spcAft>
              <a:buSzPts val="7200"/>
              <a:buNone/>
            </a:pPr>
            <a:r>
              <a:rPr lang="es-419" sz="13800" dirty="0" err="1">
                <a:solidFill>
                  <a:srgbClr val="434343"/>
                </a:solidFill>
              </a:rPr>
              <a:t>μεμ</a:t>
            </a:r>
            <a:r>
              <a:rPr lang="es-419" sz="13800" dirty="0">
                <a:solidFill>
                  <a:srgbClr val="434343"/>
                </a:solidFill>
              </a:rPr>
              <a:t>αρτύρηκα</a:t>
            </a:r>
            <a:endParaRPr sz="13800" dirty="0">
              <a:solidFill>
                <a:srgbClr val="434343"/>
              </a:solidFill>
              <a:latin typeface="GFS Neohellenic"/>
              <a:ea typeface="GFS Neohellenic"/>
              <a:cs typeface="GFS Neohellenic"/>
              <a:sym typeface="GFS Neohellenic"/>
            </a:endParaRPr>
          </a:p>
        </p:txBody>
      </p:sp>
      <p:sp>
        <p:nvSpPr>
          <p:cNvPr id="662" name="Google Shape;662;p84"/>
          <p:cNvSpPr txBox="1"/>
          <p:nvPr/>
        </p:nvSpPr>
        <p:spPr>
          <a:xfrm>
            <a:off x="4689175" y="3768500"/>
            <a:ext cx="46998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μαρτυρέω</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Perfecto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Activa</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Indicativo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1 singular</a:t>
            </a:r>
            <a:endParaRPr sz="5500">
              <a:solidFill>
                <a:schemeClr val="accent1"/>
              </a:solidFill>
              <a:latin typeface="Didact Gothic"/>
              <a:ea typeface="Didact Gothic"/>
              <a:cs typeface="Didact Gothic"/>
              <a:sym typeface="Didact Gothic"/>
            </a:endParaRPr>
          </a:p>
        </p:txBody>
      </p:sp>
      <p:cxnSp>
        <p:nvCxnSpPr>
          <p:cNvPr id="663" name="Google Shape;663;p84"/>
          <p:cNvCxnSpPr/>
          <p:nvPr/>
        </p:nvCxnSpPr>
        <p:spPr>
          <a:xfrm>
            <a:off x="574375" y="3387900"/>
            <a:ext cx="12138300" cy="0"/>
          </a:xfrm>
          <a:prstGeom prst="straightConnector1">
            <a:avLst/>
          </a:prstGeom>
          <a:noFill/>
          <a:ln w="28575" cap="flat" cmpd="sng">
            <a:solidFill>
              <a:schemeClr val="dk2"/>
            </a:solidFill>
            <a:prstDash val="solid"/>
            <a:round/>
            <a:headEnd type="none" w="med" len="med"/>
            <a:tailEnd type="none" w="med" len="med"/>
          </a:ln>
        </p:spPr>
      </p:cxnSp>
      <p:sp>
        <p:nvSpPr>
          <p:cNvPr id="664" name="Google Shape;664;p84"/>
          <p:cNvSpPr txBox="1"/>
          <p:nvPr/>
        </p:nvSpPr>
        <p:spPr>
          <a:xfrm>
            <a:off x="802975" y="3768500"/>
            <a:ext cx="36165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F. Léxica:</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Tiempo:</a:t>
            </a:r>
            <a:br>
              <a:rPr lang="es-419" sz="5500" b="1">
                <a:solidFill>
                  <a:schemeClr val="accent1"/>
                </a:solidFill>
                <a:latin typeface="Didact Gothic"/>
                <a:ea typeface="Didact Gothic"/>
                <a:cs typeface="Didact Gothic"/>
                <a:sym typeface="Didact Gothic"/>
              </a:rPr>
            </a:br>
            <a:r>
              <a:rPr lang="es-419" sz="5500" b="1">
                <a:solidFill>
                  <a:schemeClr val="accent1"/>
                </a:solidFill>
                <a:latin typeface="Didact Gothic"/>
                <a:ea typeface="Didact Gothic"/>
                <a:cs typeface="Didact Gothic"/>
                <a:sym typeface="Didact Gothic"/>
              </a:rPr>
              <a:t>Voz:</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Modo:</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Pers / num:</a:t>
            </a:r>
            <a:endParaRPr sz="5500" b="1">
              <a:solidFill>
                <a:schemeClr val="accent1"/>
              </a:solidFill>
              <a:latin typeface="Didact Gothic"/>
              <a:ea typeface="Didact Gothic"/>
              <a:cs typeface="Didact Gothic"/>
              <a:sym typeface="Didact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6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6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6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6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6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674"/>
        <p:cNvGrpSpPr/>
        <p:nvPr/>
      </p:nvGrpSpPr>
      <p:grpSpPr>
        <a:xfrm>
          <a:off x="0" y="0"/>
          <a:ext cx="0" cy="0"/>
          <a:chOff x="0" y="0"/>
          <a:chExt cx="0" cy="0"/>
        </a:xfrm>
      </p:grpSpPr>
      <p:sp>
        <p:nvSpPr>
          <p:cNvPr id="675" name="Google Shape;675;p86"/>
          <p:cNvSpPr/>
          <p:nvPr/>
        </p:nvSpPr>
        <p:spPr>
          <a:xfrm>
            <a:off x="378925" y="3842675"/>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76" name="Google Shape;676;p86"/>
          <p:cNvSpPr/>
          <p:nvPr/>
        </p:nvSpPr>
        <p:spPr>
          <a:xfrm>
            <a:off x="378925" y="6057217"/>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77" name="Google Shape;677;p86"/>
          <p:cNvSpPr/>
          <p:nvPr/>
        </p:nvSpPr>
        <p:spPr>
          <a:xfrm>
            <a:off x="378925" y="8291500"/>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78" name="Google Shape;678;p86"/>
          <p:cNvSpPr txBox="1">
            <a:spLocks noGrp="1"/>
          </p:cNvSpPr>
          <p:nvPr>
            <p:ph type="ctrTitle"/>
          </p:nvPr>
        </p:nvSpPr>
        <p:spPr>
          <a:xfrm>
            <a:off x="378925" y="613375"/>
            <a:ext cx="12947700" cy="29850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0"/>
              </a:spcBef>
              <a:spcAft>
                <a:spcPts val="0"/>
              </a:spcAft>
              <a:buSzPts val="7200"/>
              <a:buNone/>
            </a:pPr>
            <a:r>
              <a:rPr lang="es-419" sz="15600">
                <a:solidFill>
                  <a:srgbClr val="434343"/>
                </a:solidFill>
              </a:rPr>
              <a:t>ἐστιν</a:t>
            </a:r>
            <a:endParaRPr sz="15600">
              <a:solidFill>
                <a:srgbClr val="434343"/>
              </a:solidFill>
              <a:latin typeface="GFS Neohellenic"/>
              <a:ea typeface="GFS Neohellenic"/>
              <a:cs typeface="GFS Neohellenic"/>
              <a:sym typeface="GFS Neohellenic"/>
            </a:endParaRPr>
          </a:p>
        </p:txBody>
      </p:sp>
      <p:sp>
        <p:nvSpPr>
          <p:cNvPr id="679" name="Google Shape;679;p86"/>
          <p:cNvSpPr txBox="1"/>
          <p:nvPr/>
        </p:nvSpPr>
        <p:spPr>
          <a:xfrm>
            <a:off x="4689175" y="3768500"/>
            <a:ext cx="46998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εἰμί</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Presente</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Activa</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Indicativo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3 Singular</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endParaRPr sz="5500">
              <a:solidFill>
                <a:schemeClr val="accent1"/>
              </a:solidFill>
              <a:latin typeface="Didact Gothic"/>
              <a:ea typeface="Didact Gothic"/>
              <a:cs typeface="Didact Gothic"/>
              <a:sym typeface="Didact Gothic"/>
            </a:endParaRPr>
          </a:p>
        </p:txBody>
      </p:sp>
      <p:cxnSp>
        <p:nvCxnSpPr>
          <p:cNvPr id="680" name="Google Shape;680;p86"/>
          <p:cNvCxnSpPr/>
          <p:nvPr/>
        </p:nvCxnSpPr>
        <p:spPr>
          <a:xfrm>
            <a:off x="574375" y="3387900"/>
            <a:ext cx="12138300" cy="0"/>
          </a:xfrm>
          <a:prstGeom prst="straightConnector1">
            <a:avLst/>
          </a:prstGeom>
          <a:noFill/>
          <a:ln w="28575" cap="flat" cmpd="sng">
            <a:solidFill>
              <a:schemeClr val="dk2"/>
            </a:solidFill>
            <a:prstDash val="solid"/>
            <a:round/>
            <a:headEnd type="none" w="med" len="med"/>
            <a:tailEnd type="none" w="med" len="med"/>
          </a:ln>
        </p:spPr>
      </p:cxnSp>
      <p:sp>
        <p:nvSpPr>
          <p:cNvPr id="681" name="Google Shape;681;p86"/>
          <p:cNvSpPr txBox="1"/>
          <p:nvPr/>
        </p:nvSpPr>
        <p:spPr>
          <a:xfrm>
            <a:off x="802975" y="3768500"/>
            <a:ext cx="36165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F. Léxica:</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Tiempo:</a:t>
            </a:r>
            <a:br>
              <a:rPr lang="es-419" sz="5500" b="1">
                <a:solidFill>
                  <a:schemeClr val="accent1"/>
                </a:solidFill>
                <a:latin typeface="Didact Gothic"/>
                <a:ea typeface="Didact Gothic"/>
                <a:cs typeface="Didact Gothic"/>
                <a:sym typeface="Didact Gothic"/>
              </a:rPr>
            </a:br>
            <a:r>
              <a:rPr lang="es-419" sz="5500" b="1">
                <a:solidFill>
                  <a:schemeClr val="accent1"/>
                </a:solidFill>
                <a:latin typeface="Didact Gothic"/>
                <a:ea typeface="Didact Gothic"/>
                <a:cs typeface="Didact Gothic"/>
                <a:sym typeface="Didact Gothic"/>
              </a:rPr>
              <a:t>Voz:</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Modo:</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Pers / num:</a:t>
            </a:r>
            <a:endParaRPr sz="5500" b="1">
              <a:solidFill>
                <a:schemeClr val="accent1"/>
              </a:solidFill>
              <a:latin typeface="Didact Gothic"/>
              <a:ea typeface="Didact Gothic"/>
              <a:cs typeface="Didact Gothic"/>
              <a:sym typeface="Didact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7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7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7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7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7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7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685"/>
        <p:cNvGrpSpPr/>
        <p:nvPr/>
      </p:nvGrpSpPr>
      <p:grpSpPr>
        <a:xfrm>
          <a:off x="0" y="0"/>
          <a:ext cx="0" cy="0"/>
          <a:chOff x="0" y="0"/>
          <a:chExt cx="0" cy="0"/>
        </a:xfrm>
      </p:grpSpPr>
      <p:sp>
        <p:nvSpPr>
          <p:cNvPr id="686" name="Google Shape;686;p87"/>
          <p:cNvSpPr txBox="1">
            <a:spLocks noGrp="1"/>
          </p:cNvSpPr>
          <p:nvPr>
            <p:ph type="ctrTitle"/>
          </p:nvPr>
        </p:nvSpPr>
        <p:spPr>
          <a:xfrm>
            <a:off x="226525" y="546274"/>
            <a:ext cx="15286200" cy="6641700"/>
          </a:xfrm>
          <a:prstGeom prst="rect">
            <a:avLst/>
          </a:prstGeom>
          <a:noFill/>
          <a:ln>
            <a:noFill/>
          </a:ln>
        </p:spPr>
        <p:txBody>
          <a:bodyPr spcFirstLastPara="1" wrap="square" lIns="156175" tIns="156175" rIns="156175" bIns="156175" anchor="t" anchorCtr="0">
            <a:noAutofit/>
          </a:bodyPr>
          <a:lstStyle/>
          <a:p>
            <a:pPr marL="0" lvl="0" indent="0" algn="l" rtl="0">
              <a:lnSpc>
                <a:spcPct val="150000"/>
              </a:lnSpc>
              <a:spcBef>
                <a:spcPts val="1200"/>
              </a:spcBef>
              <a:spcAft>
                <a:spcPts val="0"/>
              </a:spcAft>
              <a:buNone/>
            </a:pPr>
            <a:r>
              <a:rPr lang="es-419" sz="7000" dirty="0" err="1">
                <a:solidFill>
                  <a:srgbClr val="434343"/>
                </a:solidFill>
              </a:rPr>
              <a:t>Ἰωάννης</a:t>
            </a:r>
            <a:r>
              <a:rPr lang="es-419" sz="7000" dirty="0">
                <a:solidFill>
                  <a:srgbClr val="434343"/>
                </a:solidFill>
              </a:rPr>
              <a:t> </a:t>
            </a:r>
            <a:r>
              <a:rPr lang="es-419" sz="7000" u="sng" dirty="0">
                <a:solidFill>
                  <a:srgbClr val="434343"/>
                </a:solidFill>
              </a:rPr>
              <a:t>μα</a:t>
            </a:r>
            <a:r>
              <a:rPr lang="es-419" sz="7000" u="sng" dirty="0" err="1">
                <a:solidFill>
                  <a:srgbClr val="434343"/>
                </a:solidFill>
              </a:rPr>
              <a:t>ρτυρεῖ</a:t>
            </a:r>
            <a:r>
              <a:rPr lang="es-419" sz="7000" u="sng" dirty="0">
                <a:solidFill>
                  <a:srgbClr val="434343"/>
                </a:solidFill>
              </a:rPr>
              <a:t> </a:t>
            </a:r>
            <a:r>
              <a:rPr lang="es-419" sz="7000" dirty="0">
                <a:solidFill>
                  <a:srgbClr val="434343"/>
                </a:solidFill>
              </a:rPr>
              <a:t>π</a:t>
            </a:r>
            <a:r>
              <a:rPr lang="es-419" sz="7000" dirty="0" err="1">
                <a:solidFill>
                  <a:srgbClr val="434343"/>
                </a:solidFill>
              </a:rPr>
              <a:t>ερὶ</a:t>
            </a:r>
            <a:r>
              <a:rPr lang="es-419" sz="7000" dirty="0">
                <a:solidFill>
                  <a:srgbClr val="434343"/>
                </a:solidFill>
              </a:rPr>
              <a:t> </a:t>
            </a:r>
            <a:br>
              <a:rPr lang="es-419" sz="7000" dirty="0">
                <a:solidFill>
                  <a:srgbClr val="434343"/>
                </a:solidFill>
              </a:rPr>
            </a:br>
            <a:r>
              <a:rPr lang="es-419" sz="7000" dirty="0">
                <a:solidFill>
                  <a:srgbClr val="434343"/>
                </a:solidFill>
              </a:rPr>
              <a:t>α</a:t>
            </a:r>
            <a:r>
              <a:rPr lang="es-419" sz="7000" dirty="0" err="1">
                <a:solidFill>
                  <a:srgbClr val="434343"/>
                </a:solidFill>
              </a:rPr>
              <a:t>ὐτοῦ</a:t>
            </a:r>
            <a:r>
              <a:rPr lang="es-419" sz="7000" dirty="0">
                <a:solidFill>
                  <a:srgbClr val="434343"/>
                </a:solidFill>
              </a:rPr>
              <a:t> καὶ </a:t>
            </a:r>
            <a:r>
              <a:rPr lang="es-419" sz="7000" dirty="0" err="1">
                <a:solidFill>
                  <a:srgbClr val="434343"/>
                </a:solidFill>
              </a:rPr>
              <a:t>κέκρ</a:t>
            </a:r>
            <a:r>
              <a:rPr lang="es-419" sz="7000" dirty="0">
                <a:solidFill>
                  <a:srgbClr val="434343"/>
                </a:solidFill>
              </a:rPr>
              <a:t>αγεν λέγων· </a:t>
            </a:r>
            <a:br>
              <a:rPr lang="es-419" sz="7000" dirty="0">
                <a:solidFill>
                  <a:srgbClr val="434343"/>
                </a:solidFill>
              </a:rPr>
            </a:br>
            <a:r>
              <a:rPr lang="es-419" sz="7000" dirty="0">
                <a:solidFill>
                  <a:srgbClr val="434343"/>
                </a:solidFill>
              </a:rPr>
              <a:t>οὗτος ἦν ὃν εἶπον· ὁ ὀπίσω μου ἐρχόμενος ἔμπροσθέν μου γέγονεν, ὅτι πρῶτός μου ἦν.</a:t>
            </a:r>
            <a:endParaRPr sz="7000" dirty="0">
              <a:solidFill>
                <a:srgbClr val="434343"/>
              </a:solidFill>
            </a:endParaRPr>
          </a:p>
          <a:p>
            <a:pPr marL="0" lvl="0" indent="0" algn="l" rtl="0">
              <a:lnSpc>
                <a:spcPct val="150000"/>
              </a:lnSpc>
              <a:spcBef>
                <a:spcPts val="1200"/>
              </a:spcBef>
              <a:spcAft>
                <a:spcPts val="1200"/>
              </a:spcAft>
              <a:buNone/>
            </a:pPr>
            <a:endParaRPr sz="7000" dirty="0">
              <a:solidFill>
                <a:srgbClr val="434343"/>
              </a:solidFill>
            </a:endParaRPr>
          </a:p>
        </p:txBody>
      </p:sp>
      <p:sp>
        <p:nvSpPr>
          <p:cNvPr id="687" name="Google Shape;687;p87"/>
          <p:cNvSpPr txBox="1"/>
          <p:nvPr/>
        </p:nvSpPr>
        <p:spPr>
          <a:xfrm>
            <a:off x="12691225" y="8031575"/>
            <a:ext cx="5333700" cy="1432500"/>
          </a:xfrm>
          <a:prstGeom prst="rect">
            <a:avLst/>
          </a:prstGeom>
          <a:noFill/>
          <a:ln>
            <a:noFill/>
          </a:ln>
        </p:spPr>
        <p:txBody>
          <a:bodyPr spcFirstLastPara="1" wrap="square" lIns="156175" tIns="156175" rIns="156175" bIns="156175" anchor="ctr" anchorCtr="0">
            <a:noAutofit/>
          </a:bodyPr>
          <a:lstStyle/>
          <a:p>
            <a:pPr marL="0" lvl="0" indent="0" algn="r" rtl="0">
              <a:lnSpc>
                <a:spcPct val="115000"/>
              </a:lnSpc>
              <a:spcBef>
                <a:spcPts val="0"/>
              </a:spcBef>
              <a:spcAft>
                <a:spcPts val="0"/>
              </a:spcAft>
              <a:buNone/>
            </a:pPr>
            <a:r>
              <a:rPr lang="es-419" sz="7000">
                <a:solidFill>
                  <a:srgbClr val="434343"/>
                </a:solidFill>
                <a:latin typeface="Bebas Neue"/>
                <a:ea typeface="Bebas Neue"/>
                <a:cs typeface="Bebas Neue"/>
                <a:sym typeface="Bebas Neue"/>
              </a:rPr>
              <a:t>Juan 1:15</a:t>
            </a:r>
            <a:endParaRPr sz="7000">
              <a:solidFill>
                <a:srgbClr val="434343"/>
              </a:solidFill>
              <a:latin typeface="Bebas Neue"/>
              <a:ea typeface="Bebas Neue"/>
              <a:cs typeface="Bebas Neue"/>
              <a:sym typeface="Bebas Neue"/>
            </a:endParaRPr>
          </a:p>
          <a:p>
            <a:pPr marL="0" lvl="0" indent="0" algn="r" rtl="0">
              <a:lnSpc>
                <a:spcPct val="115000"/>
              </a:lnSpc>
              <a:spcBef>
                <a:spcPts val="0"/>
              </a:spcBef>
              <a:spcAft>
                <a:spcPts val="0"/>
              </a:spcAft>
              <a:buNone/>
            </a:pPr>
            <a:endParaRPr sz="7000">
              <a:solidFill>
                <a:srgbClr val="434343"/>
              </a:solidFill>
              <a:latin typeface="Bebas Neue"/>
              <a:ea typeface="Bebas Neue"/>
              <a:cs typeface="Bebas Neue"/>
              <a:sym typeface="Bebas Neue"/>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99A8F747-8D14-DE1C-D5CD-F8626456E308}"/>
                  </a:ext>
                </a:extLst>
              </p14:cNvPr>
              <p14:cNvContentPartPr/>
              <p14:nvPr/>
            </p14:nvContentPartPr>
            <p14:xfrm>
              <a:off x="883080" y="348480"/>
              <a:ext cx="11909880" cy="4234680"/>
            </p14:xfrm>
          </p:contentPart>
        </mc:Choice>
        <mc:Fallback xmlns="">
          <p:pic>
            <p:nvPicPr>
              <p:cNvPr id="2" name="Ink 1">
                <a:extLst>
                  <a:ext uri="{FF2B5EF4-FFF2-40B4-BE49-F238E27FC236}">
                    <a16:creationId xmlns:a16="http://schemas.microsoft.com/office/drawing/2014/main" id="{99A8F747-8D14-DE1C-D5CD-F8626456E308}"/>
                  </a:ext>
                </a:extLst>
              </p:cNvPr>
              <p:cNvPicPr/>
              <p:nvPr/>
            </p:nvPicPr>
            <p:blipFill>
              <a:blip r:embed="rId4"/>
              <a:stretch>
                <a:fillRect/>
              </a:stretch>
            </p:blipFill>
            <p:spPr>
              <a:xfrm>
                <a:off x="873720" y="339120"/>
                <a:ext cx="11928600" cy="4253400"/>
              </a:xfrm>
              <a:prstGeom prst="rect">
                <a:avLst/>
              </a:prstGeom>
            </p:spPr>
          </p:pic>
        </mc:Fallback>
      </mc:AlternateContent>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691"/>
        <p:cNvGrpSpPr/>
        <p:nvPr/>
      </p:nvGrpSpPr>
      <p:grpSpPr>
        <a:xfrm>
          <a:off x="0" y="0"/>
          <a:ext cx="0" cy="0"/>
          <a:chOff x="0" y="0"/>
          <a:chExt cx="0" cy="0"/>
        </a:xfrm>
      </p:grpSpPr>
      <p:sp>
        <p:nvSpPr>
          <p:cNvPr id="692" name="Google Shape;692;p88"/>
          <p:cNvSpPr/>
          <p:nvPr/>
        </p:nvSpPr>
        <p:spPr>
          <a:xfrm>
            <a:off x="378925" y="3842675"/>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93" name="Google Shape;693;p88"/>
          <p:cNvSpPr/>
          <p:nvPr/>
        </p:nvSpPr>
        <p:spPr>
          <a:xfrm>
            <a:off x="378925" y="6057217"/>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94" name="Google Shape;694;p88"/>
          <p:cNvSpPr/>
          <p:nvPr/>
        </p:nvSpPr>
        <p:spPr>
          <a:xfrm>
            <a:off x="378925" y="8291500"/>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95" name="Google Shape;695;p88"/>
          <p:cNvSpPr txBox="1">
            <a:spLocks noGrp="1"/>
          </p:cNvSpPr>
          <p:nvPr>
            <p:ph type="ctrTitle"/>
          </p:nvPr>
        </p:nvSpPr>
        <p:spPr>
          <a:xfrm>
            <a:off x="378925" y="613375"/>
            <a:ext cx="12947700" cy="29850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0"/>
              </a:spcBef>
              <a:spcAft>
                <a:spcPts val="0"/>
              </a:spcAft>
              <a:buSzPts val="7200"/>
              <a:buNone/>
            </a:pPr>
            <a:r>
              <a:rPr lang="es-419" sz="15600">
                <a:solidFill>
                  <a:srgbClr val="434343"/>
                </a:solidFill>
              </a:rPr>
              <a:t>μαρτυρεῖ</a:t>
            </a:r>
            <a:endParaRPr sz="15600">
              <a:solidFill>
                <a:srgbClr val="434343"/>
              </a:solidFill>
              <a:latin typeface="GFS Neohellenic"/>
              <a:ea typeface="GFS Neohellenic"/>
              <a:cs typeface="GFS Neohellenic"/>
              <a:sym typeface="GFS Neohellenic"/>
            </a:endParaRPr>
          </a:p>
        </p:txBody>
      </p:sp>
      <p:sp>
        <p:nvSpPr>
          <p:cNvPr id="696" name="Google Shape;696;p88"/>
          <p:cNvSpPr txBox="1"/>
          <p:nvPr/>
        </p:nvSpPr>
        <p:spPr>
          <a:xfrm>
            <a:off x="4689175" y="3768500"/>
            <a:ext cx="46998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μαρτυρέω</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Presente</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Activa</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Indicativo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3 singular</a:t>
            </a:r>
            <a:endParaRPr sz="5500">
              <a:solidFill>
                <a:schemeClr val="accent1"/>
              </a:solidFill>
              <a:latin typeface="Didact Gothic"/>
              <a:ea typeface="Didact Gothic"/>
              <a:cs typeface="Didact Gothic"/>
              <a:sym typeface="Didact Gothic"/>
            </a:endParaRPr>
          </a:p>
        </p:txBody>
      </p:sp>
      <p:cxnSp>
        <p:nvCxnSpPr>
          <p:cNvPr id="697" name="Google Shape;697;p88"/>
          <p:cNvCxnSpPr/>
          <p:nvPr/>
        </p:nvCxnSpPr>
        <p:spPr>
          <a:xfrm>
            <a:off x="574375" y="3387900"/>
            <a:ext cx="12138300" cy="0"/>
          </a:xfrm>
          <a:prstGeom prst="straightConnector1">
            <a:avLst/>
          </a:prstGeom>
          <a:noFill/>
          <a:ln w="28575" cap="flat" cmpd="sng">
            <a:solidFill>
              <a:schemeClr val="dk2"/>
            </a:solidFill>
            <a:prstDash val="solid"/>
            <a:round/>
            <a:headEnd type="none" w="med" len="med"/>
            <a:tailEnd type="none" w="med" len="med"/>
          </a:ln>
        </p:spPr>
      </p:cxnSp>
      <p:sp>
        <p:nvSpPr>
          <p:cNvPr id="698" name="Google Shape;698;p88"/>
          <p:cNvSpPr txBox="1"/>
          <p:nvPr/>
        </p:nvSpPr>
        <p:spPr>
          <a:xfrm>
            <a:off x="802975" y="3768500"/>
            <a:ext cx="36165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F. Léxica:</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Tiempo:</a:t>
            </a:r>
            <a:br>
              <a:rPr lang="es-419" sz="5500" b="1">
                <a:solidFill>
                  <a:schemeClr val="accent1"/>
                </a:solidFill>
                <a:latin typeface="Didact Gothic"/>
                <a:ea typeface="Didact Gothic"/>
                <a:cs typeface="Didact Gothic"/>
                <a:sym typeface="Didact Gothic"/>
              </a:rPr>
            </a:br>
            <a:r>
              <a:rPr lang="es-419" sz="5500" b="1">
                <a:solidFill>
                  <a:schemeClr val="accent1"/>
                </a:solidFill>
                <a:latin typeface="Didact Gothic"/>
                <a:ea typeface="Didact Gothic"/>
                <a:cs typeface="Didact Gothic"/>
                <a:sym typeface="Didact Gothic"/>
              </a:rPr>
              <a:t>Voz:</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Modo:</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Pers / num:</a:t>
            </a:r>
            <a:endParaRPr sz="5500" b="1">
              <a:solidFill>
                <a:schemeClr val="accent1"/>
              </a:solidFill>
              <a:latin typeface="Didact Gothic"/>
              <a:ea typeface="Didact Gothic"/>
              <a:cs typeface="Didact Gothic"/>
              <a:sym typeface="Didact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9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9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9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9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9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702"/>
        <p:cNvGrpSpPr/>
        <p:nvPr/>
      </p:nvGrpSpPr>
      <p:grpSpPr>
        <a:xfrm>
          <a:off x="0" y="0"/>
          <a:ext cx="0" cy="0"/>
          <a:chOff x="0" y="0"/>
          <a:chExt cx="0" cy="0"/>
        </a:xfrm>
      </p:grpSpPr>
      <p:sp>
        <p:nvSpPr>
          <p:cNvPr id="703" name="Google Shape;703;p89"/>
          <p:cNvSpPr txBox="1">
            <a:spLocks noGrp="1"/>
          </p:cNvSpPr>
          <p:nvPr>
            <p:ph type="ctrTitle"/>
          </p:nvPr>
        </p:nvSpPr>
        <p:spPr>
          <a:xfrm>
            <a:off x="226525" y="532626"/>
            <a:ext cx="15286200" cy="6641700"/>
          </a:xfrm>
          <a:prstGeom prst="rect">
            <a:avLst/>
          </a:prstGeom>
          <a:noFill/>
          <a:ln>
            <a:noFill/>
          </a:ln>
        </p:spPr>
        <p:txBody>
          <a:bodyPr spcFirstLastPara="1" wrap="square" lIns="156175" tIns="156175" rIns="156175" bIns="156175" anchor="t" anchorCtr="0">
            <a:noAutofit/>
          </a:bodyPr>
          <a:lstStyle/>
          <a:p>
            <a:pPr marL="0" lvl="0" indent="0" algn="l" rtl="0">
              <a:lnSpc>
                <a:spcPct val="150000"/>
              </a:lnSpc>
              <a:spcBef>
                <a:spcPts val="1200"/>
              </a:spcBef>
              <a:spcAft>
                <a:spcPts val="0"/>
              </a:spcAft>
              <a:buNone/>
            </a:pPr>
            <a:r>
              <a:rPr lang="es-419" sz="7000" dirty="0" err="1">
                <a:solidFill>
                  <a:srgbClr val="434343"/>
                </a:solidFill>
              </a:rPr>
              <a:t>Ἰωάννης</a:t>
            </a:r>
            <a:r>
              <a:rPr lang="es-419" sz="7000" dirty="0">
                <a:solidFill>
                  <a:srgbClr val="434343"/>
                </a:solidFill>
              </a:rPr>
              <a:t> μα</a:t>
            </a:r>
            <a:r>
              <a:rPr lang="es-419" sz="7000" dirty="0" err="1">
                <a:solidFill>
                  <a:srgbClr val="434343"/>
                </a:solidFill>
              </a:rPr>
              <a:t>ρτυρεῖ</a:t>
            </a:r>
            <a:r>
              <a:rPr lang="es-419" sz="7000" dirty="0">
                <a:solidFill>
                  <a:srgbClr val="434343"/>
                </a:solidFill>
              </a:rPr>
              <a:t> π</a:t>
            </a:r>
            <a:r>
              <a:rPr lang="es-419" sz="7000" dirty="0" err="1">
                <a:solidFill>
                  <a:srgbClr val="434343"/>
                </a:solidFill>
              </a:rPr>
              <a:t>ερὶ</a:t>
            </a:r>
            <a:r>
              <a:rPr lang="es-419" sz="7000" dirty="0">
                <a:solidFill>
                  <a:srgbClr val="434343"/>
                </a:solidFill>
              </a:rPr>
              <a:t> </a:t>
            </a:r>
            <a:br>
              <a:rPr lang="es-419" sz="7000" dirty="0">
                <a:solidFill>
                  <a:srgbClr val="434343"/>
                </a:solidFill>
              </a:rPr>
            </a:br>
            <a:r>
              <a:rPr lang="es-419" sz="7000" dirty="0">
                <a:solidFill>
                  <a:srgbClr val="434343"/>
                </a:solidFill>
              </a:rPr>
              <a:t>α</a:t>
            </a:r>
            <a:r>
              <a:rPr lang="es-419" sz="7000" dirty="0" err="1">
                <a:solidFill>
                  <a:srgbClr val="434343"/>
                </a:solidFill>
              </a:rPr>
              <a:t>ὐτοῦ</a:t>
            </a:r>
            <a:r>
              <a:rPr lang="es-419" sz="7000" dirty="0">
                <a:solidFill>
                  <a:srgbClr val="434343"/>
                </a:solidFill>
              </a:rPr>
              <a:t> καὶ </a:t>
            </a:r>
            <a:r>
              <a:rPr lang="es-419" sz="7000" u="sng" dirty="0" err="1">
                <a:solidFill>
                  <a:srgbClr val="434343"/>
                </a:solidFill>
              </a:rPr>
              <a:t>κέκρ</a:t>
            </a:r>
            <a:r>
              <a:rPr lang="es-419" sz="7000" u="sng" dirty="0">
                <a:solidFill>
                  <a:srgbClr val="434343"/>
                </a:solidFill>
              </a:rPr>
              <a:t>αγεν </a:t>
            </a:r>
            <a:r>
              <a:rPr lang="es-419" sz="7000" dirty="0">
                <a:solidFill>
                  <a:srgbClr val="434343"/>
                </a:solidFill>
              </a:rPr>
              <a:t>λέγων· </a:t>
            </a:r>
            <a:br>
              <a:rPr lang="es-419" sz="7000" dirty="0">
                <a:solidFill>
                  <a:srgbClr val="434343"/>
                </a:solidFill>
              </a:rPr>
            </a:br>
            <a:r>
              <a:rPr lang="es-419" sz="7000" dirty="0">
                <a:solidFill>
                  <a:srgbClr val="434343"/>
                </a:solidFill>
              </a:rPr>
              <a:t>οὗτος ἦν ὃν εἶπον· ὁ ὀπίσω μου ἐρχόμενος ἔμπροσθέν μου γέγονεν, ὅτι πρῶτός μου ἦν.</a:t>
            </a:r>
            <a:endParaRPr sz="7000" dirty="0">
              <a:solidFill>
                <a:srgbClr val="434343"/>
              </a:solidFill>
            </a:endParaRPr>
          </a:p>
          <a:p>
            <a:pPr marL="0" lvl="0" indent="0" algn="l" rtl="0">
              <a:lnSpc>
                <a:spcPct val="150000"/>
              </a:lnSpc>
              <a:spcBef>
                <a:spcPts val="1200"/>
              </a:spcBef>
              <a:spcAft>
                <a:spcPts val="1200"/>
              </a:spcAft>
              <a:buNone/>
            </a:pPr>
            <a:endParaRPr sz="7000" dirty="0">
              <a:solidFill>
                <a:srgbClr val="434343"/>
              </a:solidFill>
            </a:endParaRPr>
          </a:p>
        </p:txBody>
      </p:sp>
      <p:sp>
        <p:nvSpPr>
          <p:cNvPr id="704" name="Google Shape;704;p89"/>
          <p:cNvSpPr txBox="1"/>
          <p:nvPr/>
        </p:nvSpPr>
        <p:spPr>
          <a:xfrm>
            <a:off x="12691225" y="8031575"/>
            <a:ext cx="5333700" cy="1432500"/>
          </a:xfrm>
          <a:prstGeom prst="rect">
            <a:avLst/>
          </a:prstGeom>
          <a:noFill/>
          <a:ln>
            <a:noFill/>
          </a:ln>
        </p:spPr>
        <p:txBody>
          <a:bodyPr spcFirstLastPara="1" wrap="square" lIns="156175" tIns="156175" rIns="156175" bIns="156175" anchor="ctr" anchorCtr="0">
            <a:noAutofit/>
          </a:bodyPr>
          <a:lstStyle/>
          <a:p>
            <a:pPr marL="0" lvl="0" indent="0" algn="r" rtl="0">
              <a:lnSpc>
                <a:spcPct val="115000"/>
              </a:lnSpc>
              <a:spcBef>
                <a:spcPts val="0"/>
              </a:spcBef>
              <a:spcAft>
                <a:spcPts val="0"/>
              </a:spcAft>
              <a:buNone/>
            </a:pPr>
            <a:r>
              <a:rPr lang="es-419" sz="7000">
                <a:solidFill>
                  <a:srgbClr val="434343"/>
                </a:solidFill>
                <a:latin typeface="Bebas Neue"/>
                <a:ea typeface="Bebas Neue"/>
                <a:cs typeface="Bebas Neue"/>
                <a:sym typeface="Bebas Neue"/>
              </a:rPr>
              <a:t>Juan 1:15</a:t>
            </a:r>
            <a:endParaRPr sz="7000">
              <a:solidFill>
                <a:srgbClr val="434343"/>
              </a:solidFill>
              <a:latin typeface="Bebas Neue"/>
              <a:ea typeface="Bebas Neue"/>
              <a:cs typeface="Bebas Neue"/>
              <a:sym typeface="Bebas Neue"/>
            </a:endParaRPr>
          </a:p>
          <a:p>
            <a:pPr marL="0" lvl="0" indent="0" algn="r" rtl="0">
              <a:lnSpc>
                <a:spcPct val="115000"/>
              </a:lnSpc>
              <a:spcBef>
                <a:spcPts val="0"/>
              </a:spcBef>
              <a:spcAft>
                <a:spcPts val="0"/>
              </a:spcAft>
              <a:buNone/>
            </a:pPr>
            <a:endParaRPr sz="7000">
              <a:solidFill>
                <a:srgbClr val="434343"/>
              </a:solidFill>
              <a:latin typeface="Bebas Neue"/>
              <a:ea typeface="Bebas Neue"/>
              <a:cs typeface="Bebas Neue"/>
              <a:sym typeface="Bebas Neue"/>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12F36F9B-C087-B402-9328-F064ED2864B7}"/>
                  </a:ext>
                </a:extLst>
              </p14:cNvPr>
              <p14:cNvContentPartPr/>
              <p14:nvPr/>
            </p14:nvContentPartPr>
            <p14:xfrm>
              <a:off x="104040" y="2712960"/>
              <a:ext cx="15454800" cy="6319080"/>
            </p14:xfrm>
          </p:contentPart>
        </mc:Choice>
        <mc:Fallback xmlns="">
          <p:pic>
            <p:nvPicPr>
              <p:cNvPr id="2" name="Ink 1">
                <a:extLst>
                  <a:ext uri="{FF2B5EF4-FFF2-40B4-BE49-F238E27FC236}">
                    <a16:creationId xmlns:a16="http://schemas.microsoft.com/office/drawing/2014/main" id="{12F36F9B-C087-B402-9328-F064ED2864B7}"/>
                  </a:ext>
                </a:extLst>
              </p:cNvPr>
              <p:cNvPicPr/>
              <p:nvPr/>
            </p:nvPicPr>
            <p:blipFill>
              <a:blip r:embed="rId4"/>
              <a:stretch>
                <a:fillRect/>
              </a:stretch>
            </p:blipFill>
            <p:spPr>
              <a:xfrm>
                <a:off x="94680" y="2703600"/>
                <a:ext cx="15473520" cy="6337800"/>
              </a:xfrm>
              <a:prstGeom prst="rect">
                <a:avLst/>
              </a:prstGeom>
            </p:spPr>
          </p:pic>
        </mc:Fallback>
      </mc:AlternateContent>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708"/>
        <p:cNvGrpSpPr/>
        <p:nvPr/>
      </p:nvGrpSpPr>
      <p:grpSpPr>
        <a:xfrm>
          <a:off x="0" y="0"/>
          <a:ext cx="0" cy="0"/>
          <a:chOff x="0" y="0"/>
          <a:chExt cx="0" cy="0"/>
        </a:xfrm>
      </p:grpSpPr>
      <p:sp>
        <p:nvSpPr>
          <p:cNvPr id="709" name="Google Shape;709;p90"/>
          <p:cNvSpPr/>
          <p:nvPr/>
        </p:nvSpPr>
        <p:spPr>
          <a:xfrm>
            <a:off x="378925" y="3842675"/>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710" name="Google Shape;710;p90"/>
          <p:cNvSpPr/>
          <p:nvPr/>
        </p:nvSpPr>
        <p:spPr>
          <a:xfrm>
            <a:off x="378925" y="6057217"/>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711" name="Google Shape;711;p90"/>
          <p:cNvSpPr/>
          <p:nvPr/>
        </p:nvSpPr>
        <p:spPr>
          <a:xfrm>
            <a:off x="378925" y="8291500"/>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712" name="Google Shape;712;p90"/>
          <p:cNvSpPr txBox="1">
            <a:spLocks noGrp="1"/>
          </p:cNvSpPr>
          <p:nvPr>
            <p:ph type="ctrTitle"/>
          </p:nvPr>
        </p:nvSpPr>
        <p:spPr>
          <a:xfrm>
            <a:off x="378925" y="613375"/>
            <a:ext cx="12947700" cy="29850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0"/>
              </a:spcBef>
              <a:spcAft>
                <a:spcPts val="0"/>
              </a:spcAft>
              <a:buSzPts val="7200"/>
              <a:buNone/>
            </a:pPr>
            <a:r>
              <a:rPr lang="es-419" sz="15600">
                <a:solidFill>
                  <a:srgbClr val="434343"/>
                </a:solidFill>
              </a:rPr>
              <a:t>κέκραγεν</a:t>
            </a:r>
            <a:endParaRPr sz="15600">
              <a:solidFill>
                <a:srgbClr val="434343"/>
              </a:solidFill>
              <a:latin typeface="GFS Neohellenic"/>
              <a:ea typeface="GFS Neohellenic"/>
              <a:cs typeface="GFS Neohellenic"/>
              <a:sym typeface="GFS Neohellenic"/>
            </a:endParaRPr>
          </a:p>
        </p:txBody>
      </p:sp>
      <p:sp>
        <p:nvSpPr>
          <p:cNvPr id="713" name="Google Shape;713;p90"/>
          <p:cNvSpPr txBox="1"/>
          <p:nvPr/>
        </p:nvSpPr>
        <p:spPr>
          <a:xfrm>
            <a:off x="4689175" y="3768500"/>
            <a:ext cx="46998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κράζω</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Perfecto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Activa</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Indicativo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3 singular</a:t>
            </a:r>
            <a:endParaRPr sz="5500">
              <a:solidFill>
                <a:schemeClr val="accent1"/>
              </a:solidFill>
              <a:latin typeface="Didact Gothic"/>
              <a:ea typeface="Didact Gothic"/>
              <a:cs typeface="Didact Gothic"/>
              <a:sym typeface="Didact Gothic"/>
            </a:endParaRPr>
          </a:p>
        </p:txBody>
      </p:sp>
      <p:cxnSp>
        <p:nvCxnSpPr>
          <p:cNvPr id="714" name="Google Shape;714;p90"/>
          <p:cNvCxnSpPr/>
          <p:nvPr/>
        </p:nvCxnSpPr>
        <p:spPr>
          <a:xfrm>
            <a:off x="574375" y="3387900"/>
            <a:ext cx="12138300" cy="0"/>
          </a:xfrm>
          <a:prstGeom prst="straightConnector1">
            <a:avLst/>
          </a:prstGeom>
          <a:noFill/>
          <a:ln w="28575" cap="flat" cmpd="sng">
            <a:solidFill>
              <a:schemeClr val="dk2"/>
            </a:solidFill>
            <a:prstDash val="solid"/>
            <a:round/>
            <a:headEnd type="none" w="med" len="med"/>
            <a:tailEnd type="none" w="med" len="med"/>
          </a:ln>
        </p:spPr>
      </p:cxnSp>
      <p:sp>
        <p:nvSpPr>
          <p:cNvPr id="715" name="Google Shape;715;p90"/>
          <p:cNvSpPr txBox="1"/>
          <p:nvPr/>
        </p:nvSpPr>
        <p:spPr>
          <a:xfrm>
            <a:off x="802975" y="3768500"/>
            <a:ext cx="36165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F. Léxica:</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Tiempo:</a:t>
            </a:r>
            <a:br>
              <a:rPr lang="es-419" sz="5500" b="1">
                <a:solidFill>
                  <a:schemeClr val="accent1"/>
                </a:solidFill>
                <a:latin typeface="Didact Gothic"/>
                <a:ea typeface="Didact Gothic"/>
                <a:cs typeface="Didact Gothic"/>
                <a:sym typeface="Didact Gothic"/>
              </a:rPr>
            </a:br>
            <a:r>
              <a:rPr lang="es-419" sz="5500" b="1">
                <a:solidFill>
                  <a:schemeClr val="accent1"/>
                </a:solidFill>
                <a:latin typeface="Didact Gothic"/>
                <a:ea typeface="Didact Gothic"/>
                <a:cs typeface="Didact Gothic"/>
                <a:sym typeface="Didact Gothic"/>
              </a:rPr>
              <a:t>Voz:</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Modo:</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Pers / num:</a:t>
            </a:r>
            <a:endParaRPr sz="5500" b="1">
              <a:solidFill>
                <a:schemeClr val="accent1"/>
              </a:solidFill>
              <a:latin typeface="Didact Gothic"/>
              <a:ea typeface="Didact Gothic"/>
              <a:cs typeface="Didact Gothic"/>
              <a:sym typeface="Didact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1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1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719"/>
        <p:cNvGrpSpPr/>
        <p:nvPr/>
      </p:nvGrpSpPr>
      <p:grpSpPr>
        <a:xfrm>
          <a:off x="0" y="0"/>
          <a:ext cx="0" cy="0"/>
          <a:chOff x="0" y="0"/>
          <a:chExt cx="0" cy="0"/>
        </a:xfrm>
      </p:grpSpPr>
      <p:sp>
        <p:nvSpPr>
          <p:cNvPr id="720" name="Google Shape;720;p91"/>
          <p:cNvSpPr txBox="1">
            <a:spLocks noGrp="1"/>
          </p:cNvSpPr>
          <p:nvPr>
            <p:ph type="ctrTitle"/>
          </p:nvPr>
        </p:nvSpPr>
        <p:spPr>
          <a:xfrm>
            <a:off x="226525" y="587217"/>
            <a:ext cx="15286200" cy="6641700"/>
          </a:xfrm>
          <a:prstGeom prst="rect">
            <a:avLst/>
          </a:prstGeom>
          <a:noFill/>
          <a:ln>
            <a:noFill/>
          </a:ln>
        </p:spPr>
        <p:txBody>
          <a:bodyPr spcFirstLastPara="1" wrap="square" lIns="156175" tIns="156175" rIns="156175" bIns="156175" anchor="t" anchorCtr="0">
            <a:noAutofit/>
          </a:bodyPr>
          <a:lstStyle/>
          <a:p>
            <a:pPr marL="0" lvl="0" indent="0" algn="l" rtl="0">
              <a:lnSpc>
                <a:spcPct val="150000"/>
              </a:lnSpc>
              <a:spcBef>
                <a:spcPts val="1200"/>
              </a:spcBef>
              <a:spcAft>
                <a:spcPts val="0"/>
              </a:spcAft>
              <a:buNone/>
            </a:pPr>
            <a:r>
              <a:rPr lang="es-419" sz="7000" dirty="0" err="1">
                <a:solidFill>
                  <a:srgbClr val="434343"/>
                </a:solidFill>
              </a:rPr>
              <a:t>Ἰωάννης</a:t>
            </a:r>
            <a:r>
              <a:rPr lang="es-419" sz="7000" dirty="0">
                <a:solidFill>
                  <a:srgbClr val="434343"/>
                </a:solidFill>
              </a:rPr>
              <a:t> μα</a:t>
            </a:r>
            <a:r>
              <a:rPr lang="es-419" sz="7000" dirty="0" err="1">
                <a:solidFill>
                  <a:srgbClr val="434343"/>
                </a:solidFill>
              </a:rPr>
              <a:t>ρτυρεῖ</a:t>
            </a:r>
            <a:r>
              <a:rPr lang="es-419" sz="7000" dirty="0">
                <a:solidFill>
                  <a:srgbClr val="434343"/>
                </a:solidFill>
              </a:rPr>
              <a:t> π</a:t>
            </a:r>
            <a:r>
              <a:rPr lang="es-419" sz="7000" dirty="0" err="1">
                <a:solidFill>
                  <a:srgbClr val="434343"/>
                </a:solidFill>
              </a:rPr>
              <a:t>ερὶ</a:t>
            </a:r>
            <a:r>
              <a:rPr lang="es-419" sz="7000" dirty="0">
                <a:solidFill>
                  <a:srgbClr val="434343"/>
                </a:solidFill>
              </a:rPr>
              <a:t> </a:t>
            </a:r>
            <a:br>
              <a:rPr lang="es-419" sz="7000" dirty="0">
                <a:solidFill>
                  <a:srgbClr val="434343"/>
                </a:solidFill>
              </a:rPr>
            </a:br>
            <a:r>
              <a:rPr lang="es-419" sz="7000" dirty="0">
                <a:solidFill>
                  <a:srgbClr val="434343"/>
                </a:solidFill>
              </a:rPr>
              <a:t>α</a:t>
            </a:r>
            <a:r>
              <a:rPr lang="es-419" sz="7000" dirty="0" err="1">
                <a:solidFill>
                  <a:srgbClr val="434343"/>
                </a:solidFill>
              </a:rPr>
              <a:t>ὐτοῦ</a:t>
            </a:r>
            <a:r>
              <a:rPr lang="es-419" sz="7000" dirty="0">
                <a:solidFill>
                  <a:srgbClr val="434343"/>
                </a:solidFill>
              </a:rPr>
              <a:t> καὶ </a:t>
            </a:r>
            <a:r>
              <a:rPr lang="es-419" sz="7000" dirty="0" err="1">
                <a:solidFill>
                  <a:srgbClr val="434343"/>
                </a:solidFill>
              </a:rPr>
              <a:t>κέκρ</a:t>
            </a:r>
            <a:r>
              <a:rPr lang="es-419" sz="7000" dirty="0">
                <a:solidFill>
                  <a:srgbClr val="434343"/>
                </a:solidFill>
              </a:rPr>
              <a:t>αγεν λέγων· </a:t>
            </a:r>
            <a:br>
              <a:rPr lang="es-419" sz="7000" dirty="0">
                <a:solidFill>
                  <a:srgbClr val="434343"/>
                </a:solidFill>
              </a:rPr>
            </a:br>
            <a:r>
              <a:rPr lang="es-419" sz="7000" dirty="0">
                <a:solidFill>
                  <a:srgbClr val="434343"/>
                </a:solidFill>
              </a:rPr>
              <a:t>οὗτος </a:t>
            </a:r>
            <a:r>
              <a:rPr lang="es-419" sz="7000" u="sng" dirty="0">
                <a:solidFill>
                  <a:srgbClr val="434343"/>
                </a:solidFill>
              </a:rPr>
              <a:t>ἦν </a:t>
            </a:r>
            <a:r>
              <a:rPr lang="es-419" sz="7000" dirty="0">
                <a:solidFill>
                  <a:srgbClr val="434343"/>
                </a:solidFill>
              </a:rPr>
              <a:t>ὃν εἶπον· ὁ ὀπίσω μου ἐρχόμενος ἔμπροσθέν μου γέγονεν, ὅτι πρῶτός μου ἦν.</a:t>
            </a:r>
            <a:endParaRPr sz="7000" dirty="0">
              <a:solidFill>
                <a:srgbClr val="434343"/>
              </a:solidFill>
            </a:endParaRPr>
          </a:p>
          <a:p>
            <a:pPr marL="0" lvl="0" indent="0" algn="l" rtl="0">
              <a:lnSpc>
                <a:spcPct val="150000"/>
              </a:lnSpc>
              <a:spcBef>
                <a:spcPts val="1200"/>
              </a:spcBef>
              <a:spcAft>
                <a:spcPts val="1200"/>
              </a:spcAft>
              <a:buNone/>
            </a:pPr>
            <a:endParaRPr sz="7000" dirty="0">
              <a:solidFill>
                <a:srgbClr val="434343"/>
              </a:solidFill>
            </a:endParaRPr>
          </a:p>
        </p:txBody>
      </p:sp>
      <p:sp>
        <p:nvSpPr>
          <p:cNvPr id="721" name="Google Shape;721;p91"/>
          <p:cNvSpPr txBox="1"/>
          <p:nvPr/>
        </p:nvSpPr>
        <p:spPr>
          <a:xfrm>
            <a:off x="12691225" y="8031575"/>
            <a:ext cx="5333700" cy="1432500"/>
          </a:xfrm>
          <a:prstGeom prst="rect">
            <a:avLst/>
          </a:prstGeom>
          <a:noFill/>
          <a:ln>
            <a:noFill/>
          </a:ln>
        </p:spPr>
        <p:txBody>
          <a:bodyPr spcFirstLastPara="1" wrap="square" lIns="156175" tIns="156175" rIns="156175" bIns="156175" anchor="ctr" anchorCtr="0">
            <a:noAutofit/>
          </a:bodyPr>
          <a:lstStyle/>
          <a:p>
            <a:pPr marL="0" lvl="0" indent="0" algn="r" rtl="0">
              <a:lnSpc>
                <a:spcPct val="115000"/>
              </a:lnSpc>
              <a:spcBef>
                <a:spcPts val="0"/>
              </a:spcBef>
              <a:spcAft>
                <a:spcPts val="0"/>
              </a:spcAft>
              <a:buNone/>
            </a:pPr>
            <a:r>
              <a:rPr lang="es-419" sz="7000" dirty="0">
                <a:solidFill>
                  <a:srgbClr val="434343"/>
                </a:solidFill>
                <a:latin typeface="Bebas Neue"/>
                <a:ea typeface="Bebas Neue"/>
                <a:cs typeface="Bebas Neue"/>
                <a:sym typeface="Bebas Neue"/>
              </a:rPr>
              <a:t>Juan 1:15</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725"/>
        <p:cNvGrpSpPr/>
        <p:nvPr/>
      </p:nvGrpSpPr>
      <p:grpSpPr>
        <a:xfrm>
          <a:off x="0" y="0"/>
          <a:ext cx="0" cy="0"/>
          <a:chOff x="0" y="0"/>
          <a:chExt cx="0" cy="0"/>
        </a:xfrm>
      </p:grpSpPr>
      <p:sp>
        <p:nvSpPr>
          <p:cNvPr id="726" name="Google Shape;726;p92"/>
          <p:cNvSpPr/>
          <p:nvPr/>
        </p:nvSpPr>
        <p:spPr>
          <a:xfrm>
            <a:off x="378925" y="3842675"/>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727" name="Google Shape;727;p92"/>
          <p:cNvSpPr/>
          <p:nvPr/>
        </p:nvSpPr>
        <p:spPr>
          <a:xfrm>
            <a:off x="378925" y="6057217"/>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728" name="Google Shape;728;p92"/>
          <p:cNvSpPr/>
          <p:nvPr/>
        </p:nvSpPr>
        <p:spPr>
          <a:xfrm>
            <a:off x="378925" y="8291500"/>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729" name="Google Shape;729;p92"/>
          <p:cNvSpPr txBox="1">
            <a:spLocks noGrp="1"/>
          </p:cNvSpPr>
          <p:nvPr>
            <p:ph type="ctrTitle"/>
          </p:nvPr>
        </p:nvSpPr>
        <p:spPr>
          <a:xfrm>
            <a:off x="378925" y="613375"/>
            <a:ext cx="12947700" cy="29850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0"/>
              </a:spcBef>
              <a:spcAft>
                <a:spcPts val="0"/>
              </a:spcAft>
              <a:buSzPts val="7200"/>
              <a:buNone/>
            </a:pPr>
            <a:r>
              <a:rPr lang="es-419" sz="15600">
                <a:solidFill>
                  <a:srgbClr val="434343"/>
                </a:solidFill>
              </a:rPr>
              <a:t>ἦν</a:t>
            </a:r>
            <a:endParaRPr sz="15600">
              <a:solidFill>
                <a:srgbClr val="434343"/>
              </a:solidFill>
              <a:latin typeface="GFS Neohellenic"/>
              <a:ea typeface="GFS Neohellenic"/>
              <a:cs typeface="GFS Neohellenic"/>
              <a:sym typeface="GFS Neohellenic"/>
            </a:endParaRPr>
          </a:p>
        </p:txBody>
      </p:sp>
      <p:sp>
        <p:nvSpPr>
          <p:cNvPr id="730" name="Google Shape;730;p92"/>
          <p:cNvSpPr txBox="1"/>
          <p:nvPr/>
        </p:nvSpPr>
        <p:spPr>
          <a:xfrm>
            <a:off x="4689175" y="3768500"/>
            <a:ext cx="46998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εἰμί</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Imperfecto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Activa</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Indicativo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3 singular</a:t>
            </a:r>
            <a:endParaRPr sz="5500">
              <a:solidFill>
                <a:schemeClr val="accent1"/>
              </a:solidFill>
              <a:latin typeface="Didact Gothic"/>
              <a:ea typeface="Didact Gothic"/>
              <a:cs typeface="Didact Gothic"/>
              <a:sym typeface="Didact Gothic"/>
            </a:endParaRPr>
          </a:p>
        </p:txBody>
      </p:sp>
      <p:cxnSp>
        <p:nvCxnSpPr>
          <p:cNvPr id="731" name="Google Shape;731;p92"/>
          <p:cNvCxnSpPr/>
          <p:nvPr/>
        </p:nvCxnSpPr>
        <p:spPr>
          <a:xfrm>
            <a:off x="574375" y="3387900"/>
            <a:ext cx="12138300" cy="0"/>
          </a:xfrm>
          <a:prstGeom prst="straightConnector1">
            <a:avLst/>
          </a:prstGeom>
          <a:noFill/>
          <a:ln w="28575" cap="flat" cmpd="sng">
            <a:solidFill>
              <a:schemeClr val="dk2"/>
            </a:solidFill>
            <a:prstDash val="solid"/>
            <a:round/>
            <a:headEnd type="none" w="med" len="med"/>
            <a:tailEnd type="none" w="med" len="med"/>
          </a:ln>
        </p:spPr>
      </p:cxnSp>
      <p:sp>
        <p:nvSpPr>
          <p:cNvPr id="732" name="Google Shape;732;p92"/>
          <p:cNvSpPr txBox="1"/>
          <p:nvPr/>
        </p:nvSpPr>
        <p:spPr>
          <a:xfrm>
            <a:off x="802975" y="3768500"/>
            <a:ext cx="36165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F. Léxica:</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Tiempo:</a:t>
            </a:r>
            <a:br>
              <a:rPr lang="es-419" sz="5500" b="1">
                <a:solidFill>
                  <a:schemeClr val="accent1"/>
                </a:solidFill>
                <a:latin typeface="Didact Gothic"/>
                <a:ea typeface="Didact Gothic"/>
                <a:cs typeface="Didact Gothic"/>
                <a:sym typeface="Didact Gothic"/>
              </a:rPr>
            </a:br>
            <a:r>
              <a:rPr lang="es-419" sz="5500" b="1">
                <a:solidFill>
                  <a:schemeClr val="accent1"/>
                </a:solidFill>
                <a:latin typeface="Didact Gothic"/>
                <a:ea typeface="Didact Gothic"/>
                <a:cs typeface="Didact Gothic"/>
                <a:sym typeface="Didact Gothic"/>
              </a:rPr>
              <a:t>Voz:</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Modo:</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Pers / num:</a:t>
            </a:r>
            <a:endParaRPr sz="5500" b="1">
              <a:solidFill>
                <a:schemeClr val="accent1"/>
              </a:solidFill>
              <a:latin typeface="Didact Gothic"/>
              <a:ea typeface="Didact Gothic"/>
              <a:cs typeface="Didact Gothic"/>
              <a:sym typeface="Didact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3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3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3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3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3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742"/>
        <p:cNvGrpSpPr/>
        <p:nvPr/>
      </p:nvGrpSpPr>
      <p:grpSpPr>
        <a:xfrm>
          <a:off x="0" y="0"/>
          <a:ext cx="0" cy="0"/>
          <a:chOff x="0" y="0"/>
          <a:chExt cx="0" cy="0"/>
        </a:xfrm>
      </p:grpSpPr>
      <p:sp>
        <p:nvSpPr>
          <p:cNvPr id="743" name="Google Shape;743;p94"/>
          <p:cNvSpPr/>
          <p:nvPr/>
        </p:nvSpPr>
        <p:spPr>
          <a:xfrm>
            <a:off x="378925" y="3842675"/>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744" name="Google Shape;744;p94"/>
          <p:cNvSpPr/>
          <p:nvPr/>
        </p:nvSpPr>
        <p:spPr>
          <a:xfrm>
            <a:off x="378925" y="6057217"/>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745" name="Google Shape;745;p94"/>
          <p:cNvSpPr/>
          <p:nvPr/>
        </p:nvSpPr>
        <p:spPr>
          <a:xfrm>
            <a:off x="378925" y="8291500"/>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746" name="Google Shape;746;p94"/>
          <p:cNvSpPr txBox="1">
            <a:spLocks noGrp="1"/>
          </p:cNvSpPr>
          <p:nvPr>
            <p:ph type="ctrTitle"/>
          </p:nvPr>
        </p:nvSpPr>
        <p:spPr>
          <a:xfrm>
            <a:off x="378925" y="613375"/>
            <a:ext cx="12947700" cy="29850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0"/>
              </a:spcBef>
              <a:spcAft>
                <a:spcPts val="0"/>
              </a:spcAft>
              <a:buSzPts val="7200"/>
              <a:buNone/>
            </a:pPr>
            <a:r>
              <a:rPr lang="es-419" sz="15600">
                <a:solidFill>
                  <a:srgbClr val="434343"/>
                </a:solidFill>
              </a:rPr>
              <a:t>εἶπον</a:t>
            </a:r>
            <a:endParaRPr sz="15600">
              <a:solidFill>
                <a:srgbClr val="434343"/>
              </a:solidFill>
              <a:latin typeface="GFS Neohellenic"/>
              <a:ea typeface="GFS Neohellenic"/>
              <a:cs typeface="GFS Neohellenic"/>
              <a:sym typeface="GFS Neohellenic"/>
            </a:endParaRPr>
          </a:p>
        </p:txBody>
      </p:sp>
      <p:sp>
        <p:nvSpPr>
          <p:cNvPr id="747" name="Google Shape;747;p94"/>
          <p:cNvSpPr txBox="1"/>
          <p:nvPr/>
        </p:nvSpPr>
        <p:spPr>
          <a:xfrm>
            <a:off x="4689175" y="3768500"/>
            <a:ext cx="46998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λέγω</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Aoristo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Activa</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Indicativo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1 Singular</a:t>
            </a:r>
            <a:endParaRPr sz="5500">
              <a:solidFill>
                <a:schemeClr val="accent1"/>
              </a:solidFill>
              <a:latin typeface="Didact Gothic"/>
              <a:ea typeface="Didact Gothic"/>
              <a:cs typeface="Didact Gothic"/>
              <a:sym typeface="Didact Gothic"/>
            </a:endParaRPr>
          </a:p>
        </p:txBody>
      </p:sp>
      <p:cxnSp>
        <p:nvCxnSpPr>
          <p:cNvPr id="748" name="Google Shape;748;p94"/>
          <p:cNvCxnSpPr/>
          <p:nvPr/>
        </p:nvCxnSpPr>
        <p:spPr>
          <a:xfrm>
            <a:off x="574375" y="3387900"/>
            <a:ext cx="12138300" cy="0"/>
          </a:xfrm>
          <a:prstGeom prst="straightConnector1">
            <a:avLst/>
          </a:prstGeom>
          <a:noFill/>
          <a:ln w="28575" cap="flat" cmpd="sng">
            <a:solidFill>
              <a:schemeClr val="dk2"/>
            </a:solidFill>
            <a:prstDash val="solid"/>
            <a:round/>
            <a:headEnd type="none" w="med" len="med"/>
            <a:tailEnd type="none" w="med" len="med"/>
          </a:ln>
        </p:spPr>
      </p:cxnSp>
      <p:sp>
        <p:nvSpPr>
          <p:cNvPr id="749" name="Google Shape;749;p94"/>
          <p:cNvSpPr txBox="1"/>
          <p:nvPr/>
        </p:nvSpPr>
        <p:spPr>
          <a:xfrm>
            <a:off x="802975" y="3768500"/>
            <a:ext cx="36165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F. Léxica:</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Tiempo:</a:t>
            </a:r>
            <a:br>
              <a:rPr lang="es-419" sz="5500" b="1">
                <a:solidFill>
                  <a:schemeClr val="accent1"/>
                </a:solidFill>
                <a:latin typeface="Didact Gothic"/>
                <a:ea typeface="Didact Gothic"/>
                <a:cs typeface="Didact Gothic"/>
                <a:sym typeface="Didact Gothic"/>
              </a:rPr>
            </a:br>
            <a:r>
              <a:rPr lang="es-419" sz="5500" b="1">
                <a:solidFill>
                  <a:schemeClr val="accent1"/>
                </a:solidFill>
                <a:latin typeface="Didact Gothic"/>
                <a:ea typeface="Didact Gothic"/>
                <a:cs typeface="Didact Gothic"/>
                <a:sym typeface="Didact Gothic"/>
              </a:rPr>
              <a:t>Voz:</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Modo:</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Pers / num:</a:t>
            </a:r>
            <a:endParaRPr sz="5500" b="1">
              <a:solidFill>
                <a:schemeClr val="accent1"/>
              </a:solidFill>
              <a:latin typeface="Didact Gothic"/>
              <a:ea typeface="Didact Gothic"/>
              <a:cs typeface="Didact Gothic"/>
              <a:sym typeface="Didact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4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4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4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4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759"/>
        <p:cNvGrpSpPr/>
        <p:nvPr/>
      </p:nvGrpSpPr>
      <p:grpSpPr>
        <a:xfrm>
          <a:off x="0" y="0"/>
          <a:ext cx="0" cy="0"/>
          <a:chOff x="0" y="0"/>
          <a:chExt cx="0" cy="0"/>
        </a:xfrm>
      </p:grpSpPr>
      <p:sp>
        <p:nvSpPr>
          <p:cNvPr id="760" name="Google Shape;760;p96"/>
          <p:cNvSpPr/>
          <p:nvPr/>
        </p:nvSpPr>
        <p:spPr>
          <a:xfrm>
            <a:off x="378925" y="3842675"/>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761" name="Google Shape;761;p96"/>
          <p:cNvSpPr/>
          <p:nvPr/>
        </p:nvSpPr>
        <p:spPr>
          <a:xfrm>
            <a:off x="378925" y="6057217"/>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762" name="Google Shape;762;p96"/>
          <p:cNvSpPr/>
          <p:nvPr/>
        </p:nvSpPr>
        <p:spPr>
          <a:xfrm>
            <a:off x="378925" y="8291500"/>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763" name="Google Shape;763;p96"/>
          <p:cNvSpPr txBox="1">
            <a:spLocks noGrp="1"/>
          </p:cNvSpPr>
          <p:nvPr>
            <p:ph type="ctrTitle"/>
          </p:nvPr>
        </p:nvSpPr>
        <p:spPr>
          <a:xfrm>
            <a:off x="378925" y="613375"/>
            <a:ext cx="12947700" cy="29850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0"/>
              </a:spcBef>
              <a:spcAft>
                <a:spcPts val="0"/>
              </a:spcAft>
              <a:buSzPts val="7200"/>
              <a:buNone/>
            </a:pPr>
            <a:r>
              <a:rPr lang="es-419" sz="15600">
                <a:solidFill>
                  <a:srgbClr val="434343"/>
                </a:solidFill>
              </a:rPr>
              <a:t>γέγονεν</a:t>
            </a:r>
            <a:endParaRPr sz="15600">
              <a:solidFill>
                <a:srgbClr val="434343"/>
              </a:solidFill>
              <a:latin typeface="GFS Neohellenic"/>
              <a:ea typeface="GFS Neohellenic"/>
              <a:cs typeface="GFS Neohellenic"/>
              <a:sym typeface="GFS Neohellenic"/>
            </a:endParaRPr>
          </a:p>
        </p:txBody>
      </p:sp>
      <p:sp>
        <p:nvSpPr>
          <p:cNvPr id="764" name="Google Shape;764;p96"/>
          <p:cNvSpPr txBox="1"/>
          <p:nvPr/>
        </p:nvSpPr>
        <p:spPr>
          <a:xfrm>
            <a:off x="4689175" y="3768500"/>
            <a:ext cx="46998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γίγνομαι</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Perfecto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Activa</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Indicativo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3 singular</a:t>
            </a:r>
            <a:endParaRPr sz="5500">
              <a:solidFill>
                <a:schemeClr val="accent1"/>
              </a:solidFill>
              <a:latin typeface="Didact Gothic"/>
              <a:ea typeface="Didact Gothic"/>
              <a:cs typeface="Didact Gothic"/>
              <a:sym typeface="Didact Gothic"/>
            </a:endParaRPr>
          </a:p>
        </p:txBody>
      </p:sp>
      <p:cxnSp>
        <p:nvCxnSpPr>
          <p:cNvPr id="765" name="Google Shape;765;p96"/>
          <p:cNvCxnSpPr/>
          <p:nvPr/>
        </p:nvCxnSpPr>
        <p:spPr>
          <a:xfrm>
            <a:off x="574375" y="3387900"/>
            <a:ext cx="12138300" cy="0"/>
          </a:xfrm>
          <a:prstGeom prst="straightConnector1">
            <a:avLst/>
          </a:prstGeom>
          <a:noFill/>
          <a:ln w="28575" cap="flat" cmpd="sng">
            <a:solidFill>
              <a:schemeClr val="dk2"/>
            </a:solidFill>
            <a:prstDash val="solid"/>
            <a:round/>
            <a:headEnd type="none" w="med" len="med"/>
            <a:tailEnd type="none" w="med" len="med"/>
          </a:ln>
        </p:spPr>
      </p:cxnSp>
      <p:sp>
        <p:nvSpPr>
          <p:cNvPr id="766" name="Google Shape;766;p96"/>
          <p:cNvSpPr txBox="1"/>
          <p:nvPr/>
        </p:nvSpPr>
        <p:spPr>
          <a:xfrm>
            <a:off x="802975" y="3768500"/>
            <a:ext cx="36165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F. Léxica:</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Tiempo:</a:t>
            </a:r>
            <a:br>
              <a:rPr lang="es-419" sz="5500" b="1">
                <a:solidFill>
                  <a:schemeClr val="accent1"/>
                </a:solidFill>
                <a:latin typeface="Didact Gothic"/>
                <a:ea typeface="Didact Gothic"/>
                <a:cs typeface="Didact Gothic"/>
                <a:sym typeface="Didact Gothic"/>
              </a:rPr>
            </a:br>
            <a:r>
              <a:rPr lang="es-419" sz="5500" b="1">
                <a:solidFill>
                  <a:schemeClr val="accent1"/>
                </a:solidFill>
                <a:latin typeface="Didact Gothic"/>
                <a:ea typeface="Didact Gothic"/>
                <a:cs typeface="Didact Gothic"/>
                <a:sym typeface="Didact Gothic"/>
              </a:rPr>
              <a:t>Voz:</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Modo:</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Pers / num:</a:t>
            </a:r>
            <a:endParaRPr sz="5500" b="1">
              <a:solidFill>
                <a:schemeClr val="accent1"/>
              </a:solidFill>
              <a:latin typeface="Didact Gothic"/>
              <a:ea typeface="Didact Gothic"/>
              <a:cs typeface="Didact Gothic"/>
              <a:sym typeface="Didact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6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6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6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6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6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770"/>
        <p:cNvGrpSpPr/>
        <p:nvPr/>
      </p:nvGrpSpPr>
      <p:grpSpPr>
        <a:xfrm>
          <a:off x="0" y="0"/>
          <a:ext cx="0" cy="0"/>
          <a:chOff x="0" y="0"/>
          <a:chExt cx="0" cy="0"/>
        </a:xfrm>
      </p:grpSpPr>
      <p:sp>
        <p:nvSpPr>
          <p:cNvPr id="771" name="Google Shape;771;p97"/>
          <p:cNvSpPr txBox="1">
            <a:spLocks noGrp="1"/>
          </p:cNvSpPr>
          <p:nvPr>
            <p:ph type="ctrTitle"/>
          </p:nvPr>
        </p:nvSpPr>
        <p:spPr>
          <a:xfrm>
            <a:off x="226525" y="331321"/>
            <a:ext cx="15501300" cy="6641700"/>
          </a:xfrm>
          <a:prstGeom prst="rect">
            <a:avLst/>
          </a:prstGeom>
          <a:noFill/>
          <a:ln>
            <a:noFill/>
          </a:ln>
        </p:spPr>
        <p:txBody>
          <a:bodyPr spcFirstLastPara="1" wrap="square" lIns="156175" tIns="156175" rIns="156175" bIns="156175" anchor="t" anchorCtr="0">
            <a:noAutofit/>
          </a:bodyPr>
          <a:lstStyle/>
          <a:p>
            <a:pPr marL="0" lvl="0" indent="0" algn="l" rtl="0">
              <a:lnSpc>
                <a:spcPct val="150000"/>
              </a:lnSpc>
              <a:spcBef>
                <a:spcPts val="1200"/>
              </a:spcBef>
              <a:spcAft>
                <a:spcPts val="0"/>
              </a:spcAft>
              <a:buNone/>
            </a:pPr>
            <a:r>
              <a:rPr lang="es-419" dirty="0" err="1">
                <a:solidFill>
                  <a:srgbClr val="434343"/>
                </a:solidFill>
              </a:rPr>
              <a:t>τότε</a:t>
            </a:r>
            <a:r>
              <a:rPr lang="es-419" dirty="0">
                <a:solidFill>
                  <a:srgbClr val="434343"/>
                </a:solidFill>
              </a:rPr>
              <a:t> </a:t>
            </a:r>
            <a:r>
              <a:rPr lang="es-419" dirty="0" err="1">
                <a:solidFill>
                  <a:srgbClr val="434343"/>
                </a:solidFill>
              </a:rPr>
              <a:t>λέγει</a:t>
            </a:r>
            <a:r>
              <a:rPr lang="es-419" dirty="0">
                <a:solidFill>
                  <a:srgbClr val="434343"/>
                </a:solidFill>
              </a:rPr>
              <a:t> α</a:t>
            </a:r>
            <a:r>
              <a:rPr lang="es-419" dirty="0" err="1">
                <a:solidFill>
                  <a:srgbClr val="434343"/>
                </a:solidFill>
              </a:rPr>
              <a:t>ὐτῷ</a:t>
            </a:r>
            <a:r>
              <a:rPr lang="es-419" dirty="0">
                <a:solidFill>
                  <a:srgbClr val="434343"/>
                </a:solidFill>
              </a:rPr>
              <a:t> ὁ </a:t>
            </a:r>
            <a:r>
              <a:rPr lang="es-419" dirty="0" err="1">
                <a:solidFill>
                  <a:srgbClr val="434343"/>
                </a:solidFill>
              </a:rPr>
              <a:t>Ἰησοῦς</a:t>
            </a:r>
            <a:r>
              <a:rPr lang="es-419" dirty="0">
                <a:solidFill>
                  <a:srgbClr val="434343"/>
                </a:solidFill>
              </a:rPr>
              <a:t>· </a:t>
            </a:r>
            <a:br>
              <a:rPr lang="es-419" dirty="0">
                <a:solidFill>
                  <a:srgbClr val="434343"/>
                </a:solidFill>
              </a:rPr>
            </a:br>
            <a:r>
              <a:rPr lang="es-419" dirty="0">
                <a:solidFill>
                  <a:srgbClr val="434343"/>
                </a:solidFill>
              </a:rPr>
              <a:t>ὕπα</a:t>
            </a:r>
            <a:r>
              <a:rPr lang="es-419" dirty="0" err="1">
                <a:solidFill>
                  <a:srgbClr val="434343"/>
                </a:solidFill>
              </a:rPr>
              <a:t>γε</a:t>
            </a:r>
            <a:r>
              <a:rPr lang="es-419" dirty="0">
                <a:solidFill>
                  <a:srgbClr val="434343"/>
                </a:solidFill>
              </a:rPr>
              <a:t> , σατα</a:t>
            </a:r>
            <a:r>
              <a:rPr lang="es-419" dirty="0" err="1">
                <a:solidFill>
                  <a:srgbClr val="434343"/>
                </a:solidFill>
              </a:rPr>
              <a:t>νᾶ</a:t>
            </a:r>
            <a:r>
              <a:rPr lang="es-419" dirty="0">
                <a:solidFill>
                  <a:srgbClr val="434343"/>
                </a:solidFill>
              </a:rPr>
              <a:t>· </a:t>
            </a:r>
            <a:r>
              <a:rPr lang="es-419" dirty="0" err="1">
                <a:solidFill>
                  <a:srgbClr val="434343"/>
                </a:solidFill>
              </a:rPr>
              <a:t>γέγρ</a:t>
            </a:r>
            <a:r>
              <a:rPr lang="es-419" dirty="0">
                <a:solidFill>
                  <a:srgbClr val="434343"/>
                </a:solidFill>
              </a:rPr>
              <a:t>απται </a:t>
            </a:r>
            <a:br>
              <a:rPr lang="es-419" dirty="0">
                <a:solidFill>
                  <a:srgbClr val="434343"/>
                </a:solidFill>
              </a:rPr>
            </a:br>
            <a:r>
              <a:rPr lang="es-419" dirty="0">
                <a:solidFill>
                  <a:srgbClr val="434343"/>
                </a:solidFill>
              </a:rPr>
              <a:t>γάρ· κύριον τὸν θεόν σου προσκυνήσεις καὶ αὐτῷ μόνῳ λατρεύσεις.  </a:t>
            </a:r>
            <a:endParaRPr dirty="0">
              <a:solidFill>
                <a:srgbClr val="434343"/>
              </a:solidFill>
            </a:endParaRPr>
          </a:p>
          <a:p>
            <a:pPr marL="0" lvl="0" indent="0" algn="l" rtl="0">
              <a:lnSpc>
                <a:spcPct val="150000"/>
              </a:lnSpc>
              <a:spcBef>
                <a:spcPts val="1200"/>
              </a:spcBef>
              <a:spcAft>
                <a:spcPts val="0"/>
              </a:spcAft>
              <a:buNone/>
            </a:pPr>
            <a:endParaRPr dirty="0">
              <a:solidFill>
                <a:srgbClr val="434343"/>
              </a:solidFill>
            </a:endParaRPr>
          </a:p>
          <a:p>
            <a:pPr marL="0" lvl="0" indent="0" algn="l" rtl="0">
              <a:lnSpc>
                <a:spcPct val="150000"/>
              </a:lnSpc>
              <a:spcBef>
                <a:spcPts val="1200"/>
              </a:spcBef>
              <a:spcAft>
                <a:spcPts val="1200"/>
              </a:spcAft>
              <a:buNone/>
            </a:pPr>
            <a:endParaRPr dirty="0">
              <a:solidFill>
                <a:srgbClr val="434343"/>
              </a:solidFill>
            </a:endParaRPr>
          </a:p>
        </p:txBody>
      </p:sp>
      <p:sp>
        <p:nvSpPr>
          <p:cNvPr id="772" name="Google Shape;772;p97"/>
          <p:cNvSpPr txBox="1"/>
          <p:nvPr/>
        </p:nvSpPr>
        <p:spPr>
          <a:xfrm>
            <a:off x="12691225" y="8031575"/>
            <a:ext cx="5333700" cy="1432500"/>
          </a:xfrm>
          <a:prstGeom prst="rect">
            <a:avLst/>
          </a:prstGeom>
          <a:noFill/>
          <a:ln>
            <a:noFill/>
          </a:ln>
        </p:spPr>
        <p:txBody>
          <a:bodyPr spcFirstLastPara="1" wrap="square" lIns="156175" tIns="156175" rIns="156175" bIns="156175" anchor="ctr" anchorCtr="0">
            <a:noAutofit/>
          </a:bodyPr>
          <a:lstStyle/>
          <a:p>
            <a:pPr marL="0" lvl="0" indent="0" algn="r" rtl="0">
              <a:lnSpc>
                <a:spcPct val="115000"/>
              </a:lnSpc>
              <a:spcBef>
                <a:spcPts val="0"/>
              </a:spcBef>
              <a:spcAft>
                <a:spcPts val="0"/>
              </a:spcAft>
              <a:buNone/>
            </a:pPr>
            <a:r>
              <a:rPr lang="es-419" sz="7000">
                <a:solidFill>
                  <a:srgbClr val="434343"/>
                </a:solidFill>
                <a:latin typeface="Bebas Neue"/>
                <a:ea typeface="Bebas Neue"/>
                <a:cs typeface="Bebas Neue"/>
                <a:sym typeface="Bebas Neue"/>
              </a:rPr>
              <a:t>Mateo 4:10 </a:t>
            </a:r>
            <a:endParaRPr sz="7000">
              <a:solidFill>
                <a:srgbClr val="434343"/>
              </a:solidFill>
              <a:latin typeface="Bebas Neue"/>
              <a:ea typeface="Bebas Neue"/>
              <a:cs typeface="Bebas Neue"/>
              <a:sym typeface="Bebas Neue"/>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E06E3604-3785-0B70-C899-2CFEB103D4AE}"/>
                  </a:ext>
                </a:extLst>
              </p14:cNvPr>
              <p14:cNvContentPartPr/>
              <p14:nvPr/>
            </p14:nvContentPartPr>
            <p14:xfrm>
              <a:off x="455040" y="377640"/>
              <a:ext cx="13701600" cy="7563960"/>
            </p14:xfrm>
          </p:contentPart>
        </mc:Choice>
        <mc:Fallback xmlns="">
          <p:pic>
            <p:nvPicPr>
              <p:cNvPr id="2" name="Ink 1">
                <a:extLst>
                  <a:ext uri="{FF2B5EF4-FFF2-40B4-BE49-F238E27FC236}">
                    <a16:creationId xmlns:a16="http://schemas.microsoft.com/office/drawing/2014/main" id="{E06E3604-3785-0B70-C899-2CFEB103D4AE}"/>
                  </a:ext>
                </a:extLst>
              </p:cNvPr>
              <p:cNvPicPr/>
              <p:nvPr/>
            </p:nvPicPr>
            <p:blipFill>
              <a:blip r:embed="rId4"/>
              <a:stretch>
                <a:fillRect/>
              </a:stretch>
            </p:blipFill>
            <p:spPr>
              <a:xfrm>
                <a:off x="445680" y="368280"/>
                <a:ext cx="13720320" cy="7582680"/>
              </a:xfrm>
              <a:prstGeom prst="rect">
                <a:avLst/>
              </a:prstGeom>
            </p:spPr>
          </p:pic>
        </mc:Fallback>
      </mc:AlternateContent>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776"/>
        <p:cNvGrpSpPr/>
        <p:nvPr/>
      </p:nvGrpSpPr>
      <p:grpSpPr>
        <a:xfrm>
          <a:off x="0" y="0"/>
          <a:ext cx="0" cy="0"/>
          <a:chOff x="0" y="0"/>
          <a:chExt cx="0" cy="0"/>
        </a:xfrm>
      </p:grpSpPr>
      <p:sp>
        <p:nvSpPr>
          <p:cNvPr id="777" name="Google Shape;777;p98"/>
          <p:cNvSpPr/>
          <p:nvPr/>
        </p:nvSpPr>
        <p:spPr>
          <a:xfrm>
            <a:off x="378925" y="3842675"/>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778" name="Google Shape;778;p98"/>
          <p:cNvSpPr/>
          <p:nvPr/>
        </p:nvSpPr>
        <p:spPr>
          <a:xfrm>
            <a:off x="378925" y="6057217"/>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779" name="Google Shape;779;p98"/>
          <p:cNvSpPr/>
          <p:nvPr/>
        </p:nvSpPr>
        <p:spPr>
          <a:xfrm>
            <a:off x="378925" y="8291500"/>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780" name="Google Shape;780;p98"/>
          <p:cNvSpPr txBox="1">
            <a:spLocks noGrp="1"/>
          </p:cNvSpPr>
          <p:nvPr>
            <p:ph type="ctrTitle"/>
          </p:nvPr>
        </p:nvSpPr>
        <p:spPr>
          <a:xfrm>
            <a:off x="378925" y="613375"/>
            <a:ext cx="12947700" cy="29850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0"/>
              </a:spcBef>
              <a:spcAft>
                <a:spcPts val="0"/>
              </a:spcAft>
              <a:buSzPts val="7200"/>
              <a:buNone/>
            </a:pPr>
            <a:r>
              <a:rPr lang="es-419" sz="15600">
                <a:solidFill>
                  <a:srgbClr val="434343"/>
                </a:solidFill>
              </a:rPr>
              <a:t>λέγει</a:t>
            </a:r>
            <a:endParaRPr sz="15600">
              <a:solidFill>
                <a:srgbClr val="434343"/>
              </a:solidFill>
              <a:latin typeface="GFS Neohellenic"/>
              <a:ea typeface="GFS Neohellenic"/>
              <a:cs typeface="GFS Neohellenic"/>
              <a:sym typeface="GFS Neohellenic"/>
            </a:endParaRPr>
          </a:p>
        </p:txBody>
      </p:sp>
      <p:sp>
        <p:nvSpPr>
          <p:cNvPr id="781" name="Google Shape;781;p98"/>
          <p:cNvSpPr txBox="1"/>
          <p:nvPr/>
        </p:nvSpPr>
        <p:spPr>
          <a:xfrm>
            <a:off x="4689175" y="3768500"/>
            <a:ext cx="46998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λέγω</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Presente</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Activa</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Indicativo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3 singular</a:t>
            </a:r>
            <a:endParaRPr sz="5500">
              <a:solidFill>
                <a:schemeClr val="accent1"/>
              </a:solidFill>
              <a:latin typeface="Didact Gothic"/>
              <a:ea typeface="Didact Gothic"/>
              <a:cs typeface="Didact Gothic"/>
              <a:sym typeface="Didact Gothic"/>
            </a:endParaRPr>
          </a:p>
        </p:txBody>
      </p:sp>
      <p:cxnSp>
        <p:nvCxnSpPr>
          <p:cNvPr id="782" name="Google Shape;782;p98"/>
          <p:cNvCxnSpPr/>
          <p:nvPr/>
        </p:nvCxnSpPr>
        <p:spPr>
          <a:xfrm>
            <a:off x="574375" y="3387900"/>
            <a:ext cx="12138300" cy="0"/>
          </a:xfrm>
          <a:prstGeom prst="straightConnector1">
            <a:avLst/>
          </a:prstGeom>
          <a:noFill/>
          <a:ln w="28575" cap="flat" cmpd="sng">
            <a:solidFill>
              <a:schemeClr val="dk2"/>
            </a:solidFill>
            <a:prstDash val="solid"/>
            <a:round/>
            <a:headEnd type="none" w="med" len="med"/>
            <a:tailEnd type="none" w="med" len="med"/>
          </a:ln>
        </p:spPr>
      </p:cxnSp>
      <p:sp>
        <p:nvSpPr>
          <p:cNvPr id="783" name="Google Shape;783;p98"/>
          <p:cNvSpPr txBox="1"/>
          <p:nvPr/>
        </p:nvSpPr>
        <p:spPr>
          <a:xfrm>
            <a:off x="802975" y="3768500"/>
            <a:ext cx="36165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F. Léxica:</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Tiempo:</a:t>
            </a:r>
            <a:br>
              <a:rPr lang="es-419" sz="5500" b="1">
                <a:solidFill>
                  <a:schemeClr val="accent1"/>
                </a:solidFill>
                <a:latin typeface="Didact Gothic"/>
                <a:ea typeface="Didact Gothic"/>
                <a:cs typeface="Didact Gothic"/>
                <a:sym typeface="Didact Gothic"/>
              </a:rPr>
            </a:br>
            <a:r>
              <a:rPr lang="es-419" sz="5500" b="1">
                <a:solidFill>
                  <a:schemeClr val="accent1"/>
                </a:solidFill>
                <a:latin typeface="Didact Gothic"/>
                <a:ea typeface="Didact Gothic"/>
                <a:cs typeface="Didact Gothic"/>
                <a:sym typeface="Didact Gothic"/>
              </a:rPr>
              <a:t>Voz:</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Modo:</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Pers / num:</a:t>
            </a:r>
            <a:endParaRPr sz="5500" b="1">
              <a:solidFill>
                <a:schemeClr val="accent1"/>
              </a:solidFill>
              <a:latin typeface="Didact Gothic"/>
              <a:ea typeface="Didact Gothic"/>
              <a:cs typeface="Didact Gothic"/>
              <a:sym typeface="Didact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8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8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8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8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8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787"/>
        <p:cNvGrpSpPr/>
        <p:nvPr/>
      </p:nvGrpSpPr>
      <p:grpSpPr>
        <a:xfrm>
          <a:off x="0" y="0"/>
          <a:ext cx="0" cy="0"/>
          <a:chOff x="0" y="0"/>
          <a:chExt cx="0" cy="0"/>
        </a:xfrm>
      </p:grpSpPr>
      <p:sp>
        <p:nvSpPr>
          <p:cNvPr id="788" name="Google Shape;788;p99"/>
          <p:cNvSpPr/>
          <p:nvPr/>
        </p:nvSpPr>
        <p:spPr>
          <a:xfrm>
            <a:off x="378925" y="3842675"/>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789" name="Google Shape;789;p99"/>
          <p:cNvSpPr/>
          <p:nvPr/>
        </p:nvSpPr>
        <p:spPr>
          <a:xfrm>
            <a:off x="378925" y="6057217"/>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790" name="Google Shape;790;p99"/>
          <p:cNvSpPr/>
          <p:nvPr/>
        </p:nvSpPr>
        <p:spPr>
          <a:xfrm>
            <a:off x="378925" y="8291500"/>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791" name="Google Shape;791;p99"/>
          <p:cNvSpPr txBox="1">
            <a:spLocks noGrp="1"/>
          </p:cNvSpPr>
          <p:nvPr>
            <p:ph type="ctrTitle"/>
          </p:nvPr>
        </p:nvSpPr>
        <p:spPr>
          <a:xfrm>
            <a:off x="378925" y="613375"/>
            <a:ext cx="12947700" cy="29850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0"/>
              </a:spcBef>
              <a:spcAft>
                <a:spcPts val="0"/>
              </a:spcAft>
              <a:buSzPts val="7200"/>
              <a:buNone/>
            </a:pPr>
            <a:r>
              <a:rPr lang="es-419" sz="15600">
                <a:solidFill>
                  <a:srgbClr val="434343"/>
                </a:solidFill>
              </a:rPr>
              <a:t>γέγραπται</a:t>
            </a:r>
            <a:endParaRPr sz="15600">
              <a:solidFill>
                <a:srgbClr val="434343"/>
              </a:solidFill>
              <a:latin typeface="GFS Neohellenic"/>
              <a:ea typeface="GFS Neohellenic"/>
              <a:cs typeface="GFS Neohellenic"/>
              <a:sym typeface="GFS Neohellenic"/>
            </a:endParaRPr>
          </a:p>
        </p:txBody>
      </p:sp>
      <p:sp>
        <p:nvSpPr>
          <p:cNvPr id="792" name="Google Shape;792;p99"/>
          <p:cNvSpPr txBox="1"/>
          <p:nvPr/>
        </p:nvSpPr>
        <p:spPr>
          <a:xfrm>
            <a:off x="4689175" y="3768500"/>
            <a:ext cx="46998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γράφω</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Perfecto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Medio/Pasiva</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Indicativo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3a Singular</a:t>
            </a:r>
            <a:endParaRPr sz="5500">
              <a:solidFill>
                <a:schemeClr val="accent1"/>
              </a:solidFill>
              <a:latin typeface="Didact Gothic"/>
              <a:ea typeface="Didact Gothic"/>
              <a:cs typeface="Didact Gothic"/>
              <a:sym typeface="Didact Gothic"/>
            </a:endParaRPr>
          </a:p>
        </p:txBody>
      </p:sp>
      <p:cxnSp>
        <p:nvCxnSpPr>
          <p:cNvPr id="793" name="Google Shape;793;p99"/>
          <p:cNvCxnSpPr/>
          <p:nvPr/>
        </p:nvCxnSpPr>
        <p:spPr>
          <a:xfrm>
            <a:off x="574375" y="3387900"/>
            <a:ext cx="12138300" cy="0"/>
          </a:xfrm>
          <a:prstGeom prst="straightConnector1">
            <a:avLst/>
          </a:prstGeom>
          <a:noFill/>
          <a:ln w="28575" cap="flat" cmpd="sng">
            <a:solidFill>
              <a:schemeClr val="dk2"/>
            </a:solidFill>
            <a:prstDash val="solid"/>
            <a:round/>
            <a:headEnd type="none" w="med" len="med"/>
            <a:tailEnd type="none" w="med" len="med"/>
          </a:ln>
        </p:spPr>
      </p:cxnSp>
      <p:sp>
        <p:nvSpPr>
          <p:cNvPr id="794" name="Google Shape;794;p99"/>
          <p:cNvSpPr txBox="1"/>
          <p:nvPr/>
        </p:nvSpPr>
        <p:spPr>
          <a:xfrm>
            <a:off x="802975" y="3768500"/>
            <a:ext cx="36165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F. Léxica:</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Tiempo:</a:t>
            </a:r>
            <a:br>
              <a:rPr lang="es-419" sz="5500" b="1">
                <a:solidFill>
                  <a:schemeClr val="accent1"/>
                </a:solidFill>
                <a:latin typeface="Didact Gothic"/>
                <a:ea typeface="Didact Gothic"/>
                <a:cs typeface="Didact Gothic"/>
                <a:sym typeface="Didact Gothic"/>
              </a:rPr>
            </a:br>
            <a:r>
              <a:rPr lang="es-419" sz="5500" b="1">
                <a:solidFill>
                  <a:schemeClr val="accent1"/>
                </a:solidFill>
                <a:latin typeface="Didact Gothic"/>
                <a:ea typeface="Didact Gothic"/>
                <a:cs typeface="Didact Gothic"/>
                <a:sym typeface="Didact Gothic"/>
              </a:rPr>
              <a:t>Voz:</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Modo:</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Pers / num:</a:t>
            </a:r>
            <a:endParaRPr sz="5500" b="1">
              <a:solidFill>
                <a:schemeClr val="accent1"/>
              </a:solidFill>
              <a:latin typeface="Didact Gothic"/>
              <a:ea typeface="Didact Gothic"/>
              <a:cs typeface="Didact Gothic"/>
              <a:sym typeface="Didact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9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9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9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9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9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798"/>
        <p:cNvGrpSpPr/>
        <p:nvPr/>
      </p:nvGrpSpPr>
      <p:grpSpPr>
        <a:xfrm>
          <a:off x="0" y="0"/>
          <a:ext cx="0" cy="0"/>
          <a:chOff x="0" y="0"/>
          <a:chExt cx="0" cy="0"/>
        </a:xfrm>
      </p:grpSpPr>
      <p:sp>
        <p:nvSpPr>
          <p:cNvPr id="799" name="Google Shape;799;p100"/>
          <p:cNvSpPr/>
          <p:nvPr/>
        </p:nvSpPr>
        <p:spPr>
          <a:xfrm>
            <a:off x="378925" y="3842675"/>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800" name="Google Shape;800;p100"/>
          <p:cNvSpPr/>
          <p:nvPr/>
        </p:nvSpPr>
        <p:spPr>
          <a:xfrm>
            <a:off x="378925" y="6057217"/>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801" name="Google Shape;801;p100"/>
          <p:cNvSpPr/>
          <p:nvPr/>
        </p:nvSpPr>
        <p:spPr>
          <a:xfrm>
            <a:off x="378925" y="8291500"/>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802" name="Google Shape;802;p100"/>
          <p:cNvSpPr txBox="1">
            <a:spLocks noGrp="1"/>
          </p:cNvSpPr>
          <p:nvPr>
            <p:ph type="ctrTitle"/>
          </p:nvPr>
        </p:nvSpPr>
        <p:spPr>
          <a:xfrm>
            <a:off x="378925" y="613375"/>
            <a:ext cx="12947700" cy="29850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0"/>
              </a:spcBef>
              <a:spcAft>
                <a:spcPts val="0"/>
              </a:spcAft>
              <a:buSzPts val="7200"/>
              <a:buNone/>
            </a:pPr>
            <a:r>
              <a:rPr lang="es-419" sz="13000" dirty="0">
                <a:solidFill>
                  <a:srgbClr val="434343"/>
                </a:solidFill>
              </a:rPr>
              <a:t>π</a:t>
            </a:r>
            <a:r>
              <a:rPr lang="es-419" sz="13000" dirty="0" err="1">
                <a:solidFill>
                  <a:srgbClr val="434343"/>
                </a:solidFill>
              </a:rPr>
              <a:t>ροσκυνήσεις</a:t>
            </a:r>
            <a:endParaRPr sz="13000" dirty="0">
              <a:solidFill>
                <a:srgbClr val="434343"/>
              </a:solidFill>
              <a:latin typeface="GFS Neohellenic"/>
              <a:ea typeface="GFS Neohellenic"/>
              <a:cs typeface="GFS Neohellenic"/>
              <a:sym typeface="GFS Neohellenic"/>
            </a:endParaRPr>
          </a:p>
        </p:txBody>
      </p:sp>
      <p:sp>
        <p:nvSpPr>
          <p:cNvPr id="803" name="Google Shape;803;p100"/>
          <p:cNvSpPr txBox="1"/>
          <p:nvPr/>
        </p:nvSpPr>
        <p:spPr>
          <a:xfrm>
            <a:off x="4689175" y="3768500"/>
            <a:ext cx="46998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προσκυνέω</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Futuro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Activa</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Indicativo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2a Singular</a:t>
            </a:r>
            <a:endParaRPr sz="5500">
              <a:solidFill>
                <a:schemeClr val="accent1"/>
              </a:solidFill>
              <a:latin typeface="Didact Gothic"/>
              <a:ea typeface="Didact Gothic"/>
              <a:cs typeface="Didact Gothic"/>
              <a:sym typeface="Didact Gothic"/>
            </a:endParaRPr>
          </a:p>
        </p:txBody>
      </p:sp>
      <p:cxnSp>
        <p:nvCxnSpPr>
          <p:cNvPr id="804" name="Google Shape;804;p100"/>
          <p:cNvCxnSpPr/>
          <p:nvPr/>
        </p:nvCxnSpPr>
        <p:spPr>
          <a:xfrm>
            <a:off x="574375" y="3387900"/>
            <a:ext cx="12138300" cy="0"/>
          </a:xfrm>
          <a:prstGeom prst="straightConnector1">
            <a:avLst/>
          </a:prstGeom>
          <a:noFill/>
          <a:ln w="28575" cap="flat" cmpd="sng">
            <a:solidFill>
              <a:schemeClr val="dk2"/>
            </a:solidFill>
            <a:prstDash val="solid"/>
            <a:round/>
            <a:headEnd type="none" w="med" len="med"/>
            <a:tailEnd type="none" w="med" len="med"/>
          </a:ln>
        </p:spPr>
      </p:cxnSp>
      <p:sp>
        <p:nvSpPr>
          <p:cNvPr id="805" name="Google Shape;805;p100"/>
          <p:cNvSpPr txBox="1"/>
          <p:nvPr/>
        </p:nvSpPr>
        <p:spPr>
          <a:xfrm>
            <a:off x="802975" y="3768500"/>
            <a:ext cx="36165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F. Léxica:</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Tiempo:</a:t>
            </a:r>
            <a:br>
              <a:rPr lang="es-419" sz="5500" b="1">
                <a:solidFill>
                  <a:schemeClr val="accent1"/>
                </a:solidFill>
                <a:latin typeface="Didact Gothic"/>
                <a:ea typeface="Didact Gothic"/>
                <a:cs typeface="Didact Gothic"/>
                <a:sym typeface="Didact Gothic"/>
              </a:rPr>
            </a:br>
            <a:r>
              <a:rPr lang="es-419" sz="5500" b="1">
                <a:solidFill>
                  <a:schemeClr val="accent1"/>
                </a:solidFill>
                <a:latin typeface="Didact Gothic"/>
                <a:ea typeface="Didact Gothic"/>
                <a:cs typeface="Didact Gothic"/>
                <a:sym typeface="Didact Gothic"/>
              </a:rPr>
              <a:t>Voz:</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Modo:</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Pers / num:</a:t>
            </a:r>
            <a:endParaRPr sz="5500" b="1">
              <a:solidFill>
                <a:schemeClr val="accent1"/>
              </a:solidFill>
              <a:latin typeface="Didact Gothic"/>
              <a:ea typeface="Didact Gothic"/>
              <a:cs typeface="Didact Gothic"/>
              <a:sym typeface="Didact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0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0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0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0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0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809"/>
        <p:cNvGrpSpPr/>
        <p:nvPr/>
      </p:nvGrpSpPr>
      <p:grpSpPr>
        <a:xfrm>
          <a:off x="0" y="0"/>
          <a:ext cx="0" cy="0"/>
          <a:chOff x="0" y="0"/>
          <a:chExt cx="0" cy="0"/>
        </a:xfrm>
      </p:grpSpPr>
      <p:sp>
        <p:nvSpPr>
          <p:cNvPr id="810" name="Google Shape;810;p101"/>
          <p:cNvSpPr txBox="1">
            <a:spLocks noGrp="1"/>
          </p:cNvSpPr>
          <p:nvPr>
            <p:ph type="ctrTitle"/>
          </p:nvPr>
        </p:nvSpPr>
        <p:spPr>
          <a:xfrm>
            <a:off x="378925" y="918175"/>
            <a:ext cx="14069700" cy="6641700"/>
          </a:xfrm>
          <a:prstGeom prst="rect">
            <a:avLst/>
          </a:prstGeom>
          <a:noFill/>
          <a:ln>
            <a:noFill/>
          </a:ln>
        </p:spPr>
        <p:txBody>
          <a:bodyPr spcFirstLastPara="1" wrap="square" lIns="156175" tIns="156175" rIns="156175" bIns="156175" anchor="t" anchorCtr="0">
            <a:noAutofit/>
          </a:bodyPr>
          <a:lstStyle/>
          <a:p>
            <a:pPr marL="0" lvl="0" indent="0" algn="l" rtl="0">
              <a:lnSpc>
                <a:spcPct val="150000"/>
              </a:lnSpc>
              <a:spcBef>
                <a:spcPts val="1200"/>
              </a:spcBef>
              <a:spcAft>
                <a:spcPts val="0"/>
              </a:spcAft>
              <a:buNone/>
            </a:pPr>
            <a:r>
              <a:rPr lang="es-419" sz="6700">
                <a:solidFill>
                  <a:srgbClr val="434343"/>
                </a:solidFill>
              </a:rPr>
              <a:t>καὶ λέγει αὐτοῖς· γέγραπται· </a:t>
            </a:r>
            <a:endParaRPr sz="6700">
              <a:solidFill>
                <a:srgbClr val="434343"/>
              </a:solidFill>
            </a:endParaRPr>
          </a:p>
          <a:p>
            <a:pPr marL="0" lvl="0" indent="0" algn="l" rtl="0">
              <a:lnSpc>
                <a:spcPct val="150000"/>
              </a:lnSpc>
              <a:spcBef>
                <a:spcPts val="1200"/>
              </a:spcBef>
              <a:spcAft>
                <a:spcPts val="1200"/>
              </a:spcAft>
              <a:buNone/>
            </a:pPr>
            <a:r>
              <a:rPr lang="es-419" sz="6700">
                <a:solidFill>
                  <a:srgbClr val="434343"/>
                </a:solidFill>
              </a:rPr>
              <a:t>ὁ οἶκός μου οἶκος προσευχῆς κληθήσεται, ὑμεῖς δὲ αὐτὸν </a:t>
            </a:r>
            <a:br>
              <a:rPr lang="es-419" sz="6700">
                <a:solidFill>
                  <a:srgbClr val="434343"/>
                </a:solidFill>
              </a:rPr>
            </a:br>
            <a:r>
              <a:rPr lang="es-419" sz="6700">
                <a:solidFill>
                  <a:srgbClr val="434343"/>
                </a:solidFill>
              </a:rPr>
              <a:t>ποιεῖτε σπήλαιον λῃστῶν.</a:t>
            </a:r>
            <a:endParaRPr sz="6700">
              <a:solidFill>
                <a:srgbClr val="434343"/>
              </a:solidFill>
            </a:endParaRPr>
          </a:p>
        </p:txBody>
      </p:sp>
      <p:sp>
        <p:nvSpPr>
          <p:cNvPr id="811" name="Google Shape;811;p101"/>
          <p:cNvSpPr txBox="1"/>
          <p:nvPr/>
        </p:nvSpPr>
        <p:spPr>
          <a:xfrm>
            <a:off x="12691225" y="8031575"/>
            <a:ext cx="5333700" cy="1432500"/>
          </a:xfrm>
          <a:prstGeom prst="rect">
            <a:avLst/>
          </a:prstGeom>
          <a:noFill/>
          <a:ln>
            <a:noFill/>
          </a:ln>
        </p:spPr>
        <p:txBody>
          <a:bodyPr spcFirstLastPara="1" wrap="square" lIns="156175" tIns="156175" rIns="156175" bIns="156175" anchor="ctr" anchorCtr="0">
            <a:noAutofit/>
          </a:bodyPr>
          <a:lstStyle/>
          <a:p>
            <a:pPr marL="0" lvl="0" indent="0" algn="r" rtl="0">
              <a:lnSpc>
                <a:spcPct val="115000"/>
              </a:lnSpc>
              <a:spcBef>
                <a:spcPts val="0"/>
              </a:spcBef>
              <a:spcAft>
                <a:spcPts val="0"/>
              </a:spcAft>
              <a:buNone/>
            </a:pPr>
            <a:r>
              <a:rPr lang="es-419" sz="7000">
                <a:solidFill>
                  <a:srgbClr val="434343"/>
                </a:solidFill>
                <a:latin typeface="Bebas Neue"/>
                <a:ea typeface="Bebas Neue"/>
                <a:cs typeface="Bebas Neue"/>
                <a:sym typeface="Bebas Neue"/>
              </a:rPr>
              <a:t>Mateo 24:25</a:t>
            </a:r>
            <a:endParaRPr sz="7000">
              <a:solidFill>
                <a:srgbClr val="434343"/>
              </a:solidFill>
              <a:latin typeface="Bebas Neue"/>
              <a:ea typeface="Bebas Neue"/>
              <a:cs typeface="Bebas Neue"/>
              <a:sym typeface="Bebas Neue"/>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E0746508-EC3A-275C-3187-C605BBB12B67}"/>
                  </a:ext>
                </a:extLst>
              </p14:cNvPr>
              <p14:cNvContentPartPr/>
              <p14:nvPr/>
            </p14:nvContentPartPr>
            <p14:xfrm>
              <a:off x="493920" y="864360"/>
              <a:ext cx="12396960" cy="6901920"/>
            </p14:xfrm>
          </p:contentPart>
        </mc:Choice>
        <mc:Fallback xmlns="">
          <p:pic>
            <p:nvPicPr>
              <p:cNvPr id="2" name="Ink 1">
                <a:extLst>
                  <a:ext uri="{FF2B5EF4-FFF2-40B4-BE49-F238E27FC236}">
                    <a16:creationId xmlns:a16="http://schemas.microsoft.com/office/drawing/2014/main" id="{E0746508-EC3A-275C-3187-C605BBB12B67}"/>
                  </a:ext>
                </a:extLst>
              </p:cNvPr>
              <p:cNvPicPr/>
              <p:nvPr/>
            </p:nvPicPr>
            <p:blipFill>
              <a:blip r:embed="rId4"/>
              <a:stretch>
                <a:fillRect/>
              </a:stretch>
            </p:blipFill>
            <p:spPr>
              <a:xfrm>
                <a:off x="484560" y="855000"/>
                <a:ext cx="12415680" cy="6920640"/>
              </a:xfrm>
              <a:prstGeom prst="rect">
                <a:avLst/>
              </a:prstGeom>
            </p:spPr>
          </p:pic>
        </mc:Fallback>
      </mc:AlternateContent>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815"/>
        <p:cNvGrpSpPr/>
        <p:nvPr/>
      </p:nvGrpSpPr>
      <p:grpSpPr>
        <a:xfrm>
          <a:off x="0" y="0"/>
          <a:ext cx="0" cy="0"/>
          <a:chOff x="0" y="0"/>
          <a:chExt cx="0" cy="0"/>
        </a:xfrm>
      </p:grpSpPr>
      <p:sp>
        <p:nvSpPr>
          <p:cNvPr id="816" name="Google Shape;816;p102"/>
          <p:cNvSpPr/>
          <p:nvPr/>
        </p:nvSpPr>
        <p:spPr>
          <a:xfrm>
            <a:off x="378925" y="3842675"/>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817" name="Google Shape;817;p102"/>
          <p:cNvSpPr/>
          <p:nvPr/>
        </p:nvSpPr>
        <p:spPr>
          <a:xfrm>
            <a:off x="378925" y="6057217"/>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818" name="Google Shape;818;p102"/>
          <p:cNvSpPr/>
          <p:nvPr/>
        </p:nvSpPr>
        <p:spPr>
          <a:xfrm>
            <a:off x="378925" y="8291500"/>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819" name="Google Shape;819;p102"/>
          <p:cNvSpPr txBox="1">
            <a:spLocks noGrp="1"/>
          </p:cNvSpPr>
          <p:nvPr>
            <p:ph type="ctrTitle"/>
          </p:nvPr>
        </p:nvSpPr>
        <p:spPr>
          <a:xfrm>
            <a:off x="378925" y="613375"/>
            <a:ext cx="12947700" cy="29850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0"/>
              </a:spcBef>
              <a:spcAft>
                <a:spcPts val="0"/>
              </a:spcAft>
              <a:buSzPts val="7200"/>
              <a:buNone/>
            </a:pPr>
            <a:r>
              <a:rPr lang="es-419" sz="15600">
                <a:solidFill>
                  <a:srgbClr val="434343"/>
                </a:solidFill>
              </a:rPr>
              <a:t>λέγει</a:t>
            </a:r>
            <a:endParaRPr sz="15600">
              <a:solidFill>
                <a:srgbClr val="434343"/>
              </a:solidFill>
              <a:latin typeface="GFS Neohellenic"/>
              <a:ea typeface="GFS Neohellenic"/>
              <a:cs typeface="GFS Neohellenic"/>
              <a:sym typeface="GFS Neohellenic"/>
            </a:endParaRPr>
          </a:p>
        </p:txBody>
      </p:sp>
      <p:sp>
        <p:nvSpPr>
          <p:cNvPr id="820" name="Google Shape;820;p102"/>
          <p:cNvSpPr txBox="1"/>
          <p:nvPr/>
        </p:nvSpPr>
        <p:spPr>
          <a:xfrm>
            <a:off x="4689175" y="3768500"/>
            <a:ext cx="46998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λέγω</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Presente</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Activa</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Indicativo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3a Singular</a:t>
            </a:r>
            <a:endParaRPr sz="5500">
              <a:solidFill>
                <a:schemeClr val="accent1"/>
              </a:solidFill>
              <a:latin typeface="Didact Gothic"/>
              <a:ea typeface="Didact Gothic"/>
              <a:cs typeface="Didact Gothic"/>
              <a:sym typeface="Didact Gothic"/>
            </a:endParaRPr>
          </a:p>
        </p:txBody>
      </p:sp>
      <p:cxnSp>
        <p:nvCxnSpPr>
          <p:cNvPr id="821" name="Google Shape;821;p102"/>
          <p:cNvCxnSpPr/>
          <p:nvPr/>
        </p:nvCxnSpPr>
        <p:spPr>
          <a:xfrm>
            <a:off x="574375" y="3387900"/>
            <a:ext cx="12138300" cy="0"/>
          </a:xfrm>
          <a:prstGeom prst="straightConnector1">
            <a:avLst/>
          </a:prstGeom>
          <a:noFill/>
          <a:ln w="28575" cap="flat" cmpd="sng">
            <a:solidFill>
              <a:schemeClr val="dk2"/>
            </a:solidFill>
            <a:prstDash val="solid"/>
            <a:round/>
            <a:headEnd type="none" w="med" len="med"/>
            <a:tailEnd type="none" w="med" len="med"/>
          </a:ln>
        </p:spPr>
      </p:cxnSp>
      <p:sp>
        <p:nvSpPr>
          <p:cNvPr id="822" name="Google Shape;822;p102"/>
          <p:cNvSpPr txBox="1"/>
          <p:nvPr/>
        </p:nvSpPr>
        <p:spPr>
          <a:xfrm>
            <a:off x="802975" y="3768500"/>
            <a:ext cx="36165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F. Léxica:</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Tiempo:</a:t>
            </a:r>
            <a:br>
              <a:rPr lang="es-419" sz="5500" b="1">
                <a:solidFill>
                  <a:schemeClr val="accent1"/>
                </a:solidFill>
                <a:latin typeface="Didact Gothic"/>
                <a:ea typeface="Didact Gothic"/>
                <a:cs typeface="Didact Gothic"/>
                <a:sym typeface="Didact Gothic"/>
              </a:rPr>
            </a:br>
            <a:r>
              <a:rPr lang="es-419" sz="5500" b="1">
                <a:solidFill>
                  <a:schemeClr val="accent1"/>
                </a:solidFill>
                <a:latin typeface="Didact Gothic"/>
                <a:ea typeface="Didact Gothic"/>
                <a:cs typeface="Didact Gothic"/>
                <a:sym typeface="Didact Gothic"/>
              </a:rPr>
              <a:t>Voz:</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Modo:</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Pers / num:</a:t>
            </a:r>
            <a:endParaRPr sz="5500" b="1">
              <a:solidFill>
                <a:schemeClr val="accent1"/>
              </a:solidFill>
              <a:latin typeface="Didact Gothic"/>
              <a:ea typeface="Didact Gothic"/>
              <a:cs typeface="Didact Gothic"/>
              <a:sym typeface="Didact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2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2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2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2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2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826"/>
        <p:cNvGrpSpPr/>
        <p:nvPr/>
      </p:nvGrpSpPr>
      <p:grpSpPr>
        <a:xfrm>
          <a:off x="0" y="0"/>
          <a:ext cx="0" cy="0"/>
          <a:chOff x="0" y="0"/>
          <a:chExt cx="0" cy="0"/>
        </a:xfrm>
      </p:grpSpPr>
      <p:sp>
        <p:nvSpPr>
          <p:cNvPr id="827" name="Google Shape;827;p103"/>
          <p:cNvSpPr/>
          <p:nvPr/>
        </p:nvSpPr>
        <p:spPr>
          <a:xfrm>
            <a:off x="378925" y="3842675"/>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828" name="Google Shape;828;p103"/>
          <p:cNvSpPr/>
          <p:nvPr/>
        </p:nvSpPr>
        <p:spPr>
          <a:xfrm>
            <a:off x="378925" y="6057217"/>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829" name="Google Shape;829;p103"/>
          <p:cNvSpPr/>
          <p:nvPr/>
        </p:nvSpPr>
        <p:spPr>
          <a:xfrm>
            <a:off x="378925" y="8291500"/>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830" name="Google Shape;830;p103"/>
          <p:cNvSpPr txBox="1">
            <a:spLocks noGrp="1"/>
          </p:cNvSpPr>
          <p:nvPr>
            <p:ph type="ctrTitle"/>
          </p:nvPr>
        </p:nvSpPr>
        <p:spPr>
          <a:xfrm>
            <a:off x="378925" y="613375"/>
            <a:ext cx="12947700" cy="29850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0"/>
              </a:spcBef>
              <a:spcAft>
                <a:spcPts val="0"/>
              </a:spcAft>
              <a:buSzPts val="7200"/>
              <a:buNone/>
            </a:pPr>
            <a:r>
              <a:rPr lang="es-419" sz="15600">
                <a:solidFill>
                  <a:srgbClr val="434343"/>
                </a:solidFill>
              </a:rPr>
              <a:t>γέγραπται</a:t>
            </a:r>
            <a:endParaRPr sz="15600">
              <a:solidFill>
                <a:srgbClr val="434343"/>
              </a:solidFill>
              <a:latin typeface="GFS Neohellenic"/>
              <a:ea typeface="GFS Neohellenic"/>
              <a:cs typeface="GFS Neohellenic"/>
              <a:sym typeface="GFS Neohellenic"/>
            </a:endParaRPr>
          </a:p>
        </p:txBody>
      </p:sp>
      <p:sp>
        <p:nvSpPr>
          <p:cNvPr id="831" name="Google Shape;831;p103"/>
          <p:cNvSpPr txBox="1"/>
          <p:nvPr/>
        </p:nvSpPr>
        <p:spPr>
          <a:xfrm>
            <a:off x="4689175" y="3768500"/>
            <a:ext cx="46998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γράφω</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Perfecto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Medio/Pasiva</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Indicativo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3a Singular</a:t>
            </a:r>
            <a:endParaRPr sz="5500">
              <a:solidFill>
                <a:schemeClr val="accent1"/>
              </a:solidFill>
              <a:latin typeface="Didact Gothic"/>
              <a:ea typeface="Didact Gothic"/>
              <a:cs typeface="Didact Gothic"/>
              <a:sym typeface="Didact Gothic"/>
            </a:endParaRPr>
          </a:p>
        </p:txBody>
      </p:sp>
      <p:cxnSp>
        <p:nvCxnSpPr>
          <p:cNvPr id="832" name="Google Shape;832;p103"/>
          <p:cNvCxnSpPr/>
          <p:nvPr/>
        </p:nvCxnSpPr>
        <p:spPr>
          <a:xfrm>
            <a:off x="574375" y="3387900"/>
            <a:ext cx="12138300" cy="0"/>
          </a:xfrm>
          <a:prstGeom prst="straightConnector1">
            <a:avLst/>
          </a:prstGeom>
          <a:noFill/>
          <a:ln w="28575" cap="flat" cmpd="sng">
            <a:solidFill>
              <a:schemeClr val="dk2"/>
            </a:solidFill>
            <a:prstDash val="solid"/>
            <a:round/>
            <a:headEnd type="none" w="med" len="med"/>
            <a:tailEnd type="none" w="med" len="med"/>
          </a:ln>
        </p:spPr>
      </p:cxnSp>
      <p:sp>
        <p:nvSpPr>
          <p:cNvPr id="833" name="Google Shape;833;p103"/>
          <p:cNvSpPr txBox="1"/>
          <p:nvPr/>
        </p:nvSpPr>
        <p:spPr>
          <a:xfrm>
            <a:off x="802975" y="3768500"/>
            <a:ext cx="36165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F. Léxica:</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Tiempo:</a:t>
            </a:r>
            <a:br>
              <a:rPr lang="es-419" sz="5500" b="1">
                <a:solidFill>
                  <a:schemeClr val="accent1"/>
                </a:solidFill>
                <a:latin typeface="Didact Gothic"/>
                <a:ea typeface="Didact Gothic"/>
                <a:cs typeface="Didact Gothic"/>
                <a:sym typeface="Didact Gothic"/>
              </a:rPr>
            </a:br>
            <a:r>
              <a:rPr lang="es-419" sz="5500" b="1">
                <a:solidFill>
                  <a:schemeClr val="accent1"/>
                </a:solidFill>
                <a:latin typeface="Didact Gothic"/>
                <a:ea typeface="Didact Gothic"/>
                <a:cs typeface="Didact Gothic"/>
                <a:sym typeface="Didact Gothic"/>
              </a:rPr>
              <a:t>Voz:</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Modo:</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Pers / num:</a:t>
            </a:r>
            <a:endParaRPr sz="5500" b="1">
              <a:solidFill>
                <a:schemeClr val="accent1"/>
              </a:solidFill>
              <a:latin typeface="Didact Gothic"/>
              <a:ea typeface="Didact Gothic"/>
              <a:cs typeface="Didact Gothic"/>
              <a:sym typeface="Didact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3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3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3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3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3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837"/>
        <p:cNvGrpSpPr/>
        <p:nvPr/>
      </p:nvGrpSpPr>
      <p:grpSpPr>
        <a:xfrm>
          <a:off x="0" y="0"/>
          <a:ext cx="0" cy="0"/>
          <a:chOff x="0" y="0"/>
          <a:chExt cx="0" cy="0"/>
        </a:xfrm>
      </p:grpSpPr>
      <p:sp>
        <p:nvSpPr>
          <p:cNvPr id="838" name="Google Shape;838;p104"/>
          <p:cNvSpPr/>
          <p:nvPr/>
        </p:nvSpPr>
        <p:spPr>
          <a:xfrm>
            <a:off x="378925" y="3842675"/>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839" name="Google Shape;839;p104"/>
          <p:cNvSpPr/>
          <p:nvPr/>
        </p:nvSpPr>
        <p:spPr>
          <a:xfrm>
            <a:off x="378925" y="6057217"/>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840" name="Google Shape;840;p104"/>
          <p:cNvSpPr/>
          <p:nvPr/>
        </p:nvSpPr>
        <p:spPr>
          <a:xfrm>
            <a:off x="378925" y="8291500"/>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841" name="Google Shape;841;p104"/>
          <p:cNvSpPr txBox="1">
            <a:spLocks noGrp="1"/>
          </p:cNvSpPr>
          <p:nvPr>
            <p:ph type="ctrTitle"/>
          </p:nvPr>
        </p:nvSpPr>
        <p:spPr>
          <a:xfrm>
            <a:off x="378925" y="613375"/>
            <a:ext cx="12947700" cy="29850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0"/>
              </a:spcBef>
              <a:spcAft>
                <a:spcPts val="0"/>
              </a:spcAft>
              <a:buSzPts val="7200"/>
              <a:buNone/>
            </a:pPr>
            <a:r>
              <a:rPr lang="es-419" sz="15600">
                <a:solidFill>
                  <a:srgbClr val="434343"/>
                </a:solidFill>
              </a:rPr>
              <a:t>κληθήσεται</a:t>
            </a:r>
            <a:endParaRPr sz="15600">
              <a:solidFill>
                <a:srgbClr val="434343"/>
              </a:solidFill>
              <a:latin typeface="GFS Neohellenic"/>
              <a:ea typeface="GFS Neohellenic"/>
              <a:cs typeface="GFS Neohellenic"/>
              <a:sym typeface="GFS Neohellenic"/>
            </a:endParaRPr>
          </a:p>
        </p:txBody>
      </p:sp>
      <p:sp>
        <p:nvSpPr>
          <p:cNvPr id="842" name="Google Shape;842;p104"/>
          <p:cNvSpPr txBox="1"/>
          <p:nvPr/>
        </p:nvSpPr>
        <p:spPr>
          <a:xfrm>
            <a:off x="4689175" y="3768500"/>
            <a:ext cx="46998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καλέω</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Futuro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Pasiva</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Indicativo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3a Singular</a:t>
            </a:r>
            <a:endParaRPr sz="5500">
              <a:solidFill>
                <a:schemeClr val="accent1"/>
              </a:solidFill>
              <a:latin typeface="Didact Gothic"/>
              <a:ea typeface="Didact Gothic"/>
              <a:cs typeface="Didact Gothic"/>
              <a:sym typeface="Didact Gothic"/>
            </a:endParaRPr>
          </a:p>
        </p:txBody>
      </p:sp>
      <p:cxnSp>
        <p:nvCxnSpPr>
          <p:cNvPr id="843" name="Google Shape;843;p104"/>
          <p:cNvCxnSpPr/>
          <p:nvPr/>
        </p:nvCxnSpPr>
        <p:spPr>
          <a:xfrm>
            <a:off x="574375" y="3387900"/>
            <a:ext cx="12138300" cy="0"/>
          </a:xfrm>
          <a:prstGeom prst="straightConnector1">
            <a:avLst/>
          </a:prstGeom>
          <a:noFill/>
          <a:ln w="28575" cap="flat" cmpd="sng">
            <a:solidFill>
              <a:schemeClr val="dk2"/>
            </a:solidFill>
            <a:prstDash val="solid"/>
            <a:round/>
            <a:headEnd type="none" w="med" len="med"/>
            <a:tailEnd type="none" w="med" len="med"/>
          </a:ln>
        </p:spPr>
      </p:cxnSp>
      <p:sp>
        <p:nvSpPr>
          <p:cNvPr id="844" name="Google Shape;844;p104"/>
          <p:cNvSpPr txBox="1"/>
          <p:nvPr/>
        </p:nvSpPr>
        <p:spPr>
          <a:xfrm>
            <a:off x="802975" y="3768500"/>
            <a:ext cx="36165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F. Léxica:</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Tiempo:</a:t>
            </a:r>
            <a:br>
              <a:rPr lang="es-419" sz="5500" b="1">
                <a:solidFill>
                  <a:schemeClr val="accent1"/>
                </a:solidFill>
                <a:latin typeface="Didact Gothic"/>
                <a:ea typeface="Didact Gothic"/>
                <a:cs typeface="Didact Gothic"/>
                <a:sym typeface="Didact Gothic"/>
              </a:rPr>
            </a:br>
            <a:r>
              <a:rPr lang="es-419" sz="5500" b="1">
                <a:solidFill>
                  <a:schemeClr val="accent1"/>
                </a:solidFill>
                <a:latin typeface="Didact Gothic"/>
                <a:ea typeface="Didact Gothic"/>
                <a:cs typeface="Didact Gothic"/>
                <a:sym typeface="Didact Gothic"/>
              </a:rPr>
              <a:t>Voz:</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Modo:</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Pers / num:</a:t>
            </a:r>
            <a:endParaRPr sz="5500" b="1">
              <a:solidFill>
                <a:schemeClr val="accent1"/>
              </a:solidFill>
              <a:latin typeface="Didact Gothic"/>
              <a:ea typeface="Didact Gothic"/>
              <a:cs typeface="Didact Gothic"/>
              <a:sym typeface="Didact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4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4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4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4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4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848"/>
        <p:cNvGrpSpPr/>
        <p:nvPr/>
      </p:nvGrpSpPr>
      <p:grpSpPr>
        <a:xfrm>
          <a:off x="0" y="0"/>
          <a:ext cx="0" cy="0"/>
          <a:chOff x="0" y="0"/>
          <a:chExt cx="0" cy="0"/>
        </a:xfrm>
      </p:grpSpPr>
      <p:sp>
        <p:nvSpPr>
          <p:cNvPr id="849" name="Google Shape;849;p105"/>
          <p:cNvSpPr/>
          <p:nvPr/>
        </p:nvSpPr>
        <p:spPr>
          <a:xfrm>
            <a:off x="378925" y="3842675"/>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850" name="Google Shape;850;p105"/>
          <p:cNvSpPr/>
          <p:nvPr/>
        </p:nvSpPr>
        <p:spPr>
          <a:xfrm>
            <a:off x="378925" y="6057217"/>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851" name="Google Shape;851;p105"/>
          <p:cNvSpPr/>
          <p:nvPr/>
        </p:nvSpPr>
        <p:spPr>
          <a:xfrm>
            <a:off x="378925" y="8291500"/>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852" name="Google Shape;852;p105"/>
          <p:cNvSpPr txBox="1">
            <a:spLocks noGrp="1"/>
          </p:cNvSpPr>
          <p:nvPr>
            <p:ph type="ctrTitle"/>
          </p:nvPr>
        </p:nvSpPr>
        <p:spPr>
          <a:xfrm>
            <a:off x="378925" y="613375"/>
            <a:ext cx="12947700" cy="29850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0"/>
              </a:spcBef>
              <a:spcAft>
                <a:spcPts val="0"/>
              </a:spcAft>
              <a:buSzPts val="7200"/>
              <a:buNone/>
            </a:pPr>
            <a:r>
              <a:rPr lang="es-419" sz="15600">
                <a:solidFill>
                  <a:srgbClr val="434343"/>
                </a:solidFill>
              </a:rPr>
              <a:t>ποιεῖτε</a:t>
            </a:r>
            <a:endParaRPr sz="15600">
              <a:solidFill>
                <a:srgbClr val="434343"/>
              </a:solidFill>
              <a:latin typeface="GFS Neohellenic"/>
              <a:ea typeface="GFS Neohellenic"/>
              <a:cs typeface="GFS Neohellenic"/>
              <a:sym typeface="GFS Neohellenic"/>
            </a:endParaRPr>
          </a:p>
        </p:txBody>
      </p:sp>
      <p:sp>
        <p:nvSpPr>
          <p:cNvPr id="853" name="Google Shape;853;p105"/>
          <p:cNvSpPr txBox="1"/>
          <p:nvPr/>
        </p:nvSpPr>
        <p:spPr>
          <a:xfrm>
            <a:off x="4689175" y="3768500"/>
            <a:ext cx="46998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ποιέω</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Presente</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Activa</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Indicativo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2a Plural</a:t>
            </a:r>
            <a:endParaRPr sz="5500">
              <a:solidFill>
                <a:schemeClr val="accent1"/>
              </a:solidFill>
              <a:latin typeface="Didact Gothic"/>
              <a:ea typeface="Didact Gothic"/>
              <a:cs typeface="Didact Gothic"/>
              <a:sym typeface="Didact Gothic"/>
            </a:endParaRPr>
          </a:p>
        </p:txBody>
      </p:sp>
      <p:cxnSp>
        <p:nvCxnSpPr>
          <p:cNvPr id="854" name="Google Shape;854;p105"/>
          <p:cNvCxnSpPr/>
          <p:nvPr/>
        </p:nvCxnSpPr>
        <p:spPr>
          <a:xfrm>
            <a:off x="574375" y="3387900"/>
            <a:ext cx="12138300" cy="0"/>
          </a:xfrm>
          <a:prstGeom prst="straightConnector1">
            <a:avLst/>
          </a:prstGeom>
          <a:noFill/>
          <a:ln w="28575" cap="flat" cmpd="sng">
            <a:solidFill>
              <a:schemeClr val="dk2"/>
            </a:solidFill>
            <a:prstDash val="solid"/>
            <a:round/>
            <a:headEnd type="none" w="med" len="med"/>
            <a:tailEnd type="none" w="med" len="med"/>
          </a:ln>
        </p:spPr>
      </p:cxnSp>
      <p:sp>
        <p:nvSpPr>
          <p:cNvPr id="855" name="Google Shape;855;p105"/>
          <p:cNvSpPr txBox="1"/>
          <p:nvPr/>
        </p:nvSpPr>
        <p:spPr>
          <a:xfrm>
            <a:off x="802975" y="3768500"/>
            <a:ext cx="36165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F. Léxica:</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Tiempo:</a:t>
            </a:r>
            <a:br>
              <a:rPr lang="es-419" sz="5500" b="1">
                <a:solidFill>
                  <a:schemeClr val="accent1"/>
                </a:solidFill>
                <a:latin typeface="Didact Gothic"/>
                <a:ea typeface="Didact Gothic"/>
                <a:cs typeface="Didact Gothic"/>
                <a:sym typeface="Didact Gothic"/>
              </a:rPr>
            </a:br>
            <a:r>
              <a:rPr lang="es-419" sz="5500" b="1">
                <a:solidFill>
                  <a:schemeClr val="accent1"/>
                </a:solidFill>
                <a:latin typeface="Didact Gothic"/>
                <a:ea typeface="Didact Gothic"/>
                <a:cs typeface="Didact Gothic"/>
                <a:sym typeface="Didact Gothic"/>
              </a:rPr>
              <a:t>Voz:</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Modo:</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Pers / num:</a:t>
            </a:r>
            <a:endParaRPr sz="5500" b="1">
              <a:solidFill>
                <a:schemeClr val="accent1"/>
              </a:solidFill>
              <a:latin typeface="Didact Gothic"/>
              <a:ea typeface="Didact Gothic"/>
              <a:cs typeface="Didact Gothic"/>
              <a:sym typeface="Didact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5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5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5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5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5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859"/>
        <p:cNvGrpSpPr/>
        <p:nvPr/>
      </p:nvGrpSpPr>
      <p:grpSpPr>
        <a:xfrm>
          <a:off x="0" y="0"/>
          <a:ext cx="0" cy="0"/>
          <a:chOff x="0" y="0"/>
          <a:chExt cx="0" cy="0"/>
        </a:xfrm>
      </p:grpSpPr>
      <p:sp>
        <p:nvSpPr>
          <p:cNvPr id="860" name="Google Shape;860;p106"/>
          <p:cNvSpPr txBox="1">
            <a:spLocks noGrp="1"/>
          </p:cNvSpPr>
          <p:nvPr>
            <p:ph type="ctrTitle"/>
          </p:nvPr>
        </p:nvSpPr>
        <p:spPr>
          <a:xfrm>
            <a:off x="378925" y="918175"/>
            <a:ext cx="14069700" cy="6641700"/>
          </a:xfrm>
          <a:prstGeom prst="rect">
            <a:avLst/>
          </a:prstGeom>
          <a:noFill/>
          <a:ln>
            <a:noFill/>
          </a:ln>
        </p:spPr>
        <p:txBody>
          <a:bodyPr spcFirstLastPara="1" wrap="square" lIns="156175" tIns="156175" rIns="156175" bIns="156175" anchor="t" anchorCtr="0">
            <a:noAutofit/>
          </a:bodyPr>
          <a:lstStyle/>
          <a:p>
            <a:pPr marL="0" lvl="0" indent="0" algn="l" rtl="0">
              <a:lnSpc>
                <a:spcPct val="150000"/>
              </a:lnSpc>
              <a:spcBef>
                <a:spcPts val="1200"/>
              </a:spcBef>
              <a:spcAft>
                <a:spcPts val="0"/>
              </a:spcAft>
              <a:buNone/>
            </a:pPr>
            <a:r>
              <a:rPr lang="es-419" sz="8200">
                <a:solidFill>
                  <a:srgbClr val="434343"/>
                </a:solidFill>
              </a:rPr>
              <a:t>ὁ γὰρ πᾶς νόμος ἐν </a:t>
            </a:r>
            <a:endParaRPr sz="8200">
              <a:solidFill>
                <a:srgbClr val="434343"/>
              </a:solidFill>
            </a:endParaRPr>
          </a:p>
          <a:p>
            <a:pPr marL="0" lvl="0" indent="0" algn="l" rtl="0">
              <a:lnSpc>
                <a:spcPct val="150000"/>
              </a:lnSpc>
              <a:spcBef>
                <a:spcPts val="1200"/>
              </a:spcBef>
              <a:spcAft>
                <a:spcPts val="0"/>
              </a:spcAft>
              <a:buNone/>
            </a:pPr>
            <a:r>
              <a:rPr lang="es-419" sz="8200">
                <a:solidFill>
                  <a:srgbClr val="434343"/>
                </a:solidFill>
              </a:rPr>
              <a:t>ἑνὶ λόγῳ πεπλήρωται, </a:t>
            </a:r>
            <a:br>
              <a:rPr lang="es-419" sz="8200">
                <a:solidFill>
                  <a:srgbClr val="434343"/>
                </a:solidFill>
              </a:rPr>
            </a:br>
            <a:r>
              <a:rPr lang="es-419" sz="8200">
                <a:solidFill>
                  <a:srgbClr val="434343"/>
                </a:solidFill>
              </a:rPr>
              <a:t>ἐν τῷ· ἀγαπήσεις τὸν πλησίον σου ὡς σεαυτόν.</a:t>
            </a:r>
            <a:endParaRPr sz="8200">
              <a:solidFill>
                <a:srgbClr val="434343"/>
              </a:solidFill>
            </a:endParaRPr>
          </a:p>
          <a:p>
            <a:pPr marL="0" lvl="0" indent="0" algn="l" rtl="0">
              <a:lnSpc>
                <a:spcPct val="150000"/>
              </a:lnSpc>
              <a:spcBef>
                <a:spcPts val="1200"/>
              </a:spcBef>
              <a:spcAft>
                <a:spcPts val="1200"/>
              </a:spcAft>
              <a:buNone/>
            </a:pPr>
            <a:endParaRPr sz="8200">
              <a:solidFill>
                <a:srgbClr val="434343"/>
              </a:solidFill>
            </a:endParaRPr>
          </a:p>
        </p:txBody>
      </p:sp>
      <p:sp>
        <p:nvSpPr>
          <p:cNvPr id="861" name="Google Shape;861;p106"/>
          <p:cNvSpPr txBox="1"/>
          <p:nvPr/>
        </p:nvSpPr>
        <p:spPr>
          <a:xfrm>
            <a:off x="12691225" y="8031575"/>
            <a:ext cx="5333700" cy="1432500"/>
          </a:xfrm>
          <a:prstGeom prst="rect">
            <a:avLst/>
          </a:prstGeom>
          <a:noFill/>
          <a:ln>
            <a:noFill/>
          </a:ln>
        </p:spPr>
        <p:txBody>
          <a:bodyPr spcFirstLastPara="1" wrap="square" lIns="156175" tIns="156175" rIns="156175" bIns="156175" anchor="ctr" anchorCtr="0">
            <a:noAutofit/>
          </a:bodyPr>
          <a:lstStyle/>
          <a:p>
            <a:pPr marL="0" lvl="0" indent="0" algn="r" rtl="0">
              <a:lnSpc>
                <a:spcPct val="115000"/>
              </a:lnSpc>
              <a:spcBef>
                <a:spcPts val="0"/>
              </a:spcBef>
              <a:spcAft>
                <a:spcPts val="0"/>
              </a:spcAft>
              <a:buNone/>
            </a:pPr>
            <a:r>
              <a:rPr lang="es-419" sz="7000">
                <a:solidFill>
                  <a:srgbClr val="434343"/>
                </a:solidFill>
                <a:latin typeface="Bebas Neue"/>
                <a:ea typeface="Bebas Neue"/>
                <a:cs typeface="Bebas Neue"/>
                <a:sym typeface="Bebas Neue"/>
              </a:rPr>
              <a:t>Galatas 5:14</a:t>
            </a:r>
            <a:endParaRPr sz="7000">
              <a:solidFill>
                <a:srgbClr val="434343"/>
              </a:solidFill>
              <a:latin typeface="Bebas Neue"/>
              <a:ea typeface="Bebas Neue"/>
              <a:cs typeface="Bebas Neue"/>
              <a:sym typeface="Bebas Neue"/>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865"/>
        <p:cNvGrpSpPr/>
        <p:nvPr/>
      </p:nvGrpSpPr>
      <p:grpSpPr>
        <a:xfrm>
          <a:off x="0" y="0"/>
          <a:ext cx="0" cy="0"/>
          <a:chOff x="0" y="0"/>
          <a:chExt cx="0" cy="0"/>
        </a:xfrm>
      </p:grpSpPr>
      <p:sp>
        <p:nvSpPr>
          <p:cNvPr id="866" name="Google Shape;866;p107"/>
          <p:cNvSpPr/>
          <p:nvPr/>
        </p:nvSpPr>
        <p:spPr>
          <a:xfrm>
            <a:off x="378925" y="3842675"/>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867" name="Google Shape;867;p107"/>
          <p:cNvSpPr/>
          <p:nvPr/>
        </p:nvSpPr>
        <p:spPr>
          <a:xfrm>
            <a:off x="378925" y="6057217"/>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868" name="Google Shape;868;p107"/>
          <p:cNvSpPr/>
          <p:nvPr/>
        </p:nvSpPr>
        <p:spPr>
          <a:xfrm>
            <a:off x="378925" y="8291500"/>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869" name="Google Shape;869;p107"/>
          <p:cNvSpPr txBox="1">
            <a:spLocks noGrp="1"/>
          </p:cNvSpPr>
          <p:nvPr>
            <p:ph type="ctrTitle"/>
          </p:nvPr>
        </p:nvSpPr>
        <p:spPr>
          <a:xfrm>
            <a:off x="378925" y="613375"/>
            <a:ext cx="12947700" cy="29850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0"/>
              </a:spcBef>
              <a:spcAft>
                <a:spcPts val="0"/>
              </a:spcAft>
              <a:buSzPts val="7200"/>
              <a:buNone/>
            </a:pPr>
            <a:r>
              <a:rPr lang="es-419" sz="15600">
                <a:solidFill>
                  <a:srgbClr val="434343"/>
                </a:solidFill>
              </a:rPr>
              <a:t>πεπλήρωται</a:t>
            </a:r>
            <a:endParaRPr sz="15600">
              <a:solidFill>
                <a:srgbClr val="434343"/>
              </a:solidFill>
              <a:latin typeface="GFS Neohellenic"/>
              <a:ea typeface="GFS Neohellenic"/>
              <a:cs typeface="GFS Neohellenic"/>
              <a:sym typeface="GFS Neohellenic"/>
            </a:endParaRPr>
          </a:p>
        </p:txBody>
      </p:sp>
      <p:sp>
        <p:nvSpPr>
          <p:cNvPr id="870" name="Google Shape;870;p107"/>
          <p:cNvSpPr txBox="1"/>
          <p:nvPr/>
        </p:nvSpPr>
        <p:spPr>
          <a:xfrm>
            <a:off x="4689175" y="3768500"/>
            <a:ext cx="46998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πληρόω</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Perfecto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Medio/Pasiva</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Indicativo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3a Singular</a:t>
            </a:r>
            <a:endParaRPr sz="5500">
              <a:solidFill>
                <a:schemeClr val="accent1"/>
              </a:solidFill>
              <a:latin typeface="Didact Gothic"/>
              <a:ea typeface="Didact Gothic"/>
              <a:cs typeface="Didact Gothic"/>
              <a:sym typeface="Didact Gothic"/>
            </a:endParaRPr>
          </a:p>
        </p:txBody>
      </p:sp>
      <p:cxnSp>
        <p:nvCxnSpPr>
          <p:cNvPr id="871" name="Google Shape;871;p107"/>
          <p:cNvCxnSpPr/>
          <p:nvPr/>
        </p:nvCxnSpPr>
        <p:spPr>
          <a:xfrm>
            <a:off x="574375" y="3387900"/>
            <a:ext cx="12138300" cy="0"/>
          </a:xfrm>
          <a:prstGeom prst="straightConnector1">
            <a:avLst/>
          </a:prstGeom>
          <a:noFill/>
          <a:ln w="28575" cap="flat" cmpd="sng">
            <a:solidFill>
              <a:schemeClr val="dk2"/>
            </a:solidFill>
            <a:prstDash val="solid"/>
            <a:round/>
            <a:headEnd type="none" w="med" len="med"/>
            <a:tailEnd type="none" w="med" len="med"/>
          </a:ln>
        </p:spPr>
      </p:cxnSp>
      <p:sp>
        <p:nvSpPr>
          <p:cNvPr id="872" name="Google Shape;872;p107"/>
          <p:cNvSpPr txBox="1"/>
          <p:nvPr/>
        </p:nvSpPr>
        <p:spPr>
          <a:xfrm>
            <a:off x="802975" y="3768500"/>
            <a:ext cx="36165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F. Léxica:</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Tiempo:</a:t>
            </a:r>
            <a:br>
              <a:rPr lang="es-419" sz="5500" b="1">
                <a:solidFill>
                  <a:schemeClr val="accent1"/>
                </a:solidFill>
                <a:latin typeface="Didact Gothic"/>
                <a:ea typeface="Didact Gothic"/>
                <a:cs typeface="Didact Gothic"/>
                <a:sym typeface="Didact Gothic"/>
              </a:rPr>
            </a:br>
            <a:r>
              <a:rPr lang="es-419" sz="5500" b="1">
                <a:solidFill>
                  <a:schemeClr val="accent1"/>
                </a:solidFill>
                <a:latin typeface="Didact Gothic"/>
                <a:ea typeface="Didact Gothic"/>
                <a:cs typeface="Didact Gothic"/>
                <a:sym typeface="Didact Gothic"/>
              </a:rPr>
              <a:t>Voz:</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Modo:</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Pers / num:</a:t>
            </a:r>
            <a:endParaRPr sz="5500" b="1">
              <a:solidFill>
                <a:schemeClr val="accent1"/>
              </a:solidFill>
              <a:latin typeface="Didact Gothic"/>
              <a:ea typeface="Didact Gothic"/>
              <a:cs typeface="Didact Gothic"/>
              <a:sym typeface="Didact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7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7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7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7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7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876"/>
        <p:cNvGrpSpPr/>
        <p:nvPr/>
      </p:nvGrpSpPr>
      <p:grpSpPr>
        <a:xfrm>
          <a:off x="0" y="0"/>
          <a:ext cx="0" cy="0"/>
          <a:chOff x="0" y="0"/>
          <a:chExt cx="0" cy="0"/>
        </a:xfrm>
      </p:grpSpPr>
      <p:sp>
        <p:nvSpPr>
          <p:cNvPr id="877" name="Google Shape;877;p108"/>
          <p:cNvSpPr/>
          <p:nvPr/>
        </p:nvSpPr>
        <p:spPr>
          <a:xfrm>
            <a:off x="378925" y="3842675"/>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878" name="Google Shape;878;p108"/>
          <p:cNvSpPr/>
          <p:nvPr/>
        </p:nvSpPr>
        <p:spPr>
          <a:xfrm>
            <a:off x="378925" y="6057217"/>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879" name="Google Shape;879;p108"/>
          <p:cNvSpPr/>
          <p:nvPr/>
        </p:nvSpPr>
        <p:spPr>
          <a:xfrm>
            <a:off x="378925" y="8291500"/>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880" name="Google Shape;880;p108"/>
          <p:cNvSpPr txBox="1">
            <a:spLocks noGrp="1"/>
          </p:cNvSpPr>
          <p:nvPr>
            <p:ph type="ctrTitle"/>
          </p:nvPr>
        </p:nvSpPr>
        <p:spPr>
          <a:xfrm>
            <a:off x="378925" y="613375"/>
            <a:ext cx="12947700" cy="29850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0"/>
              </a:spcBef>
              <a:spcAft>
                <a:spcPts val="0"/>
              </a:spcAft>
              <a:buSzPts val="7200"/>
              <a:buNone/>
            </a:pPr>
            <a:r>
              <a:rPr lang="es-419" sz="15600">
                <a:solidFill>
                  <a:srgbClr val="434343"/>
                </a:solidFill>
              </a:rPr>
              <a:t>ἀγαπήσεις</a:t>
            </a:r>
            <a:endParaRPr sz="15600">
              <a:solidFill>
                <a:srgbClr val="434343"/>
              </a:solidFill>
              <a:latin typeface="GFS Neohellenic"/>
              <a:ea typeface="GFS Neohellenic"/>
              <a:cs typeface="GFS Neohellenic"/>
              <a:sym typeface="GFS Neohellenic"/>
            </a:endParaRPr>
          </a:p>
        </p:txBody>
      </p:sp>
      <p:sp>
        <p:nvSpPr>
          <p:cNvPr id="881" name="Google Shape;881;p108"/>
          <p:cNvSpPr txBox="1"/>
          <p:nvPr/>
        </p:nvSpPr>
        <p:spPr>
          <a:xfrm>
            <a:off x="4689175" y="3768500"/>
            <a:ext cx="46998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ἀγαπάω</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Futuro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Activa</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Indicativo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2a Singular</a:t>
            </a:r>
            <a:endParaRPr sz="5500">
              <a:solidFill>
                <a:schemeClr val="accent1"/>
              </a:solidFill>
              <a:latin typeface="Didact Gothic"/>
              <a:ea typeface="Didact Gothic"/>
              <a:cs typeface="Didact Gothic"/>
              <a:sym typeface="Didact Gothic"/>
            </a:endParaRPr>
          </a:p>
        </p:txBody>
      </p:sp>
      <p:cxnSp>
        <p:nvCxnSpPr>
          <p:cNvPr id="882" name="Google Shape;882;p108"/>
          <p:cNvCxnSpPr/>
          <p:nvPr/>
        </p:nvCxnSpPr>
        <p:spPr>
          <a:xfrm>
            <a:off x="574375" y="3387900"/>
            <a:ext cx="12138300" cy="0"/>
          </a:xfrm>
          <a:prstGeom prst="straightConnector1">
            <a:avLst/>
          </a:prstGeom>
          <a:noFill/>
          <a:ln w="28575" cap="flat" cmpd="sng">
            <a:solidFill>
              <a:schemeClr val="dk2"/>
            </a:solidFill>
            <a:prstDash val="solid"/>
            <a:round/>
            <a:headEnd type="none" w="med" len="med"/>
            <a:tailEnd type="none" w="med" len="med"/>
          </a:ln>
        </p:spPr>
      </p:cxnSp>
      <p:sp>
        <p:nvSpPr>
          <p:cNvPr id="883" name="Google Shape;883;p108"/>
          <p:cNvSpPr txBox="1"/>
          <p:nvPr/>
        </p:nvSpPr>
        <p:spPr>
          <a:xfrm>
            <a:off x="802975" y="3768500"/>
            <a:ext cx="36165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F. Léxica:</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Tiempo:</a:t>
            </a:r>
            <a:br>
              <a:rPr lang="es-419" sz="5500" b="1">
                <a:solidFill>
                  <a:schemeClr val="accent1"/>
                </a:solidFill>
                <a:latin typeface="Didact Gothic"/>
                <a:ea typeface="Didact Gothic"/>
                <a:cs typeface="Didact Gothic"/>
                <a:sym typeface="Didact Gothic"/>
              </a:rPr>
            </a:br>
            <a:r>
              <a:rPr lang="es-419" sz="5500" b="1">
                <a:solidFill>
                  <a:schemeClr val="accent1"/>
                </a:solidFill>
                <a:latin typeface="Didact Gothic"/>
                <a:ea typeface="Didact Gothic"/>
                <a:cs typeface="Didact Gothic"/>
                <a:sym typeface="Didact Gothic"/>
              </a:rPr>
              <a:t>Voz:</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Modo:</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Pers / num:</a:t>
            </a:r>
            <a:endParaRPr sz="5500" b="1">
              <a:solidFill>
                <a:schemeClr val="accent1"/>
              </a:solidFill>
              <a:latin typeface="Didact Gothic"/>
              <a:ea typeface="Didact Gothic"/>
              <a:cs typeface="Didact Gothic"/>
              <a:sym typeface="Didact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8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8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8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8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8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887"/>
        <p:cNvGrpSpPr/>
        <p:nvPr/>
      </p:nvGrpSpPr>
      <p:grpSpPr>
        <a:xfrm>
          <a:off x="0" y="0"/>
          <a:ext cx="0" cy="0"/>
          <a:chOff x="0" y="0"/>
          <a:chExt cx="0" cy="0"/>
        </a:xfrm>
      </p:grpSpPr>
      <p:sp>
        <p:nvSpPr>
          <p:cNvPr id="888" name="Google Shape;888;p109"/>
          <p:cNvSpPr txBox="1">
            <a:spLocks noGrp="1"/>
          </p:cNvSpPr>
          <p:nvPr>
            <p:ph type="ctrTitle"/>
          </p:nvPr>
        </p:nvSpPr>
        <p:spPr>
          <a:xfrm>
            <a:off x="378925" y="426855"/>
            <a:ext cx="14069700" cy="6641700"/>
          </a:xfrm>
          <a:prstGeom prst="rect">
            <a:avLst/>
          </a:prstGeom>
          <a:noFill/>
          <a:ln>
            <a:noFill/>
          </a:ln>
        </p:spPr>
        <p:txBody>
          <a:bodyPr spcFirstLastPara="1" wrap="square" lIns="156175" tIns="156175" rIns="156175" bIns="156175" anchor="t" anchorCtr="0">
            <a:noAutofit/>
          </a:bodyPr>
          <a:lstStyle/>
          <a:p>
            <a:pPr marL="0" lvl="0" indent="0" algn="l" rtl="0">
              <a:lnSpc>
                <a:spcPct val="150000"/>
              </a:lnSpc>
              <a:spcBef>
                <a:spcPts val="1200"/>
              </a:spcBef>
              <a:spcAft>
                <a:spcPts val="0"/>
              </a:spcAft>
              <a:buNone/>
            </a:pPr>
            <a:r>
              <a:rPr lang="es-419" sz="8700" dirty="0" err="1">
                <a:solidFill>
                  <a:srgbClr val="434343"/>
                </a:solidFill>
              </a:rPr>
              <a:t>ἔστ</a:t>
            </a:r>
            <a:r>
              <a:rPr lang="es-419" sz="8700" dirty="0">
                <a:solidFill>
                  <a:srgbClr val="434343"/>
                </a:solidFill>
              </a:rPr>
              <a:t>αι γὰρ τότε θλῖψις μεγάλη οἵα οὐ γέγονεν </a:t>
            </a:r>
            <a:br>
              <a:rPr lang="es-419" sz="8700" dirty="0">
                <a:solidFill>
                  <a:srgbClr val="434343"/>
                </a:solidFill>
              </a:rPr>
            </a:br>
            <a:r>
              <a:rPr lang="es-419" sz="8700" dirty="0">
                <a:solidFill>
                  <a:srgbClr val="434343"/>
                </a:solidFill>
              </a:rPr>
              <a:t>ἀπʼ ἀρχῆς κόσμου ἕως τοῦ νῦν οὐδʼ οὐ μὴ γένηται.</a:t>
            </a:r>
            <a:endParaRPr sz="8700" dirty="0">
              <a:solidFill>
                <a:srgbClr val="434343"/>
              </a:solidFill>
            </a:endParaRPr>
          </a:p>
          <a:p>
            <a:pPr marL="0" lvl="0" indent="0" algn="l" rtl="0">
              <a:lnSpc>
                <a:spcPct val="150000"/>
              </a:lnSpc>
              <a:spcBef>
                <a:spcPts val="1200"/>
              </a:spcBef>
              <a:spcAft>
                <a:spcPts val="0"/>
              </a:spcAft>
              <a:buNone/>
            </a:pPr>
            <a:endParaRPr sz="8700" dirty="0">
              <a:solidFill>
                <a:srgbClr val="434343"/>
              </a:solidFill>
            </a:endParaRPr>
          </a:p>
          <a:p>
            <a:pPr marL="0" lvl="0" indent="0" algn="l" rtl="0">
              <a:lnSpc>
                <a:spcPct val="150000"/>
              </a:lnSpc>
              <a:spcBef>
                <a:spcPts val="1200"/>
              </a:spcBef>
              <a:spcAft>
                <a:spcPts val="1200"/>
              </a:spcAft>
              <a:buNone/>
            </a:pPr>
            <a:endParaRPr sz="8700" dirty="0">
              <a:solidFill>
                <a:srgbClr val="434343"/>
              </a:solidFill>
            </a:endParaRPr>
          </a:p>
        </p:txBody>
      </p:sp>
      <p:sp>
        <p:nvSpPr>
          <p:cNvPr id="889" name="Google Shape;889;p109"/>
          <p:cNvSpPr txBox="1"/>
          <p:nvPr/>
        </p:nvSpPr>
        <p:spPr>
          <a:xfrm>
            <a:off x="12691225" y="8031575"/>
            <a:ext cx="5333700" cy="1432500"/>
          </a:xfrm>
          <a:prstGeom prst="rect">
            <a:avLst/>
          </a:prstGeom>
          <a:noFill/>
          <a:ln>
            <a:noFill/>
          </a:ln>
        </p:spPr>
        <p:txBody>
          <a:bodyPr spcFirstLastPara="1" wrap="square" lIns="156175" tIns="156175" rIns="156175" bIns="156175" anchor="t" anchorCtr="0">
            <a:noAutofit/>
          </a:bodyPr>
          <a:lstStyle/>
          <a:p>
            <a:pPr marL="0" lvl="0" indent="0" algn="r" rtl="0">
              <a:lnSpc>
                <a:spcPct val="115000"/>
              </a:lnSpc>
              <a:spcBef>
                <a:spcPts val="0"/>
              </a:spcBef>
              <a:spcAft>
                <a:spcPts val="0"/>
              </a:spcAft>
              <a:buNone/>
            </a:pPr>
            <a:r>
              <a:rPr lang="es-419" sz="7000">
                <a:solidFill>
                  <a:srgbClr val="434343"/>
                </a:solidFill>
                <a:latin typeface="Bebas Neue"/>
                <a:ea typeface="Bebas Neue"/>
                <a:cs typeface="Bebas Neue"/>
                <a:sym typeface="Bebas Neue"/>
              </a:rPr>
              <a:t>Mateo 24:21</a:t>
            </a:r>
            <a:endParaRPr sz="7000">
              <a:solidFill>
                <a:srgbClr val="434343"/>
              </a:solidFill>
              <a:latin typeface="Bebas Neue"/>
              <a:ea typeface="Bebas Neue"/>
              <a:cs typeface="Bebas Neue"/>
              <a:sym typeface="Bebas Neue"/>
            </a:endParaRPr>
          </a:p>
          <a:p>
            <a:pPr marL="0" lvl="0" indent="0" algn="r" rtl="0">
              <a:lnSpc>
                <a:spcPct val="115000"/>
              </a:lnSpc>
              <a:spcBef>
                <a:spcPts val="0"/>
              </a:spcBef>
              <a:spcAft>
                <a:spcPts val="0"/>
              </a:spcAft>
              <a:buNone/>
            </a:pPr>
            <a:endParaRPr sz="7000">
              <a:solidFill>
                <a:srgbClr val="434343"/>
              </a:solidFill>
              <a:latin typeface="Bebas Neue"/>
              <a:ea typeface="Bebas Neue"/>
              <a:cs typeface="Bebas Neue"/>
              <a:sym typeface="Bebas Neue"/>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893"/>
        <p:cNvGrpSpPr/>
        <p:nvPr/>
      </p:nvGrpSpPr>
      <p:grpSpPr>
        <a:xfrm>
          <a:off x="0" y="0"/>
          <a:ext cx="0" cy="0"/>
          <a:chOff x="0" y="0"/>
          <a:chExt cx="0" cy="0"/>
        </a:xfrm>
      </p:grpSpPr>
      <p:sp>
        <p:nvSpPr>
          <p:cNvPr id="894" name="Google Shape;894;p110"/>
          <p:cNvSpPr/>
          <p:nvPr/>
        </p:nvSpPr>
        <p:spPr>
          <a:xfrm>
            <a:off x="378925" y="3842675"/>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895" name="Google Shape;895;p110"/>
          <p:cNvSpPr/>
          <p:nvPr/>
        </p:nvSpPr>
        <p:spPr>
          <a:xfrm>
            <a:off x="378925" y="6057217"/>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896" name="Google Shape;896;p110"/>
          <p:cNvSpPr/>
          <p:nvPr/>
        </p:nvSpPr>
        <p:spPr>
          <a:xfrm>
            <a:off x="378925" y="8291500"/>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897" name="Google Shape;897;p110"/>
          <p:cNvSpPr txBox="1">
            <a:spLocks noGrp="1"/>
          </p:cNvSpPr>
          <p:nvPr>
            <p:ph type="ctrTitle"/>
          </p:nvPr>
        </p:nvSpPr>
        <p:spPr>
          <a:xfrm>
            <a:off x="378925" y="613375"/>
            <a:ext cx="12947700" cy="29850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0"/>
              </a:spcBef>
              <a:spcAft>
                <a:spcPts val="0"/>
              </a:spcAft>
              <a:buSzPts val="7200"/>
              <a:buNone/>
            </a:pPr>
            <a:r>
              <a:rPr lang="es-419" sz="15600">
                <a:solidFill>
                  <a:srgbClr val="434343"/>
                </a:solidFill>
              </a:rPr>
              <a:t>ἔσται</a:t>
            </a:r>
            <a:endParaRPr sz="15600">
              <a:solidFill>
                <a:srgbClr val="434343"/>
              </a:solidFill>
              <a:latin typeface="GFS Neohellenic"/>
              <a:ea typeface="GFS Neohellenic"/>
              <a:cs typeface="GFS Neohellenic"/>
              <a:sym typeface="GFS Neohellenic"/>
            </a:endParaRPr>
          </a:p>
        </p:txBody>
      </p:sp>
      <p:sp>
        <p:nvSpPr>
          <p:cNvPr id="898" name="Google Shape;898;p110"/>
          <p:cNvSpPr txBox="1"/>
          <p:nvPr/>
        </p:nvSpPr>
        <p:spPr>
          <a:xfrm>
            <a:off x="4689175" y="3768500"/>
            <a:ext cx="46998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εἰμί</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Futuro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Activa</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Indicativo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3a Singular</a:t>
            </a:r>
            <a:endParaRPr sz="5500">
              <a:solidFill>
                <a:schemeClr val="accent1"/>
              </a:solidFill>
              <a:latin typeface="Didact Gothic"/>
              <a:ea typeface="Didact Gothic"/>
              <a:cs typeface="Didact Gothic"/>
              <a:sym typeface="Didact Gothic"/>
            </a:endParaRPr>
          </a:p>
        </p:txBody>
      </p:sp>
      <p:cxnSp>
        <p:nvCxnSpPr>
          <p:cNvPr id="899" name="Google Shape;899;p110"/>
          <p:cNvCxnSpPr/>
          <p:nvPr/>
        </p:nvCxnSpPr>
        <p:spPr>
          <a:xfrm>
            <a:off x="574375" y="3387900"/>
            <a:ext cx="12138300" cy="0"/>
          </a:xfrm>
          <a:prstGeom prst="straightConnector1">
            <a:avLst/>
          </a:prstGeom>
          <a:noFill/>
          <a:ln w="28575" cap="flat" cmpd="sng">
            <a:solidFill>
              <a:schemeClr val="dk2"/>
            </a:solidFill>
            <a:prstDash val="solid"/>
            <a:round/>
            <a:headEnd type="none" w="med" len="med"/>
            <a:tailEnd type="none" w="med" len="med"/>
          </a:ln>
        </p:spPr>
      </p:cxnSp>
      <p:sp>
        <p:nvSpPr>
          <p:cNvPr id="900" name="Google Shape;900;p110"/>
          <p:cNvSpPr txBox="1"/>
          <p:nvPr/>
        </p:nvSpPr>
        <p:spPr>
          <a:xfrm>
            <a:off x="802975" y="3768500"/>
            <a:ext cx="36165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F. Léxica:</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Tiempo:</a:t>
            </a:r>
            <a:br>
              <a:rPr lang="es-419" sz="5500" b="1">
                <a:solidFill>
                  <a:schemeClr val="accent1"/>
                </a:solidFill>
                <a:latin typeface="Didact Gothic"/>
                <a:ea typeface="Didact Gothic"/>
                <a:cs typeface="Didact Gothic"/>
                <a:sym typeface="Didact Gothic"/>
              </a:rPr>
            </a:br>
            <a:r>
              <a:rPr lang="es-419" sz="5500" b="1">
                <a:solidFill>
                  <a:schemeClr val="accent1"/>
                </a:solidFill>
                <a:latin typeface="Didact Gothic"/>
                <a:ea typeface="Didact Gothic"/>
                <a:cs typeface="Didact Gothic"/>
                <a:sym typeface="Didact Gothic"/>
              </a:rPr>
              <a:t>Voz:</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Modo:</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Pers / num:</a:t>
            </a:r>
            <a:endParaRPr sz="5500" b="1">
              <a:solidFill>
                <a:schemeClr val="accent1"/>
              </a:solidFill>
              <a:latin typeface="Didact Gothic"/>
              <a:ea typeface="Didact Gothic"/>
              <a:cs typeface="Didact Gothic"/>
              <a:sym typeface="Didact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9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9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9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9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9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904"/>
        <p:cNvGrpSpPr/>
        <p:nvPr/>
      </p:nvGrpSpPr>
      <p:grpSpPr>
        <a:xfrm>
          <a:off x="0" y="0"/>
          <a:ext cx="0" cy="0"/>
          <a:chOff x="0" y="0"/>
          <a:chExt cx="0" cy="0"/>
        </a:xfrm>
      </p:grpSpPr>
      <p:sp>
        <p:nvSpPr>
          <p:cNvPr id="905" name="Google Shape;905;p111"/>
          <p:cNvSpPr/>
          <p:nvPr/>
        </p:nvSpPr>
        <p:spPr>
          <a:xfrm>
            <a:off x="378925" y="3842675"/>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06" name="Google Shape;906;p111"/>
          <p:cNvSpPr/>
          <p:nvPr/>
        </p:nvSpPr>
        <p:spPr>
          <a:xfrm>
            <a:off x="378925" y="6057217"/>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07" name="Google Shape;907;p111"/>
          <p:cNvSpPr/>
          <p:nvPr/>
        </p:nvSpPr>
        <p:spPr>
          <a:xfrm>
            <a:off x="378925" y="8291500"/>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08" name="Google Shape;908;p111"/>
          <p:cNvSpPr txBox="1">
            <a:spLocks noGrp="1"/>
          </p:cNvSpPr>
          <p:nvPr>
            <p:ph type="ctrTitle"/>
          </p:nvPr>
        </p:nvSpPr>
        <p:spPr>
          <a:xfrm>
            <a:off x="378925" y="613375"/>
            <a:ext cx="12947700" cy="29850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0"/>
              </a:spcBef>
              <a:spcAft>
                <a:spcPts val="0"/>
              </a:spcAft>
              <a:buSzPts val="7200"/>
              <a:buNone/>
            </a:pPr>
            <a:r>
              <a:rPr lang="es-419" sz="15600">
                <a:solidFill>
                  <a:srgbClr val="434343"/>
                </a:solidFill>
              </a:rPr>
              <a:t>γέγονεν</a:t>
            </a:r>
            <a:endParaRPr sz="15600">
              <a:solidFill>
                <a:srgbClr val="434343"/>
              </a:solidFill>
              <a:latin typeface="GFS Neohellenic"/>
              <a:ea typeface="GFS Neohellenic"/>
              <a:cs typeface="GFS Neohellenic"/>
              <a:sym typeface="GFS Neohellenic"/>
            </a:endParaRPr>
          </a:p>
        </p:txBody>
      </p:sp>
      <p:sp>
        <p:nvSpPr>
          <p:cNvPr id="909" name="Google Shape;909;p111"/>
          <p:cNvSpPr txBox="1"/>
          <p:nvPr/>
        </p:nvSpPr>
        <p:spPr>
          <a:xfrm>
            <a:off x="4689175" y="3768500"/>
            <a:ext cx="46998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dirty="0" err="1">
                <a:solidFill>
                  <a:schemeClr val="accent1"/>
                </a:solidFill>
                <a:latin typeface="Didact Gothic"/>
                <a:ea typeface="Didact Gothic"/>
                <a:cs typeface="Didact Gothic"/>
                <a:sym typeface="Didact Gothic"/>
              </a:rPr>
              <a:t>γίνομ</a:t>
            </a:r>
            <a:r>
              <a:rPr lang="es-419" sz="5500" dirty="0">
                <a:solidFill>
                  <a:schemeClr val="accent1"/>
                </a:solidFill>
                <a:latin typeface="Didact Gothic"/>
                <a:ea typeface="Didact Gothic"/>
                <a:cs typeface="Didact Gothic"/>
                <a:sym typeface="Didact Gothic"/>
              </a:rPr>
              <a:t>αι</a:t>
            </a:r>
            <a:endParaRPr sz="5500" dirty="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dirty="0">
                <a:solidFill>
                  <a:schemeClr val="accent1"/>
                </a:solidFill>
                <a:latin typeface="Didact Gothic"/>
                <a:ea typeface="Didact Gothic"/>
                <a:cs typeface="Didact Gothic"/>
                <a:sym typeface="Didact Gothic"/>
              </a:rPr>
              <a:t>Perfecto</a:t>
            </a:r>
            <a:endParaRPr sz="5500" dirty="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dirty="0">
                <a:solidFill>
                  <a:schemeClr val="accent1"/>
                </a:solidFill>
                <a:latin typeface="Didact Gothic"/>
                <a:ea typeface="Didact Gothic"/>
                <a:cs typeface="Didact Gothic"/>
                <a:sym typeface="Didact Gothic"/>
              </a:rPr>
              <a:t>Activa</a:t>
            </a:r>
            <a:endParaRPr sz="5500" dirty="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dirty="0">
                <a:solidFill>
                  <a:schemeClr val="accent1"/>
                </a:solidFill>
                <a:latin typeface="Didact Gothic"/>
                <a:ea typeface="Didact Gothic"/>
                <a:cs typeface="Didact Gothic"/>
                <a:sym typeface="Didact Gothic"/>
              </a:rPr>
              <a:t>Indicativo</a:t>
            </a:r>
            <a:endParaRPr sz="5500" dirty="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dirty="0">
                <a:solidFill>
                  <a:schemeClr val="accent1"/>
                </a:solidFill>
                <a:latin typeface="Didact Gothic"/>
                <a:ea typeface="Didact Gothic"/>
                <a:cs typeface="Didact Gothic"/>
                <a:sym typeface="Didact Gothic"/>
              </a:rPr>
              <a:t>3a Singular</a:t>
            </a:r>
            <a:endParaRPr sz="5500" dirty="0">
              <a:solidFill>
                <a:schemeClr val="accent1"/>
              </a:solidFill>
              <a:latin typeface="Didact Gothic"/>
              <a:ea typeface="Didact Gothic"/>
              <a:cs typeface="Didact Gothic"/>
              <a:sym typeface="Didact Gothic"/>
            </a:endParaRPr>
          </a:p>
        </p:txBody>
      </p:sp>
      <p:cxnSp>
        <p:nvCxnSpPr>
          <p:cNvPr id="910" name="Google Shape;910;p111"/>
          <p:cNvCxnSpPr/>
          <p:nvPr/>
        </p:nvCxnSpPr>
        <p:spPr>
          <a:xfrm>
            <a:off x="574375" y="3387900"/>
            <a:ext cx="12138300" cy="0"/>
          </a:xfrm>
          <a:prstGeom prst="straightConnector1">
            <a:avLst/>
          </a:prstGeom>
          <a:noFill/>
          <a:ln w="28575" cap="flat" cmpd="sng">
            <a:solidFill>
              <a:schemeClr val="dk2"/>
            </a:solidFill>
            <a:prstDash val="solid"/>
            <a:round/>
            <a:headEnd type="none" w="med" len="med"/>
            <a:tailEnd type="none" w="med" len="med"/>
          </a:ln>
        </p:spPr>
      </p:cxnSp>
      <p:sp>
        <p:nvSpPr>
          <p:cNvPr id="911" name="Google Shape;911;p111"/>
          <p:cNvSpPr txBox="1"/>
          <p:nvPr/>
        </p:nvSpPr>
        <p:spPr>
          <a:xfrm>
            <a:off x="802975" y="3768500"/>
            <a:ext cx="36165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F. Léxica:</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Tiempo:</a:t>
            </a:r>
            <a:br>
              <a:rPr lang="es-419" sz="5500" b="1">
                <a:solidFill>
                  <a:schemeClr val="accent1"/>
                </a:solidFill>
                <a:latin typeface="Didact Gothic"/>
                <a:ea typeface="Didact Gothic"/>
                <a:cs typeface="Didact Gothic"/>
                <a:sym typeface="Didact Gothic"/>
              </a:rPr>
            </a:br>
            <a:r>
              <a:rPr lang="es-419" sz="5500" b="1">
                <a:solidFill>
                  <a:schemeClr val="accent1"/>
                </a:solidFill>
                <a:latin typeface="Didact Gothic"/>
                <a:ea typeface="Didact Gothic"/>
                <a:cs typeface="Didact Gothic"/>
                <a:sym typeface="Didact Gothic"/>
              </a:rPr>
              <a:t>Voz:</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Modo:</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Pers / num:</a:t>
            </a:r>
            <a:endParaRPr sz="5500" b="1">
              <a:solidFill>
                <a:schemeClr val="accent1"/>
              </a:solidFill>
              <a:latin typeface="Didact Gothic"/>
              <a:ea typeface="Didact Gothic"/>
              <a:cs typeface="Didact Gothic"/>
              <a:sym typeface="Didact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0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0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0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0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0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915"/>
        <p:cNvGrpSpPr/>
        <p:nvPr/>
      </p:nvGrpSpPr>
      <p:grpSpPr>
        <a:xfrm>
          <a:off x="0" y="0"/>
          <a:ext cx="0" cy="0"/>
          <a:chOff x="0" y="0"/>
          <a:chExt cx="0" cy="0"/>
        </a:xfrm>
      </p:grpSpPr>
      <p:sp>
        <p:nvSpPr>
          <p:cNvPr id="916" name="Google Shape;916;p112"/>
          <p:cNvSpPr/>
          <p:nvPr/>
        </p:nvSpPr>
        <p:spPr>
          <a:xfrm>
            <a:off x="378925" y="3842675"/>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17" name="Google Shape;917;p112"/>
          <p:cNvSpPr/>
          <p:nvPr/>
        </p:nvSpPr>
        <p:spPr>
          <a:xfrm>
            <a:off x="378925" y="6057217"/>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18" name="Google Shape;918;p112"/>
          <p:cNvSpPr/>
          <p:nvPr/>
        </p:nvSpPr>
        <p:spPr>
          <a:xfrm>
            <a:off x="378925" y="8291500"/>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19" name="Google Shape;919;p112"/>
          <p:cNvSpPr txBox="1">
            <a:spLocks noGrp="1"/>
          </p:cNvSpPr>
          <p:nvPr>
            <p:ph type="ctrTitle"/>
          </p:nvPr>
        </p:nvSpPr>
        <p:spPr>
          <a:xfrm>
            <a:off x="378925" y="613375"/>
            <a:ext cx="12947700" cy="29850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0"/>
              </a:spcBef>
              <a:spcAft>
                <a:spcPts val="0"/>
              </a:spcAft>
              <a:buSzPts val="7200"/>
              <a:buNone/>
            </a:pPr>
            <a:r>
              <a:rPr lang="es-419" sz="15600">
                <a:solidFill>
                  <a:srgbClr val="434343"/>
                </a:solidFill>
              </a:rPr>
              <a:t>γένηται</a:t>
            </a:r>
            <a:endParaRPr sz="15600">
              <a:solidFill>
                <a:srgbClr val="434343"/>
              </a:solidFill>
              <a:latin typeface="GFS Neohellenic"/>
              <a:ea typeface="GFS Neohellenic"/>
              <a:cs typeface="GFS Neohellenic"/>
              <a:sym typeface="GFS Neohellenic"/>
            </a:endParaRPr>
          </a:p>
        </p:txBody>
      </p:sp>
      <p:sp>
        <p:nvSpPr>
          <p:cNvPr id="920" name="Google Shape;920;p112"/>
          <p:cNvSpPr txBox="1"/>
          <p:nvPr/>
        </p:nvSpPr>
        <p:spPr>
          <a:xfrm>
            <a:off x="4689175" y="3768500"/>
            <a:ext cx="46998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dirty="0" err="1">
                <a:solidFill>
                  <a:schemeClr val="accent1"/>
                </a:solidFill>
                <a:latin typeface="Didact Gothic"/>
                <a:ea typeface="Didact Gothic"/>
                <a:cs typeface="Didact Gothic"/>
                <a:sym typeface="Didact Gothic"/>
              </a:rPr>
              <a:t>γίνομ</a:t>
            </a:r>
            <a:r>
              <a:rPr lang="es-419" sz="5500" dirty="0">
                <a:solidFill>
                  <a:schemeClr val="accent1"/>
                </a:solidFill>
                <a:latin typeface="Didact Gothic"/>
                <a:ea typeface="Didact Gothic"/>
                <a:cs typeface="Didact Gothic"/>
                <a:sym typeface="Didact Gothic"/>
              </a:rPr>
              <a:t>αι</a:t>
            </a:r>
            <a:endParaRPr sz="5500" dirty="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dirty="0">
                <a:solidFill>
                  <a:schemeClr val="accent1"/>
                </a:solidFill>
                <a:latin typeface="Didact Gothic"/>
                <a:ea typeface="Didact Gothic"/>
                <a:cs typeface="Didact Gothic"/>
                <a:sym typeface="Didact Gothic"/>
              </a:rPr>
              <a:t>Aoristo</a:t>
            </a:r>
            <a:endParaRPr sz="5500" dirty="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dirty="0">
                <a:solidFill>
                  <a:schemeClr val="accent1"/>
                </a:solidFill>
                <a:latin typeface="Didact Gothic"/>
                <a:ea typeface="Didact Gothic"/>
                <a:cs typeface="Didact Gothic"/>
                <a:sym typeface="Didact Gothic"/>
              </a:rPr>
              <a:t>Medio/Pasiva</a:t>
            </a:r>
            <a:endParaRPr sz="5500" dirty="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dirty="0">
                <a:solidFill>
                  <a:schemeClr val="accent1"/>
                </a:solidFill>
                <a:latin typeface="Didact Gothic"/>
                <a:ea typeface="Didact Gothic"/>
                <a:cs typeface="Didact Gothic"/>
                <a:sym typeface="Didact Gothic"/>
              </a:rPr>
              <a:t>Subjuntivo</a:t>
            </a:r>
            <a:endParaRPr sz="5500" dirty="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dirty="0">
                <a:solidFill>
                  <a:schemeClr val="accent1"/>
                </a:solidFill>
                <a:latin typeface="Didact Gothic"/>
                <a:ea typeface="Didact Gothic"/>
                <a:cs typeface="Didact Gothic"/>
                <a:sym typeface="Didact Gothic"/>
              </a:rPr>
              <a:t>3a Singular</a:t>
            </a:r>
            <a:endParaRPr sz="5500" dirty="0">
              <a:solidFill>
                <a:schemeClr val="accent1"/>
              </a:solidFill>
              <a:latin typeface="Didact Gothic"/>
              <a:ea typeface="Didact Gothic"/>
              <a:cs typeface="Didact Gothic"/>
              <a:sym typeface="Didact Gothic"/>
            </a:endParaRPr>
          </a:p>
        </p:txBody>
      </p:sp>
      <p:cxnSp>
        <p:nvCxnSpPr>
          <p:cNvPr id="921" name="Google Shape;921;p112"/>
          <p:cNvCxnSpPr/>
          <p:nvPr/>
        </p:nvCxnSpPr>
        <p:spPr>
          <a:xfrm>
            <a:off x="574375" y="3387900"/>
            <a:ext cx="12138300" cy="0"/>
          </a:xfrm>
          <a:prstGeom prst="straightConnector1">
            <a:avLst/>
          </a:prstGeom>
          <a:noFill/>
          <a:ln w="28575" cap="flat" cmpd="sng">
            <a:solidFill>
              <a:schemeClr val="dk2"/>
            </a:solidFill>
            <a:prstDash val="solid"/>
            <a:round/>
            <a:headEnd type="none" w="med" len="med"/>
            <a:tailEnd type="none" w="med" len="med"/>
          </a:ln>
        </p:spPr>
      </p:cxnSp>
      <p:sp>
        <p:nvSpPr>
          <p:cNvPr id="922" name="Google Shape;922;p112"/>
          <p:cNvSpPr txBox="1"/>
          <p:nvPr/>
        </p:nvSpPr>
        <p:spPr>
          <a:xfrm>
            <a:off x="802975" y="3768500"/>
            <a:ext cx="36165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F. Léxica:</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Tiempo:</a:t>
            </a:r>
            <a:br>
              <a:rPr lang="es-419" sz="5500" b="1">
                <a:solidFill>
                  <a:schemeClr val="accent1"/>
                </a:solidFill>
                <a:latin typeface="Didact Gothic"/>
                <a:ea typeface="Didact Gothic"/>
                <a:cs typeface="Didact Gothic"/>
                <a:sym typeface="Didact Gothic"/>
              </a:rPr>
            </a:br>
            <a:r>
              <a:rPr lang="es-419" sz="5500" b="1">
                <a:solidFill>
                  <a:schemeClr val="accent1"/>
                </a:solidFill>
                <a:latin typeface="Didact Gothic"/>
                <a:ea typeface="Didact Gothic"/>
                <a:cs typeface="Didact Gothic"/>
                <a:sym typeface="Didact Gothic"/>
              </a:rPr>
              <a:t>Voz:</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Modo:</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Pers / num:</a:t>
            </a:r>
            <a:endParaRPr sz="5500" b="1">
              <a:solidFill>
                <a:schemeClr val="accent1"/>
              </a:solidFill>
              <a:latin typeface="Didact Gothic"/>
              <a:ea typeface="Didact Gothic"/>
              <a:cs typeface="Didact Gothic"/>
              <a:sym typeface="Didact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2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2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2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2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926"/>
        <p:cNvGrpSpPr/>
        <p:nvPr/>
      </p:nvGrpSpPr>
      <p:grpSpPr>
        <a:xfrm>
          <a:off x="0" y="0"/>
          <a:ext cx="0" cy="0"/>
          <a:chOff x="0" y="0"/>
          <a:chExt cx="0" cy="0"/>
        </a:xfrm>
      </p:grpSpPr>
      <p:sp>
        <p:nvSpPr>
          <p:cNvPr id="927" name="Google Shape;927;p113"/>
          <p:cNvSpPr txBox="1">
            <a:spLocks noGrp="1"/>
          </p:cNvSpPr>
          <p:nvPr>
            <p:ph type="ctrTitle"/>
          </p:nvPr>
        </p:nvSpPr>
        <p:spPr>
          <a:xfrm>
            <a:off x="378925" y="918175"/>
            <a:ext cx="14069700" cy="6641700"/>
          </a:xfrm>
          <a:prstGeom prst="rect">
            <a:avLst/>
          </a:prstGeom>
          <a:noFill/>
          <a:ln>
            <a:noFill/>
          </a:ln>
        </p:spPr>
        <p:txBody>
          <a:bodyPr spcFirstLastPara="1" wrap="square" lIns="156175" tIns="156175" rIns="156175" bIns="156175" anchor="t" anchorCtr="0">
            <a:noAutofit/>
          </a:bodyPr>
          <a:lstStyle/>
          <a:p>
            <a:pPr marL="0" lvl="0" indent="0" algn="l" rtl="0">
              <a:lnSpc>
                <a:spcPct val="150000"/>
              </a:lnSpc>
              <a:spcBef>
                <a:spcPts val="1200"/>
              </a:spcBef>
              <a:spcAft>
                <a:spcPts val="0"/>
              </a:spcAft>
              <a:buNone/>
            </a:pPr>
            <a:r>
              <a:rPr lang="es-419" sz="8200">
                <a:solidFill>
                  <a:srgbClr val="434343"/>
                </a:solidFill>
              </a:rPr>
              <a:t>εὑρίσκει οὗτος πρῶτον </a:t>
            </a:r>
            <a:br>
              <a:rPr lang="es-419" sz="8200">
                <a:solidFill>
                  <a:srgbClr val="434343"/>
                </a:solidFill>
              </a:rPr>
            </a:br>
            <a:r>
              <a:rPr lang="es-419" sz="8200">
                <a:solidFill>
                  <a:srgbClr val="434343"/>
                </a:solidFill>
              </a:rPr>
              <a:t>τὸν ἀδελφὸν τὸν ἴδιον Σίμωνα καὶ λέγει αὐτῷ· εὑρήκαμεν τὸν Μεσσίαν</a:t>
            </a:r>
            <a:endParaRPr sz="8200">
              <a:solidFill>
                <a:srgbClr val="434343"/>
              </a:solidFill>
            </a:endParaRPr>
          </a:p>
          <a:p>
            <a:pPr marL="0" lvl="0" indent="0" algn="l" rtl="0">
              <a:lnSpc>
                <a:spcPct val="150000"/>
              </a:lnSpc>
              <a:spcBef>
                <a:spcPts val="1200"/>
              </a:spcBef>
              <a:spcAft>
                <a:spcPts val="1200"/>
              </a:spcAft>
              <a:buNone/>
            </a:pPr>
            <a:endParaRPr sz="8200">
              <a:solidFill>
                <a:srgbClr val="434343"/>
              </a:solidFill>
            </a:endParaRPr>
          </a:p>
        </p:txBody>
      </p:sp>
      <p:sp>
        <p:nvSpPr>
          <p:cNvPr id="928" name="Google Shape;928;p113"/>
          <p:cNvSpPr txBox="1"/>
          <p:nvPr/>
        </p:nvSpPr>
        <p:spPr>
          <a:xfrm>
            <a:off x="12691225" y="8031575"/>
            <a:ext cx="5333700" cy="1432500"/>
          </a:xfrm>
          <a:prstGeom prst="rect">
            <a:avLst/>
          </a:prstGeom>
          <a:noFill/>
          <a:ln>
            <a:noFill/>
          </a:ln>
        </p:spPr>
        <p:txBody>
          <a:bodyPr spcFirstLastPara="1" wrap="square" lIns="156175" tIns="156175" rIns="156175" bIns="156175" anchor="t" anchorCtr="0">
            <a:noAutofit/>
          </a:bodyPr>
          <a:lstStyle/>
          <a:p>
            <a:pPr marL="0" lvl="0" indent="0" algn="r" rtl="0">
              <a:lnSpc>
                <a:spcPct val="115000"/>
              </a:lnSpc>
              <a:spcBef>
                <a:spcPts val="0"/>
              </a:spcBef>
              <a:spcAft>
                <a:spcPts val="0"/>
              </a:spcAft>
              <a:buNone/>
            </a:pPr>
            <a:r>
              <a:rPr lang="es-419" sz="7000">
                <a:solidFill>
                  <a:srgbClr val="434343"/>
                </a:solidFill>
                <a:latin typeface="Bebas Neue"/>
                <a:ea typeface="Bebas Neue"/>
                <a:cs typeface="Bebas Neue"/>
                <a:sym typeface="Bebas Neue"/>
              </a:rPr>
              <a:t>Juan 1:41</a:t>
            </a:r>
            <a:endParaRPr sz="7000">
              <a:solidFill>
                <a:srgbClr val="434343"/>
              </a:solidFill>
              <a:latin typeface="Bebas Neue"/>
              <a:ea typeface="Bebas Neue"/>
              <a:cs typeface="Bebas Neue"/>
              <a:sym typeface="Bebas Neue"/>
            </a:endParaRPr>
          </a:p>
          <a:p>
            <a:pPr marL="0" lvl="0" indent="0" algn="r" rtl="0">
              <a:lnSpc>
                <a:spcPct val="115000"/>
              </a:lnSpc>
              <a:spcBef>
                <a:spcPts val="0"/>
              </a:spcBef>
              <a:spcAft>
                <a:spcPts val="0"/>
              </a:spcAft>
              <a:buNone/>
            </a:pPr>
            <a:endParaRPr sz="7000">
              <a:solidFill>
                <a:srgbClr val="434343"/>
              </a:solidFill>
              <a:latin typeface="Bebas Neue"/>
              <a:ea typeface="Bebas Neue"/>
              <a:cs typeface="Bebas Neue"/>
              <a:sym typeface="Bebas Neue"/>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932"/>
        <p:cNvGrpSpPr/>
        <p:nvPr/>
      </p:nvGrpSpPr>
      <p:grpSpPr>
        <a:xfrm>
          <a:off x="0" y="0"/>
          <a:ext cx="0" cy="0"/>
          <a:chOff x="0" y="0"/>
          <a:chExt cx="0" cy="0"/>
        </a:xfrm>
      </p:grpSpPr>
      <p:sp>
        <p:nvSpPr>
          <p:cNvPr id="933" name="Google Shape;933;p114"/>
          <p:cNvSpPr/>
          <p:nvPr/>
        </p:nvSpPr>
        <p:spPr>
          <a:xfrm>
            <a:off x="378925" y="3842675"/>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34" name="Google Shape;934;p114"/>
          <p:cNvSpPr/>
          <p:nvPr/>
        </p:nvSpPr>
        <p:spPr>
          <a:xfrm>
            <a:off x="378925" y="6057217"/>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35" name="Google Shape;935;p114"/>
          <p:cNvSpPr/>
          <p:nvPr/>
        </p:nvSpPr>
        <p:spPr>
          <a:xfrm>
            <a:off x="378925" y="8291500"/>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36" name="Google Shape;936;p114"/>
          <p:cNvSpPr txBox="1">
            <a:spLocks noGrp="1"/>
          </p:cNvSpPr>
          <p:nvPr>
            <p:ph type="ctrTitle"/>
          </p:nvPr>
        </p:nvSpPr>
        <p:spPr>
          <a:xfrm>
            <a:off x="378925" y="613375"/>
            <a:ext cx="12947700" cy="29850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0"/>
              </a:spcBef>
              <a:spcAft>
                <a:spcPts val="0"/>
              </a:spcAft>
              <a:buSzPts val="7200"/>
              <a:buNone/>
            </a:pPr>
            <a:r>
              <a:rPr lang="es-419" sz="15600">
                <a:solidFill>
                  <a:srgbClr val="434343"/>
                </a:solidFill>
              </a:rPr>
              <a:t>εὑρίσκει</a:t>
            </a:r>
            <a:endParaRPr sz="15600">
              <a:solidFill>
                <a:srgbClr val="434343"/>
              </a:solidFill>
              <a:latin typeface="GFS Neohellenic"/>
              <a:ea typeface="GFS Neohellenic"/>
              <a:cs typeface="GFS Neohellenic"/>
              <a:sym typeface="GFS Neohellenic"/>
            </a:endParaRPr>
          </a:p>
        </p:txBody>
      </p:sp>
      <p:sp>
        <p:nvSpPr>
          <p:cNvPr id="937" name="Google Shape;937;p114"/>
          <p:cNvSpPr txBox="1"/>
          <p:nvPr/>
        </p:nvSpPr>
        <p:spPr>
          <a:xfrm>
            <a:off x="4689175" y="3768500"/>
            <a:ext cx="46998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εὑρίσκω</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Presente</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Activa</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Indicativo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3a Singular</a:t>
            </a:r>
            <a:endParaRPr sz="5500">
              <a:solidFill>
                <a:schemeClr val="accent1"/>
              </a:solidFill>
              <a:latin typeface="Didact Gothic"/>
              <a:ea typeface="Didact Gothic"/>
              <a:cs typeface="Didact Gothic"/>
              <a:sym typeface="Didact Gothic"/>
            </a:endParaRPr>
          </a:p>
        </p:txBody>
      </p:sp>
      <p:cxnSp>
        <p:nvCxnSpPr>
          <p:cNvPr id="938" name="Google Shape;938;p114"/>
          <p:cNvCxnSpPr/>
          <p:nvPr/>
        </p:nvCxnSpPr>
        <p:spPr>
          <a:xfrm>
            <a:off x="574375" y="3387900"/>
            <a:ext cx="12138300" cy="0"/>
          </a:xfrm>
          <a:prstGeom prst="straightConnector1">
            <a:avLst/>
          </a:prstGeom>
          <a:noFill/>
          <a:ln w="28575" cap="flat" cmpd="sng">
            <a:solidFill>
              <a:schemeClr val="dk2"/>
            </a:solidFill>
            <a:prstDash val="solid"/>
            <a:round/>
            <a:headEnd type="none" w="med" len="med"/>
            <a:tailEnd type="none" w="med" len="med"/>
          </a:ln>
        </p:spPr>
      </p:cxnSp>
      <p:sp>
        <p:nvSpPr>
          <p:cNvPr id="939" name="Google Shape;939;p114"/>
          <p:cNvSpPr txBox="1"/>
          <p:nvPr/>
        </p:nvSpPr>
        <p:spPr>
          <a:xfrm>
            <a:off x="802975" y="3768500"/>
            <a:ext cx="36165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F. Léxica:</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Tiempo:</a:t>
            </a:r>
            <a:br>
              <a:rPr lang="es-419" sz="5500" b="1">
                <a:solidFill>
                  <a:schemeClr val="accent1"/>
                </a:solidFill>
                <a:latin typeface="Didact Gothic"/>
                <a:ea typeface="Didact Gothic"/>
                <a:cs typeface="Didact Gothic"/>
                <a:sym typeface="Didact Gothic"/>
              </a:rPr>
            </a:br>
            <a:r>
              <a:rPr lang="es-419" sz="5500" b="1">
                <a:solidFill>
                  <a:schemeClr val="accent1"/>
                </a:solidFill>
                <a:latin typeface="Didact Gothic"/>
                <a:ea typeface="Didact Gothic"/>
                <a:cs typeface="Didact Gothic"/>
                <a:sym typeface="Didact Gothic"/>
              </a:rPr>
              <a:t>Voz:</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Modo:</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Pers / num:</a:t>
            </a:r>
            <a:endParaRPr sz="5500" b="1">
              <a:solidFill>
                <a:schemeClr val="accent1"/>
              </a:solidFill>
              <a:latin typeface="Didact Gothic"/>
              <a:ea typeface="Didact Gothic"/>
              <a:cs typeface="Didact Gothic"/>
              <a:sym typeface="Didact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3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3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3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3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3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943"/>
        <p:cNvGrpSpPr/>
        <p:nvPr/>
      </p:nvGrpSpPr>
      <p:grpSpPr>
        <a:xfrm>
          <a:off x="0" y="0"/>
          <a:ext cx="0" cy="0"/>
          <a:chOff x="0" y="0"/>
          <a:chExt cx="0" cy="0"/>
        </a:xfrm>
      </p:grpSpPr>
      <p:sp>
        <p:nvSpPr>
          <p:cNvPr id="944" name="Google Shape;944;p115"/>
          <p:cNvSpPr/>
          <p:nvPr/>
        </p:nvSpPr>
        <p:spPr>
          <a:xfrm>
            <a:off x="378925" y="3842675"/>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45" name="Google Shape;945;p115"/>
          <p:cNvSpPr/>
          <p:nvPr/>
        </p:nvSpPr>
        <p:spPr>
          <a:xfrm>
            <a:off x="378925" y="6057217"/>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46" name="Google Shape;946;p115"/>
          <p:cNvSpPr/>
          <p:nvPr/>
        </p:nvSpPr>
        <p:spPr>
          <a:xfrm>
            <a:off x="378925" y="8291500"/>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47" name="Google Shape;947;p115"/>
          <p:cNvSpPr txBox="1">
            <a:spLocks noGrp="1"/>
          </p:cNvSpPr>
          <p:nvPr>
            <p:ph type="ctrTitle"/>
          </p:nvPr>
        </p:nvSpPr>
        <p:spPr>
          <a:xfrm>
            <a:off x="378925" y="613375"/>
            <a:ext cx="12947700" cy="29850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0"/>
              </a:spcBef>
              <a:spcAft>
                <a:spcPts val="0"/>
              </a:spcAft>
              <a:buSzPts val="7200"/>
              <a:buNone/>
            </a:pPr>
            <a:r>
              <a:rPr lang="es-419" sz="15600">
                <a:solidFill>
                  <a:srgbClr val="434343"/>
                </a:solidFill>
              </a:rPr>
              <a:t>λέγει</a:t>
            </a:r>
            <a:endParaRPr sz="15600">
              <a:solidFill>
                <a:srgbClr val="434343"/>
              </a:solidFill>
              <a:latin typeface="GFS Neohellenic"/>
              <a:ea typeface="GFS Neohellenic"/>
              <a:cs typeface="GFS Neohellenic"/>
              <a:sym typeface="GFS Neohellenic"/>
            </a:endParaRPr>
          </a:p>
        </p:txBody>
      </p:sp>
      <p:sp>
        <p:nvSpPr>
          <p:cNvPr id="948" name="Google Shape;948;p115"/>
          <p:cNvSpPr txBox="1"/>
          <p:nvPr/>
        </p:nvSpPr>
        <p:spPr>
          <a:xfrm>
            <a:off x="4689175" y="3768500"/>
            <a:ext cx="46998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λέγω</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Presente</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Activa</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Indicativo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3a Singular</a:t>
            </a:r>
            <a:endParaRPr sz="5500">
              <a:solidFill>
                <a:schemeClr val="accent1"/>
              </a:solidFill>
              <a:latin typeface="Didact Gothic"/>
              <a:ea typeface="Didact Gothic"/>
              <a:cs typeface="Didact Gothic"/>
              <a:sym typeface="Didact Gothic"/>
            </a:endParaRPr>
          </a:p>
        </p:txBody>
      </p:sp>
      <p:cxnSp>
        <p:nvCxnSpPr>
          <p:cNvPr id="949" name="Google Shape;949;p115"/>
          <p:cNvCxnSpPr/>
          <p:nvPr/>
        </p:nvCxnSpPr>
        <p:spPr>
          <a:xfrm>
            <a:off x="574375" y="3387900"/>
            <a:ext cx="12138300" cy="0"/>
          </a:xfrm>
          <a:prstGeom prst="straightConnector1">
            <a:avLst/>
          </a:prstGeom>
          <a:noFill/>
          <a:ln w="28575" cap="flat" cmpd="sng">
            <a:solidFill>
              <a:schemeClr val="dk2"/>
            </a:solidFill>
            <a:prstDash val="solid"/>
            <a:round/>
            <a:headEnd type="none" w="med" len="med"/>
            <a:tailEnd type="none" w="med" len="med"/>
          </a:ln>
        </p:spPr>
      </p:cxnSp>
      <p:sp>
        <p:nvSpPr>
          <p:cNvPr id="950" name="Google Shape;950;p115"/>
          <p:cNvSpPr txBox="1"/>
          <p:nvPr/>
        </p:nvSpPr>
        <p:spPr>
          <a:xfrm>
            <a:off x="802975" y="3768500"/>
            <a:ext cx="36165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F. Léxica:</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Tiempo:</a:t>
            </a:r>
            <a:br>
              <a:rPr lang="es-419" sz="5500" b="1">
                <a:solidFill>
                  <a:schemeClr val="accent1"/>
                </a:solidFill>
                <a:latin typeface="Didact Gothic"/>
                <a:ea typeface="Didact Gothic"/>
                <a:cs typeface="Didact Gothic"/>
                <a:sym typeface="Didact Gothic"/>
              </a:rPr>
            </a:br>
            <a:r>
              <a:rPr lang="es-419" sz="5500" b="1">
                <a:solidFill>
                  <a:schemeClr val="accent1"/>
                </a:solidFill>
                <a:latin typeface="Didact Gothic"/>
                <a:ea typeface="Didact Gothic"/>
                <a:cs typeface="Didact Gothic"/>
                <a:sym typeface="Didact Gothic"/>
              </a:rPr>
              <a:t>Voz:</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Modo:</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Pers / num:</a:t>
            </a:r>
            <a:endParaRPr sz="5500" b="1">
              <a:solidFill>
                <a:schemeClr val="accent1"/>
              </a:solidFill>
              <a:latin typeface="Didact Gothic"/>
              <a:ea typeface="Didact Gothic"/>
              <a:cs typeface="Didact Gothic"/>
              <a:sym typeface="Didact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4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4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4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4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4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954"/>
        <p:cNvGrpSpPr/>
        <p:nvPr/>
      </p:nvGrpSpPr>
      <p:grpSpPr>
        <a:xfrm>
          <a:off x="0" y="0"/>
          <a:ext cx="0" cy="0"/>
          <a:chOff x="0" y="0"/>
          <a:chExt cx="0" cy="0"/>
        </a:xfrm>
      </p:grpSpPr>
      <p:sp>
        <p:nvSpPr>
          <p:cNvPr id="955" name="Google Shape;955;p116"/>
          <p:cNvSpPr/>
          <p:nvPr/>
        </p:nvSpPr>
        <p:spPr>
          <a:xfrm>
            <a:off x="378925" y="3842675"/>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56" name="Google Shape;956;p116"/>
          <p:cNvSpPr/>
          <p:nvPr/>
        </p:nvSpPr>
        <p:spPr>
          <a:xfrm>
            <a:off x="378925" y="6057217"/>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57" name="Google Shape;957;p116"/>
          <p:cNvSpPr/>
          <p:nvPr/>
        </p:nvSpPr>
        <p:spPr>
          <a:xfrm>
            <a:off x="378925" y="8291500"/>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58" name="Google Shape;958;p116"/>
          <p:cNvSpPr txBox="1">
            <a:spLocks noGrp="1"/>
          </p:cNvSpPr>
          <p:nvPr>
            <p:ph type="ctrTitle"/>
          </p:nvPr>
        </p:nvSpPr>
        <p:spPr>
          <a:xfrm>
            <a:off x="378925" y="613375"/>
            <a:ext cx="12947700" cy="29850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0"/>
              </a:spcBef>
              <a:spcAft>
                <a:spcPts val="0"/>
              </a:spcAft>
              <a:buSzPts val="7200"/>
              <a:buNone/>
            </a:pPr>
            <a:r>
              <a:rPr lang="es-419" sz="15600">
                <a:solidFill>
                  <a:srgbClr val="434343"/>
                </a:solidFill>
              </a:rPr>
              <a:t>εὑρήκαμεν</a:t>
            </a:r>
            <a:endParaRPr sz="15600">
              <a:solidFill>
                <a:srgbClr val="434343"/>
              </a:solidFill>
              <a:latin typeface="GFS Neohellenic"/>
              <a:ea typeface="GFS Neohellenic"/>
              <a:cs typeface="GFS Neohellenic"/>
              <a:sym typeface="GFS Neohellenic"/>
            </a:endParaRPr>
          </a:p>
        </p:txBody>
      </p:sp>
      <p:sp>
        <p:nvSpPr>
          <p:cNvPr id="959" name="Google Shape;959;p116"/>
          <p:cNvSpPr txBox="1"/>
          <p:nvPr/>
        </p:nvSpPr>
        <p:spPr>
          <a:xfrm>
            <a:off x="4689175" y="3768500"/>
            <a:ext cx="46998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εὑρίσκω</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Perfecto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Activa</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Indicativo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1a Plural</a:t>
            </a:r>
            <a:endParaRPr sz="5500">
              <a:solidFill>
                <a:schemeClr val="accent1"/>
              </a:solidFill>
              <a:latin typeface="Didact Gothic"/>
              <a:ea typeface="Didact Gothic"/>
              <a:cs typeface="Didact Gothic"/>
              <a:sym typeface="Didact Gothic"/>
            </a:endParaRPr>
          </a:p>
        </p:txBody>
      </p:sp>
      <p:cxnSp>
        <p:nvCxnSpPr>
          <p:cNvPr id="960" name="Google Shape;960;p116"/>
          <p:cNvCxnSpPr/>
          <p:nvPr/>
        </p:nvCxnSpPr>
        <p:spPr>
          <a:xfrm>
            <a:off x="574375" y="3387900"/>
            <a:ext cx="12138300" cy="0"/>
          </a:xfrm>
          <a:prstGeom prst="straightConnector1">
            <a:avLst/>
          </a:prstGeom>
          <a:noFill/>
          <a:ln w="28575" cap="flat" cmpd="sng">
            <a:solidFill>
              <a:schemeClr val="dk2"/>
            </a:solidFill>
            <a:prstDash val="solid"/>
            <a:round/>
            <a:headEnd type="none" w="med" len="med"/>
            <a:tailEnd type="none" w="med" len="med"/>
          </a:ln>
        </p:spPr>
      </p:cxnSp>
      <p:sp>
        <p:nvSpPr>
          <p:cNvPr id="961" name="Google Shape;961;p116"/>
          <p:cNvSpPr txBox="1"/>
          <p:nvPr/>
        </p:nvSpPr>
        <p:spPr>
          <a:xfrm>
            <a:off x="802975" y="3768500"/>
            <a:ext cx="36165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F. Léxica:</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Tiempo:</a:t>
            </a:r>
            <a:br>
              <a:rPr lang="es-419" sz="5500" b="1">
                <a:solidFill>
                  <a:schemeClr val="accent1"/>
                </a:solidFill>
                <a:latin typeface="Didact Gothic"/>
                <a:ea typeface="Didact Gothic"/>
                <a:cs typeface="Didact Gothic"/>
                <a:sym typeface="Didact Gothic"/>
              </a:rPr>
            </a:br>
            <a:r>
              <a:rPr lang="es-419" sz="5500" b="1">
                <a:solidFill>
                  <a:schemeClr val="accent1"/>
                </a:solidFill>
                <a:latin typeface="Didact Gothic"/>
                <a:ea typeface="Didact Gothic"/>
                <a:cs typeface="Didact Gothic"/>
                <a:sym typeface="Didact Gothic"/>
              </a:rPr>
              <a:t>Voz:</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Modo:</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Pers / num:</a:t>
            </a:r>
            <a:endParaRPr sz="5500" b="1">
              <a:solidFill>
                <a:schemeClr val="accent1"/>
              </a:solidFill>
              <a:latin typeface="Didact Gothic"/>
              <a:ea typeface="Didact Gothic"/>
              <a:cs typeface="Didact Gothic"/>
              <a:sym typeface="Didact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5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5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5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5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965"/>
        <p:cNvGrpSpPr/>
        <p:nvPr/>
      </p:nvGrpSpPr>
      <p:grpSpPr>
        <a:xfrm>
          <a:off x="0" y="0"/>
          <a:ext cx="0" cy="0"/>
          <a:chOff x="0" y="0"/>
          <a:chExt cx="0" cy="0"/>
        </a:xfrm>
      </p:grpSpPr>
      <p:sp>
        <p:nvSpPr>
          <p:cNvPr id="966" name="Google Shape;966;p117"/>
          <p:cNvSpPr txBox="1">
            <a:spLocks noGrp="1"/>
          </p:cNvSpPr>
          <p:nvPr>
            <p:ph type="ctrTitle"/>
          </p:nvPr>
        </p:nvSpPr>
        <p:spPr>
          <a:xfrm>
            <a:off x="378925" y="454149"/>
            <a:ext cx="17154000" cy="6641700"/>
          </a:xfrm>
          <a:prstGeom prst="rect">
            <a:avLst/>
          </a:prstGeom>
          <a:noFill/>
          <a:ln>
            <a:noFill/>
          </a:ln>
        </p:spPr>
        <p:txBody>
          <a:bodyPr spcFirstLastPara="1" wrap="square" lIns="156175" tIns="156175" rIns="156175" bIns="156175" anchor="t" anchorCtr="0">
            <a:noAutofit/>
          </a:bodyPr>
          <a:lstStyle/>
          <a:p>
            <a:pPr marL="0" lvl="0" indent="0" algn="l" rtl="0">
              <a:lnSpc>
                <a:spcPct val="150000"/>
              </a:lnSpc>
              <a:spcBef>
                <a:spcPts val="1200"/>
              </a:spcBef>
              <a:spcAft>
                <a:spcPts val="0"/>
              </a:spcAft>
              <a:buNone/>
            </a:pPr>
            <a:r>
              <a:rPr lang="es-419" sz="7400" dirty="0" err="1">
                <a:solidFill>
                  <a:srgbClr val="434343"/>
                </a:solidFill>
              </a:rPr>
              <a:t>ἀμὴν</a:t>
            </a:r>
            <a:r>
              <a:rPr lang="es-419" sz="7400" dirty="0">
                <a:solidFill>
                  <a:srgbClr val="434343"/>
                </a:solidFill>
              </a:rPr>
              <a:t> </a:t>
            </a:r>
            <a:r>
              <a:rPr lang="es-419" sz="7400" dirty="0" err="1">
                <a:solidFill>
                  <a:srgbClr val="434343"/>
                </a:solidFill>
              </a:rPr>
              <a:t>ἀμὴν</a:t>
            </a:r>
            <a:r>
              <a:rPr lang="es-419" sz="7400" dirty="0">
                <a:solidFill>
                  <a:srgbClr val="434343"/>
                </a:solidFill>
              </a:rPr>
              <a:t> </a:t>
            </a:r>
            <a:r>
              <a:rPr lang="es-419" sz="7400" dirty="0" err="1">
                <a:solidFill>
                  <a:srgbClr val="434343"/>
                </a:solidFill>
              </a:rPr>
              <a:t>λέγω</a:t>
            </a:r>
            <a:r>
              <a:rPr lang="es-419" sz="7400" dirty="0">
                <a:solidFill>
                  <a:srgbClr val="434343"/>
                </a:solidFill>
              </a:rPr>
              <a:t> </a:t>
            </a:r>
            <a:r>
              <a:rPr lang="es-419" sz="7400" dirty="0" err="1">
                <a:solidFill>
                  <a:srgbClr val="434343"/>
                </a:solidFill>
              </a:rPr>
              <a:t>σοι</a:t>
            </a:r>
            <a:r>
              <a:rPr lang="es-419" sz="7400" dirty="0">
                <a:solidFill>
                  <a:srgbClr val="434343"/>
                </a:solidFill>
              </a:rPr>
              <a:t> </a:t>
            </a:r>
            <a:r>
              <a:rPr lang="es-419" sz="7400" dirty="0" err="1">
                <a:solidFill>
                  <a:srgbClr val="434343"/>
                </a:solidFill>
              </a:rPr>
              <a:t>ὅτι</a:t>
            </a:r>
            <a:r>
              <a:rPr lang="es-419" sz="7400" dirty="0">
                <a:solidFill>
                  <a:srgbClr val="434343"/>
                </a:solidFill>
              </a:rPr>
              <a:t> </a:t>
            </a:r>
            <a:br>
              <a:rPr lang="es-419" sz="7400" dirty="0">
                <a:solidFill>
                  <a:srgbClr val="434343"/>
                </a:solidFill>
              </a:rPr>
            </a:br>
            <a:r>
              <a:rPr lang="es-419" sz="7400" dirty="0">
                <a:solidFill>
                  <a:srgbClr val="434343"/>
                </a:solidFill>
              </a:rPr>
              <a:t>ὃ </a:t>
            </a:r>
            <a:r>
              <a:rPr lang="es-419" sz="7400" dirty="0" err="1">
                <a:solidFill>
                  <a:srgbClr val="434343"/>
                </a:solidFill>
              </a:rPr>
              <a:t>οἴδ</a:t>
            </a:r>
            <a:r>
              <a:rPr lang="es-419" sz="7400" dirty="0">
                <a:solidFill>
                  <a:srgbClr val="434343"/>
                </a:solidFill>
              </a:rPr>
              <a:t>αμεν λαλοῦμεν καὶ ὃ </a:t>
            </a:r>
            <a:br>
              <a:rPr lang="es-419" sz="7400" dirty="0">
                <a:solidFill>
                  <a:srgbClr val="434343"/>
                </a:solidFill>
              </a:rPr>
            </a:br>
            <a:r>
              <a:rPr lang="es-419" sz="7400" dirty="0">
                <a:solidFill>
                  <a:srgbClr val="434343"/>
                </a:solidFill>
              </a:rPr>
              <a:t>ἑωράκαμεν μαρτυροῦμεν, </a:t>
            </a:r>
            <a:br>
              <a:rPr lang="es-419" sz="7400" dirty="0">
                <a:solidFill>
                  <a:srgbClr val="434343"/>
                </a:solidFill>
              </a:rPr>
            </a:br>
            <a:r>
              <a:rPr lang="es-419" sz="7400" dirty="0">
                <a:solidFill>
                  <a:srgbClr val="434343"/>
                </a:solidFill>
              </a:rPr>
              <a:t>καὶ τὴν μαρτυρίαν ἡμῶν οὐ λαμβάνετε.</a:t>
            </a:r>
            <a:endParaRPr sz="7400" dirty="0">
              <a:solidFill>
                <a:srgbClr val="434343"/>
              </a:solidFill>
            </a:endParaRPr>
          </a:p>
          <a:p>
            <a:pPr marL="0" lvl="0" indent="0" algn="l" rtl="0">
              <a:lnSpc>
                <a:spcPct val="150000"/>
              </a:lnSpc>
              <a:spcBef>
                <a:spcPts val="1200"/>
              </a:spcBef>
              <a:spcAft>
                <a:spcPts val="1200"/>
              </a:spcAft>
              <a:buNone/>
            </a:pPr>
            <a:endParaRPr sz="7400" dirty="0">
              <a:solidFill>
                <a:srgbClr val="434343"/>
              </a:solidFill>
            </a:endParaRPr>
          </a:p>
        </p:txBody>
      </p:sp>
      <p:sp>
        <p:nvSpPr>
          <p:cNvPr id="967" name="Google Shape;967;p117"/>
          <p:cNvSpPr txBox="1"/>
          <p:nvPr/>
        </p:nvSpPr>
        <p:spPr>
          <a:xfrm>
            <a:off x="12691225" y="8031575"/>
            <a:ext cx="5333700" cy="1432500"/>
          </a:xfrm>
          <a:prstGeom prst="rect">
            <a:avLst/>
          </a:prstGeom>
          <a:noFill/>
          <a:ln>
            <a:noFill/>
          </a:ln>
        </p:spPr>
        <p:txBody>
          <a:bodyPr spcFirstLastPara="1" wrap="square" lIns="156175" tIns="156175" rIns="156175" bIns="156175" anchor="t" anchorCtr="0">
            <a:noAutofit/>
          </a:bodyPr>
          <a:lstStyle/>
          <a:p>
            <a:pPr marL="0" lvl="0" indent="0" algn="r" rtl="0">
              <a:lnSpc>
                <a:spcPct val="115000"/>
              </a:lnSpc>
              <a:spcBef>
                <a:spcPts val="0"/>
              </a:spcBef>
              <a:spcAft>
                <a:spcPts val="0"/>
              </a:spcAft>
              <a:buNone/>
            </a:pPr>
            <a:r>
              <a:rPr lang="es-419" sz="7000">
                <a:solidFill>
                  <a:srgbClr val="434343"/>
                </a:solidFill>
                <a:latin typeface="Bebas Neue"/>
                <a:ea typeface="Bebas Neue"/>
                <a:cs typeface="Bebas Neue"/>
                <a:sym typeface="Bebas Neue"/>
              </a:rPr>
              <a:t>Juan 3:11</a:t>
            </a:r>
            <a:endParaRPr sz="7000">
              <a:solidFill>
                <a:srgbClr val="434343"/>
              </a:solidFill>
              <a:latin typeface="Bebas Neue"/>
              <a:ea typeface="Bebas Neue"/>
              <a:cs typeface="Bebas Neue"/>
              <a:sym typeface="Bebas Neue"/>
            </a:endParaRPr>
          </a:p>
          <a:p>
            <a:pPr marL="0" lvl="0" indent="0" algn="r" rtl="0">
              <a:lnSpc>
                <a:spcPct val="115000"/>
              </a:lnSpc>
              <a:spcBef>
                <a:spcPts val="0"/>
              </a:spcBef>
              <a:spcAft>
                <a:spcPts val="0"/>
              </a:spcAft>
              <a:buNone/>
            </a:pPr>
            <a:endParaRPr sz="7000">
              <a:solidFill>
                <a:srgbClr val="434343"/>
              </a:solidFill>
              <a:latin typeface="Bebas Neue"/>
              <a:ea typeface="Bebas Neue"/>
              <a:cs typeface="Bebas Neue"/>
              <a:sym typeface="Bebas Neue"/>
            </a:endParaRPr>
          </a:p>
          <a:p>
            <a:pPr marL="0" lvl="0" indent="0" algn="r" rtl="0">
              <a:lnSpc>
                <a:spcPct val="115000"/>
              </a:lnSpc>
              <a:spcBef>
                <a:spcPts val="0"/>
              </a:spcBef>
              <a:spcAft>
                <a:spcPts val="0"/>
              </a:spcAft>
              <a:buNone/>
            </a:pPr>
            <a:endParaRPr sz="7000">
              <a:solidFill>
                <a:srgbClr val="434343"/>
              </a:solidFill>
              <a:latin typeface="Bebas Neue"/>
              <a:ea typeface="Bebas Neue"/>
              <a:cs typeface="Bebas Neue"/>
              <a:sym typeface="Bebas Neue"/>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971"/>
        <p:cNvGrpSpPr/>
        <p:nvPr/>
      </p:nvGrpSpPr>
      <p:grpSpPr>
        <a:xfrm>
          <a:off x="0" y="0"/>
          <a:ext cx="0" cy="0"/>
          <a:chOff x="0" y="0"/>
          <a:chExt cx="0" cy="0"/>
        </a:xfrm>
      </p:grpSpPr>
      <p:sp>
        <p:nvSpPr>
          <p:cNvPr id="972" name="Google Shape;972;p118"/>
          <p:cNvSpPr/>
          <p:nvPr/>
        </p:nvSpPr>
        <p:spPr>
          <a:xfrm>
            <a:off x="378925" y="3842675"/>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73" name="Google Shape;973;p118"/>
          <p:cNvSpPr/>
          <p:nvPr/>
        </p:nvSpPr>
        <p:spPr>
          <a:xfrm>
            <a:off x="378925" y="6057217"/>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74" name="Google Shape;974;p118"/>
          <p:cNvSpPr/>
          <p:nvPr/>
        </p:nvSpPr>
        <p:spPr>
          <a:xfrm>
            <a:off x="378925" y="8291500"/>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75" name="Google Shape;975;p118"/>
          <p:cNvSpPr txBox="1">
            <a:spLocks noGrp="1"/>
          </p:cNvSpPr>
          <p:nvPr>
            <p:ph type="ctrTitle"/>
          </p:nvPr>
        </p:nvSpPr>
        <p:spPr>
          <a:xfrm>
            <a:off x="378925" y="613375"/>
            <a:ext cx="12947700" cy="29850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0"/>
              </a:spcBef>
              <a:spcAft>
                <a:spcPts val="0"/>
              </a:spcAft>
              <a:buSzPts val="7200"/>
              <a:buNone/>
            </a:pPr>
            <a:r>
              <a:rPr lang="es-419" sz="15600">
                <a:solidFill>
                  <a:srgbClr val="434343"/>
                </a:solidFill>
              </a:rPr>
              <a:t>λέγω</a:t>
            </a:r>
            <a:endParaRPr sz="15600">
              <a:solidFill>
                <a:srgbClr val="434343"/>
              </a:solidFill>
              <a:latin typeface="GFS Neohellenic"/>
              <a:ea typeface="GFS Neohellenic"/>
              <a:cs typeface="GFS Neohellenic"/>
              <a:sym typeface="GFS Neohellenic"/>
            </a:endParaRPr>
          </a:p>
        </p:txBody>
      </p:sp>
      <p:sp>
        <p:nvSpPr>
          <p:cNvPr id="976" name="Google Shape;976;p118"/>
          <p:cNvSpPr txBox="1"/>
          <p:nvPr/>
        </p:nvSpPr>
        <p:spPr>
          <a:xfrm>
            <a:off x="4689175" y="3768500"/>
            <a:ext cx="46998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λέγω</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Presente</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Activa</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Indicativo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1a Singular</a:t>
            </a:r>
            <a:endParaRPr sz="5500">
              <a:solidFill>
                <a:schemeClr val="accent1"/>
              </a:solidFill>
              <a:latin typeface="Didact Gothic"/>
              <a:ea typeface="Didact Gothic"/>
              <a:cs typeface="Didact Gothic"/>
              <a:sym typeface="Didact Gothic"/>
            </a:endParaRPr>
          </a:p>
        </p:txBody>
      </p:sp>
      <p:cxnSp>
        <p:nvCxnSpPr>
          <p:cNvPr id="977" name="Google Shape;977;p118"/>
          <p:cNvCxnSpPr/>
          <p:nvPr/>
        </p:nvCxnSpPr>
        <p:spPr>
          <a:xfrm>
            <a:off x="574375" y="3387900"/>
            <a:ext cx="12138300" cy="0"/>
          </a:xfrm>
          <a:prstGeom prst="straightConnector1">
            <a:avLst/>
          </a:prstGeom>
          <a:noFill/>
          <a:ln w="28575" cap="flat" cmpd="sng">
            <a:solidFill>
              <a:schemeClr val="dk2"/>
            </a:solidFill>
            <a:prstDash val="solid"/>
            <a:round/>
            <a:headEnd type="none" w="med" len="med"/>
            <a:tailEnd type="none" w="med" len="med"/>
          </a:ln>
        </p:spPr>
      </p:cxnSp>
      <p:sp>
        <p:nvSpPr>
          <p:cNvPr id="978" name="Google Shape;978;p118"/>
          <p:cNvSpPr txBox="1"/>
          <p:nvPr/>
        </p:nvSpPr>
        <p:spPr>
          <a:xfrm>
            <a:off x="802975" y="3768500"/>
            <a:ext cx="36165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F. Léxica:</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Tiempo:</a:t>
            </a:r>
            <a:br>
              <a:rPr lang="es-419" sz="5500" b="1">
                <a:solidFill>
                  <a:schemeClr val="accent1"/>
                </a:solidFill>
                <a:latin typeface="Didact Gothic"/>
                <a:ea typeface="Didact Gothic"/>
                <a:cs typeface="Didact Gothic"/>
                <a:sym typeface="Didact Gothic"/>
              </a:rPr>
            </a:br>
            <a:r>
              <a:rPr lang="es-419" sz="5500" b="1">
                <a:solidFill>
                  <a:schemeClr val="accent1"/>
                </a:solidFill>
                <a:latin typeface="Didact Gothic"/>
                <a:ea typeface="Didact Gothic"/>
                <a:cs typeface="Didact Gothic"/>
                <a:sym typeface="Didact Gothic"/>
              </a:rPr>
              <a:t>Voz:</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Modo:</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Pers / num:</a:t>
            </a:r>
            <a:endParaRPr sz="5500" b="1">
              <a:solidFill>
                <a:schemeClr val="accent1"/>
              </a:solidFill>
              <a:latin typeface="Didact Gothic"/>
              <a:ea typeface="Didact Gothic"/>
              <a:cs typeface="Didact Gothic"/>
              <a:sym typeface="Didact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7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7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7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7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7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982"/>
        <p:cNvGrpSpPr/>
        <p:nvPr/>
      </p:nvGrpSpPr>
      <p:grpSpPr>
        <a:xfrm>
          <a:off x="0" y="0"/>
          <a:ext cx="0" cy="0"/>
          <a:chOff x="0" y="0"/>
          <a:chExt cx="0" cy="0"/>
        </a:xfrm>
      </p:grpSpPr>
      <p:sp>
        <p:nvSpPr>
          <p:cNvPr id="983" name="Google Shape;983;p119"/>
          <p:cNvSpPr/>
          <p:nvPr/>
        </p:nvSpPr>
        <p:spPr>
          <a:xfrm>
            <a:off x="378925" y="3842675"/>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84" name="Google Shape;984;p119"/>
          <p:cNvSpPr/>
          <p:nvPr/>
        </p:nvSpPr>
        <p:spPr>
          <a:xfrm>
            <a:off x="378925" y="6057217"/>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85" name="Google Shape;985;p119"/>
          <p:cNvSpPr/>
          <p:nvPr/>
        </p:nvSpPr>
        <p:spPr>
          <a:xfrm>
            <a:off x="378925" y="8291500"/>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86" name="Google Shape;986;p119"/>
          <p:cNvSpPr txBox="1">
            <a:spLocks noGrp="1"/>
          </p:cNvSpPr>
          <p:nvPr>
            <p:ph type="ctrTitle"/>
          </p:nvPr>
        </p:nvSpPr>
        <p:spPr>
          <a:xfrm>
            <a:off x="378925" y="613375"/>
            <a:ext cx="12947700" cy="29850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0"/>
              </a:spcBef>
              <a:spcAft>
                <a:spcPts val="0"/>
              </a:spcAft>
              <a:buSzPts val="7200"/>
              <a:buNone/>
            </a:pPr>
            <a:r>
              <a:rPr lang="es-419" sz="15600">
                <a:solidFill>
                  <a:srgbClr val="434343"/>
                </a:solidFill>
              </a:rPr>
              <a:t>οἴδαμεν</a:t>
            </a:r>
            <a:endParaRPr sz="15600">
              <a:solidFill>
                <a:srgbClr val="434343"/>
              </a:solidFill>
              <a:latin typeface="GFS Neohellenic"/>
              <a:ea typeface="GFS Neohellenic"/>
              <a:cs typeface="GFS Neohellenic"/>
              <a:sym typeface="GFS Neohellenic"/>
            </a:endParaRPr>
          </a:p>
        </p:txBody>
      </p:sp>
      <p:sp>
        <p:nvSpPr>
          <p:cNvPr id="987" name="Google Shape;987;p119"/>
          <p:cNvSpPr txBox="1"/>
          <p:nvPr/>
        </p:nvSpPr>
        <p:spPr>
          <a:xfrm>
            <a:off x="4689175" y="3768500"/>
            <a:ext cx="46998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οἶδα</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Perfecto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Activa</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Indicativo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1a Plural</a:t>
            </a:r>
            <a:endParaRPr sz="5500">
              <a:solidFill>
                <a:schemeClr val="accent1"/>
              </a:solidFill>
              <a:latin typeface="Didact Gothic"/>
              <a:ea typeface="Didact Gothic"/>
              <a:cs typeface="Didact Gothic"/>
              <a:sym typeface="Didact Gothic"/>
            </a:endParaRPr>
          </a:p>
        </p:txBody>
      </p:sp>
      <p:cxnSp>
        <p:nvCxnSpPr>
          <p:cNvPr id="988" name="Google Shape;988;p119"/>
          <p:cNvCxnSpPr/>
          <p:nvPr/>
        </p:nvCxnSpPr>
        <p:spPr>
          <a:xfrm>
            <a:off x="574375" y="3387900"/>
            <a:ext cx="12138300" cy="0"/>
          </a:xfrm>
          <a:prstGeom prst="straightConnector1">
            <a:avLst/>
          </a:prstGeom>
          <a:noFill/>
          <a:ln w="28575" cap="flat" cmpd="sng">
            <a:solidFill>
              <a:schemeClr val="dk2"/>
            </a:solidFill>
            <a:prstDash val="solid"/>
            <a:round/>
            <a:headEnd type="none" w="med" len="med"/>
            <a:tailEnd type="none" w="med" len="med"/>
          </a:ln>
        </p:spPr>
      </p:cxnSp>
      <p:sp>
        <p:nvSpPr>
          <p:cNvPr id="989" name="Google Shape;989;p119"/>
          <p:cNvSpPr txBox="1"/>
          <p:nvPr/>
        </p:nvSpPr>
        <p:spPr>
          <a:xfrm>
            <a:off x="802975" y="3768500"/>
            <a:ext cx="36165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F. Léxica:</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Tiempo:</a:t>
            </a:r>
            <a:br>
              <a:rPr lang="es-419" sz="5500" b="1">
                <a:solidFill>
                  <a:schemeClr val="accent1"/>
                </a:solidFill>
                <a:latin typeface="Didact Gothic"/>
                <a:ea typeface="Didact Gothic"/>
                <a:cs typeface="Didact Gothic"/>
                <a:sym typeface="Didact Gothic"/>
              </a:rPr>
            </a:br>
            <a:r>
              <a:rPr lang="es-419" sz="5500" b="1">
                <a:solidFill>
                  <a:schemeClr val="accent1"/>
                </a:solidFill>
                <a:latin typeface="Didact Gothic"/>
                <a:ea typeface="Didact Gothic"/>
                <a:cs typeface="Didact Gothic"/>
                <a:sym typeface="Didact Gothic"/>
              </a:rPr>
              <a:t>Voz:</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Modo:</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Pers / num:</a:t>
            </a:r>
            <a:endParaRPr sz="5500" b="1">
              <a:solidFill>
                <a:schemeClr val="accent1"/>
              </a:solidFill>
              <a:latin typeface="Didact Gothic"/>
              <a:ea typeface="Didact Gothic"/>
              <a:cs typeface="Didact Gothic"/>
              <a:sym typeface="Didact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8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8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8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8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8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993"/>
        <p:cNvGrpSpPr/>
        <p:nvPr/>
      </p:nvGrpSpPr>
      <p:grpSpPr>
        <a:xfrm>
          <a:off x="0" y="0"/>
          <a:ext cx="0" cy="0"/>
          <a:chOff x="0" y="0"/>
          <a:chExt cx="0" cy="0"/>
        </a:xfrm>
      </p:grpSpPr>
      <p:sp>
        <p:nvSpPr>
          <p:cNvPr id="994" name="Google Shape;994;p120"/>
          <p:cNvSpPr/>
          <p:nvPr/>
        </p:nvSpPr>
        <p:spPr>
          <a:xfrm>
            <a:off x="378925" y="3842675"/>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95" name="Google Shape;995;p120"/>
          <p:cNvSpPr/>
          <p:nvPr/>
        </p:nvSpPr>
        <p:spPr>
          <a:xfrm>
            <a:off x="378925" y="6057217"/>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96" name="Google Shape;996;p120"/>
          <p:cNvSpPr/>
          <p:nvPr/>
        </p:nvSpPr>
        <p:spPr>
          <a:xfrm>
            <a:off x="378925" y="8291500"/>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97" name="Google Shape;997;p120"/>
          <p:cNvSpPr txBox="1">
            <a:spLocks noGrp="1"/>
          </p:cNvSpPr>
          <p:nvPr>
            <p:ph type="ctrTitle"/>
          </p:nvPr>
        </p:nvSpPr>
        <p:spPr>
          <a:xfrm>
            <a:off x="378925" y="613375"/>
            <a:ext cx="12947700" cy="29850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0"/>
              </a:spcBef>
              <a:spcAft>
                <a:spcPts val="0"/>
              </a:spcAft>
              <a:buSzPts val="7200"/>
              <a:buNone/>
            </a:pPr>
            <a:r>
              <a:rPr lang="es-419" sz="15600">
                <a:solidFill>
                  <a:srgbClr val="434343"/>
                </a:solidFill>
              </a:rPr>
              <a:t>λαλοῦμεν</a:t>
            </a:r>
            <a:endParaRPr sz="15600">
              <a:solidFill>
                <a:srgbClr val="434343"/>
              </a:solidFill>
              <a:latin typeface="GFS Neohellenic"/>
              <a:ea typeface="GFS Neohellenic"/>
              <a:cs typeface="GFS Neohellenic"/>
              <a:sym typeface="GFS Neohellenic"/>
            </a:endParaRPr>
          </a:p>
        </p:txBody>
      </p:sp>
      <p:sp>
        <p:nvSpPr>
          <p:cNvPr id="998" name="Google Shape;998;p120"/>
          <p:cNvSpPr txBox="1"/>
          <p:nvPr/>
        </p:nvSpPr>
        <p:spPr>
          <a:xfrm>
            <a:off x="4689175" y="3768500"/>
            <a:ext cx="46998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λαλέω</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Presente</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Activa</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Indicativo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1a Plural</a:t>
            </a:r>
            <a:endParaRPr sz="5500">
              <a:solidFill>
                <a:schemeClr val="accent1"/>
              </a:solidFill>
              <a:latin typeface="Didact Gothic"/>
              <a:ea typeface="Didact Gothic"/>
              <a:cs typeface="Didact Gothic"/>
              <a:sym typeface="Didact Gothic"/>
            </a:endParaRPr>
          </a:p>
        </p:txBody>
      </p:sp>
      <p:cxnSp>
        <p:nvCxnSpPr>
          <p:cNvPr id="999" name="Google Shape;999;p120"/>
          <p:cNvCxnSpPr/>
          <p:nvPr/>
        </p:nvCxnSpPr>
        <p:spPr>
          <a:xfrm>
            <a:off x="574375" y="3387900"/>
            <a:ext cx="12138300" cy="0"/>
          </a:xfrm>
          <a:prstGeom prst="straightConnector1">
            <a:avLst/>
          </a:prstGeom>
          <a:noFill/>
          <a:ln w="28575" cap="flat" cmpd="sng">
            <a:solidFill>
              <a:schemeClr val="dk2"/>
            </a:solidFill>
            <a:prstDash val="solid"/>
            <a:round/>
            <a:headEnd type="none" w="med" len="med"/>
            <a:tailEnd type="none" w="med" len="med"/>
          </a:ln>
        </p:spPr>
      </p:cxnSp>
      <p:sp>
        <p:nvSpPr>
          <p:cNvPr id="1000" name="Google Shape;1000;p120"/>
          <p:cNvSpPr txBox="1"/>
          <p:nvPr/>
        </p:nvSpPr>
        <p:spPr>
          <a:xfrm>
            <a:off x="802975" y="3768500"/>
            <a:ext cx="36165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F. Léxica:</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Tiempo:</a:t>
            </a:r>
            <a:br>
              <a:rPr lang="es-419" sz="5500" b="1">
                <a:solidFill>
                  <a:schemeClr val="accent1"/>
                </a:solidFill>
                <a:latin typeface="Didact Gothic"/>
                <a:ea typeface="Didact Gothic"/>
                <a:cs typeface="Didact Gothic"/>
                <a:sym typeface="Didact Gothic"/>
              </a:rPr>
            </a:br>
            <a:r>
              <a:rPr lang="es-419" sz="5500" b="1">
                <a:solidFill>
                  <a:schemeClr val="accent1"/>
                </a:solidFill>
                <a:latin typeface="Didact Gothic"/>
                <a:ea typeface="Didact Gothic"/>
                <a:cs typeface="Didact Gothic"/>
                <a:sym typeface="Didact Gothic"/>
              </a:rPr>
              <a:t>Voz:</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Modo:</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Pers / num:</a:t>
            </a:r>
            <a:endParaRPr sz="5500" b="1">
              <a:solidFill>
                <a:schemeClr val="accent1"/>
              </a:solidFill>
              <a:latin typeface="Didact Gothic"/>
              <a:ea typeface="Didact Gothic"/>
              <a:cs typeface="Didact Gothic"/>
              <a:sym typeface="Didact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9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9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9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9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9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1004"/>
        <p:cNvGrpSpPr/>
        <p:nvPr/>
      </p:nvGrpSpPr>
      <p:grpSpPr>
        <a:xfrm>
          <a:off x="0" y="0"/>
          <a:ext cx="0" cy="0"/>
          <a:chOff x="0" y="0"/>
          <a:chExt cx="0" cy="0"/>
        </a:xfrm>
      </p:grpSpPr>
      <p:sp>
        <p:nvSpPr>
          <p:cNvPr id="1005" name="Google Shape;1005;p121"/>
          <p:cNvSpPr/>
          <p:nvPr/>
        </p:nvSpPr>
        <p:spPr>
          <a:xfrm>
            <a:off x="378925" y="3842675"/>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006" name="Google Shape;1006;p121"/>
          <p:cNvSpPr/>
          <p:nvPr/>
        </p:nvSpPr>
        <p:spPr>
          <a:xfrm>
            <a:off x="378925" y="6057217"/>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007" name="Google Shape;1007;p121"/>
          <p:cNvSpPr/>
          <p:nvPr/>
        </p:nvSpPr>
        <p:spPr>
          <a:xfrm>
            <a:off x="378925" y="8291500"/>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008" name="Google Shape;1008;p121"/>
          <p:cNvSpPr txBox="1">
            <a:spLocks noGrp="1"/>
          </p:cNvSpPr>
          <p:nvPr>
            <p:ph type="ctrTitle"/>
          </p:nvPr>
        </p:nvSpPr>
        <p:spPr>
          <a:xfrm>
            <a:off x="378925" y="613375"/>
            <a:ext cx="12947700" cy="29850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0"/>
              </a:spcBef>
              <a:spcAft>
                <a:spcPts val="0"/>
              </a:spcAft>
              <a:buSzPts val="7200"/>
              <a:buNone/>
            </a:pPr>
            <a:r>
              <a:rPr lang="es-419" sz="15600">
                <a:solidFill>
                  <a:srgbClr val="434343"/>
                </a:solidFill>
              </a:rPr>
              <a:t>ἑωράκαμεν</a:t>
            </a:r>
            <a:endParaRPr sz="15600">
              <a:solidFill>
                <a:srgbClr val="434343"/>
              </a:solidFill>
            </a:endParaRPr>
          </a:p>
          <a:p>
            <a:pPr marL="0" lvl="0" indent="0" algn="l" rtl="0">
              <a:lnSpc>
                <a:spcPct val="115000"/>
              </a:lnSpc>
              <a:spcBef>
                <a:spcPts val="0"/>
              </a:spcBef>
              <a:spcAft>
                <a:spcPts val="0"/>
              </a:spcAft>
              <a:buSzPts val="7200"/>
              <a:buNone/>
            </a:pPr>
            <a:endParaRPr sz="15600">
              <a:solidFill>
                <a:srgbClr val="434343"/>
              </a:solidFill>
            </a:endParaRPr>
          </a:p>
          <a:p>
            <a:pPr marL="0" lvl="0" indent="0" algn="l" rtl="0">
              <a:lnSpc>
                <a:spcPct val="115000"/>
              </a:lnSpc>
              <a:spcBef>
                <a:spcPts val="0"/>
              </a:spcBef>
              <a:spcAft>
                <a:spcPts val="0"/>
              </a:spcAft>
              <a:buSzPts val="7200"/>
              <a:buNone/>
            </a:pPr>
            <a:endParaRPr sz="15600">
              <a:solidFill>
                <a:srgbClr val="434343"/>
              </a:solidFill>
            </a:endParaRPr>
          </a:p>
        </p:txBody>
      </p:sp>
      <p:sp>
        <p:nvSpPr>
          <p:cNvPr id="1009" name="Google Shape;1009;p121"/>
          <p:cNvSpPr txBox="1"/>
          <p:nvPr/>
        </p:nvSpPr>
        <p:spPr>
          <a:xfrm>
            <a:off x="4689175" y="3768500"/>
            <a:ext cx="46998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ὁράω</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Perfecto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Activa</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Indicativo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1a Plural</a:t>
            </a:r>
            <a:endParaRPr sz="5500">
              <a:solidFill>
                <a:schemeClr val="accent1"/>
              </a:solidFill>
              <a:latin typeface="Didact Gothic"/>
              <a:ea typeface="Didact Gothic"/>
              <a:cs typeface="Didact Gothic"/>
              <a:sym typeface="Didact Gothic"/>
            </a:endParaRPr>
          </a:p>
        </p:txBody>
      </p:sp>
      <p:cxnSp>
        <p:nvCxnSpPr>
          <p:cNvPr id="1010" name="Google Shape;1010;p121"/>
          <p:cNvCxnSpPr/>
          <p:nvPr/>
        </p:nvCxnSpPr>
        <p:spPr>
          <a:xfrm>
            <a:off x="574375" y="3387900"/>
            <a:ext cx="12138300" cy="0"/>
          </a:xfrm>
          <a:prstGeom prst="straightConnector1">
            <a:avLst/>
          </a:prstGeom>
          <a:noFill/>
          <a:ln w="28575" cap="flat" cmpd="sng">
            <a:solidFill>
              <a:schemeClr val="dk2"/>
            </a:solidFill>
            <a:prstDash val="solid"/>
            <a:round/>
            <a:headEnd type="none" w="med" len="med"/>
            <a:tailEnd type="none" w="med" len="med"/>
          </a:ln>
        </p:spPr>
      </p:cxnSp>
      <p:sp>
        <p:nvSpPr>
          <p:cNvPr id="1011" name="Google Shape;1011;p121"/>
          <p:cNvSpPr txBox="1"/>
          <p:nvPr/>
        </p:nvSpPr>
        <p:spPr>
          <a:xfrm>
            <a:off x="802975" y="3768500"/>
            <a:ext cx="36165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F. Léxica:</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Tiempo:</a:t>
            </a:r>
            <a:br>
              <a:rPr lang="es-419" sz="5500" b="1">
                <a:solidFill>
                  <a:schemeClr val="accent1"/>
                </a:solidFill>
                <a:latin typeface="Didact Gothic"/>
                <a:ea typeface="Didact Gothic"/>
                <a:cs typeface="Didact Gothic"/>
                <a:sym typeface="Didact Gothic"/>
              </a:rPr>
            </a:br>
            <a:r>
              <a:rPr lang="es-419" sz="5500" b="1">
                <a:solidFill>
                  <a:schemeClr val="accent1"/>
                </a:solidFill>
                <a:latin typeface="Didact Gothic"/>
                <a:ea typeface="Didact Gothic"/>
                <a:cs typeface="Didact Gothic"/>
                <a:sym typeface="Didact Gothic"/>
              </a:rPr>
              <a:t>Voz:</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Modo:</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Pers / num:</a:t>
            </a:r>
            <a:endParaRPr sz="5500" b="1">
              <a:solidFill>
                <a:schemeClr val="accent1"/>
              </a:solidFill>
              <a:latin typeface="Didact Gothic"/>
              <a:ea typeface="Didact Gothic"/>
              <a:cs typeface="Didact Gothic"/>
              <a:sym typeface="Didact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0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0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0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0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0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1015"/>
        <p:cNvGrpSpPr/>
        <p:nvPr/>
      </p:nvGrpSpPr>
      <p:grpSpPr>
        <a:xfrm>
          <a:off x="0" y="0"/>
          <a:ext cx="0" cy="0"/>
          <a:chOff x="0" y="0"/>
          <a:chExt cx="0" cy="0"/>
        </a:xfrm>
      </p:grpSpPr>
      <p:sp>
        <p:nvSpPr>
          <p:cNvPr id="1016" name="Google Shape;1016;p122"/>
          <p:cNvSpPr/>
          <p:nvPr/>
        </p:nvSpPr>
        <p:spPr>
          <a:xfrm>
            <a:off x="378925" y="3842675"/>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017" name="Google Shape;1017;p122"/>
          <p:cNvSpPr/>
          <p:nvPr/>
        </p:nvSpPr>
        <p:spPr>
          <a:xfrm>
            <a:off x="378925" y="6057217"/>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018" name="Google Shape;1018;p122"/>
          <p:cNvSpPr/>
          <p:nvPr/>
        </p:nvSpPr>
        <p:spPr>
          <a:xfrm>
            <a:off x="378925" y="8291500"/>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019" name="Google Shape;1019;p122"/>
          <p:cNvSpPr txBox="1">
            <a:spLocks noGrp="1"/>
          </p:cNvSpPr>
          <p:nvPr>
            <p:ph type="ctrTitle"/>
          </p:nvPr>
        </p:nvSpPr>
        <p:spPr>
          <a:xfrm>
            <a:off x="378925" y="613375"/>
            <a:ext cx="12947700" cy="29850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0"/>
              </a:spcBef>
              <a:spcAft>
                <a:spcPts val="0"/>
              </a:spcAft>
              <a:buSzPts val="7200"/>
              <a:buNone/>
            </a:pPr>
            <a:r>
              <a:rPr lang="es-419" sz="13000" dirty="0">
                <a:solidFill>
                  <a:srgbClr val="434343"/>
                </a:solidFill>
              </a:rPr>
              <a:t>μα</a:t>
            </a:r>
            <a:r>
              <a:rPr lang="es-419" sz="13000" dirty="0" err="1">
                <a:solidFill>
                  <a:srgbClr val="434343"/>
                </a:solidFill>
              </a:rPr>
              <a:t>ρτυροῦμεν</a:t>
            </a:r>
            <a:endParaRPr sz="15600" dirty="0">
              <a:solidFill>
                <a:srgbClr val="434343"/>
              </a:solidFill>
              <a:latin typeface="GFS Neohellenic"/>
              <a:ea typeface="GFS Neohellenic"/>
              <a:cs typeface="GFS Neohellenic"/>
              <a:sym typeface="GFS Neohellenic"/>
            </a:endParaRPr>
          </a:p>
        </p:txBody>
      </p:sp>
      <p:sp>
        <p:nvSpPr>
          <p:cNvPr id="1020" name="Google Shape;1020;p122"/>
          <p:cNvSpPr txBox="1"/>
          <p:nvPr/>
        </p:nvSpPr>
        <p:spPr>
          <a:xfrm>
            <a:off x="4689175" y="3768500"/>
            <a:ext cx="46998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μαρτυρέω</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Presente</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Activa</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Indicativo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1a Plural</a:t>
            </a:r>
            <a:endParaRPr sz="5500">
              <a:solidFill>
                <a:schemeClr val="accent1"/>
              </a:solidFill>
              <a:latin typeface="Didact Gothic"/>
              <a:ea typeface="Didact Gothic"/>
              <a:cs typeface="Didact Gothic"/>
              <a:sym typeface="Didact Gothic"/>
            </a:endParaRPr>
          </a:p>
        </p:txBody>
      </p:sp>
      <p:cxnSp>
        <p:nvCxnSpPr>
          <p:cNvPr id="1021" name="Google Shape;1021;p122"/>
          <p:cNvCxnSpPr/>
          <p:nvPr/>
        </p:nvCxnSpPr>
        <p:spPr>
          <a:xfrm>
            <a:off x="574375" y="3387900"/>
            <a:ext cx="12138300" cy="0"/>
          </a:xfrm>
          <a:prstGeom prst="straightConnector1">
            <a:avLst/>
          </a:prstGeom>
          <a:noFill/>
          <a:ln w="28575" cap="flat" cmpd="sng">
            <a:solidFill>
              <a:schemeClr val="dk2"/>
            </a:solidFill>
            <a:prstDash val="solid"/>
            <a:round/>
            <a:headEnd type="none" w="med" len="med"/>
            <a:tailEnd type="none" w="med" len="med"/>
          </a:ln>
        </p:spPr>
      </p:cxnSp>
      <p:sp>
        <p:nvSpPr>
          <p:cNvPr id="1022" name="Google Shape;1022;p122"/>
          <p:cNvSpPr txBox="1"/>
          <p:nvPr/>
        </p:nvSpPr>
        <p:spPr>
          <a:xfrm>
            <a:off x="802975" y="3768500"/>
            <a:ext cx="36165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F. Léxica:</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Tiempo:</a:t>
            </a:r>
            <a:br>
              <a:rPr lang="es-419" sz="5500" b="1">
                <a:solidFill>
                  <a:schemeClr val="accent1"/>
                </a:solidFill>
                <a:latin typeface="Didact Gothic"/>
                <a:ea typeface="Didact Gothic"/>
                <a:cs typeface="Didact Gothic"/>
                <a:sym typeface="Didact Gothic"/>
              </a:rPr>
            </a:br>
            <a:r>
              <a:rPr lang="es-419" sz="5500" b="1">
                <a:solidFill>
                  <a:schemeClr val="accent1"/>
                </a:solidFill>
                <a:latin typeface="Didact Gothic"/>
                <a:ea typeface="Didact Gothic"/>
                <a:cs typeface="Didact Gothic"/>
                <a:sym typeface="Didact Gothic"/>
              </a:rPr>
              <a:t>Voz:</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Modo:</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Pers / num:</a:t>
            </a:r>
            <a:endParaRPr sz="5500" b="1">
              <a:solidFill>
                <a:schemeClr val="accent1"/>
              </a:solidFill>
              <a:latin typeface="Didact Gothic"/>
              <a:ea typeface="Didact Gothic"/>
              <a:cs typeface="Didact Gothic"/>
              <a:sym typeface="Didact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2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2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1026"/>
        <p:cNvGrpSpPr/>
        <p:nvPr/>
      </p:nvGrpSpPr>
      <p:grpSpPr>
        <a:xfrm>
          <a:off x="0" y="0"/>
          <a:ext cx="0" cy="0"/>
          <a:chOff x="0" y="0"/>
          <a:chExt cx="0" cy="0"/>
        </a:xfrm>
      </p:grpSpPr>
      <p:sp>
        <p:nvSpPr>
          <p:cNvPr id="1027" name="Google Shape;1027;p123"/>
          <p:cNvSpPr/>
          <p:nvPr/>
        </p:nvSpPr>
        <p:spPr>
          <a:xfrm>
            <a:off x="378925" y="3842675"/>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028" name="Google Shape;1028;p123"/>
          <p:cNvSpPr/>
          <p:nvPr/>
        </p:nvSpPr>
        <p:spPr>
          <a:xfrm>
            <a:off x="378925" y="6057217"/>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029" name="Google Shape;1029;p123"/>
          <p:cNvSpPr/>
          <p:nvPr/>
        </p:nvSpPr>
        <p:spPr>
          <a:xfrm>
            <a:off x="378925" y="8291500"/>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030" name="Google Shape;1030;p123"/>
          <p:cNvSpPr txBox="1">
            <a:spLocks noGrp="1"/>
          </p:cNvSpPr>
          <p:nvPr>
            <p:ph type="ctrTitle"/>
          </p:nvPr>
        </p:nvSpPr>
        <p:spPr>
          <a:xfrm>
            <a:off x="378925" y="613375"/>
            <a:ext cx="12947700" cy="29850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0"/>
              </a:spcBef>
              <a:spcAft>
                <a:spcPts val="0"/>
              </a:spcAft>
              <a:buSzPts val="7200"/>
              <a:buNone/>
            </a:pPr>
            <a:r>
              <a:rPr lang="es-419" sz="15600">
                <a:solidFill>
                  <a:srgbClr val="434343"/>
                </a:solidFill>
              </a:rPr>
              <a:t>λαμβάνετε</a:t>
            </a:r>
            <a:endParaRPr sz="15600">
              <a:solidFill>
                <a:srgbClr val="434343"/>
              </a:solidFill>
              <a:latin typeface="GFS Neohellenic"/>
              <a:ea typeface="GFS Neohellenic"/>
              <a:cs typeface="GFS Neohellenic"/>
              <a:sym typeface="GFS Neohellenic"/>
            </a:endParaRPr>
          </a:p>
        </p:txBody>
      </p:sp>
      <p:sp>
        <p:nvSpPr>
          <p:cNvPr id="1031" name="Google Shape;1031;p123"/>
          <p:cNvSpPr txBox="1"/>
          <p:nvPr/>
        </p:nvSpPr>
        <p:spPr>
          <a:xfrm>
            <a:off x="4689175" y="3768500"/>
            <a:ext cx="46998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λαμβάνω</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Presente</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Activa</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Indicativo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2a Plural</a:t>
            </a:r>
            <a:endParaRPr sz="5500">
              <a:solidFill>
                <a:schemeClr val="accent1"/>
              </a:solidFill>
              <a:latin typeface="Didact Gothic"/>
              <a:ea typeface="Didact Gothic"/>
              <a:cs typeface="Didact Gothic"/>
              <a:sym typeface="Didact Gothic"/>
            </a:endParaRPr>
          </a:p>
        </p:txBody>
      </p:sp>
      <p:cxnSp>
        <p:nvCxnSpPr>
          <p:cNvPr id="1032" name="Google Shape;1032;p123"/>
          <p:cNvCxnSpPr/>
          <p:nvPr/>
        </p:nvCxnSpPr>
        <p:spPr>
          <a:xfrm>
            <a:off x="574375" y="3387900"/>
            <a:ext cx="12138300" cy="0"/>
          </a:xfrm>
          <a:prstGeom prst="straightConnector1">
            <a:avLst/>
          </a:prstGeom>
          <a:noFill/>
          <a:ln w="28575" cap="flat" cmpd="sng">
            <a:solidFill>
              <a:schemeClr val="dk2"/>
            </a:solidFill>
            <a:prstDash val="solid"/>
            <a:round/>
            <a:headEnd type="none" w="med" len="med"/>
            <a:tailEnd type="none" w="med" len="med"/>
          </a:ln>
        </p:spPr>
      </p:cxnSp>
      <p:sp>
        <p:nvSpPr>
          <p:cNvPr id="1033" name="Google Shape;1033;p123"/>
          <p:cNvSpPr txBox="1"/>
          <p:nvPr/>
        </p:nvSpPr>
        <p:spPr>
          <a:xfrm>
            <a:off x="802975" y="3768500"/>
            <a:ext cx="36165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F. Léxica:</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Tiempo:</a:t>
            </a:r>
            <a:br>
              <a:rPr lang="es-419" sz="5500" b="1">
                <a:solidFill>
                  <a:schemeClr val="accent1"/>
                </a:solidFill>
                <a:latin typeface="Didact Gothic"/>
                <a:ea typeface="Didact Gothic"/>
                <a:cs typeface="Didact Gothic"/>
                <a:sym typeface="Didact Gothic"/>
              </a:rPr>
            </a:br>
            <a:r>
              <a:rPr lang="es-419" sz="5500" b="1">
                <a:solidFill>
                  <a:schemeClr val="accent1"/>
                </a:solidFill>
                <a:latin typeface="Didact Gothic"/>
                <a:ea typeface="Didact Gothic"/>
                <a:cs typeface="Didact Gothic"/>
                <a:sym typeface="Didact Gothic"/>
              </a:rPr>
              <a:t>Voz:</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Modo:</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Pers / num:</a:t>
            </a:r>
            <a:endParaRPr sz="5500" b="1">
              <a:solidFill>
                <a:schemeClr val="accent1"/>
              </a:solidFill>
              <a:latin typeface="Didact Gothic"/>
              <a:ea typeface="Didact Gothic"/>
              <a:cs typeface="Didact Gothic"/>
              <a:sym typeface="Didact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3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3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3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3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3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1037"/>
        <p:cNvGrpSpPr/>
        <p:nvPr/>
      </p:nvGrpSpPr>
      <p:grpSpPr>
        <a:xfrm>
          <a:off x="0" y="0"/>
          <a:ext cx="0" cy="0"/>
          <a:chOff x="0" y="0"/>
          <a:chExt cx="0" cy="0"/>
        </a:xfrm>
      </p:grpSpPr>
      <p:sp>
        <p:nvSpPr>
          <p:cNvPr id="1038" name="Google Shape;1038;p124"/>
          <p:cNvSpPr txBox="1">
            <a:spLocks noGrp="1"/>
          </p:cNvSpPr>
          <p:nvPr>
            <p:ph type="ctrTitle"/>
          </p:nvPr>
        </p:nvSpPr>
        <p:spPr>
          <a:xfrm>
            <a:off x="378925" y="918175"/>
            <a:ext cx="17154000" cy="6641700"/>
          </a:xfrm>
          <a:prstGeom prst="rect">
            <a:avLst/>
          </a:prstGeom>
          <a:noFill/>
          <a:ln>
            <a:noFill/>
          </a:ln>
        </p:spPr>
        <p:txBody>
          <a:bodyPr spcFirstLastPara="1" wrap="square" lIns="156175" tIns="156175" rIns="156175" bIns="156175" anchor="t" anchorCtr="0">
            <a:noAutofit/>
          </a:bodyPr>
          <a:lstStyle/>
          <a:p>
            <a:pPr marL="0" lvl="0" indent="0" algn="l" rtl="0">
              <a:lnSpc>
                <a:spcPct val="150000"/>
              </a:lnSpc>
              <a:spcBef>
                <a:spcPts val="1200"/>
              </a:spcBef>
              <a:spcAft>
                <a:spcPts val="0"/>
              </a:spcAft>
              <a:buNone/>
            </a:pPr>
            <a:r>
              <a:rPr lang="es-419" sz="6500">
                <a:solidFill>
                  <a:srgbClr val="434343"/>
                </a:solidFill>
              </a:rPr>
              <a:t>αὕτη δέ ἐστιν ἡ κρίσις ὅτι τὸ </a:t>
            </a:r>
            <a:br>
              <a:rPr lang="es-419" sz="6500">
                <a:solidFill>
                  <a:srgbClr val="434343"/>
                </a:solidFill>
              </a:rPr>
            </a:br>
            <a:r>
              <a:rPr lang="es-419" sz="6500">
                <a:solidFill>
                  <a:srgbClr val="434343"/>
                </a:solidFill>
              </a:rPr>
              <a:t>φῶς ἐλήλυθεν εἰς τὸν κόσμον </a:t>
            </a:r>
            <a:br>
              <a:rPr lang="es-419" sz="6500">
                <a:solidFill>
                  <a:srgbClr val="434343"/>
                </a:solidFill>
              </a:rPr>
            </a:br>
            <a:r>
              <a:rPr lang="es-419" sz="6500">
                <a:solidFill>
                  <a:srgbClr val="434343"/>
                </a:solidFill>
              </a:rPr>
              <a:t>καὶ ἠγάπησαν οἱ ἄνθρωποι </a:t>
            </a:r>
            <a:br>
              <a:rPr lang="es-419" sz="6500">
                <a:solidFill>
                  <a:srgbClr val="434343"/>
                </a:solidFill>
              </a:rPr>
            </a:br>
            <a:r>
              <a:rPr lang="es-419" sz="6500">
                <a:solidFill>
                  <a:srgbClr val="434343"/>
                </a:solidFill>
              </a:rPr>
              <a:t>μᾶλλον τὸ σκότος﻿ ἢ τὸ φῶς· ἦν γὰρ ﻿αὐτῶν πονηρὰ τὰ ἔργα.</a:t>
            </a:r>
            <a:endParaRPr sz="6500">
              <a:solidFill>
                <a:srgbClr val="434343"/>
              </a:solidFill>
            </a:endParaRPr>
          </a:p>
          <a:p>
            <a:pPr marL="0" lvl="0" indent="0" algn="l" rtl="0">
              <a:lnSpc>
                <a:spcPct val="150000"/>
              </a:lnSpc>
              <a:spcBef>
                <a:spcPts val="1200"/>
              </a:spcBef>
              <a:spcAft>
                <a:spcPts val="0"/>
              </a:spcAft>
              <a:buNone/>
            </a:pPr>
            <a:endParaRPr sz="6500">
              <a:solidFill>
                <a:srgbClr val="434343"/>
              </a:solidFill>
            </a:endParaRPr>
          </a:p>
          <a:p>
            <a:pPr marL="0" lvl="0" indent="0" algn="l" rtl="0">
              <a:lnSpc>
                <a:spcPct val="150000"/>
              </a:lnSpc>
              <a:spcBef>
                <a:spcPts val="1200"/>
              </a:spcBef>
              <a:spcAft>
                <a:spcPts val="1200"/>
              </a:spcAft>
              <a:buNone/>
            </a:pPr>
            <a:endParaRPr sz="6500">
              <a:solidFill>
                <a:srgbClr val="434343"/>
              </a:solidFill>
            </a:endParaRPr>
          </a:p>
        </p:txBody>
      </p:sp>
      <p:sp>
        <p:nvSpPr>
          <p:cNvPr id="1039" name="Google Shape;1039;p124"/>
          <p:cNvSpPr txBox="1"/>
          <p:nvPr/>
        </p:nvSpPr>
        <p:spPr>
          <a:xfrm>
            <a:off x="12691225" y="8031575"/>
            <a:ext cx="5333700" cy="1432500"/>
          </a:xfrm>
          <a:prstGeom prst="rect">
            <a:avLst/>
          </a:prstGeom>
          <a:noFill/>
          <a:ln>
            <a:noFill/>
          </a:ln>
        </p:spPr>
        <p:txBody>
          <a:bodyPr spcFirstLastPara="1" wrap="square" lIns="156175" tIns="156175" rIns="156175" bIns="156175" anchor="t" anchorCtr="0">
            <a:noAutofit/>
          </a:bodyPr>
          <a:lstStyle/>
          <a:p>
            <a:pPr marL="0" lvl="0" indent="0" algn="r" rtl="0">
              <a:lnSpc>
                <a:spcPct val="115000"/>
              </a:lnSpc>
              <a:spcBef>
                <a:spcPts val="0"/>
              </a:spcBef>
              <a:spcAft>
                <a:spcPts val="0"/>
              </a:spcAft>
              <a:buNone/>
            </a:pPr>
            <a:r>
              <a:rPr lang="es-419" sz="7000">
                <a:solidFill>
                  <a:srgbClr val="434343"/>
                </a:solidFill>
                <a:latin typeface="Bebas Neue"/>
                <a:ea typeface="Bebas Neue"/>
                <a:cs typeface="Bebas Neue"/>
                <a:sym typeface="Bebas Neue"/>
              </a:rPr>
              <a:t>Juan 3:19</a:t>
            </a:r>
            <a:endParaRPr sz="7000">
              <a:solidFill>
                <a:srgbClr val="434343"/>
              </a:solidFill>
              <a:latin typeface="Bebas Neue"/>
              <a:ea typeface="Bebas Neue"/>
              <a:cs typeface="Bebas Neue"/>
              <a:sym typeface="Bebas Neue"/>
            </a:endParaRPr>
          </a:p>
          <a:p>
            <a:pPr marL="0" lvl="0" indent="0" algn="r" rtl="0">
              <a:lnSpc>
                <a:spcPct val="115000"/>
              </a:lnSpc>
              <a:spcBef>
                <a:spcPts val="0"/>
              </a:spcBef>
              <a:spcAft>
                <a:spcPts val="0"/>
              </a:spcAft>
              <a:buNone/>
            </a:pPr>
            <a:endParaRPr sz="7000">
              <a:solidFill>
                <a:srgbClr val="434343"/>
              </a:solidFill>
              <a:latin typeface="Bebas Neue"/>
              <a:ea typeface="Bebas Neue"/>
              <a:cs typeface="Bebas Neue"/>
              <a:sym typeface="Bebas Neue"/>
            </a:endParaRPr>
          </a:p>
          <a:p>
            <a:pPr marL="0" lvl="0" indent="0" algn="r" rtl="0">
              <a:lnSpc>
                <a:spcPct val="115000"/>
              </a:lnSpc>
              <a:spcBef>
                <a:spcPts val="0"/>
              </a:spcBef>
              <a:spcAft>
                <a:spcPts val="0"/>
              </a:spcAft>
              <a:buNone/>
            </a:pPr>
            <a:endParaRPr sz="7000">
              <a:solidFill>
                <a:srgbClr val="434343"/>
              </a:solidFill>
              <a:latin typeface="Bebas Neue"/>
              <a:ea typeface="Bebas Neue"/>
              <a:cs typeface="Bebas Neue"/>
              <a:sym typeface="Bebas Neue"/>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1043"/>
        <p:cNvGrpSpPr/>
        <p:nvPr/>
      </p:nvGrpSpPr>
      <p:grpSpPr>
        <a:xfrm>
          <a:off x="0" y="0"/>
          <a:ext cx="0" cy="0"/>
          <a:chOff x="0" y="0"/>
          <a:chExt cx="0" cy="0"/>
        </a:xfrm>
      </p:grpSpPr>
      <p:sp>
        <p:nvSpPr>
          <p:cNvPr id="1044" name="Google Shape;1044;p125"/>
          <p:cNvSpPr/>
          <p:nvPr/>
        </p:nvSpPr>
        <p:spPr>
          <a:xfrm>
            <a:off x="378925" y="3842675"/>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045" name="Google Shape;1045;p125"/>
          <p:cNvSpPr/>
          <p:nvPr/>
        </p:nvSpPr>
        <p:spPr>
          <a:xfrm>
            <a:off x="378925" y="6057217"/>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046" name="Google Shape;1046;p125"/>
          <p:cNvSpPr/>
          <p:nvPr/>
        </p:nvSpPr>
        <p:spPr>
          <a:xfrm>
            <a:off x="378925" y="8291500"/>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047" name="Google Shape;1047;p125"/>
          <p:cNvSpPr txBox="1">
            <a:spLocks noGrp="1"/>
          </p:cNvSpPr>
          <p:nvPr>
            <p:ph type="ctrTitle"/>
          </p:nvPr>
        </p:nvSpPr>
        <p:spPr>
          <a:xfrm>
            <a:off x="378925" y="613375"/>
            <a:ext cx="12947700" cy="29850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0"/>
              </a:spcBef>
              <a:spcAft>
                <a:spcPts val="0"/>
              </a:spcAft>
              <a:buSzPts val="7200"/>
              <a:buNone/>
            </a:pPr>
            <a:r>
              <a:rPr lang="es-419" sz="15600">
                <a:solidFill>
                  <a:srgbClr val="434343"/>
                </a:solidFill>
              </a:rPr>
              <a:t>ἐστιν</a:t>
            </a:r>
            <a:endParaRPr sz="15600">
              <a:solidFill>
                <a:srgbClr val="434343"/>
              </a:solidFill>
              <a:latin typeface="GFS Neohellenic"/>
              <a:ea typeface="GFS Neohellenic"/>
              <a:cs typeface="GFS Neohellenic"/>
              <a:sym typeface="GFS Neohellenic"/>
            </a:endParaRPr>
          </a:p>
        </p:txBody>
      </p:sp>
      <p:sp>
        <p:nvSpPr>
          <p:cNvPr id="1048" name="Google Shape;1048;p125"/>
          <p:cNvSpPr txBox="1"/>
          <p:nvPr/>
        </p:nvSpPr>
        <p:spPr>
          <a:xfrm>
            <a:off x="4689175" y="3768500"/>
            <a:ext cx="46998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εἰμί</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Presente</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Activa</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Indicativo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3 Singular</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endParaRPr sz="5500">
              <a:solidFill>
                <a:schemeClr val="accent1"/>
              </a:solidFill>
              <a:latin typeface="Didact Gothic"/>
              <a:ea typeface="Didact Gothic"/>
              <a:cs typeface="Didact Gothic"/>
              <a:sym typeface="Didact Gothic"/>
            </a:endParaRPr>
          </a:p>
        </p:txBody>
      </p:sp>
      <p:cxnSp>
        <p:nvCxnSpPr>
          <p:cNvPr id="1049" name="Google Shape;1049;p125"/>
          <p:cNvCxnSpPr/>
          <p:nvPr/>
        </p:nvCxnSpPr>
        <p:spPr>
          <a:xfrm>
            <a:off x="574375" y="3387900"/>
            <a:ext cx="12138300" cy="0"/>
          </a:xfrm>
          <a:prstGeom prst="straightConnector1">
            <a:avLst/>
          </a:prstGeom>
          <a:noFill/>
          <a:ln w="28575" cap="flat" cmpd="sng">
            <a:solidFill>
              <a:schemeClr val="dk2"/>
            </a:solidFill>
            <a:prstDash val="solid"/>
            <a:round/>
            <a:headEnd type="none" w="med" len="med"/>
            <a:tailEnd type="none" w="med" len="med"/>
          </a:ln>
        </p:spPr>
      </p:cxnSp>
      <p:sp>
        <p:nvSpPr>
          <p:cNvPr id="1050" name="Google Shape;1050;p125"/>
          <p:cNvSpPr txBox="1"/>
          <p:nvPr/>
        </p:nvSpPr>
        <p:spPr>
          <a:xfrm>
            <a:off x="802975" y="3768500"/>
            <a:ext cx="36165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F. Léxica:</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Tiempo:</a:t>
            </a:r>
            <a:br>
              <a:rPr lang="es-419" sz="5500" b="1">
                <a:solidFill>
                  <a:schemeClr val="accent1"/>
                </a:solidFill>
                <a:latin typeface="Didact Gothic"/>
                <a:ea typeface="Didact Gothic"/>
                <a:cs typeface="Didact Gothic"/>
                <a:sym typeface="Didact Gothic"/>
              </a:rPr>
            </a:br>
            <a:r>
              <a:rPr lang="es-419" sz="5500" b="1">
                <a:solidFill>
                  <a:schemeClr val="accent1"/>
                </a:solidFill>
                <a:latin typeface="Didact Gothic"/>
                <a:ea typeface="Didact Gothic"/>
                <a:cs typeface="Didact Gothic"/>
                <a:sym typeface="Didact Gothic"/>
              </a:rPr>
              <a:t>Voz:</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Modo:</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Pers / num:</a:t>
            </a:r>
            <a:endParaRPr sz="5500" b="1">
              <a:solidFill>
                <a:schemeClr val="accent1"/>
              </a:solidFill>
              <a:latin typeface="Didact Gothic"/>
              <a:ea typeface="Didact Gothic"/>
              <a:cs typeface="Didact Gothic"/>
              <a:sym typeface="Didact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4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4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4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4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4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4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1054"/>
        <p:cNvGrpSpPr/>
        <p:nvPr/>
      </p:nvGrpSpPr>
      <p:grpSpPr>
        <a:xfrm>
          <a:off x="0" y="0"/>
          <a:ext cx="0" cy="0"/>
          <a:chOff x="0" y="0"/>
          <a:chExt cx="0" cy="0"/>
        </a:xfrm>
      </p:grpSpPr>
      <p:sp>
        <p:nvSpPr>
          <p:cNvPr id="1055" name="Google Shape;1055;p126"/>
          <p:cNvSpPr/>
          <p:nvPr/>
        </p:nvSpPr>
        <p:spPr>
          <a:xfrm>
            <a:off x="378925" y="3842675"/>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056" name="Google Shape;1056;p126"/>
          <p:cNvSpPr/>
          <p:nvPr/>
        </p:nvSpPr>
        <p:spPr>
          <a:xfrm>
            <a:off x="378925" y="6057217"/>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057" name="Google Shape;1057;p126"/>
          <p:cNvSpPr/>
          <p:nvPr/>
        </p:nvSpPr>
        <p:spPr>
          <a:xfrm>
            <a:off x="378925" y="8291500"/>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058" name="Google Shape;1058;p126"/>
          <p:cNvSpPr txBox="1">
            <a:spLocks noGrp="1"/>
          </p:cNvSpPr>
          <p:nvPr>
            <p:ph type="ctrTitle"/>
          </p:nvPr>
        </p:nvSpPr>
        <p:spPr>
          <a:xfrm>
            <a:off x="378925" y="613375"/>
            <a:ext cx="12947700" cy="29850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0"/>
              </a:spcBef>
              <a:spcAft>
                <a:spcPts val="0"/>
              </a:spcAft>
              <a:buSzPts val="7200"/>
              <a:buNone/>
            </a:pPr>
            <a:r>
              <a:rPr lang="es-419" sz="15600">
                <a:solidFill>
                  <a:srgbClr val="434343"/>
                </a:solidFill>
              </a:rPr>
              <a:t>ἐλήλυθεν</a:t>
            </a:r>
            <a:endParaRPr sz="15600">
              <a:solidFill>
                <a:srgbClr val="434343"/>
              </a:solidFill>
              <a:latin typeface="GFS Neohellenic"/>
              <a:ea typeface="GFS Neohellenic"/>
              <a:cs typeface="GFS Neohellenic"/>
              <a:sym typeface="GFS Neohellenic"/>
            </a:endParaRPr>
          </a:p>
        </p:txBody>
      </p:sp>
      <p:sp>
        <p:nvSpPr>
          <p:cNvPr id="1059" name="Google Shape;1059;p126"/>
          <p:cNvSpPr txBox="1"/>
          <p:nvPr/>
        </p:nvSpPr>
        <p:spPr>
          <a:xfrm>
            <a:off x="4689175" y="3768500"/>
            <a:ext cx="46998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ἔρχομαι</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Perfecto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Activa</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Indicativo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3a Singular</a:t>
            </a:r>
            <a:endParaRPr sz="5500">
              <a:solidFill>
                <a:schemeClr val="accent1"/>
              </a:solidFill>
              <a:latin typeface="Didact Gothic"/>
              <a:ea typeface="Didact Gothic"/>
              <a:cs typeface="Didact Gothic"/>
              <a:sym typeface="Didact Gothic"/>
            </a:endParaRPr>
          </a:p>
        </p:txBody>
      </p:sp>
      <p:cxnSp>
        <p:nvCxnSpPr>
          <p:cNvPr id="1060" name="Google Shape;1060;p126"/>
          <p:cNvCxnSpPr/>
          <p:nvPr/>
        </p:nvCxnSpPr>
        <p:spPr>
          <a:xfrm>
            <a:off x="574375" y="3387900"/>
            <a:ext cx="12138300" cy="0"/>
          </a:xfrm>
          <a:prstGeom prst="straightConnector1">
            <a:avLst/>
          </a:prstGeom>
          <a:noFill/>
          <a:ln w="28575" cap="flat" cmpd="sng">
            <a:solidFill>
              <a:schemeClr val="dk2"/>
            </a:solidFill>
            <a:prstDash val="solid"/>
            <a:round/>
            <a:headEnd type="none" w="med" len="med"/>
            <a:tailEnd type="none" w="med" len="med"/>
          </a:ln>
        </p:spPr>
      </p:cxnSp>
      <p:sp>
        <p:nvSpPr>
          <p:cNvPr id="1061" name="Google Shape;1061;p126"/>
          <p:cNvSpPr txBox="1"/>
          <p:nvPr/>
        </p:nvSpPr>
        <p:spPr>
          <a:xfrm>
            <a:off x="802975" y="3768500"/>
            <a:ext cx="36165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F. Léxica:</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Tiempo:</a:t>
            </a:r>
            <a:br>
              <a:rPr lang="es-419" sz="5500" b="1">
                <a:solidFill>
                  <a:schemeClr val="accent1"/>
                </a:solidFill>
                <a:latin typeface="Didact Gothic"/>
                <a:ea typeface="Didact Gothic"/>
                <a:cs typeface="Didact Gothic"/>
                <a:sym typeface="Didact Gothic"/>
              </a:rPr>
            </a:br>
            <a:r>
              <a:rPr lang="es-419" sz="5500" b="1">
                <a:solidFill>
                  <a:schemeClr val="accent1"/>
                </a:solidFill>
                <a:latin typeface="Didact Gothic"/>
                <a:ea typeface="Didact Gothic"/>
                <a:cs typeface="Didact Gothic"/>
                <a:sym typeface="Didact Gothic"/>
              </a:rPr>
              <a:t>Voz:</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Modo:</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Pers / num:</a:t>
            </a:r>
            <a:endParaRPr sz="5500" b="1">
              <a:solidFill>
                <a:schemeClr val="accent1"/>
              </a:solidFill>
              <a:latin typeface="Didact Gothic"/>
              <a:ea typeface="Didact Gothic"/>
              <a:cs typeface="Didact Gothic"/>
              <a:sym typeface="Didact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5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5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5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5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1065"/>
        <p:cNvGrpSpPr/>
        <p:nvPr/>
      </p:nvGrpSpPr>
      <p:grpSpPr>
        <a:xfrm>
          <a:off x="0" y="0"/>
          <a:ext cx="0" cy="0"/>
          <a:chOff x="0" y="0"/>
          <a:chExt cx="0" cy="0"/>
        </a:xfrm>
      </p:grpSpPr>
      <p:sp>
        <p:nvSpPr>
          <p:cNvPr id="1066" name="Google Shape;1066;p127"/>
          <p:cNvSpPr/>
          <p:nvPr/>
        </p:nvSpPr>
        <p:spPr>
          <a:xfrm>
            <a:off x="378925" y="3842675"/>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067" name="Google Shape;1067;p127"/>
          <p:cNvSpPr/>
          <p:nvPr/>
        </p:nvSpPr>
        <p:spPr>
          <a:xfrm>
            <a:off x="378925" y="6057217"/>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068" name="Google Shape;1068;p127"/>
          <p:cNvSpPr/>
          <p:nvPr/>
        </p:nvSpPr>
        <p:spPr>
          <a:xfrm>
            <a:off x="378925" y="8291500"/>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069" name="Google Shape;1069;p127"/>
          <p:cNvSpPr txBox="1">
            <a:spLocks noGrp="1"/>
          </p:cNvSpPr>
          <p:nvPr>
            <p:ph type="ctrTitle"/>
          </p:nvPr>
        </p:nvSpPr>
        <p:spPr>
          <a:xfrm>
            <a:off x="378925" y="613375"/>
            <a:ext cx="12947700" cy="29850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0"/>
              </a:spcBef>
              <a:spcAft>
                <a:spcPts val="0"/>
              </a:spcAft>
              <a:buSzPts val="7200"/>
              <a:buNone/>
            </a:pPr>
            <a:r>
              <a:rPr lang="es-419" sz="15600">
                <a:solidFill>
                  <a:srgbClr val="434343"/>
                </a:solidFill>
              </a:rPr>
              <a:t>ἠγάπησαν</a:t>
            </a:r>
            <a:endParaRPr sz="15600">
              <a:solidFill>
                <a:srgbClr val="434343"/>
              </a:solidFill>
              <a:latin typeface="GFS Neohellenic"/>
              <a:ea typeface="GFS Neohellenic"/>
              <a:cs typeface="GFS Neohellenic"/>
              <a:sym typeface="GFS Neohellenic"/>
            </a:endParaRPr>
          </a:p>
        </p:txBody>
      </p:sp>
      <p:sp>
        <p:nvSpPr>
          <p:cNvPr id="1070" name="Google Shape;1070;p127"/>
          <p:cNvSpPr txBox="1"/>
          <p:nvPr/>
        </p:nvSpPr>
        <p:spPr>
          <a:xfrm>
            <a:off x="4689175" y="3768500"/>
            <a:ext cx="46998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ἀγαπάω</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Aoristo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Activa</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Indicativo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3a Plural</a:t>
            </a:r>
            <a:endParaRPr sz="5500">
              <a:solidFill>
                <a:schemeClr val="accent1"/>
              </a:solidFill>
              <a:latin typeface="Didact Gothic"/>
              <a:ea typeface="Didact Gothic"/>
              <a:cs typeface="Didact Gothic"/>
              <a:sym typeface="Didact Gothic"/>
            </a:endParaRPr>
          </a:p>
        </p:txBody>
      </p:sp>
      <p:cxnSp>
        <p:nvCxnSpPr>
          <p:cNvPr id="1071" name="Google Shape;1071;p127"/>
          <p:cNvCxnSpPr/>
          <p:nvPr/>
        </p:nvCxnSpPr>
        <p:spPr>
          <a:xfrm>
            <a:off x="574375" y="3387900"/>
            <a:ext cx="12138300" cy="0"/>
          </a:xfrm>
          <a:prstGeom prst="straightConnector1">
            <a:avLst/>
          </a:prstGeom>
          <a:noFill/>
          <a:ln w="28575" cap="flat" cmpd="sng">
            <a:solidFill>
              <a:schemeClr val="dk2"/>
            </a:solidFill>
            <a:prstDash val="solid"/>
            <a:round/>
            <a:headEnd type="none" w="med" len="med"/>
            <a:tailEnd type="none" w="med" len="med"/>
          </a:ln>
        </p:spPr>
      </p:cxnSp>
      <p:sp>
        <p:nvSpPr>
          <p:cNvPr id="1072" name="Google Shape;1072;p127"/>
          <p:cNvSpPr txBox="1"/>
          <p:nvPr/>
        </p:nvSpPr>
        <p:spPr>
          <a:xfrm>
            <a:off x="802975" y="3768500"/>
            <a:ext cx="36165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F. Léxica:</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Tiempo:</a:t>
            </a:r>
            <a:br>
              <a:rPr lang="es-419" sz="5500" b="1">
                <a:solidFill>
                  <a:schemeClr val="accent1"/>
                </a:solidFill>
                <a:latin typeface="Didact Gothic"/>
                <a:ea typeface="Didact Gothic"/>
                <a:cs typeface="Didact Gothic"/>
                <a:sym typeface="Didact Gothic"/>
              </a:rPr>
            </a:br>
            <a:r>
              <a:rPr lang="es-419" sz="5500" b="1">
                <a:solidFill>
                  <a:schemeClr val="accent1"/>
                </a:solidFill>
                <a:latin typeface="Didact Gothic"/>
                <a:ea typeface="Didact Gothic"/>
                <a:cs typeface="Didact Gothic"/>
                <a:sym typeface="Didact Gothic"/>
              </a:rPr>
              <a:t>Voz:</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Modo:</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Pers / num:</a:t>
            </a:r>
            <a:endParaRPr sz="5500" b="1">
              <a:solidFill>
                <a:schemeClr val="accent1"/>
              </a:solidFill>
              <a:latin typeface="Didact Gothic"/>
              <a:ea typeface="Didact Gothic"/>
              <a:cs typeface="Didact Gothic"/>
              <a:sym typeface="Didact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7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7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7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7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7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1076"/>
        <p:cNvGrpSpPr/>
        <p:nvPr/>
      </p:nvGrpSpPr>
      <p:grpSpPr>
        <a:xfrm>
          <a:off x="0" y="0"/>
          <a:ext cx="0" cy="0"/>
          <a:chOff x="0" y="0"/>
          <a:chExt cx="0" cy="0"/>
        </a:xfrm>
      </p:grpSpPr>
      <p:sp>
        <p:nvSpPr>
          <p:cNvPr id="1077" name="Google Shape;1077;p128"/>
          <p:cNvSpPr/>
          <p:nvPr/>
        </p:nvSpPr>
        <p:spPr>
          <a:xfrm>
            <a:off x="378925" y="3842675"/>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078" name="Google Shape;1078;p128"/>
          <p:cNvSpPr/>
          <p:nvPr/>
        </p:nvSpPr>
        <p:spPr>
          <a:xfrm>
            <a:off x="378925" y="6057217"/>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079" name="Google Shape;1079;p128"/>
          <p:cNvSpPr/>
          <p:nvPr/>
        </p:nvSpPr>
        <p:spPr>
          <a:xfrm>
            <a:off x="378925" y="8291500"/>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080" name="Google Shape;1080;p128"/>
          <p:cNvSpPr txBox="1">
            <a:spLocks noGrp="1"/>
          </p:cNvSpPr>
          <p:nvPr>
            <p:ph type="ctrTitle"/>
          </p:nvPr>
        </p:nvSpPr>
        <p:spPr>
          <a:xfrm>
            <a:off x="378925" y="613375"/>
            <a:ext cx="12947700" cy="29850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0"/>
              </a:spcBef>
              <a:spcAft>
                <a:spcPts val="0"/>
              </a:spcAft>
              <a:buSzPts val="7200"/>
              <a:buNone/>
            </a:pPr>
            <a:r>
              <a:rPr lang="es-419" sz="15600">
                <a:solidFill>
                  <a:srgbClr val="434343"/>
                </a:solidFill>
              </a:rPr>
              <a:t>ἦν</a:t>
            </a:r>
            <a:endParaRPr sz="15600">
              <a:solidFill>
                <a:srgbClr val="434343"/>
              </a:solidFill>
              <a:latin typeface="GFS Neohellenic"/>
              <a:ea typeface="GFS Neohellenic"/>
              <a:cs typeface="GFS Neohellenic"/>
              <a:sym typeface="GFS Neohellenic"/>
            </a:endParaRPr>
          </a:p>
        </p:txBody>
      </p:sp>
      <p:sp>
        <p:nvSpPr>
          <p:cNvPr id="1081" name="Google Shape;1081;p128"/>
          <p:cNvSpPr txBox="1"/>
          <p:nvPr/>
        </p:nvSpPr>
        <p:spPr>
          <a:xfrm>
            <a:off x="4689175" y="3768500"/>
            <a:ext cx="46998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εἰμί</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Imperfecto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Activa</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Indicativo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3 singular</a:t>
            </a:r>
            <a:endParaRPr sz="5500">
              <a:solidFill>
                <a:schemeClr val="accent1"/>
              </a:solidFill>
              <a:latin typeface="Didact Gothic"/>
              <a:ea typeface="Didact Gothic"/>
              <a:cs typeface="Didact Gothic"/>
              <a:sym typeface="Didact Gothic"/>
            </a:endParaRPr>
          </a:p>
        </p:txBody>
      </p:sp>
      <p:cxnSp>
        <p:nvCxnSpPr>
          <p:cNvPr id="1082" name="Google Shape;1082;p128"/>
          <p:cNvCxnSpPr/>
          <p:nvPr/>
        </p:nvCxnSpPr>
        <p:spPr>
          <a:xfrm>
            <a:off x="574375" y="3387900"/>
            <a:ext cx="12138300" cy="0"/>
          </a:xfrm>
          <a:prstGeom prst="straightConnector1">
            <a:avLst/>
          </a:prstGeom>
          <a:noFill/>
          <a:ln w="28575" cap="flat" cmpd="sng">
            <a:solidFill>
              <a:schemeClr val="dk2"/>
            </a:solidFill>
            <a:prstDash val="solid"/>
            <a:round/>
            <a:headEnd type="none" w="med" len="med"/>
            <a:tailEnd type="none" w="med" len="med"/>
          </a:ln>
        </p:spPr>
      </p:cxnSp>
      <p:sp>
        <p:nvSpPr>
          <p:cNvPr id="1083" name="Google Shape;1083;p128"/>
          <p:cNvSpPr txBox="1"/>
          <p:nvPr/>
        </p:nvSpPr>
        <p:spPr>
          <a:xfrm>
            <a:off x="802975" y="3768500"/>
            <a:ext cx="36165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F. Léxica:</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Tiempo:</a:t>
            </a:r>
            <a:br>
              <a:rPr lang="es-419" sz="5500" b="1">
                <a:solidFill>
                  <a:schemeClr val="accent1"/>
                </a:solidFill>
                <a:latin typeface="Didact Gothic"/>
                <a:ea typeface="Didact Gothic"/>
                <a:cs typeface="Didact Gothic"/>
                <a:sym typeface="Didact Gothic"/>
              </a:rPr>
            </a:br>
            <a:r>
              <a:rPr lang="es-419" sz="5500" b="1">
                <a:solidFill>
                  <a:schemeClr val="accent1"/>
                </a:solidFill>
                <a:latin typeface="Didact Gothic"/>
                <a:ea typeface="Didact Gothic"/>
                <a:cs typeface="Didact Gothic"/>
                <a:sym typeface="Didact Gothic"/>
              </a:rPr>
              <a:t>Voz:</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Modo:</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Pers / num:</a:t>
            </a:r>
            <a:endParaRPr sz="5500" b="1">
              <a:solidFill>
                <a:schemeClr val="accent1"/>
              </a:solidFill>
              <a:latin typeface="Didact Gothic"/>
              <a:ea typeface="Didact Gothic"/>
              <a:cs typeface="Didact Gothic"/>
              <a:sym typeface="Didact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8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8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8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8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8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1087"/>
        <p:cNvGrpSpPr/>
        <p:nvPr/>
      </p:nvGrpSpPr>
      <p:grpSpPr>
        <a:xfrm>
          <a:off x="0" y="0"/>
          <a:ext cx="0" cy="0"/>
          <a:chOff x="0" y="0"/>
          <a:chExt cx="0" cy="0"/>
        </a:xfrm>
      </p:grpSpPr>
      <p:sp>
        <p:nvSpPr>
          <p:cNvPr id="1088" name="Google Shape;1088;p129"/>
          <p:cNvSpPr txBox="1">
            <a:spLocks noGrp="1"/>
          </p:cNvSpPr>
          <p:nvPr>
            <p:ph type="ctrTitle"/>
          </p:nvPr>
        </p:nvSpPr>
        <p:spPr>
          <a:xfrm>
            <a:off x="378925" y="918175"/>
            <a:ext cx="17154000" cy="6641700"/>
          </a:xfrm>
          <a:prstGeom prst="rect">
            <a:avLst/>
          </a:prstGeom>
          <a:noFill/>
          <a:ln>
            <a:noFill/>
          </a:ln>
        </p:spPr>
        <p:txBody>
          <a:bodyPr spcFirstLastPara="1" wrap="square" lIns="156175" tIns="156175" rIns="156175" bIns="156175" anchor="t" anchorCtr="0">
            <a:noAutofit/>
          </a:bodyPr>
          <a:lstStyle/>
          <a:p>
            <a:pPr marL="0" lvl="0" indent="0" algn="l" rtl="0">
              <a:lnSpc>
                <a:spcPct val="150000"/>
              </a:lnSpc>
              <a:spcBef>
                <a:spcPts val="1200"/>
              </a:spcBef>
              <a:spcAft>
                <a:spcPts val="0"/>
              </a:spcAft>
              <a:buNone/>
            </a:pPr>
            <a:r>
              <a:rPr lang="es-419" sz="6800">
                <a:solidFill>
                  <a:srgbClr val="434343"/>
                </a:solidFill>
              </a:rPr>
              <a:t>καὶ οὐδεὶς ἀναβέβηκεν εἰς </a:t>
            </a:r>
            <a:br>
              <a:rPr lang="es-419" sz="6800">
                <a:solidFill>
                  <a:srgbClr val="434343"/>
                </a:solidFill>
              </a:rPr>
            </a:br>
            <a:r>
              <a:rPr lang="es-419" sz="6800">
                <a:solidFill>
                  <a:srgbClr val="434343"/>
                </a:solidFill>
              </a:rPr>
              <a:t>τὸν οὐρανὸν εἰ μὴ ὁ ἐκ τοῦ </a:t>
            </a:r>
            <a:br>
              <a:rPr lang="es-419" sz="6800">
                <a:solidFill>
                  <a:srgbClr val="434343"/>
                </a:solidFill>
              </a:rPr>
            </a:br>
            <a:r>
              <a:rPr lang="es-419" sz="6800">
                <a:solidFill>
                  <a:srgbClr val="434343"/>
                </a:solidFill>
              </a:rPr>
              <a:t>οὐρανοῦ καταβάς, ὁ υἱὸς </a:t>
            </a:r>
            <a:br>
              <a:rPr lang="es-419" sz="6800">
                <a:solidFill>
                  <a:srgbClr val="434343"/>
                </a:solidFill>
              </a:rPr>
            </a:br>
            <a:r>
              <a:rPr lang="es-419" sz="6800">
                <a:solidFill>
                  <a:srgbClr val="434343"/>
                </a:solidFill>
              </a:rPr>
              <a:t>τοῦ ἀνθρώπου</a:t>
            </a:r>
            <a:endParaRPr sz="6800">
              <a:solidFill>
                <a:srgbClr val="434343"/>
              </a:solidFill>
            </a:endParaRPr>
          </a:p>
          <a:p>
            <a:pPr marL="0" lvl="0" indent="0" algn="l" rtl="0">
              <a:lnSpc>
                <a:spcPct val="150000"/>
              </a:lnSpc>
              <a:spcBef>
                <a:spcPts val="1200"/>
              </a:spcBef>
              <a:spcAft>
                <a:spcPts val="1200"/>
              </a:spcAft>
              <a:buNone/>
            </a:pPr>
            <a:endParaRPr sz="6800">
              <a:solidFill>
                <a:srgbClr val="434343"/>
              </a:solidFill>
            </a:endParaRPr>
          </a:p>
        </p:txBody>
      </p:sp>
      <p:sp>
        <p:nvSpPr>
          <p:cNvPr id="1089" name="Google Shape;1089;p129"/>
          <p:cNvSpPr txBox="1"/>
          <p:nvPr/>
        </p:nvSpPr>
        <p:spPr>
          <a:xfrm>
            <a:off x="12691225" y="8031575"/>
            <a:ext cx="5333700" cy="1432500"/>
          </a:xfrm>
          <a:prstGeom prst="rect">
            <a:avLst/>
          </a:prstGeom>
          <a:noFill/>
          <a:ln>
            <a:noFill/>
          </a:ln>
        </p:spPr>
        <p:txBody>
          <a:bodyPr spcFirstLastPara="1" wrap="square" lIns="156175" tIns="156175" rIns="156175" bIns="156175" anchor="t" anchorCtr="0">
            <a:noAutofit/>
          </a:bodyPr>
          <a:lstStyle/>
          <a:p>
            <a:pPr marL="0" lvl="0" indent="0" algn="r" rtl="0">
              <a:lnSpc>
                <a:spcPct val="115000"/>
              </a:lnSpc>
              <a:spcBef>
                <a:spcPts val="0"/>
              </a:spcBef>
              <a:spcAft>
                <a:spcPts val="0"/>
              </a:spcAft>
              <a:buNone/>
            </a:pPr>
            <a:r>
              <a:rPr lang="es-419" sz="7000">
                <a:solidFill>
                  <a:srgbClr val="434343"/>
                </a:solidFill>
                <a:latin typeface="Bebas Neue"/>
                <a:ea typeface="Bebas Neue"/>
                <a:cs typeface="Bebas Neue"/>
                <a:sym typeface="Bebas Neue"/>
              </a:rPr>
              <a:t>JUAn 3:13</a:t>
            </a:r>
            <a:endParaRPr sz="7000">
              <a:solidFill>
                <a:srgbClr val="434343"/>
              </a:solidFill>
              <a:latin typeface="Bebas Neue"/>
              <a:ea typeface="Bebas Neue"/>
              <a:cs typeface="Bebas Neue"/>
              <a:sym typeface="Bebas Neue"/>
            </a:endParaRPr>
          </a:p>
          <a:p>
            <a:pPr marL="0" lvl="0" indent="0" algn="r" rtl="0">
              <a:lnSpc>
                <a:spcPct val="115000"/>
              </a:lnSpc>
              <a:spcBef>
                <a:spcPts val="0"/>
              </a:spcBef>
              <a:spcAft>
                <a:spcPts val="0"/>
              </a:spcAft>
              <a:buNone/>
            </a:pPr>
            <a:endParaRPr sz="7000">
              <a:solidFill>
                <a:srgbClr val="434343"/>
              </a:solidFill>
              <a:latin typeface="Bebas Neue"/>
              <a:ea typeface="Bebas Neue"/>
              <a:cs typeface="Bebas Neue"/>
              <a:sym typeface="Bebas Neue"/>
            </a:endParaRPr>
          </a:p>
          <a:p>
            <a:pPr marL="0" lvl="0" indent="0" algn="r" rtl="0">
              <a:lnSpc>
                <a:spcPct val="115000"/>
              </a:lnSpc>
              <a:spcBef>
                <a:spcPts val="0"/>
              </a:spcBef>
              <a:spcAft>
                <a:spcPts val="0"/>
              </a:spcAft>
              <a:buNone/>
            </a:pPr>
            <a:endParaRPr sz="7000">
              <a:solidFill>
                <a:srgbClr val="434343"/>
              </a:solidFill>
              <a:latin typeface="Bebas Neue"/>
              <a:ea typeface="Bebas Neue"/>
              <a:cs typeface="Bebas Neue"/>
              <a:sym typeface="Bebas Neue"/>
            </a:endParaRPr>
          </a:p>
          <a:p>
            <a:pPr marL="0" lvl="0" indent="0" algn="r" rtl="0">
              <a:lnSpc>
                <a:spcPct val="115000"/>
              </a:lnSpc>
              <a:spcBef>
                <a:spcPts val="0"/>
              </a:spcBef>
              <a:spcAft>
                <a:spcPts val="0"/>
              </a:spcAft>
              <a:buNone/>
            </a:pPr>
            <a:endParaRPr sz="7000">
              <a:solidFill>
                <a:srgbClr val="434343"/>
              </a:solidFill>
              <a:latin typeface="Bebas Neue"/>
              <a:ea typeface="Bebas Neue"/>
              <a:cs typeface="Bebas Neue"/>
              <a:sym typeface="Bebas Neue"/>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1093"/>
        <p:cNvGrpSpPr/>
        <p:nvPr/>
      </p:nvGrpSpPr>
      <p:grpSpPr>
        <a:xfrm>
          <a:off x="0" y="0"/>
          <a:ext cx="0" cy="0"/>
          <a:chOff x="0" y="0"/>
          <a:chExt cx="0" cy="0"/>
        </a:xfrm>
      </p:grpSpPr>
      <p:sp>
        <p:nvSpPr>
          <p:cNvPr id="1094" name="Google Shape;1094;p130"/>
          <p:cNvSpPr/>
          <p:nvPr/>
        </p:nvSpPr>
        <p:spPr>
          <a:xfrm>
            <a:off x="378925" y="3842675"/>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095" name="Google Shape;1095;p130"/>
          <p:cNvSpPr/>
          <p:nvPr/>
        </p:nvSpPr>
        <p:spPr>
          <a:xfrm>
            <a:off x="378925" y="6057217"/>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096" name="Google Shape;1096;p130"/>
          <p:cNvSpPr/>
          <p:nvPr/>
        </p:nvSpPr>
        <p:spPr>
          <a:xfrm>
            <a:off x="378925" y="8291500"/>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097" name="Google Shape;1097;p130"/>
          <p:cNvSpPr txBox="1">
            <a:spLocks noGrp="1"/>
          </p:cNvSpPr>
          <p:nvPr>
            <p:ph type="ctrTitle"/>
          </p:nvPr>
        </p:nvSpPr>
        <p:spPr>
          <a:xfrm>
            <a:off x="378925" y="613375"/>
            <a:ext cx="12947700" cy="29850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0"/>
              </a:spcBef>
              <a:spcAft>
                <a:spcPts val="0"/>
              </a:spcAft>
              <a:buSzPts val="7200"/>
              <a:buNone/>
            </a:pPr>
            <a:r>
              <a:rPr lang="es-419" sz="15600">
                <a:solidFill>
                  <a:srgbClr val="434343"/>
                </a:solidFill>
              </a:rPr>
              <a:t>ἀναβέβηκεν</a:t>
            </a:r>
            <a:endParaRPr sz="15600">
              <a:solidFill>
                <a:srgbClr val="434343"/>
              </a:solidFill>
            </a:endParaRPr>
          </a:p>
          <a:p>
            <a:pPr marL="0" lvl="0" indent="0" algn="l" rtl="0">
              <a:lnSpc>
                <a:spcPct val="115000"/>
              </a:lnSpc>
              <a:spcBef>
                <a:spcPts val="0"/>
              </a:spcBef>
              <a:spcAft>
                <a:spcPts val="0"/>
              </a:spcAft>
              <a:buSzPts val="7200"/>
              <a:buNone/>
            </a:pPr>
            <a:endParaRPr sz="15600">
              <a:solidFill>
                <a:srgbClr val="434343"/>
              </a:solidFill>
            </a:endParaRPr>
          </a:p>
          <a:p>
            <a:pPr marL="0" lvl="0" indent="0" algn="l" rtl="0">
              <a:lnSpc>
                <a:spcPct val="115000"/>
              </a:lnSpc>
              <a:spcBef>
                <a:spcPts val="0"/>
              </a:spcBef>
              <a:spcAft>
                <a:spcPts val="0"/>
              </a:spcAft>
              <a:buSzPts val="7200"/>
              <a:buNone/>
            </a:pPr>
            <a:endParaRPr sz="15600">
              <a:solidFill>
                <a:srgbClr val="434343"/>
              </a:solidFill>
            </a:endParaRPr>
          </a:p>
        </p:txBody>
      </p:sp>
      <p:sp>
        <p:nvSpPr>
          <p:cNvPr id="1098" name="Google Shape;1098;p130"/>
          <p:cNvSpPr txBox="1"/>
          <p:nvPr/>
        </p:nvSpPr>
        <p:spPr>
          <a:xfrm>
            <a:off x="4689175" y="3768500"/>
            <a:ext cx="46998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ἀναβαίνω</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Perfecto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Activa</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Indicativo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3a Singular</a:t>
            </a:r>
            <a:endParaRPr sz="5500">
              <a:solidFill>
                <a:schemeClr val="accent1"/>
              </a:solidFill>
              <a:latin typeface="Didact Gothic"/>
              <a:ea typeface="Didact Gothic"/>
              <a:cs typeface="Didact Gothic"/>
              <a:sym typeface="Didact Gothic"/>
            </a:endParaRPr>
          </a:p>
        </p:txBody>
      </p:sp>
      <p:cxnSp>
        <p:nvCxnSpPr>
          <p:cNvPr id="1099" name="Google Shape;1099;p130"/>
          <p:cNvCxnSpPr/>
          <p:nvPr/>
        </p:nvCxnSpPr>
        <p:spPr>
          <a:xfrm>
            <a:off x="574375" y="3387900"/>
            <a:ext cx="12138300" cy="0"/>
          </a:xfrm>
          <a:prstGeom prst="straightConnector1">
            <a:avLst/>
          </a:prstGeom>
          <a:noFill/>
          <a:ln w="28575" cap="flat" cmpd="sng">
            <a:solidFill>
              <a:schemeClr val="dk2"/>
            </a:solidFill>
            <a:prstDash val="solid"/>
            <a:round/>
            <a:headEnd type="none" w="med" len="med"/>
            <a:tailEnd type="none" w="med" len="med"/>
          </a:ln>
        </p:spPr>
      </p:cxnSp>
      <p:sp>
        <p:nvSpPr>
          <p:cNvPr id="1100" name="Google Shape;1100;p130"/>
          <p:cNvSpPr txBox="1"/>
          <p:nvPr/>
        </p:nvSpPr>
        <p:spPr>
          <a:xfrm>
            <a:off x="802975" y="3768500"/>
            <a:ext cx="36165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F. Léxica:</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Tiempo:</a:t>
            </a:r>
            <a:br>
              <a:rPr lang="es-419" sz="5500" b="1">
                <a:solidFill>
                  <a:schemeClr val="accent1"/>
                </a:solidFill>
                <a:latin typeface="Didact Gothic"/>
                <a:ea typeface="Didact Gothic"/>
                <a:cs typeface="Didact Gothic"/>
                <a:sym typeface="Didact Gothic"/>
              </a:rPr>
            </a:br>
            <a:r>
              <a:rPr lang="es-419" sz="5500" b="1">
                <a:solidFill>
                  <a:schemeClr val="accent1"/>
                </a:solidFill>
                <a:latin typeface="Didact Gothic"/>
                <a:ea typeface="Didact Gothic"/>
                <a:cs typeface="Didact Gothic"/>
                <a:sym typeface="Didact Gothic"/>
              </a:rPr>
              <a:t>Voz:</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Modo:</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Pers / num:</a:t>
            </a:r>
            <a:endParaRPr sz="5500" b="1">
              <a:solidFill>
                <a:schemeClr val="accent1"/>
              </a:solidFill>
              <a:latin typeface="Didact Gothic"/>
              <a:ea typeface="Didact Gothic"/>
              <a:cs typeface="Didact Gothic"/>
              <a:sym typeface="Didact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9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9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9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9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9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1104"/>
        <p:cNvGrpSpPr/>
        <p:nvPr/>
      </p:nvGrpSpPr>
      <p:grpSpPr>
        <a:xfrm>
          <a:off x="0" y="0"/>
          <a:ext cx="0" cy="0"/>
          <a:chOff x="0" y="0"/>
          <a:chExt cx="0" cy="0"/>
        </a:xfrm>
      </p:grpSpPr>
      <p:sp>
        <p:nvSpPr>
          <p:cNvPr id="1105" name="Google Shape;1105;p131"/>
          <p:cNvSpPr txBox="1"/>
          <p:nvPr/>
        </p:nvSpPr>
        <p:spPr>
          <a:xfrm>
            <a:off x="12691225" y="8031575"/>
            <a:ext cx="5333700" cy="1432500"/>
          </a:xfrm>
          <a:prstGeom prst="rect">
            <a:avLst/>
          </a:prstGeom>
          <a:noFill/>
          <a:ln>
            <a:noFill/>
          </a:ln>
        </p:spPr>
        <p:txBody>
          <a:bodyPr spcFirstLastPara="1" wrap="square" lIns="156175" tIns="156175" rIns="156175" bIns="156175" anchor="t" anchorCtr="0">
            <a:noAutofit/>
          </a:bodyPr>
          <a:lstStyle/>
          <a:p>
            <a:pPr marL="0" lvl="0" indent="0" algn="r" rtl="0">
              <a:lnSpc>
                <a:spcPct val="115000"/>
              </a:lnSpc>
              <a:spcBef>
                <a:spcPts val="0"/>
              </a:spcBef>
              <a:spcAft>
                <a:spcPts val="0"/>
              </a:spcAft>
              <a:buNone/>
            </a:pPr>
            <a:r>
              <a:rPr lang="es-419" sz="7000">
                <a:solidFill>
                  <a:srgbClr val="434343"/>
                </a:solidFill>
                <a:latin typeface="Bebas Neue"/>
                <a:ea typeface="Bebas Neue"/>
                <a:cs typeface="Bebas Neue"/>
                <a:sym typeface="Bebas Neue"/>
              </a:rPr>
              <a:t>Jn 5:42–43</a:t>
            </a:r>
            <a:endParaRPr sz="7000">
              <a:solidFill>
                <a:srgbClr val="434343"/>
              </a:solidFill>
              <a:latin typeface="Bebas Neue"/>
              <a:ea typeface="Bebas Neue"/>
              <a:cs typeface="Bebas Neue"/>
              <a:sym typeface="Bebas Neue"/>
            </a:endParaRPr>
          </a:p>
          <a:p>
            <a:pPr marL="0" lvl="0" indent="0" algn="r" rtl="0">
              <a:lnSpc>
                <a:spcPct val="115000"/>
              </a:lnSpc>
              <a:spcBef>
                <a:spcPts val="0"/>
              </a:spcBef>
              <a:spcAft>
                <a:spcPts val="0"/>
              </a:spcAft>
              <a:buNone/>
            </a:pPr>
            <a:endParaRPr sz="7000">
              <a:solidFill>
                <a:srgbClr val="434343"/>
              </a:solidFill>
              <a:latin typeface="Bebas Neue"/>
              <a:ea typeface="Bebas Neue"/>
              <a:cs typeface="Bebas Neue"/>
              <a:sym typeface="Bebas Neue"/>
            </a:endParaRPr>
          </a:p>
          <a:p>
            <a:pPr marL="0" lvl="0" indent="0" algn="r" rtl="0">
              <a:lnSpc>
                <a:spcPct val="115000"/>
              </a:lnSpc>
              <a:spcBef>
                <a:spcPts val="0"/>
              </a:spcBef>
              <a:spcAft>
                <a:spcPts val="0"/>
              </a:spcAft>
              <a:buNone/>
            </a:pPr>
            <a:endParaRPr sz="7000">
              <a:solidFill>
                <a:srgbClr val="434343"/>
              </a:solidFill>
              <a:latin typeface="Bebas Neue"/>
              <a:ea typeface="Bebas Neue"/>
              <a:cs typeface="Bebas Neue"/>
              <a:sym typeface="Bebas Neue"/>
            </a:endParaRPr>
          </a:p>
          <a:p>
            <a:pPr marL="0" lvl="0" indent="0" algn="r" rtl="0">
              <a:lnSpc>
                <a:spcPct val="115000"/>
              </a:lnSpc>
              <a:spcBef>
                <a:spcPts val="0"/>
              </a:spcBef>
              <a:spcAft>
                <a:spcPts val="0"/>
              </a:spcAft>
              <a:buNone/>
            </a:pPr>
            <a:endParaRPr sz="7000">
              <a:solidFill>
                <a:srgbClr val="434343"/>
              </a:solidFill>
              <a:latin typeface="Bebas Neue"/>
              <a:ea typeface="Bebas Neue"/>
              <a:cs typeface="Bebas Neue"/>
              <a:sym typeface="Bebas Neue"/>
            </a:endParaRPr>
          </a:p>
        </p:txBody>
      </p:sp>
      <p:sp>
        <p:nvSpPr>
          <p:cNvPr id="1106" name="Google Shape;1106;p131"/>
          <p:cNvSpPr txBox="1">
            <a:spLocks noGrp="1"/>
          </p:cNvSpPr>
          <p:nvPr>
            <p:ph type="ctrTitle"/>
          </p:nvPr>
        </p:nvSpPr>
        <p:spPr>
          <a:xfrm>
            <a:off x="378925" y="918175"/>
            <a:ext cx="17154000" cy="6641700"/>
          </a:xfrm>
          <a:prstGeom prst="rect">
            <a:avLst/>
          </a:prstGeom>
          <a:noFill/>
          <a:ln>
            <a:noFill/>
          </a:ln>
        </p:spPr>
        <p:txBody>
          <a:bodyPr spcFirstLastPara="1" wrap="square" lIns="156175" tIns="156175" rIns="156175" bIns="156175" anchor="t" anchorCtr="0">
            <a:noAutofit/>
          </a:bodyPr>
          <a:lstStyle/>
          <a:p>
            <a:pPr marL="0" lvl="0" indent="0" algn="l" rtl="0">
              <a:lnSpc>
                <a:spcPct val="150000"/>
              </a:lnSpc>
              <a:spcBef>
                <a:spcPts val="1200"/>
              </a:spcBef>
              <a:spcAft>
                <a:spcPts val="0"/>
              </a:spcAft>
              <a:buNone/>
            </a:pPr>
            <a:r>
              <a:rPr lang="es-419" sz="5600">
                <a:solidFill>
                  <a:srgbClr val="434343"/>
                </a:solidFill>
              </a:rPr>
              <a:t>ἀλλʼ ἔγνωκα ὑμᾶς ὅτι τὴν ἀγάπην </a:t>
            </a:r>
            <a:br>
              <a:rPr lang="es-419" sz="5600">
                <a:solidFill>
                  <a:srgbClr val="434343"/>
                </a:solidFill>
              </a:rPr>
            </a:br>
            <a:r>
              <a:rPr lang="es-419" sz="5600">
                <a:solidFill>
                  <a:srgbClr val="434343"/>
                </a:solidFill>
              </a:rPr>
              <a:t>τοῦ θεοῦ οὐκ ἔχετε ἐν ἑαυτοῖς. </a:t>
            </a:r>
            <a:br>
              <a:rPr lang="es-419" sz="5600">
                <a:solidFill>
                  <a:srgbClr val="434343"/>
                </a:solidFill>
              </a:rPr>
            </a:br>
            <a:r>
              <a:rPr lang="es-419" sz="5600">
                <a:solidFill>
                  <a:srgbClr val="434343"/>
                </a:solidFill>
              </a:rPr>
              <a:t>ἐγὼ ἐλήλυθα ἐν τῷ ὀνόματι τοῦ </a:t>
            </a:r>
            <a:br>
              <a:rPr lang="es-419" sz="5600">
                <a:solidFill>
                  <a:srgbClr val="434343"/>
                </a:solidFill>
              </a:rPr>
            </a:br>
            <a:r>
              <a:rPr lang="es-419" sz="5600">
                <a:solidFill>
                  <a:srgbClr val="434343"/>
                </a:solidFill>
              </a:rPr>
              <a:t>πατρός μου, καὶ οὐ λαμβάνετέ με· </a:t>
            </a:r>
            <a:br>
              <a:rPr lang="es-419" sz="5600">
                <a:solidFill>
                  <a:srgbClr val="434343"/>
                </a:solidFill>
              </a:rPr>
            </a:br>
            <a:r>
              <a:rPr lang="es-419" sz="5600">
                <a:solidFill>
                  <a:srgbClr val="434343"/>
                </a:solidFill>
              </a:rPr>
              <a:t>ἐὰν ἄλλος ἔλθῃ ἐν τῷ ὀνόματι τῷ ἰδίῳ, ἐκεῖνον λήμψεσθε</a:t>
            </a:r>
            <a:endParaRPr sz="5600">
              <a:solidFill>
                <a:srgbClr val="434343"/>
              </a:solidFill>
            </a:endParaRPr>
          </a:p>
          <a:p>
            <a:pPr marL="0" lvl="0" indent="0" algn="l" rtl="0">
              <a:lnSpc>
                <a:spcPct val="150000"/>
              </a:lnSpc>
              <a:spcBef>
                <a:spcPts val="1200"/>
              </a:spcBef>
              <a:spcAft>
                <a:spcPts val="1200"/>
              </a:spcAft>
              <a:buNone/>
            </a:pPr>
            <a:endParaRPr sz="5600">
              <a:solidFill>
                <a:srgbClr val="434343"/>
              </a:solidFill>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Shape 1110"/>
        <p:cNvGrpSpPr/>
        <p:nvPr/>
      </p:nvGrpSpPr>
      <p:grpSpPr>
        <a:xfrm>
          <a:off x="0" y="0"/>
          <a:ext cx="0" cy="0"/>
          <a:chOff x="0" y="0"/>
          <a:chExt cx="0" cy="0"/>
        </a:xfrm>
      </p:grpSpPr>
      <p:sp>
        <p:nvSpPr>
          <p:cNvPr id="1111" name="Google Shape;1111;p132"/>
          <p:cNvSpPr/>
          <p:nvPr/>
        </p:nvSpPr>
        <p:spPr>
          <a:xfrm>
            <a:off x="378925" y="3842675"/>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12" name="Google Shape;1112;p132"/>
          <p:cNvSpPr/>
          <p:nvPr/>
        </p:nvSpPr>
        <p:spPr>
          <a:xfrm>
            <a:off x="378925" y="6057217"/>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13" name="Google Shape;1113;p132"/>
          <p:cNvSpPr/>
          <p:nvPr/>
        </p:nvSpPr>
        <p:spPr>
          <a:xfrm>
            <a:off x="378925" y="8291500"/>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14" name="Google Shape;1114;p132"/>
          <p:cNvSpPr txBox="1">
            <a:spLocks noGrp="1"/>
          </p:cNvSpPr>
          <p:nvPr>
            <p:ph type="ctrTitle"/>
          </p:nvPr>
        </p:nvSpPr>
        <p:spPr>
          <a:xfrm>
            <a:off x="378925" y="613375"/>
            <a:ext cx="12947700" cy="29850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0"/>
              </a:spcBef>
              <a:spcAft>
                <a:spcPts val="0"/>
              </a:spcAft>
              <a:buSzPts val="7200"/>
              <a:buNone/>
            </a:pPr>
            <a:r>
              <a:rPr lang="es-419" sz="15600">
                <a:solidFill>
                  <a:srgbClr val="434343"/>
                </a:solidFill>
              </a:rPr>
              <a:t>ἔγνωκα</a:t>
            </a:r>
            <a:endParaRPr sz="15600">
              <a:solidFill>
                <a:srgbClr val="434343"/>
              </a:solidFill>
              <a:latin typeface="GFS Neohellenic"/>
              <a:ea typeface="GFS Neohellenic"/>
              <a:cs typeface="GFS Neohellenic"/>
              <a:sym typeface="GFS Neohellenic"/>
            </a:endParaRPr>
          </a:p>
        </p:txBody>
      </p:sp>
      <p:sp>
        <p:nvSpPr>
          <p:cNvPr id="1115" name="Google Shape;1115;p132"/>
          <p:cNvSpPr txBox="1"/>
          <p:nvPr/>
        </p:nvSpPr>
        <p:spPr>
          <a:xfrm>
            <a:off x="4689175" y="3768500"/>
            <a:ext cx="46998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γινώσκω</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Perfecto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Activa</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Indicativo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1a Singular</a:t>
            </a:r>
            <a:endParaRPr sz="5500">
              <a:solidFill>
                <a:schemeClr val="accent1"/>
              </a:solidFill>
              <a:latin typeface="Didact Gothic"/>
              <a:ea typeface="Didact Gothic"/>
              <a:cs typeface="Didact Gothic"/>
              <a:sym typeface="Didact Gothic"/>
            </a:endParaRPr>
          </a:p>
        </p:txBody>
      </p:sp>
      <p:cxnSp>
        <p:nvCxnSpPr>
          <p:cNvPr id="1116" name="Google Shape;1116;p132"/>
          <p:cNvCxnSpPr/>
          <p:nvPr/>
        </p:nvCxnSpPr>
        <p:spPr>
          <a:xfrm>
            <a:off x="574375" y="3387900"/>
            <a:ext cx="12138300" cy="0"/>
          </a:xfrm>
          <a:prstGeom prst="straightConnector1">
            <a:avLst/>
          </a:prstGeom>
          <a:noFill/>
          <a:ln w="28575" cap="flat" cmpd="sng">
            <a:solidFill>
              <a:schemeClr val="dk2"/>
            </a:solidFill>
            <a:prstDash val="solid"/>
            <a:round/>
            <a:headEnd type="none" w="med" len="med"/>
            <a:tailEnd type="none" w="med" len="med"/>
          </a:ln>
        </p:spPr>
      </p:cxnSp>
      <p:sp>
        <p:nvSpPr>
          <p:cNvPr id="1117" name="Google Shape;1117;p132"/>
          <p:cNvSpPr txBox="1"/>
          <p:nvPr/>
        </p:nvSpPr>
        <p:spPr>
          <a:xfrm>
            <a:off x="802975" y="3768500"/>
            <a:ext cx="36165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F. Léxica:</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Tiempo:</a:t>
            </a:r>
            <a:br>
              <a:rPr lang="es-419" sz="5500" b="1">
                <a:solidFill>
                  <a:schemeClr val="accent1"/>
                </a:solidFill>
                <a:latin typeface="Didact Gothic"/>
                <a:ea typeface="Didact Gothic"/>
                <a:cs typeface="Didact Gothic"/>
                <a:sym typeface="Didact Gothic"/>
              </a:rPr>
            </a:br>
            <a:r>
              <a:rPr lang="es-419" sz="5500" b="1">
                <a:solidFill>
                  <a:schemeClr val="accent1"/>
                </a:solidFill>
                <a:latin typeface="Didact Gothic"/>
                <a:ea typeface="Didact Gothic"/>
                <a:cs typeface="Didact Gothic"/>
                <a:sym typeface="Didact Gothic"/>
              </a:rPr>
              <a:t>Voz:</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Modo:</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Pers / num:</a:t>
            </a:r>
            <a:endParaRPr sz="5500" b="1">
              <a:solidFill>
                <a:schemeClr val="accent1"/>
              </a:solidFill>
              <a:latin typeface="Didact Gothic"/>
              <a:ea typeface="Didact Gothic"/>
              <a:cs typeface="Didact Gothic"/>
              <a:sym typeface="Didact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1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1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1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1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Shape 1121"/>
        <p:cNvGrpSpPr/>
        <p:nvPr/>
      </p:nvGrpSpPr>
      <p:grpSpPr>
        <a:xfrm>
          <a:off x="0" y="0"/>
          <a:ext cx="0" cy="0"/>
          <a:chOff x="0" y="0"/>
          <a:chExt cx="0" cy="0"/>
        </a:xfrm>
      </p:grpSpPr>
      <p:sp>
        <p:nvSpPr>
          <p:cNvPr id="1122" name="Google Shape;1122;p133"/>
          <p:cNvSpPr/>
          <p:nvPr/>
        </p:nvSpPr>
        <p:spPr>
          <a:xfrm>
            <a:off x="378925" y="3842675"/>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23" name="Google Shape;1123;p133"/>
          <p:cNvSpPr/>
          <p:nvPr/>
        </p:nvSpPr>
        <p:spPr>
          <a:xfrm>
            <a:off x="378925" y="6057217"/>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24" name="Google Shape;1124;p133"/>
          <p:cNvSpPr/>
          <p:nvPr/>
        </p:nvSpPr>
        <p:spPr>
          <a:xfrm>
            <a:off x="378925" y="8291500"/>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25" name="Google Shape;1125;p133"/>
          <p:cNvSpPr txBox="1">
            <a:spLocks noGrp="1"/>
          </p:cNvSpPr>
          <p:nvPr>
            <p:ph type="ctrTitle"/>
          </p:nvPr>
        </p:nvSpPr>
        <p:spPr>
          <a:xfrm>
            <a:off x="378925" y="613375"/>
            <a:ext cx="12947700" cy="29850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0"/>
              </a:spcBef>
              <a:spcAft>
                <a:spcPts val="0"/>
              </a:spcAft>
              <a:buSzPts val="7200"/>
              <a:buNone/>
            </a:pPr>
            <a:r>
              <a:rPr lang="es-419" sz="15600">
                <a:solidFill>
                  <a:srgbClr val="434343"/>
                </a:solidFill>
              </a:rPr>
              <a:t>ἔχετε</a:t>
            </a:r>
            <a:endParaRPr sz="15600">
              <a:solidFill>
                <a:srgbClr val="434343"/>
              </a:solidFill>
              <a:latin typeface="GFS Neohellenic"/>
              <a:ea typeface="GFS Neohellenic"/>
              <a:cs typeface="GFS Neohellenic"/>
              <a:sym typeface="GFS Neohellenic"/>
            </a:endParaRPr>
          </a:p>
        </p:txBody>
      </p:sp>
      <p:sp>
        <p:nvSpPr>
          <p:cNvPr id="1126" name="Google Shape;1126;p133"/>
          <p:cNvSpPr txBox="1"/>
          <p:nvPr/>
        </p:nvSpPr>
        <p:spPr>
          <a:xfrm>
            <a:off x="4689175" y="3768500"/>
            <a:ext cx="46998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ἔχω</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Presente</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Activa</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Indicativo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2a Plural</a:t>
            </a:r>
            <a:endParaRPr sz="5500">
              <a:solidFill>
                <a:schemeClr val="accent1"/>
              </a:solidFill>
              <a:latin typeface="Didact Gothic"/>
              <a:ea typeface="Didact Gothic"/>
              <a:cs typeface="Didact Gothic"/>
              <a:sym typeface="Didact Gothic"/>
            </a:endParaRPr>
          </a:p>
        </p:txBody>
      </p:sp>
      <p:cxnSp>
        <p:nvCxnSpPr>
          <p:cNvPr id="1127" name="Google Shape;1127;p133"/>
          <p:cNvCxnSpPr/>
          <p:nvPr/>
        </p:nvCxnSpPr>
        <p:spPr>
          <a:xfrm>
            <a:off x="574375" y="3387900"/>
            <a:ext cx="12138300" cy="0"/>
          </a:xfrm>
          <a:prstGeom prst="straightConnector1">
            <a:avLst/>
          </a:prstGeom>
          <a:noFill/>
          <a:ln w="28575" cap="flat" cmpd="sng">
            <a:solidFill>
              <a:schemeClr val="dk2"/>
            </a:solidFill>
            <a:prstDash val="solid"/>
            <a:round/>
            <a:headEnd type="none" w="med" len="med"/>
            <a:tailEnd type="none" w="med" len="med"/>
          </a:ln>
        </p:spPr>
      </p:cxnSp>
      <p:sp>
        <p:nvSpPr>
          <p:cNvPr id="1128" name="Google Shape;1128;p133"/>
          <p:cNvSpPr txBox="1"/>
          <p:nvPr/>
        </p:nvSpPr>
        <p:spPr>
          <a:xfrm>
            <a:off x="802975" y="3768500"/>
            <a:ext cx="36165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F. Léxica:</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Tiempo:</a:t>
            </a:r>
            <a:br>
              <a:rPr lang="es-419" sz="5500" b="1">
                <a:solidFill>
                  <a:schemeClr val="accent1"/>
                </a:solidFill>
                <a:latin typeface="Didact Gothic"/>
                <a:ea typeface="Didact Gothic"/>
                <a:cs typeface="Didact Gothic"/>
                <a:sym typeface="Didact Gothic"/>
              </a:rPr>
            </a:br>
            <a:r>
              <a:rPr lang="es-419" sz="5500" b="1">
                <a:solidFill>
                  <a:schemeClr val="accent1"/>
                </a:solidFill>
                <a:latin typeface="Didact Gothic"/>
                <a:ea typeface="Didact Gothic"/>
                <a:cs typeface="Didact Gothic"/>
                <a:sym typeface="Didact Gothic"/>
              </a:rPr>
              <a:t>Voz:</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Modo:</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Pers / num:</a:t>
            </a:r>
            <a:endParaRPr sz="5500" b="1">
              <a:solidFill>
                <a:schemeClr val="accent1"/>
              </a:solidFill>
              <a:latin typeface="Didact Gothic"/>
              <a:ea typeface="Didact Gothic"/>
              <a:cs typeface="Didact Gothic"/>
              <a:sym typeface="Didact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2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2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2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2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Shape 1132"/>
        <p:cNvGrpSpPr/>
        <p:nvPr/>
      </p:nvGrpSpPr>
      <p:grpSpPr>
        <a:xfrm>
          <a:off x="0" y="0"/>
          <a:ext cx="0" cy="0"/>
          <a:chOff x="0" y="0"/>
          <a:chExt cx="0" cy="0"/>
        </a:xfrm>
      </p:grpSpPr>
      <p:sp>
        <p:nvSpPr>
          <p:cNvPr id="1133" name="Google Shape;1133;p134"/>
          <p:cNvSpPr/>
          <p:nvPr/>
        </p:nvSpPr>
        <p:spPr>
          <a:xfrm>
            <a:off x="378925" y="3842675"/>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34" name="Google Shape;1134;p134"/>
          <p:cNvSpPr/>
          <p:nvPr/>
        </p:nvSpPr>
        <p:spPr>
          <a:xfrm>
            <a:off x="378925" y="6057217"/>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35" name="Google Shape;1135;p134"/>
          <p:cNvSpPr/>
          <p:nvPr/>
        </p:nvSpPr>
        <p:spPr>
          <a:xfrm>
            <a:off x="378925" y="8291500"/>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36" name="Google Shape;1136;p134"/>
          <p:cNvSpPr txBox="1">
            <a:spLocks noGrp="1"/>
          </p:cNvSpPr>
          <p:nvPr>
            <p:ph type="ctrTitle"/>
          </p:nvPr>
        </p:nvSpPr>
        <p:spPr>
          <a:xfrm>
            <a:off x="378925" y="613375"/>
            <a:ext cx="12947700" cy="29850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0"/>
              </a:spcBef>
              <a:spcAft>
                <a:spcPts val="0"/>
              </a:spcAft>
              <a:buSzPts val="7200"/>
              <a:buNone/>
            </a:pPr>
            <a:r>
              <a:rPr lang="es-419" sz="15600">
                <a:solidFill>
                  <a:srgbClr val="434343"/>
                </a:solidFill>
              </a:rPr>
              <a:t>ἐλήλυθα</a:t>
            </a:r>
            <a:endParaRPr sz="15600">
              <a:solidFill>
                <a:srgbClr val="434343"/>
              </a:solidFill>
              <a:latin typeface="GFS Neohellenic"/>
              <a:ea typeface="GFS Neohellenic"/>
              <a:cs typeface="GFS Neohellenic"/>
              <a:sym typeface="GFS Neohellenic"/>
            </a:endParaRPr>
          </a:p>
        </p:txBody>
      </p:sp>
      <p:sp>
        <p:nvSpPr>
          <p:cNvPr id="1137" name="Google Shape;1137;p134"/>
          <p:cNvSpPr txBox="1"/>
          <p:nvPr/>
        </p:nvSpPr>
        <p:spPr>
          <a:xfrm>
            <a:off x="4689175" y="3768500"/>
            <a:ext cx="46998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ἔρχομαι</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Perfecto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Activa</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Indicativo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1a Singular</a:t>
            </a:r>
            <a:endParaRPr sz="5500">
              <a:solidFill>
                <a:schemeClr val="accent1"/>
              </a:solidFill>
              <a:latin typeface="Didact Gothic"/>
              <a:ea typeface="Didact Gothic"/>
              <a:cs typeface="Didact Gothic"/>
              <a:sym typeface="Didact Gothic"/>
            </a:endParaRPr>
          </a:p>
        </p:txBody>
      </p:sp>
      <p:cxnSp>
        <p:nvCxnSpPr>
          <p:cNvPr id="1138" name="Google Shape;1138;p134"/>
          <p:cNvCxnSpPr/>
          <p:nvPr/>
        </p:nvCxnSpPr>
        <p:spPr>
          <a:xfrm>
            <a:off x="574375" y="3387900"/>
            <a:ext cx="12138300" cy="0"/>
          </a:xfrm>
          <a:prstGeom prst="straightConnector1">
            <a:avLst/>
          </a:prstGeom>
          <a:noFill/>
          <a:ln w="28575" cap="flat" cmpd="sng">
            <a:solidFill>
              <a:schemeClr val="dk2"/>
            </a:solidFill>
            <a:prstDash val="solid"/>
            <a:round/>
            <a:headEnd type="none" w="med" len="med"/>
            <a:tailEnd type="none" w="med" len="med"/>
          </a:ln>
        </p:spPr>
      </p:cxnSp>
      <p:sp>
        <p:nvSpPr>
          <p:cNvPr id="1139" name="Google Shape;1139;p134"/>
          <p:cNvSpPr txBox="1"/>
          <p:nvPr/>
        </p:nvSpPr>
        <p:spPr>
          <a:xfrm>
            <a:off x="802975" y="3768500"/>
            <a:ext cx="36165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F. Léxica:</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Tiempo:</a:t>
            </a:r>
            <a:br>
              <a:rPr lang="es-419" sz="5500" b="1">
                <a:solidFill>
                  <a:schemeClr val="accent1"/>
                </a:solidFill>
                <a:latin typeface="Didact Gothic"/>
                <a:ea typeface="Didact Gothic"/>
                <a:cs typeface="Didact Gothic"/>
                <a:sym typeface="Didact Gothic"/>
              </a:rPr>
            </a:br>
            <a:r>
              <a:rPr lang="es-419" sz="5500" b="1">
                <a:solidFill>
                  <a:schemeClr val="accent1"/>
                </a:solidFill>
                <a:latin typeface="Didact Gothic"/>
                <a:ea typeface="Didact Gothic"/>
                <a:cs typeface="Didact Gothic"/>
                <a:sym typeface="Didact Gothic"/>
              </a:rPr>
              <a:t>Voz:</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Modo:</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Pers / num:</a:t>
            </a:r>
            <a:endParaRPr sz="5500" b="1">
              <a:solidFill>
                <a:schemeClr val="accent1"/>
              </a:solidFill>
              <a:latin typeface="Didact Gothic"/>
              <a:ea typeface="Didact Gothic"/>
              <a:cs typeface="Didact Gothic"/>
              <a:sym typeface="Didact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3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3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3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3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3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Shape 1143"/>
        <p:cNvGrpSpPr/>
        <p:nvPr/>
      </p:nvGrpSpPr>
      <p:grpSpPr>
        <a:xfrm>
          <a:off x="0" y="0"/>
          <a:ext cx="0" cy="0"/>
          <a:chOff x="0" y="0"/>
          <a:chExt cx="0" cy="0"/>
        </a:xfrm>
      </p:grpSpPr>
      <p:sp>
        <p:nvSpPr>
          <p:cNvPr id="1144" name="Google Shape;1144;p135"/>
          <p:cNvSpPr/>
          <p:nvPr/>
        </p:nvSpPr>
        <p:spPr>
          <a:xfrm>
            <a:off x="378925" y="3842675"/>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45" name="Google Shape;1145;p135"/>
          <p:cNvSpPr/>
          <p:nvPr/>
        </p:nvSpPr>
        <p:spPr>
          <a:xfrm>
            <a:off x="378925" y="6057217"/>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46" name="Google Shape;1146;p135"/>
          <p:cNvSpPr/>
          <p:nvPr/>
        </p:nvSpPr>
        <p:spPr>
          <a:xfrm>
            <a:off x="378925" y="8291500"/>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47" name="Google Shape;1147;p135"/>
          <p:cNvSpPr txBox="1">
            <a:spLocks noGrp="1"/>
          </p:cNvSpPr>
          <p:nvPr>
            <p:ph type="ctrTitle"/>
          </p:nvPr>
        </p:nvSpPr>
        <p:spPr>
          <a:xfrm>
            <a:off x="378925" y="613375"/>
            <a:ext cx="12947700" cy="29850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0"/>
              </a:spcBef>
              <a:spcAft>
                <a:spcPts val="0"/>
              </a:spcAft>
              <a:buSzPts val="7200"/>
              <a:buNone/>
            </a:pPr>
            <a:r>
              <a:rPr lang="es-419" sz="15600">
                <a:solidFill>
                  <a:srgbClr val="434343"/>
                </a:solidFill>
              </a:rPr>
              <a:t>λαμβάνετέ</a:t>
            </a:r>
            <a:endParaRPr sz="15600">
              <a:solidFill>
                <a:srgbClr val="434343"/>
              </a:solidFill>
              <a:latin typeface="GFS Neohellenic"/>
              <a:ea typeface="GFS Neohellenic"/>
              <a:cs typeface="GFS Neohellenic"/>
              <a:sym typeface="GFS Neohellenic"/>
            </a:endParaRPr>
          </a:p>
        </p:txBody>
      </p:sp>
      <p:sp>
        <p:nvSpPr>
          <p:cNvPr id="1148" name="Google Shape;1148;p135"/>
          <p:cNvSpPr txBox="1"/>
          <p:nvPr/>
        </p:nvSpPr>
        <p:spPr>
          <a:xfrm>
            <a:off x="4689175" y="3768500"/>
            <a:ext cx="46998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λαμβάνω</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Presente</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Activa</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Imperativo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2a Plural</a:t>
            </a:r>
            <a:endParaRPr sz="5500">
              <a:solidFill>
                <a:schemeClr val="accent1"/>
              </a:solidFill>
              <a:latin typeface="Didact Gothic"/>
              <a:ea typeface="Didact Gothic"/>
              <a:cs typeface="Didact Gothic"/>
              <a:sym typeface="Didact Gothic"/>
            </a:endParaRPr>
          </a:p>
        </p:txBody>
      </p:sp>
      <p:cxnSp>
        <p:nvCxnSpPr>
          <p:cNvPr id="1149" name="Google Shape;1149;p135"/>
          <p:cNvCxnSpPr/>
          <p:nvPr/>
        </p:nvCxnSpPr>
        <p:spPr>
          <a:xfrm>
            <a:off x="574375" y="3387900"/>
            <a:ext cx="12138300" cy="0"/>
          </a:xfrm>
          <a:prstGeom prst="straightConnector1">
            <a:avLst/>
          </a:prstGeom>
          <a:noFill/>
          <a:ln w="28575" cap="flat" cmpd="sng">
            <a:solidFill>
              <a:schemeClr val="dk2"/>
            </a:solidFill>
            <a:prstDash val="solid"/>
            <a:round/>
            <a:headEnd type="none" w="med" len="med"/>
            <a:tailEnd type="none" w="med" len="med"/>
          </a:ln>
        </p:spPr>
      </p:cxnSp>
      <p:sp>
        <p:nvSpPr>
          <p:cNvPr id="1150" name="Google Shape;1150;p135"/>
          <p:cNvSpPr txBox="1"/>
          <p:nvPr/>
        </p:nvSpPr>
        <p:spPr>
          <a:xfrm>
            <a:off x="802975" y="3768500"/>
            <a:ext cx="36165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F. Léxica:</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Tiempo:</a:t>
            </a:r>
            <a:br>
              <a:rPr lang="es-419" sz="5500" b="1">
                <a:solidFill>
                  <a:schemeClr val="accent1"/>
                </a:solidFill>
                <a:latin typeface="Didact Gothic"/>
                <a:ea typeface="Didact Gothic"/>
                <a:cs typeface="Didact Gothic"/>
                <a:sym typeface="Didact Gothic"/>
              </a:rPr>
            </a:br>
            <a:r>
              <a:rPr lang="es-419" sz="5500" b="1">
                <a:solidFill>
                  <a:schemeClr val="accent1"/>
                </a:solidFill>
                <a:latin typeface="Didact Gothic"/>
                <a:ea typeface="Didact Gothic"/>
                <a:cs typeface="Didact Gothic"/>
                <a:sym typeface="Didact Gothic"/>
              </a:rPr>
              <a:t>Voz:</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Modo:</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Pers / num:</a:t>
            </a:r>
            <a:endParaRPr sz="5500" b="1">
              <a:solidFill>
                <a:schemeClr val="accent1"/>
              </a:solidFill>
              <a:latin typeface="Didact Gothic"/>
              <a:ea typeface="Didact Gothic"/>
              <a:cs typeface="Didact Gothic"/>
              <a:sym typeface="Didact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4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4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4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4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4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Shape 1154"/>
        <p:cNvGrpSpPr/>
        <p:nvPr/>
      </p:nvGrpSpPr>
      <p:grpSpPr>
        <a:xfrm>
          <a:off x="0" y="0"/>
          <a:ext cx="0" cy="0"/>
          <a:chOff x="0" y="0"/>
          <a:chExt cx="0" cy="0"/>
        </a:xfrm>
      </p:grpSpPr>
      <p:sp>
        <p:nvSpPr>
          <p:cNvPr id="1155" name="Google Shape;1155;p136"/>
          <p:cNvSpPr/>
          <p:nvPr/>
        </p:nvSpPr>
        <p:spPr>
          <a:xfrm>
            <a:off x="378925" y="3842675"/>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56" name="Google Shape;1156;p136"/>
          <p:cNvSpPr/>
          <p:nvPr/>
        </p:nvSpPr>
        <p:spPr>
          <a:xfrm>
            <a:off x="378925" y="6057217"/>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57" name="Google Shape;1157;p136"/>
          <p:cNvSpPr/>
          <p:nvPr/>
        </p:nvSpPr>
        <p:spPr>
          <a:xfrm>
            <a:off x="378925" y="8291500"/>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58" name="Google Shape;1158;p136"/>
          <p:cNvSpPr txBox="1">
            <a:spLocks noGrp="1"/>
          </p:cNvSpPr>
          <p:nvPr>
            <p:ph type="ctrTitle"/>
          </p:nvPr>
        </p:nvSpPr>
        <p:spPr>
          <a:xfrm>
            <a:off x="378925" y="613375"/>
            <a:ext cx="12947700" cy="29850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0"/>
              </a:spcBef>
              <a:spcAft>
                <a:spcPts val="0"/>
              </a:spcAft>
              <a:buSzPts val="7200"/>
              <a:buNone/>
            </a:pPr>
            <a:r>
              <a:rPr lang="es-419" sz="15600">
                <a:solidFill>
                  <a:srgbClr val="434343"/>
                </a:solidFill>
              </a:rPr>
              <a:t>ἔλθῃ</a:t>
            </a:r>
            <a:endParaRPr sz="15600">
              <a:solidFill>
                <a:srgbClr val="434343"/>
              </a:solidFill>
              <a:latin typeface="GFS Neohellenic"/>
              <a:ea typeface="GFS Neohellenic"/>
              <a:cs typeface="GFS Neohellenic"/>
              <a:sym typeface="GFS Neohellenic"/>
            </a:endParaRPr>
          </a:p>
        </p:txBody>
      </p:sp>
      <p:sp>
        <p:nvSpPr>
          <p:cNvPr id="1159" name="Google Shape;1159;p136"/>
          <p:cNvSpPr txBox="1"/>
          <p:nvPr/>
        </p:nvSpPr>
        <p:spPr>
          <a:xfrm>
            <a:off x="4689175" y="3768500"/>
            <a:ext cx="46998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ἔρχομαι</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Aoristo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Activa</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Subjuntivo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3a Singular</a:t>
            </a:r>
            <a:endParaRPr sz="5500">
              <a:solidFill>
                <a:schemeClr val="accent1"/>
              </a:solidFill>
              <a:latin typeface="Didact Gothic"/>
              <a:ea typeface="Didact Gothic"/>
              <a:cs typeface="Didact Gothic"/>
              <a:sym typeface="Didact Gothic"/>
            </a:endParaRPr>
          </a:p>
        </p:txBody>
      </p:sp>
      <p:cxnSp>
        <p:nvCxnSpPr>
          <p:cNvPr id="1160" name="Google Shape;1160;p136"/>
          <p:cNvCxnSpPr/>
          <p:nvPr/>
        </p:nvCxnSpPr>
        <p:spPr>
          <a:xfrm>
            <a:off x="574375" y="3387900"/>
            <a:ext cx="12138300" cy="0"/>
          </a:xfrm>
          <a:prstGeom prst="straightConnector1">
            <a:avLst/>
          </a:prstGeom>
          <a:noFill/>
          <a:ln w="28575" cap="flat" cmpd="sng">
            <a:solidFill>
              <a:schemeClr val="dk2"/>
            </a:solidFill>
            <a:prstDash val="solid"/>
            <a:round/>
            <a:headEnd type="none" w="med" len="med"/>
            <a:tailEnd type="none" w="med" len="med"/>
          </a:ln>
        </p:spPr>
      </p:cxnSp>
      <p:sp>
        <p:nvSpPr>
          <p:cNvPr id="1161" name="Google Shape;1161;p136"/>
          <p:cNvSpPr txBox="1"/>
          <p:nvPr/>
        </p:nvSpPr>
        <p:spPr>
          <a:xfrm>
            <a:off x="802975" y="3768500"/>
            <a:ext cx="36165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F. Léxica:</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Tiempo:</a:t>
            </a:r>
            <a:br>
              <a:rPr lang="es-419" sz="5500" b="1">
                <a:solidFill>
                  <a:schemeClr val="accent1"/>
                </a:solidFill>
                <a:latin typeface="Didact Gothic"/>
                <a:ea typeface="Didact Gothic"/>
                <a:cs typeface="Didact Gothic"/>
                <a:sym typeface="Didact Gothic"/>
              </a:rPr>
            </a:br>
            <a:r>
              <a:rPr lang="es-419" sz="5500" b="1">
                <a:solidFill>
                  <a:schemeClr val="accent1"/>
                </a:solidFill>
                <a:latin typeface="Didact Gothic"/>
                <a:ea typeface="Didact Gothic"/>
                <a:cs typeface="Didact Gothic"/>
                <a:sym typeface="Didact Gothic"/>
              </a:rPr>
              <a:t>Voz:</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Modo:</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Pers / num:</a:t>
            </a:r>
            <a:endParaRPr sz="5500" b="1">
              <a:solidFill>
                <a:schemeClr val="accent1"/>
              </a:solidFill>
              <a:latin typeface="Didact Gothic"/>
              <a:ea typeface="Didact Gothic"/>
              <a:cs typeface="Didact Gothic"/>
              <a:sym typeface="Didact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5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5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5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5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Shape 1165"/>
        <p:cNvGrpSpPr/>
        <p:nvPr/>
      </p:nvGrpSpPr>
      <p:grpSpPr>
        <a:xfrm>
          <a:off x="0" y="0"/>
          <a:ext cx="0" cy="0"/>
          <a:chOff x="0" y="0"/>
          <a:chExt cx="0" cy="0"/>
        </a:xfrm>
      </p:grpSpPr>
      <p:sp>
        <p:nvSpPr>
          <p:cNvPr id="1166" name="Google Shape;1166;p137"/>
          <p:cNvSpPr txBox="1"/>
          <p:nvPr/>
        </p:nvSpPr>
        <p:spPr>
          <a:xfrm>
            <a:off x="12691225" y="8031575"/>
            <a:ext cx="5333700" cy="1432500"/>
          </a:xfrm>
          <a:prstGeom prst="rect">
            <a:avLst/>
          </a:prstGeom>
          <a:noFill/>
          <a:ln>
            <a:noFill/>
          </a:ln>
        </p:spPr>
        <p:txBody>
          <a:bodyPr spcFirstLastPara="1" wrap="square" lIns="156175" tIns="156175" rIns="156175" bIns="156175" anchor="t" anchorCtr="0">
            <a:noAutofit/>
          </a:bodyPr>
          <a:lstStyle/>
          <a:p>
            <a:pPr marL="0" lvl="0" indent="0" algn="r" rtl="0">
              <a:lnSpc>
                <a:spcPct val="115000"/>
              </a:lnSpc>
              <a:spcBef>
                <a:spcPts val="0"/>
              </a:spcBef>
              <a:spcAft>
                <a:spcPts val="0"/>
              </a:spcAft>
              <a:buNone/>
            </a:pPr>
            <a:r>
              <a:rPr lang="es-419" sz="7000">
                <a:solidFill>
                  <a:srgbClr val="434343"/>
                </a:solidFill>
                <a:latin typeface="Bebas Neue"/>
                <a:ea typeface="Bebas Neue"/>
                <a:cs typeface="Bebas Neue"/>
                <a:sym typeface="Bebas Neue"/>
              </a:rPr>
              <a:t>Juan 6:42–43</a:t>
            </a:r>
            <a:endParaRPr sz="7000">
              <a:solidFill>
                <a:srgbClr val="434343"/>
              </a:solidFill>
              <a:latin typeface="Bebas Neue"/>
              <a:ea typeface="Bebas Neue"/>
              <a:cs typeface="Bebas Neue"/>
              <a:sym typeface="Bebas Neue"/>
            </a:endParaRPr>
          </a:p>
          <a:p>
            <a:pPr marL="0" lvl="0" indent="0" algn="r" rtl="0">
              <a:lnSpc>
                <a:spcPct val="115000"/>
              </a:lnSpc>
              <a:spcBef>
                <a:spcPts val="0"/>
              </a:spcBef>
              <a:spcAft>
                <a:spcPts val="0"/>
              </a:spcAft>
              <a:buNone/>
            </a:pPr>
            <a:endParaRPr sz="7000">
              <a:solidFill>
                <a:srgbClr val="434343"/>
              </a:solidFill>
              <a:latin typeface="Bebas Neue"/>
              <a:ea typeface="Bebas Neue"/>
              <a:cs typeface="Bebas Neue"/>
              <a:sym typeface="Bebas Neue"/>
            </a:endParaRPr>
          </a:p>
        </p:txBody>
      </p:sp>
      <p:sp>
        <p:nvSpPr>
          <p:cNvPr id="1167" name="Google Shape;1167;p137"/>
          <p:cNvSpPr txBox="1">
            <a:spLocks noGrp="1"/>
          </p:cNvSpPr>
          <p:nvPr>
            <p:ph type="ctrTitle"/>
          </p:nvPr>
        </p:nvSpPr>
        <p:spPr>
          <a:xfrm>
            <a:off x="378925" y="918175"/>
            <a:ext cx="17154000" cy="6641700"/>
          </a:xfrm>
          <a:prstGeom prst="rect">
            <a:avLst/>
          </a:prstGeom>
          <a:noFill/>
          <a:ln>
            <a:noFill/>
          </a:ln>
        </p:spPr>
        <p:txBody>
          <a:bodyPr spcFirstLastPara="1" wrap="square" lIns="156175" tIns="156175" rIns="156175" bIns="156175" anchor="t" anchorCtr="0">
            <a:noAutofit/>
          </a:bodyPr>
          <a:lstStyle/>
          <a:p>
            <a:pPr marL="0" lvl="0" indent="0" algn="l" rtl="0">
              <a:lnSpc>
                <a:spcPct val="150000"/>
              </a:lnSpc>
              <a:spcBef>
                <a:spcPts val="1200"/>
              </a:spcBef>
              <a:spcAft>
                <a:spcPts val="1200"/>
              </a:spcAft>
              <a:buNone/>
            </a:pPr>
            <a:r>
              <a:rPr lang="es-419" sz="5300">
                <a:solidFill>
                  <a:srgbClr val="434343"/>
                </a:solidFill>
              </a:rPr>
              <a:t>καὶ ἔλεγον· οὐχ οὗτός ἐστιν Ἰησοῦς </a:t>
            </a:r>
            <a:br>
              <a:rPr lang="es-419" sz="5300">
                <a:solidFill>
                  <a:srgbClr val="434343"/>
                </a:solidFill>
              </a:rPr>
            </a:br>
            <a:r>
              <a:rPr lang="es-419" sz="5300">
                <a:solidFill>
                  <a:srgbClr val="434343"/>
                </a:solidFill>
              </a:rPr>
              <a:t>ὁ υἱὸς Ἰωσήφ, οὗ ἡμεῖς οἴδαμεν τὸν </a:t>
            </a:r>
            <a:br>
              <a:rPr lang="es-419" sz="5300">
                <a:solidFill>
                  <a:srgbClr val="434343"/>
                </a:solidFill>
              </a:rPr>
            </a:br>
            <a:r>
              <a:rPr lang="es-419" sz="5300">
                <a:solidFill>
                  <a:srgbClr val="434343"/>
                </a:solidFill>
              </a:rPr>
              <a:t>πατέρα καὶ τὴν μητέρα; πῶς νῦν </a:t>
            </a:r>
            <a:br>
              <a:rPr lang="es-419" sz="5300">
                <a:solidFill>
                  <a:srgbClr val="434343"/>
                </a:solidFill>
              </a:rPr>
            </a:br>
            <a:r>
              <a:rPr lang="es-419" sz="5300">
                <a:solidFill>
                  <a:srgbClr val="434343"/>
                </a:solidFill>
              </a:rPr>
              <a:t>﻿λέγει ﻿ὅτι ἐκ τοῦ οὐρανοῦ </a:t>
            </a:r>
            <a:br>
              <a:rPr lang="es-419" sz="5300">
                <a:solidFill>
                  <a:srgbClr val="434343"/>
                </a:solidFill>
              </a:rPr>
            </a:br>
            <a:r>
              <a:rPr lang="es-419" sz="5300">
                <a:solidFill>
                  <a:srgbClr val="434343"/>
                </a:solidFill>
              </a:rPr>
              <a:t>καταβέβηκα; ἀπεκρίθη  Ἰησοῦς καὶ εἶπεν </a:t>
            </a:r>
            <a:br>
              <a:rPr lang="es-419" sz="5300">
                <a:solidFill>
                  <a:srgbClr val="434343"/>
                </a:solidFill>
              </a:rPr>
            </a:br>
            <a:r>
              <a:rPr lang="es-419" sz="5300">
                <a:solidFill>
                  <a:srgbClr val="434343"/>
                </a:solidFill>
              </a:rPr>
              <a:t>αὐτοῖς· μὴ γογγύζετε μετʼ ἀλλήλων.</a:t>
            </a:r>
            <a:endParaRPr sz="5300">
              <a:solidFill>
                <a:srgbClr val="434343"/>
              </a:solidFill>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Shape 1171"/>
        <p:cNvGrpSpPr/>
        <p:nvPr/>
      </p:nvGrpSpPr>
      <p:grpSpPr>
        <a:xfrm>
          <a:off x="0" y="0"/>
          <a:ext cx="0" cy="0"/>
          <a:chOff x="0" y="0"/>
          <a:chExt cx="0" cy="0"/>
        </a:xfrm>
      </p:grpSpPr>
      <p:sp>
        <p:nvSpPr>
          <p:cNvPr id="1172" name="Google Shape;1172;p138"/>
          <p:cNvSpPr/>
          <p:nvPr/>
        </p:nvSpPr>
        <p:spPr>
          <a:xfrm>
            <a:off x="378925" y="3842675"/>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73" name="Google Shape;1173;p138"/>
          <p:cNvSpPr/>
          <p:nvPr/>
        </p:nvSpPr>
        <p:spPr>
          <a:xfrm>
            <a:off x="378925" y="6057217"/>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74" name="Google Shape;1174;p138"/>
          <p:cNvSpPr/>
          <p:nvPr/>
        </p:nvSpPr>
        <p:spPr>
          <a:xfrm>
            <a:off x="378925" y="8291500"/>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75" name="Google Shape;1175;p138"/>
          <p:cNvSpPr txBox="1">
            <a:spLocks noGrp="1"/>
          </p:cNvSpPr>
          <p:nvPr>
            <p:ph type="ctrTitle"/>
          </p:nvPr>
        </p:nvSpPr>
        <p:spPr>
          <a:xfrm>
            <a:off x="378925" y="613375"/>
            <a:ext cx="12947700" cy="29850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0"/>
              </a:spcBef>
              <a:spcAft>
                <a:spcPts val="0"/>
              </a:spcAft>
              <a:buSzPts val="7200"/>
              <a:buNone/>
            </a:pPr>
            <a:r>
              <a:rPr lang="es-419" sz="15600">
                <a:solidFill>
                  <a:srgbClr val="434343"/>
                </a:solidFill>
              </a:rPr>
              <a:t>ἔλεγον</a:t>
            </a:r>
            <a:endParaRPr sz="15600">
              <a:solidFill>
                <a:srgbClr val="434343"/>
              </a:solidFill>
              <a:latin typeface="GFS Neohellenic"/>
              <a:ea typeface="GFS Neohellenic"/>
              <a:cs typeface="GFS Neohellenic"/>
              <a:sym typeface="GFS Neohellenic"/>
            </a:endParaRPr>
          </a:p>
        </p:txBody>
      </p:sp>
      <p:sp>
        <p:nvSpPr>
          <p:cNvPr id="1176" name="Google Shape;1176;p138"/>
          <p:cNvSpPr txBox="1"/>
          <p:nvPr/>
        </p:nvSpPr>
        <p:spPr>
          <a:xfrm>
            <a:off x="4689175" y="3768500"/>
            <a:ext cx="46998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λέγω</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Imperfecto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Activa</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Indicativo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1S o 3P</a:t>
            </a:r>
            <a:endParaRPr sz="5500">
              <a:solidFill>
                <a:schemeClr val="accent1"/>
              </a:solidFill>
              <a:latin typeface="Didact Gothic"/>
              <a:ea typeface="Didact Gothic"/>
              <a:cs typeface="Didact Gothic"/>
              <a:sym typeface="Didact Gothic"/>
            </a:endParaRPr>
          </a:p>
        </p:txBody>
      </p:sp>
      <p:cxnSp>
        <p:nvCxnSpPr>
          <p:cNvPr id="1177" name="Google Shape;1177;p138"/>
          <p:cNvCxnSpPr/>
          <p:nvPr/>
        </p:nvCxnSpPr>
        <p:spPr>
          <a:xfrm>
            <a:off x="574375" y="3387900"/>
            <a:ext cx="12138300" cy="0"/>
          </a:xfrm>
          <a:prstGeom prst="straightConnector1">
            <a:avLst/>
          </a:prstGeom>
          <a:noFill/>
          <a:ln w="28575" cap="flat" cmpd="sng">
            <a:solidFill>
              <a:schemeClr val="dk2"/>
            </a:solidFill>
            <a:prstDash val="solid"/>
            <a:round/>
            <a:headEnd type="none" w="med" len="med"/>
            <a:tailEnd type="none" w="med" len="med"/>
          </a:ln>
        </p:spPr>
      </p:cxnSp>
      <p:sp>
        <p:nvSpPr>
          <p:cNvPr id="1178" name="Google Shape;1178;p138"/>
          <p:cNvSpPr txBox="1"/>
          <p:nvPr/>
        </p:nvSpPr>
        <p:spPr>
          <a:xfrm>
            <a:off x="802975" y="3768500"/>
            <a:ext cx="36165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F. Léxica:</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Tiempo:</a:t>
            </a:r>
            <a:br>
              <a:rPr lang="es-419" sz="5500" b="1">
                <a:solidFill>
                  <a:schemeClr val="accent1"/>
                </a:solidFill>
                <a:latin typeface="Didact Gothic"/>
                <a:ea typeface="Didact Gothic"/>
                <a:cs typeface="Didact Gothic"/>
                <a:sym typeface="Didact Gothic"/>
              </a:rPr>
            </a:br>
            <a:r>
              <a:rPr lang="es-419" sz="5500" b="1">
                <a:solidFill>
                  <a:schemeClr val="accent1"/>
                </a:solidFill>
                <a:latin typeface="Didact Gothic"/>
                <a:ea typeface="Didact Gothic"/>
                <a:cs typeface="Didact Gothic"/>
                <a:sym typeface="Didact Gothic"/>
              </a:rPr>
              <a:t>Voz:</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Modo:</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Pers / num:</a:t>
            </a:r>
            <a:endParaRPr sz="5500" b="1">
              <a:solidFill>
                <a:schemeClr val="accent1"/>
              </a:solidFill>
              <a:latin typeface="Didact Gothic"/>
              <a:ea typeface="Didact Gothic"/>
              <a:cs typeface="Didact Gothic"/>
              <a:sym typeface="Didact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7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7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7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7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7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Shape 1182"/>
        <p:cNvGrpSpPr/>
        <p:nvPr/>
      </p:nvGrpSpPr>
      <p:grpSpPr>
        <a:xfrm>
          <a:off x="0" y="0"/>
          <a:ext cx="0" cy="0"/>
          <a:chOff x="0" y="0"/>
          <a:chExt cx="0" cy="0"/>
        </a:xfrm>
      </p:grpSpPr>
      <p:sp>
        <p:nvSpPr>
          <p:cNvPr id="1183" name="Google Shape;1183;p139"/>
          <p:cNvSpPr/>
          <p:nvPr/>
        </p:nvSpPr>
        <p:spPr>
          <a:xfrm>
            <a:off x="378925" y="3842675"/>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84" name="Google Shape;1184;p139"/>
          <p:cNvSpPr/>
          <p:nvPr/>
        </p:nvSpPr>
        <p:spPr>
          <a:xfrm>
            <a:off x="378925" y="6057217"/>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85" name="Google Shape;1185;p139"/>
          <p:cNvSpPr/>
          <p:nvPr/>
        </p:nvSpPr>
        <p:spPr>
          <a:xfrm>
            <a:off x="378925" y="8291500"/>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86" name="Google Shape;1186;p139"/>
          <p:cNvSpPr txBox="1">
            <a:spLocks noGrp="1"/>
          </p:cNvSpPr>
          <p:nvPr>
            <p:ph type="ctrTitle"/>
          </p:nvPr>
        </p:nvSpPr>
        <p:spPr>
          <a:xfrm>
            <a:off x="378925" y="613375"/>
            <a:ext cx="12947700" cy="29850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0"/>
              </a:spcBef>
              <a:spcAft>
                <a:spcPts val="0"/>
              </a:spcAft>
              <a:buSzPts val="7200"/>
              <a:buNone/>
            </a:pPr>
            <a:r>
              <a:rPr lang="es-419" sz="15600">
                <a:solidFill>
                  <a:srgbClr val="434343"/>
                </a:solidFill>
              </a:rPr>
              <a:t>οἴδαμεν</a:t>
            </a:r>
            <a:endParaRPr sz="15600">
              <a:solidFill>
                <a:srgbClr val="434343"/>
              </a:solidFill>
              <a:latin typeface="GFS Neohellenic"/>
              <a:ea typeface="GFS Neohellenic"/>
              <a:cs typeface="GFS Neohellenic"/>
              <a:sym typeface="GFS Neohellenic"/>
            </a:endParaRPr>
          </a:p>
        </p:txBody>
      </p:sp>
      <p:sp>
        <p:nvSpPr>
          <p:cNvPr id="1187" name="Google Shape;1187;p139"/>
          <p:cNvSpPr txBox="1"/>
          <p:nvPr/>
        </p:nvSpPr>
        <p:spPr>
          <a:xfrm>
            <a:off x="4689175" y="3768500"/>
            <a:ext cx="46998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οἶδα</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Perfecto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Activa</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Indicativo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1a Plural</a:t>
            </a:r>
            <a:endParaRPr sz="5500">
              <a:solidFill>
                <a:schemeClr val="accent1"/>
              </a:solidFill>
              <a:latin typeface="Didact Gothic"/>
              <a:ea typeface="Didact Gothic"/>
              <a:cs typeface="Didact Gothic"/>
              <a:sym typeface="Didact Gothic"/>
            </a:endParaRPr>
          </a:p>
        </p:txBody>
      </p:sp>
      <p:cxnSp>
        <p:nvCxnSpPr>
          <p:cNvPr id="1188" name="Google Shape;1188;p139"/>
          <p:cNvCxnSpPr/>
          <p:nvPr/>
        </p:nvCxnSpPr>
        <p:spPr>
          <a:xfrm>
            <a:off x="574375" y="3387900"/>
            <a:ext cx="12138300" cy="0"/>
          </a:xfrm>
          <a:prstGeom prst="straightConnector1">
            <a:avLst/>
          </a:prstGeom>
          <a:noFill/>
          <a:ln w="28575" cap="flat" cmpd="sng">
            <a:solidFill>
              <a:schemeClr val="dk2"/>
            </a:solidFill>
            <a:prstDash val="solid"/>
            <a:round/>
            <a:headEnd type="none" w="med" len="med"/>
            <a:tailEnd type="none" w="med" len="med"/>
          </a:ln>
        </p:spPr>
      </p:cxnSp>
      <p:sp>
        <p:nvSpPr>
          <p:cNvPr id="1189" name="Google Shape;1189;p139"/>
          <p:cNvSpPr txBox="1"/>
          <p:nvPr/>
        </p:nvSpPr>
        <p:spPr>
          <a:xfrm>
            <a:off x="802975" y="3768500"/>
            <a:ext cx="36165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F. Léxica:</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Tiempo:</a:t>
            </a:r>
            <a:br>
              <a:rPr lang="es-419" sz="5500" b="1">
                <a:solidFill>
                  <a:schemeClr val="accent1"/>
                </a:solidFill>
                <a:latin typeface="Didact Gothic"/>
                <a:ea typeface="Didact Gothic"/>
                <a:cs typeface="Didact Gothic"/>
                <a:sym typeface="Didact Gothic"/>
              </a:rPr>
            </a:br>
            <a:r>
              <a:rPr lang="es-419" sz="5500" b="1">
                <a:solidFill>
                  <a:schemeClr val="accent1"/>
                </a:solidFill>
                <a:latin typeface="Didact Gothic"/>
                <a:ea typeface="Didact Gothic"/>
                <a:cs typeface="Didact Gothic"/>
                <a:sym typeface="Didact Gothic"/>
              </a:rPr>
              <a:t>Voz:</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Modo:</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Pers / num:</a:t>
            </a:r>
            <a:endParaRPr sz="5500" b="1">
              <a:solidFill>
                <a:schemeClr val="accent1"/>
              </a:solidFill>
              <a:latin typeface="Didact Gothic"/>
              <a:ea typeface="Didact Gothic"/>
              <a:cs typeface="Didact Gothic"/>
              <a:sym typeface="Didact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Shape 1193"/>
        <p:cNvGrpSpPr/>
        <p:nvPr/>
      </p:nvGrpSpPr>
      <p:grpSpPr>
        <a:xfrm>
          <a:off x="0" y="0"/>
          <a:ext cx="0" cy="0"/>
          <a:chOff x="0" y="0"/>
          <a:chExt cx="0" cy="0"/>
        </a:xfrm>
      </p:grpSpPr>
      <p:sp>
        <p:nvSpPr>
          <p:cNvPr id="1194" name="Google Shape;1194;p140"/>
          <p:cNvSpPr/>
          <p:nvPr/>
        </p:nvSpPr>
        <p:spPr>
          <a:xfrm>
            <a:off x="378925" y="3842675"/>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95" name="Google Shape;1195;p140"/>
          <p:cNvSpPr/>
          <p:nvPr/>
        </p:nvSpPr>
        <p:spPr>
          <a:xfrm>
            <a:off x="378925" y="6057217"/>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96" name="Google Shape;1196;p140"/>
          <p:cNvSpPr/>
          <p:nvPr/>
        </p:nvSpPr>
        <p:spPr>
          <a:xfrm>
            <a:off x="378925" y="8291500"/>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97" name="Google Shape;1197;p140"/>
          <p:cNvSpPr txBox="1">
            <a:spLocks noGrp="1"/>
          </p:cNvSpPr>
          <p:nvPr>
            <p:ph type="ctrTitle"/>
          </p:nvPr>
        </p:nvSpPr>
        <p:spPr>
          <a:xfrm>
            <a:off x="378925" y="613375"/>
            <a:ext cx="12947700" cy="29850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0"/>
              </a:spcBef>
              <a:spcAft>
                <a:spcPts val="0"/>
              </a:spcAft>
              <a:buSzPts val="7200"/>
              <a:buNone/>
            </a:pPr>
            <a:r>
              <a:rPr lang="es-419" sz="15600">
                <a:solidFill>
                  <a:srgbClr val="434343"/>
                </a:solidFill>
              </a:rPr>
              <a:t>λέγει</a:t>
            </a:r>
            <a:endParaRPr sz="15600">
              <a:solidFill>
                <a:srgbClr val="434343"/>
              </a:solidFill>
              <a:latin typeface="GFS Neohellenic"/>
              <a:ea typeface="GFS Neohellenic"/>
              <a:cs typeface="GFS Neohellenic"/>
              <a:sym typeface="GFS Neohellenic"/>
            </a:endParaRPr>
          </a:p>
        </p:txBody>
      </p:sp>
      <p:sp>
        <p:nvSpPr>
          <p:cNvPr id="1198" name="Google Shape;1198;p140"/>
          <p:cNvSpPr txBox="1"/>
          <p:nvPr/>
        </p:nvSpPr>
        <p:spPr>
          <a:xfrm>
            <a:off x="4689175" y="3768500"/>
            <a:ext cx="46998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λέγω</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Presente</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Activa</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Indicativo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3a Singular</a:t>
            </a:r>
            <a:endParaRPr sz="5500">
              <a:solidFill>
                <a:schemeClr val="accent1"/>
              </a:solidFill>
              <a:latin typeface="Didact Gothic"/>
              <a:ea typeface="Didact Gothic"/>
              <a:cs typeface="Didact Gothic"/>
              <a:sym typeface="Didact Gothic"/>
            </a:endParaRPr>
          </a:p>
        </p:txBody>
      </p:sp>
      <p:cxnSp>
        <p:nvCxnSpPr>
          <p:cNvPr id="1199" name="Google Shape;1199;p140"/>
          <p:cNvCxnSpPr/>
          <p:nvPr/>
        </p:nvCxnSpPr>
        <p:spPr>
          <a:xfrm>
            <a:off x="574375" y="3387900"/>
            <a:ext cx="12138300" cy="0"/>
          </a:xfrm>
          <a:prstGeom prst="straightConnector1">
            <a:avLst/>
          </a:prstGeom>
          <a:noFill/>
          <a:ln w="28575" cap="flat" cmpd="sng">
            <a:solidFill>
              <a:schemeClr val="dk2"/>
            </a:solidFill>
            <a:prstDash val="solid"/>
            <a:round/>
            <a:headEnd type="none" w="med" len="med"/>
            <a:tailEnd type="none" w="med" len="med"/>
          </a:ln>
        </p:spPr>
      </p:cxnSp>
      <p:sp>
        <p:nvSpPr>
          <p:cNvPr id="1200" name="Google Shape;1200;p140"/>
          <p:cNvSpPr txBox="1"/>
          <p:nvPr/>
        </p:nvSpPr>
        <p:spPr>
          <a:xfrm>
            <a:off x="802975" y="3768500"/>
            <a:ext cx="36165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F. Léxica:</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Tiempo:</a:t>
            </a:r>
            <a:br>
              <a:rPr lang="es-419" sz="5500" b="1">
                <a:solidFill>
                  <a:schemeClr val="accent1"/>
                </a:solidFill>
                <a:latin typeface="Didact Gothic"/>
                <a:ea typeface="Didact Gothic"/>
                <a:cs typeface="Didact Gothic"/>
                <a:sym typeface="Didact Gothic"/>
              </a:rPr>
            </a:br>
            <a:r>
              <a:rPr lang="es-419" sz="5500" b="1">
                <a:solidFill>
                  <a:schemeClr val="accent1"/>
                </a:solidFill>
                <a:latin typeface="Didact Gothic"/>
                <a:ea typeface="Didact Gothic"/>
                <a:cs typeface="Didact Gothic"/>
                <a:sym typeface="Didact Gothic"/>
              </a:rPr>
              <a:t>Voz:</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Modo:</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Pers / num:</a:t>
            </a:r>
            <a:endParaRPr sz="5500" b="1">
              <a:solidFill>
                <a:schemeClr val="accent1"/>
              </a:solidFill>
              <a:latin typeface="Didact Gothic"/>
              <a:ea typeface="Didact Gothic"/>
              <a:cs typeface="Didact Gothic"/>
              <a:sym typeface="Didact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9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9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9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9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9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Shape 1204"/>
        <p:cNvGrpSpPr/>
        <p:nvPr/>
      </p:nvGrpSpPr>
      <p:grpSpPr>
        <a:xfrm>
          <a:off x="0" y="0"/>
          <a:ext cx="0" cy="0"/>
          <a:chOff x="0" y="0"/>
          <a:chExt cx="0" cy="0"/>
        </a:xfrm>
      </p:grpSpPr>
      <p:sp>
        <p:nvSpPr>
          <p:cNvPr id="1205" name="Google Shape;1205;p141"/>
          <p:cNvSpPr/>
          <p:nvPr/>
        </p:nvSpPr>
        <p:spPr>
          <a:xfrm>
            <a:off x="378925" y="3842675"/>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06" name="Google Shape;1206;p141"/>
          <p:cNvSpPr/>
          <p:nvPr/>
        </p:nvSpPr>
        <p:spPr>
          <a:xfrm>
            <a:off x="378925" y="6057217"/>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07" name="Google Shape;1207;p141"/>
          <p:cNvSpPr/>
          <p:nvPr/>
        </p:nvSpPr>
        <p:spPr>
          <a:xfrm>
            <a:off x="378925" y="8291500"/>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08" name="Google Shape;1208;p141"/>
          <p:cNvSpPr txBox="1">
            <a:spLocks noGrp="1"/>
          </p:cNvSpPr>
          <p:nvPr>
            <p:ph type="ctrTitle"/>
          </p:nvPr>
        </p:nvSpPr>
        <p:spPr>
          <a:xfrm>
            <a:off x="378925" y="613375"/>
            <a:ext cx="12947700" cy="29850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0"/>
              </a:spcBef>
              <a:spcAft>
                <a:spcPts val="0"/>
              </a:spcAft>
              <a:buSzPts val="7200"/>
              <a:buNone/>
            </a:pPr>
            <a:r>
              <a:rPr lang="es-419" sz="15600">
                <a:solidFill>
                  <a:srgbClr val="434343"/>
                </a:solidFill>
              </a:rPr>
              <a:t>καταβέβηκα</a:t>
            </a:r>
            <a:endParaRPr sz="15600">
              <a:solidFill>
                <a:srgbClr val="434343"/>
              </a:solidFill>
              <a:latin typeface="GFS Neohellenic"/>
              <a:ea typeface="GFS Neohellenic"/>
              <a:cs typeface="GFS Neohellenic"/>
              <a:sym typeface="GFS Neohellenic"/>
            </a:endParaRPr>
          </a:p>
        </p:txBody>
      </p:sp>
      <p:sp>
        <p:nvSpPr>
          <p:cNvPr id="1209" name="Google Shape;1209;p141"/>
          <p:cNvSpPr txBox="1"/>
          <p:nvPr/>
        </p:nvSpPr>
        <p:spPr>
          <a:xfrm>
            <a:off x="4689175" y="3768500"/>
            <a:ext cx="46998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καταβαίνω</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Perfecto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Activa</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Indicativo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1a Singular</a:t>
            </a:r>
            <a:endParaRPr sz="5500">
              <a:solidFill>
                <a:schemeClr val="accent1"/>
              </a:solidFill>
              <a:latin typeface="Didact Gothic"/>
              <a:ea typeface="Didact Gothic"/>
              <a:cs typeface="Didact Gothic"/>
              <a:sym typeface="Didact Gothic"/>
            </a:endParaRPr>
          </a:p>
        </p:txBody>
      </p:sp>
      <p:cxnSp>
        <p:nvCxnSpPr>
          <p:cNvPr id="1210" name="Google Shape;1210;p141"/>
          <p:cNvCxnSpPr/>
          <p:nvPr/>
        </p:nvCxnSpPr>
        <p:spPr>
          <a:xfrm>
            <a:off x="574375" y="3387900"/>
            <a:ext cx="12138300" cy="0"/>
          </a:xfrm>
          <a:prstGeom prst="straightConnector1">
            <a:avLst/>
          </a:prstGeom>
          <a:noFill/>
          <a:ln w="28575" cap="flat" cmpd="sng">
            <a:solidFill>
              <a:schemeClr val="dk2"/>
            </a:solidFill>
            <a:prstDash val="solid"/>
            <a:round/>
            <a:headEnd type="none" w="med" len="med"/>
            <a:tailEnd type="none" w="med" len="med"/>
          </a:ln>
        </p:spPr>
      </p:cxnSp>
      <p:sp>
        <p:nvSpPr>
          <p:cNvPr id="1211" name="Google Shape;1211;p141"/>
          <p:cNvSpPr txBox="1"/>
          <p:nvPr/>
        </p:nvSpPr>
        <p:spPr>
          <a:xfrm>
            <a:off x="802975" y="3768500"/>
            <a:ext cx="36165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F. Léxica:</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Tiempo:</a:t>
            </a:r>
            <a:br>
              <a:rPr lang="es-419" sz="5500" b="1">
                <a:solidFill>
                  <a:schemeClr val="accent1"/>
                </a:solidFill>
                <a:latin typeface="Didact Gothic"/>
                <a:ea typeface="Didact Gothic"/>
                <a:cs typeface="Didact Gothic"/>
                <a:sym typeface="Didact Gothic"/>
              </a:rPr>
            </a:br>
            <a:r>
              <a:rPr lang="es-419" sz="5500" b="1">
                <a:solidFill>
                  <a:schemeClr val="accent1"/>
                </a:solidFill>
                <a:latin typeface="Didact Gothic"/>
                <a:ea typeface="Didact Gothic"/>
                <a:cs typeface="Didact Gothic"/>
                <a:sym typeface="Didact Gothic"/>
              </a:rPr>
              <a:t>Voz:</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Modo:</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Pers / num:</a:t>
            </a:r>
            <a:endParaRPr sz="5500" b="1">
              <a:solidFill>
                <a:schemeClr val="accent1"/>
              </a:solidFill>
              <a:latin typeface="Didact Gothic"/>
              <a:ea typeface="Didact Gothic"/>
              <a:cs typeface="Didact Gothic"/>
              <a:sym typeface="Didact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0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0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0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0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0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Shape 1215"/>
        <p:cNvGrpSpPr/>
        <p:nvPr/>
      </p:nvGrpSpPr>
      <p:grpSpPr>
        <a:xfrm>
          <a:off x="0" y="0"/>
          <a:ext cx="0" cy="0"/>
          <a:chOff x="0" y="0"/>
          <a:chExt cx="0" cy="0"/>
        </a:xfrm>
      </p:grpSpPr>
      <p:sp>
        <p:nvSpPr>
          <p:cNvPr id="1216" name="Google Shape;1216;p142"/>
          <p:cNvSpPr/>
          <p:nvPr/>
        </p:nvSpPr>
        <p:spPr>
          <a:xfrm>
            <a:off x="378925" y="3842675"/>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17" name="Google Shape;1217;p142"/>
          <p:cNvSpPr/>
          <p:nvPr/>
        </p:nvSpPr>
        <p:spPr>
          <a:xfrm>
            <a:off x="378925" y="6057217"/>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18" name="Google Shape;1218;p142"/>
          <p:cNvSpPr/>
          <p:nvPr/>
        </p:nvSpPr>
        <p:spPr>
          <a:xfrm>
            <a:off x="378925" y="8291500"/>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19" name="Google Shape;1219;p142"/>
          <p:cNvSpPr txBox="1">
            <a:spLocks noGrp="1"/>
          </p:cNvSpPr>
          <p:nvPr>
            <p:ph type="ctrTitle"/>
          </p:nvPr>
        </p:nvSpPr>
        <p:spPr>
          <a:xfrm>
            <a:off x="378925" y="613375"/>
            <a:ext cx="12947700" cy="29850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0"/>
              </a:spcBef>
              <a:spcAft>
                <a:spcPts val="0"/>
              </a:spcAft>
              <a:buSzPts val="7200"/>
              <a:buNone/>
            </a:pPr>
            <a:r>
              <a:rPr lang="es-419" sz="15600">
                <a:solidFill>
                  <a:srgbClr val="434343"/>
                </a:solidFill>
              </a:rPr>
              <a:t>ἀπεκρίθη</a:t>
            </a:r>
            <a:endParaRPr sz="15600">
              <a:solidFill>
                <a:srgbClr val="434343"/>
              </a:solidFill>
              <a:latin typeface="GFS Neohellenic"/>
              <a:ea typeface="GFS Neohellenic"/>
              <a:cs typeface="GFS Neohellenic"/>
              <a:sym typeface="GFS Neohellenic"/>
            </a:endParaRPr>
          </a:p>
        </p:txBody>
      </p:sp>
      <p:sp>
        <p:nvSpPr>
          <p:cNvPr id="1220" name="Google Shape;1220;p142"/>
          <p:cNvSpPr txBox="1"/>
          <p:nvPr/>
        </p:nvSpPr>
        <p:spPr>
          <a:xfrm>
            <a:off x="4689175" y="3768500"/>
            <a:ext cx="46998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ἀποκρίνομαι</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Aoristo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Pasiva</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Indicativo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3a Singular</a:t>
            </a:r>
            <a:endParaRPr sz="5500">
              <a:solidFill>
                <a:schemeClr val="accent1"/>
              </a:solidFill>
              <a:latin typeface="Didact Gothic"/>
              <a:ea typeface="Didact Gothic"/>
              <a:cs typeface="Didact Gothic"/>
              <a:sym typeface="Didact Gothic"/>
            </a:endParaRPr>
          </a:p>
        </p:txBody>
      </p:sp>
      <p:cxnSp>
        <p:nvCxnSpPr>
          <p:cNvPr id="1221" name="Google Shape;1221;p142"/>
          <p:cNvCxnSpPr/>
          <p:nvPr/>
        </p:nvCxnSpPr>
        <p:spPr>
          <a:xfrm>
            <a:off x="574375" y="3387900"/>
            <a:ext cx="12138300" cy="0"/>
          </a:xfrm>
          <a:prstGeom prst="straightConnector1">
            <a:avLst/>
          </a:prstGeom>
          <a:noFill/>
          <a:ln w="28575" cap="flat" cmpd="sng">
            <a:solidFill>
              <a:schemeClr val="dk2"/>
            </a:solidFill>
            <a:prstDash val="solid"/>
            <a:round/>
            <a:headEnd type="none" w="med" len="med"/>
            <a:tailEnd type="none" w="med" len="med"/>
          </a:ln>
        </p:spPr>
      </p:cxnSp>
      <p:sp>
        <p:nvSpPr>
          <p:cNvPr id="1222" name="Google Shape;1222;p142"/>
          <p:cNvSpPr txBox="1"/>
          <p:nvPr/>
        </p:nvSpPr>
        <p:spPr>
          <a:xfrm>
            <a:off x="802975" y="3768500"/>
            <a:ext cx="36165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F. Léxica:</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Tiempo:</a:t>
            </a:r>
            <a:br>
              <a:rPr lang="es-419" sz="5500" b="1">
                <a:solidFill>
                  <a:schemeClr val="accent1"/>
                </a:solidFill>
                <a:latin typeface="Didact Gothic"/>
                <a:ea typeface="Didact Gothic"/>
                <a:cs typeface="Didact Gothic"/>
                <a:sym typeface="Didact Gothic"/>
              </a:rPr>
            </a:br>
            <a:r>
              <a:rPr lang="es-419" sz="5500" b="1">
                <a:solidFill>
                  <a:schemeClr val="accent1"/>
                </a:solidFill>
                <a:latin typeface="Didact Gothic"/>
                <a:ea typeface="Didact Gothic"/>
                <a:cs typeface="Didact Gothic"/>
                <a:sym typeface="Didact Gothic"/>
              </a:rPr>
              <a:t>Voz:</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Modo:</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Pers / num:</a:t>
            </a:r>
            <a:endParaRPr sz="5500" b="1">
              <a:solidFill>
                <a:schemeClr val="accent1"/>
              </a:solidFill>
              <a:latin typeface="Didact Gothic"/>
              <a:ea typeface="Didact Gothic"/>
              <a:cs typeface="Didact Gothic"/>
              <a:sym typeface="Didact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2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2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2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2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2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Shape 1226"/>
        <p:cNvGrpSpPr/>
        <p:nvPr/>
      </p:nvGrpSpPr>
      <p:grpSpPr>
        <a:xfrm>
          <a:off x="0" y="0"/>
          <a:ext cx="0" cy="0"/>
          <a:chOff x="0" y="0"/>
          <a:chExt cx="0" cy="0"/>
        </a:xfrm>
      </p:grpSpPr>
      <p:sp>
        <p:nvSpPr>
          <p:cNvPr id="1227" name="Google Shape;1227;p143"/>
          <p:cNvSpPr/>
          <p:nvPr/>
        </p:nvSpPr>
        <p:spPr>
          <a:xfrm>
            <a:off x="378925" y="3842675"/>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28" name="Google Shape;1228;p143"/>
          <p:cNvSpPr/>
          <p:nvPr/>
        </p:nvSpPr>
        <p:spPr>
          <a:xfrm>
            <a:off x="378925" y="6057217"/>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29" name="Google Shape;1229;p143"/>
          <p:cNvSpPr/>
          <p:nvPr/>
        </p:nvSpPr>
        <p:spPr>
          <a:xfrm>
            <a:off x="378925" y="8291500"/>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30" name="Google Shape;1230;p143"/>
          <p:cNvSpPr txBox="1">
            <a:spLocks noGrp="1"/>
          </p:cNvSpPr>
          <p:nvPr>
            <p:ph type="ctrTitle"/>
          </p:nvPr>
        </p:nvSpPr>
        <p:spPr>
          <a:xfrm>
            <a:off x="378925" y="613375"/>
            <a:ext cx="12947700" cy="29850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0"/>
              </a:spcBef>
              <a:spcAft>
                <a:spcPts val="0"/>
              </a:spcAft>
              <a:buSzPts val="7200"/>
              <a:buNone/>
            </a:pPr>
            <a:r>
              <a:rPr lang="es-419" sz="15600">
                <a:solidFill>
                  <a:srgbClr val="434343"/>
                </a:solidFill>
              </a:rPr>
              <a:t>εἶπεν</a:t>
            </a:r>
            <a:endParaRPr sz="15600">
              <a:solidFill>
                <a:srgbClr val="434343"/>
              </a:solidFill>
              <a:latin typeface="GFS Neohellenic"/>
              <a:ea typeface="GFS Neohellenic"/>
              <a:cs typeface="GFS Neohellenic"/>
              <a:sym typeface="GFS Neohellenic"/>
            </a:endParaRPr>
          </a:p>
        </p:txBody>
      </p:sp>
      <p:sp>
        <p:nvSpPr>
          <p:cNvPr id="1231" name="Google Shape;1231;p143"/>
          <p:cNvSpPr txBox="1"/>
          <p:nvPr/>
        </p:nvSpPr>
        <p:spPr>
          <a:xfrm>
            <a:off x="4689175" y="3768500"/>
            <a:ext cx="46998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λέγω</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Aoristo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Activa</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Indicativo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3 Singular</a:t>
            </a:r>
            <a:endParaRPr sz="5500">
              <a:solidFill>
                <a:schemeClr val="accent1"/>
              </a:solidFill>
              <a:latin typeface="Didact Gothic"/>
              <a:ea typeface="Didact Gothic"/>
              <a:cs typeface="Didact Gothic"/>
              <a:sym typeface="Didact Gothic"/>
            </a:endParaRPr>
          </a:p>
        </p:txBody>
      </p:sp>
      <p:cxnSp>
        <p:nvCxnSpPr>
          <p:cNvPr id="1232" name="Google Shape;1232;p143"/>
          <p:cNvCxnSpPr/>
          <p:nvPr/>
        </p:nvCxnSpPr>
        <p:spPr>
          <a:xfrm>
            <a:off x="574375" y="3387900"/>
            <a:ext cx="12138300" cy="0"/>
          </a:xfrm>
          <a:prstGeom prst="straightConnector1">
            <a:avLst/>
          </a:prstGeom>
          <a:noFill/>
          <a:ln w="28575" cap="flat" cmpd="sng">
            <a:solidFill>
              <a:schemeClr val="dk2"/>
            </a:solidFill>
            <a:prstDash val="solid"/>
            <a:round/>
            <a:headEnd type="none" w="med" len="med"/>
            <a:tailEnd type="none" w="med" len="med"/>
          </a:ln>
        </p:spPr>
      </p:cxnSp>
      <p:sp>
        <p:nvSpPr>
          <p:cNvPr id="1233" name="Google Shape;1233;p143"/>
          <p:cNvSpPr txBox="1"/>
          <p:nvPr/>
        </p:nvSpPr>
        <p:spPr>
          <a:xfrm>
            <a:off x="802975" y="3768500"/>
            <a:ext cx="36165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F. Léxica:</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Tiempo:</a:t>
            </a:r>
            <a:br>
              <a:rPr lang="es-419" sz="5500" b="1">
                <a:solidFill>
                  <a:schemeClr val="accent1"/>
                </a:solidFill>
                <a:latin typeface="Didact Gothic"/>
                <a:ea typeface="Didact Gothic"/>
                <a:cs typeface="Didact Gothic"/>
                <a:sym typeface="Didact Gothic"/>
              </a:rPr>
            </a:br>
            <a:r>
              <a:rPr lang="es-419" sz="5500" b="1">
                <a:solidFill>
                  <a:schemeClr val="accent1"/>
                </a:solidFill>
                <a:latin typeface="Didact Gothic"/>
                <a:ea typeface="Didact Gothic"/>
                <a:cs typeface="Didact Gothic"/>
                <a:sym typeface="Didact Gothic"/>
              </a:rPr>
              <a:t>Voz:</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Modo:</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Pers / num:</a:t>
            </a:r>
            <a:endParaRPr sz="5500" b="1">
              <a:solidFill>
                <a:schemeClr val="accent1"/>
              </a:solidFill>
              <a:latin typeface="Didact Gothic"/>
              <a:ea typeface="Didact Gothic"/>
              <a:cs typeface="Didact Gothic"/>
              <a:sym typeface="Didact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3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3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3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3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3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Shape 1237"/>
        <p:cNvGrpSpPr/>
        <p:nvPr/>
      </p:nvGrpSpPr>
      <p:grpSpPr>
        <a:xfrm>
          <a:off x="0" y="0"/>
          <a:ext cx="0" cy="0"/>
          <a:chOff x="0" y="0"/>
          <a:chExt cx="0" cy="0"/>
        </a:xfrm>
      </p:grpSpPr>
      <p:sp>
        <p:nvSpPr>
          <p:cNvPr id="1238" name="Google Shape;1238;p144"/>
          <p:cNvSpPr/>
          <p:nvPr/>
        </p:nvSpPr>
        <p:spPr>
          <a:xfrm>
            <a:off x="378925" y="3842675"/>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39" name="Google Shape;1239;p144"/>
          <p:cNvSpPr/>
          <p:nvPr/>
        </p:nvSpPr>
        <p:spPr>
          <a:xfrm>
            <a:off x="378925" y="6057217"/>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40" name="Google Shape;1240;p144"/>
          <p:cNvSpPr/>
          <p:nvPr/>
        </p:nvSpPr>
        <p:spPr>
          <a:xfrm>
            <a:off x="378925" y="8291500"/>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41" name="Google Shape;1241;p144"/>
          <p:cNvSpPr txBox="1">
            <a:spLocks noGrp="1"/>
          </p:cNvSpPr>
          <p:nvPr>
            <p:ph type="ctrTitle"/>
          </p:nvPr>
        </p:nvSpPr>
        <p:spPr>
          <a:xfrm>
            <a:off x="378925" y="613375"/>
            <a:ext cx="12947700" cy="29850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0"/>
              </a:spcBef>
              <a:spcAft>
                <a:spcPts val="0"/>
              </a:spcAft>
              <a:buSzPts val="7200"/>
              <a:buNone/>
            </a:pPr>
            <a:r>
              <a:rPr lang="es-419" sz="15600">
                <a:solidFill>
                  <a:srgbClr val="434343"/>
                </a:solidFill>
              </a:rPr>
              <a:t>γογγύζω</a:t>
            </a:r>
            <a:endParaRPr sz="15600">
              <a:solidFill>
                <a:srgbClr val="434343"/>
              </a:solidFill>
              <a:latin typeface="GFS Neohellenic"/>
              <a:ea typeface="GFS Neohellenic"/>
              <a:cs typeface="GFS Neohellenic"/>
              <a:sym typeface="GFS Neohellenic"/>
            </a:endParaRPr>
          </a:p>
        </p:txBody>
      </p:sp>
      <p:sp>
        <p:nvSpPr>
          <p:cNvPr id="1242" name="Google Shape;1242;p144"/>
          <p:cNvSpPr txBox="1"/>
          <p:nvPr/>
        </p:nvSpPr>
        <p:spPr>
          <a:xfrm>
            <a:off x="4689175" y="3768500"/>
            <a:ext cx="46998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γογγύζω</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Presente</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Activa</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Indicativo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1a Singular</a:t>
            </a:r>
            <a:endParaRPr sz="5500">
              <a:solidFill>
                <a:schemeClr val="accent1"/>
              </a:solidFill>
              <a:latin typeface="Didact Gothic"/>
              <a:ea typeface="Didact Gothic"/>
              <a:cs typeface="Didact Gothic"/>
              <a:sym typeface="Didact Gothic"/>
            </a:endParaRPr>
          </a:p>
        </p:txBody>
      </p:sp>
      <p:cxnSp>
        <p:nvCxnSpPr>
          <p:cNvPr id="1243" name="Google Shape;1243;p144"/>
          <p:cNvCxnSpPr/>
          <p:nvPr/>
        </p:nvCxnSpPr>
        <p:spPr>
          <a:xfrm>
            <a:off x="574375" y="3387900"/>
            <a:ext cx="12138300" cy="0"/>
          </a:xfrm>
          <a:prstGeom prst="straightConnector1">
            <a:avLst/>
          </a:prstGeom>
          <a:noFill/>
          <a:ln w="28575" cap="flat" cmpd="sng">
            <a:solidFill>
              <a:schemeClr val="dk2"/>
            </a:solidFill>
            <a:prstDash val="solid"/>
            <a:round/>
            <a:headEnd type="none" w="med" len="med"/>
            <a:tailEnd type="none" w="med" len="med"/>
          </a:ln>
        </p:spPr>
      </p:cxnSp>
      <p:sp>
        <p:nvSpPr>
          <p:cNvPr id="1244" name="Google Shape;1244;p144"/>
          <p:cNvSpPr txBox="1"/>
          <p:nvPr/>
        </p:nvSpPr>
        <p:spPr>
          <a:xfrm>
            <a:off x="802975" y="3768500"/>
            <a:ext cx="36165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F. Léxica:</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Tiempo:</a:t>
            </a:r>
            <a:br>
              <a:rPr lang="es-419" sz="5500" b="1">
                <a:solidFill>
                  <a:schemeClr val="accent1"/>
                </a:solidFill>
                <a:latin typeface="Didact Gothic"/>
                <a:ea typeface="Didact Gothic"/>
                <a:cs typeface="Didact Gothic"/>
                <a:sym typeface="Didact Gothic"/>
              </a:rPr>
            </a:br>
            <a:r>
              <a:rPr lang="es-419" sz="5500" b="1">
                <a:solidFill>
                  <a:schemeClr val="accent1"/>
                </a:solidFill>
                <a:latin typeface="Didact Gothic"/>
                <a:ea typeface="Didact Gothic"/>
                <a:cs typeface="Didact Gothic"/>
                <a:sym typeface="Didact Gothic"/>
              </a:rPr>
              <a:t>Voz:</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Modo:</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Pers / num:</a:t>
            </a:r>
            <a:endParaRPr sz="5500" b="1">
              <a:solidFill>
                <a:schemeClr val="accent1"/>
              </a:solidFill>
              <a:latin typeface="Didact Gothic"/>
              <a:ea typeface="Didact Gothic"/>
              <a:cs typeface="Didact Gothic"/>
              <a:sym typeface="Didact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4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4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4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4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4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Shape 1248"/>
        <p:cNvGrpSpPr/>
        <p:nvPr/>
      </p:nvGrpSpPr>
      <p:grpSpPr>
        <a:xfrm>
          <a:off x="0" y="0"/>
          <a:ext cx="0" cy="0"/>
          <a:chOff x="0" y="0"/>
          <a:chExt cx="0" cy="0"/>
        </a:xfrm>
      </p:grpSpPr>
      <p:sp>
        <p:nvSpPr>
          <p:cNvPr id="1249" name="Google Shape;1249;p145"/>
          <p:cNvSpPr/>
          <p:nvPr/>
        </p:nvSpPr>
        <p:spPr>
          <a:xfrm>
            <a:off x="378925" y="3842675"/>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50" name="Google Shape;1250;p145"/>
          <p:cNvSpPr/>
          <p:nvPr/>
        </p:nvSpPr>
        <p:spPr>
          <a:xfrm>
            <a:off x="378925" y="6057217"/>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51" name="Google Shape;1251;p145"/>
          <p:cNvSpPr/>
          <p:nvPr/>
        </p:nvSpPr>
        <p:spPr>
          <a:xfrm>
            <a:off x="378925" y="8291500"/>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52" name="Google Shape;1252;p145"/>
          <p:cNvSpPr txBox="1">
            <a:spLocks noGrp="1"/>
          </p:cNvSpPr>
          <p:nvPr>
            <p:ph type="ctrTitle"/>
          </p:nvPr>
        </p:nvSpPr>
        <p:spPr>
          <a:xfrm>
            <a:off x="378925" y="613375"/>
            <a:ext cx="12947700" cy="29850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0"/>
              </a:spcBef>
              <a:spcAft>
                <a:spcPts val="0"/>
              </a:spcAft>
              <a:buSzPts val="7200"/>
              <a:buNone/>
            </a:pPr>
            <a:r>
              <a:rPr lang="es-419" sz="15600">
                <a:solidFill>
                  <a:srgbClr val="434343"/>
                </a:solidFill>
              </a:rPr>
              <a:t>ἔλθῃ</a:t>
            </a:r>
            <a:endParaRPr sz="15600">
              <a:solidFill>
                <a:srgbClr val="434343"/>
              </a:solidFill>
              <a:latin typeface="GFS Neohellenic"/>
              <a:ea typeface="GFS Neohellenic"/>
              <a:cs typeface="GFS Neohellenic"/>
              <a:sym typeface="GFS Neohellenic"/>
            </a:endParaRPr>
          </a:p>
        </p:txBody>
      </p:sp>
      <p:sp>
        <p:nvSpPr>
          <p:cNvPr id="1253" name="Google Shape;1253;p145"/>
          <p:cNvSpPr txBox="1"/>
          <p:nvPr/>
        </p:nvSpPr>
        <p:spPr>
          <a:xfrm>
            <a:off x="4689175" y="3768500"/>
            <a:ext cx="46998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ἔρχομαι</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Aoristo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Activa</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Subjuntivo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3a Singular</a:t>
            </a:r>
            <a:endParaRPr sz="5500">
              <a:solidFill>
                <a:schemeClr val="accent1"/>
              </a:solidFill>
              <a:latin typeface="Didact Gothic"/>
              <a:ea typeface="Didact Gothic"/>
              <a:cs typeface="Didact Gothic"/>
              <a:sym typeface="Didact Gothic"/>
            </a:endParaRPr>
          </a:p>
        </p:txBody>
      </p:sp>
      <p:cxnSp>
        <p:nvCxnSpPr>
          <p:cNvPr id="1254" name="Google Shape;1254;p145"/>
          <p:cNvCxnSpPr/>
          <p:nvPr/>
        </p:nvCxnSpPr>
        <p:spPr>
          <a:xfrm>
            <a:off x="574375" y="3387900"/>
            <a:ext cx="12138300" cy="0"/>
          </a:xfrm>
          <a:prstGeom prst="straightConnector1">
            <a:avLst/>
          </a:prstGeom>
          <a:noFill/>
          <a:ln w="28575" cap="flat" cmpd="sng">
            <a:solidFill>
              <a:schemeClr val="dk2"/>
            </a:solidFill>
            <a:prstDash val="solid"/>
            <a:round/>
            <a:headEnd type="none" w="med" len="med"/>
            <a:tailEnd type="none" w="med" len="med"/>
          </a:ln>
        </p:spPr>
      </p:cxnSp>
      <p:sp>
        <p:nvSpPr>
          <p:cNvPr id="1255" name="Google Shape;1255;p145"/>
          <p:cNvSpPr txBox="1"/>
          <p:nvPr/>
        </p:nvSpPr>
        <p:spPr>
          <a:xfrm>
            <a:off x="802975" y="3768500"/>
            <a:ext cx="36165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F. Léxica:</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Tiempo:</a:t>
            </a:r>
            <a:br>
              <a:rPr lang="es-419" sz="5500" b="1">
                <a:solidFill>
                  <a:schemeClr val="accent1"/>
                </a:solidFill>
                <a:latin typeface="Didact Gothic"/>
                <a:ea typeface="Didact Gothic"/>
                <a:cs typeface="Didact Gothic"/>
                <a:sym typeface="Didact Gothic"/>
              </a:rPr>
            </a:br>
            <a:r>
              <a:rPr lang="es-419" sz="5500" b="1">
                <a:solidFill>
                  <a:schemeClr val="accent1"/>
                </a:solidFill>
                <a:latin typeface="Didact Gothic"/>
                <a:ea typeface="Didact Gothic"/>
                <a:cs typeface="Didact Gothic"/>
                <a:sym typeface="Didact Gothic"/>
              </a:rPr>
              <a:t>Voz:</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Modo:</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Pers / num:</a:t>
            </a:r>
            <a:endParaRPr sz="5500" b="1">
              <a:solidFill>
                <a:schemeClr val="accent1"/>
              </a:solidFill>
              <a:latin typeface="Didact Gothic"/>
              <a:ea typeface="Didact Gothic"/>
              <a:cs typeface="Didact Gothic"/>
              <a:sym typeface="Didact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5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5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5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5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5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Shape 1259"/>
        <p:cNvGrpSpPr/>
        <p:nvPr/>
      </p:nvGrpSpPr>
      <p:grpSpPr>
        <a:xfrm>
          <a:off x="0" y="0"/>
          <a:ext cx="0" cy="0"/>
          <a:chOff x="0" y="0"/>
          <a:chExt cx="0" cy="0"/>
        </a:xfrm>
      </p:grpSpPr>
      <p:sp>
        <p:nvSpPr>
          <p:cNvPr id="1260" name="Google Shape;1260;p146"/>
          <p:cNvSpPr/>
          <p:nvPr/>
        </p:nvSpPr>
        <p:spPr>
          <a:xfrm>
            <a:off x="378925" y="3842675"/>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61" name="Google Shape;1261;p146"/>
          <p:cNvSpPr/>
          <p:nvPr/>
        </p:nvSpPr>
        <p:spPr>
          <a:xfrm>
            <a:off x="378925" y="6057217"/>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62" name="Google Shape;1262;p146"/>
          <p:cNvSpPr/>
          <p:nvPr/>
        </p:nvSpPr>
        <p:spPr>
          <a:xfrm>
            <a:off x="378925" y="8291500"/>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63" name="Google Shape;1263;p146"/>
          <p:cNvSpPr txBox="1">
            <a:spLocks noGrp="1"/>
          </p:cNvSpPr>
          <p:nvPr>
            <p:ph type="ctrTitle"/>
          </p:nvPr>
        </p:nvSpPr>
        <p:spPr>
          <a:xfrm>
            <a:off x="378925" y="613375"/>
            <a:ext cx="12947700" cy="29850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0"/>
              </a:spcBef>
              <a:spcAft>
                <a:spcPts val="0"/>
              </a:spcAft>
              <a:buSzPts val="7200"/>
              <a:buNone/>
            </a:pPr>
            <a:r>
              <a:rPr lang="es-419" sz="15600">
                <a:solidFill>
                  <a:srgbClr val="434343"/>
                </a:solidFill>
              </a:rPr>
              <a:t>ἔλθῃ</a:t>
            </a:r>
            <a:endParaRPr sz="15600">
              <a:solidFill>
                <a:srgbClr val="434343"/>
              </a:solidFill>
              <a:latin typeface="GFS Neohellenic"/>
              <a:ea typeface="GFS Neohellenic"/>
              <a:cs typeface="GFS Neohellenic"/>
              <a:sym typeface="GFS Neohellenic"/>
            </a:endParaRPr>
          </a:p>
        </p:txBody>
      </p:sp>
      <p:sp>
        <p:nvSpPr>
          <p:cNvPr id="1264" name="Google Shape;1264;p146"/>
          <p:cNvSpPr txBox="1"/>
          <p:nvPr/>
        </p:nvSpPr>
        <p:spPr>
          <a:xfrm>
            <a:off x="4689175" y="3768500"/>
            <a:ext cx="46998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ἔρχομαι</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Aoristo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Activa</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Subjuntivo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3a Singular</a:t>
            </a:r>
            <a:endParaRPr sz="5500">
              <a:solidFill>
                <a:schemeClr val="accent1"/>
              </a:solidFill>
              <a:latin typeface="Didact Gothic"/>
              <a:ea typeface="Didact Gothic"/>
              <a:cs typeface="Didact Gothic"/>
              <a:sym typeface="Didact Gothic"/>
            </a:endParaRPr>
          </a:p>
        </p:txBody>
      </p:sp>
      <p:cxnSp>
        <p:nvCxnSpPr>
          <p:cNvPr id="1265" name="Google Shape;1265;p146"/>
          <p:cNvCxnSpPr/>
          <p:nvPr/>
        </p:nvCxnSpPr>
        <p:spPr>
          <a:xfrm>
            <a:off x="574375" y="3387900"/>
            <a:ext cx="12138300" cy="0"/>
          </a:xfrm>
          <a:prstGeom prst="straightConnector1">
            <a:avLst/>
          </a:prstGeom>
          <a:noFill/>
          <a:ln w="28575" cap="flat" cmpd="sng">
            <a:solidFill>
              <a:schemeClr val="dk2"/>
            </a:solidFill>
            <a:prstDash val="solid"/>
            <a:round/>
            <a:headEnd type="none" w="med" len="med"/>
            <a:tailEnd type="none" w="med" len="med"/>
          </a:ln>
        </p:spPr>
      </p:cxnSp>
      <p:sp>
        <p:nvSpPr>
          <p:cNvPr id="1266" name="Google Shape;1266;p146"/>
          <p:cNvSpPr txBox="1"/>
          <p:nvPr/>
        </p:nvSpPr>
        <p:spPr>
          <a:xfrm>
            <a:off x="802975" y="3768500"/>
            <a:ext cx="36165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F. Léxica:</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Tiempo:</a:t>
            </a:r>
            <a:br>
              <a:rPr lang="es-419" sz="5500" b="1">
                <a:solidFill>
                  <a:schemeClr val="accent1"/>
                </a:solidFill>
                <a:latin typeface="Didact Gothic"/>
                <a:ea typeface="Didact Gothic"/>
                <a:cs typeface="Didact Gothic"/>
                <a:sym typeface="Didact Gothic"/>
              </a:rPr>
            </a:br>
            <a:r>
              <a:rPr lang="es-419" sz="5500" b="1">
                <a:solidFill>
                  <a:schemeClr val="accent1"/>
                </a:solidFill>
                <a:latin typeface="Didact Gothic"/>
                <a:ea typeface="Didact Gothic"/>
                <a:cs typeface="Didact Gothic"/>
                <a:sym typeface="Didact Gothic"/>
              </a:rPr>
              <a:t>Voz:</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Modo:</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Pers / num:</a:t>
            </a:r>
            <a:endParaRPr sz="5500" b="1">
              <a:solidFill>
                <a:schemeClr val="accent1"/>
              </a:solidFill>
              <a:latin typeface="Didact Gothic"/>
              <a:ea typeface="Didact Gothic"/>
              <a:cs typeface="Didact Gothic"/>
              <a:sym typeface="Didact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6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6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6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6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6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Shape 1270"/>
        <p:cNvGrpSpPr/>
        <p:nvPr/>
      </p:nvGrpSpPr>
      <p:grpSpPr>
        <a:xfrm>
          <a:off x="0" y="0"/>
          <a:ext cx="0" cy="0"/>
          <a:chOff x="0" y="0"/>
          <a:chExt cx="0" cy="0"/>
        </a:xfrm>
      </p:grpSpPr>
      <p:sp>
        <p:nvSpPr>
          <p:cNvPr id="1271" name="Google Shape;1271;p147"/>
          <p:cNvSpPr/>
          <p:nvPr/>
        </p:nvSpPr>
        <p:spPr>
          <a:xfrm>
            <a:off x="378925" y="3842675"/>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72" name="Google Shape;1272;p147"/>
          <p:cNvSpPr/>
          <p:nvPr/>
        </p:nvSpPr>
        <p:spPr>
          <a:xfrm>
            <a:off x="378925" y="6057217"/>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73" name="Google Shape;1273;p147"/>
          <p:cNvSpPr/>
          <p:nvPr/>
        </p:nvSpPr>
        <p:spPr>
          <a:xfrm>
            <a:off x="378925" y="8291500"/>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74" name="Google Shape;1274;p147"/>
          <p:cNvSpPr txBox="1">
            <a:spLocks noGrp="1"/>
          </p:cNvSpPr>
          <p:nvPr>
            <p:ph type="ctrTitle"/>
          </p:nvPr>
        </p:nvSpPr>
        <p:spPr>
          <a:xfrm>
            <a:off x="378925" y="613375"/>
            <a:ext cx="12947700" cy="29850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0"/>
              </a:spcBef>
              <a:spcAft>
                <a:spcPts val="0"/>
              </a:spcAft>
              <a:buSzPts val="7200"/>
              <a:buNone/>
            </a:pPr>
            <a:r>
              <a:rPr lang="es-419" sz="15600">
                <a:solidFill>
                  <a:srgbClr val="434343"/>
                </a:solidFill>
              </a:rPr>
              <a:t>ἔλθῃ</a:t>
            </a:r>
            <a:endParaRPr sz="15600">
              <a:solidFill>
                <a:srgbClr val="434343"/>
              </a:solidFill>
              <a:latin typeface="GFS Neohellenic"/>
              <a:ea typeface="GFS Neohellenic"/>
              <a:cs typeface="GFS Neohellenic"/>
              <a:sym typeface="GFS Neohellenic"/>
            </a:endParaRPr>
          </a:p>
        </p:txBody>
      </p:sp>
      <p:sp>
        <p:nvSpPr>
          <p:cNvPr id="1275" name="Google Shape;1275;p147"/>
          <p:cNvSpPr txBox="1"/>
          <p:nvPr/>
        </p:nvSpPr>
        <p:spPr>
          <a:xfrm>
            <a:off x="4689175" y="3768500"/>
            <a:ext cx="46998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ἔρχομαι</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Aoristo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Activa</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Subjuntivo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3a Singular</a:t>
            </a:r>
            <a:endParaRPr sz="5500">
              <a:solidFill>
                <a:schemeClr val="accent1"/>
              </a:solidFill>
              <a:latin typeface="Didact Gothic"/>
              <a:ea typeface="Didact Gothic"/>
              <a:cs typeface="Didact Gothic"/>
              <a:sym typeface="Didact Gothic"/>
            </a:endParaRPr>
          </a:p>
        </p:txBody>
      </p:sp>
      <p:cxnSp>
        <p:nvCxnSpPr>
          <p:cNvPr id="1276" name="Google Shape;1276;p147"/>
          <p:cNvCxnSpPr/>
          <p:nvPr/>
        </p:nvCxnSpPr>
        <p:spPr>
          <a:xfrm>
            <a:off x="574375" y="3387900"/>
            <a:ext cx="12138300" cy="0"/>
          </a:xfrm>
          <a:prstGeom prst="straightConnector1">
            <a:avLst/>
          </a:prstGeom>
          <a:noFill/>
          <a:ln w="28575" cap="flat" cmpd="sng">
            <a:solidFill>
              <a:schemeClr val="dk2"/>
            </a:solidFill>
            <a:prstDash val="solid"/>
            <a:round/>
            <a:headEnd type="none" w="med" len="med"/>
            <a:tailEnd type="none" w="med" len="med"/>
          </a:ln>
        </p:spPr>
      </p:cxnSp>
      <p:sp>
        <p:nvSpPr>
          <p:cNvPr id="1277" name="Google Shape;1277;p147"/>
          <p:cNvSpPr txBox="1"/>
          <p:nvPr/>
        </p:nvSpPr>
        <p:spPr>
          <a:xfrm>
            <a:off x="802975" y="3768500"/>
            <a:ext cx="36165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F. Léxica:</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Tiempo:</a:t>
            </a:r>
            <a:br>
              <a:rPr lang="es-419" sz="5500" b="1">
                <a:solidFill>
                  <a:schemeClr val="accent1"/>
                </a:solidFill>
                <a:latin typeface="Didact Gothic"/>
                <a:ea typeface="Didact Gothic"/>
                <a:cs typeface="Didact Gothic"/>
                <a:sym typeface="Didact Gothic"/>
              </a:rPr>
            </a:br>
            <a:r>
              <a:rPr lang="es-419" sz="5500" b="1">
                <a:solidFill>
                  <a:schemeClr val="accent1"/>
                </a:solidFill>
                <a:latin typeface="Didact Gothic"/>
                <a:ea typeface="Didact Gothic"/>
                <a:cs typeface="Didact Gothic"/>
                <a:sym typeface="Didact Gothic"/>
              </a:rPr>
              <a:t>Voz:</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Modo:</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Pers / num:</a:t>
            </a:r>
            <a:endParaRPr sz="5500" b="1">
              <a:solidFill>
                <a:schemeClr val="accent1"/>
              </a:solidFill>
              <a:latin typeface="Didact Gothic"/>
              <a:ea typeface="Didact Gothic"/>
              <a:cs typeface="Didact Gothic"/>
              <a:sym typeface="Didact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7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7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7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7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7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Shape 1281"/>
        <p:cNvGrpSpPr/>
        <p:nvPr/>
      </p:nvGrpSpPr>
      <p:grpSpPr>
        <a:xfrm>
          <a:off x="0" y="0"/>
          <a:ext cx="0" cy="0"/>
          <a:chOff x="0" y="0"/>
          <a:chExt cx="0" cy="0"/>
        </a:xfrm>
      </p:grpSpPr>
      <p:sp>
        <p:nvSpPr>
          <p:cNvPr id="1282" name="Google Shape;1282;p148"/>
          <p:cNvSpPr txBox="1">
            <a:spLocks noGrp="1"/>
          </p:cNvSpPr>
          <p:nvPr>
            <p:ph type="ctrTitle"/>
          </p:nvPr>
        </p:nvSpPr>
        <p:spPr>
          <a:xfrm>
            <a:off x="378925" y="454152"/>
            <a:ext cx="17154000" cy="6641700"/>
          </a:xfrm>
          <a:prstGeom prst="rect">
            <a:avLst/>
          </a:prstGeom>
          <a:noFill/>
          <a:ln>
            <a:noFill/>
          </a:ln>
        </p:spPr>
        <p:txBody>
          <a:bodyPr spcFirstLastPara="1" wrap="square" lIns="156175" tIns="156175" rIns="156175" bIns="156175" anchor="t" anchorCtr="0">
            <a:noAutofit/>
          </a:bodyPr>
          <a:lstStyle/>
          <a:p>
            <a:pPr marL="0" lvl="0" indent="0" algn="l" rtl="0">
              <a:lnSpc>
                <a:spcPct val="150000"/>
              </a:lnSpc>
              <a:spcBef>
                <a:spcPts val="1200"/>
              </a:spcBef>
              <a:spcAft>
                <a:spcPts val="1200"/>
              </a:spcAft>
              <a:buNone/>
            </a:pPr>
            <a:r>
              <a:rPr lang="es-419" sz="6100" dirty="0" err="1">
                <a:solidFill>
                  <a:srgbClr val="434343"/>
                </a:solidFill>
              </a:rPr>
              <a:t>Εἰ</a:t>
            </a:r>
            <a:r>
              <a:rPr lang="es-419" sz="6100" dirty="0">
                <a:solidFill>
                  <a:srgbClr val="434343"/>
                </a:solidFill>
              </a:rPr>
              <a:t> </a:t>
            </a:r>
            <a:r>
              <a:rPr lang="es-419" sz="6100" dirty="0" err="1">
                <a:solidFill>
                  <a:srgbClr val="434343"/>
                </a:solidFill>
              </a:rPr>
              <a:t>δὲ</a:t>
            </a:r>
            <a:r>
              <a:rPr lang="es-419" sz="6100" dirty="0">
                <a:solidFill>
                  <a:srgbClr val="434343"/>
                </a:solidFill>
              </a:rPr>
              <a:t> </a:t>
            </a:r>
            <a:r>
              <a:rPr lang="es-419" sz="6100" dirty="0" err="1">
                <a:solidFill>
                  <a:srgbClr val="434343"/>
                </a:solidFill>
              </a:rPr>
              <a:t>Χριστὸς</a:t>
            </a:r>
            <a:r>
              <a:rPr lang="es-419" sz="6100" dirty="0">
                <a:solidFill>
                  <a:srgbClr val="434343"/>
                </a:solidFill>
              </a:rPr>
              <a:t> </a:t>
            </a:r>
            <a:r>
              <a:rPr lang="es-419" sz="6100" dirty="0" err="1">
                <a:solidFill>
                  <a:srgbClr val="434343"/>
                </a:solidFill>
              </a:rPr>
              <a:t>κηρύσσετ</a:t>
            </a:r>
            <a:r>
              <a:rPr lang="es-419" sz="6100" dirty="0">
                <a:solidFill>
                  <a:srgbClr val="434343"/>
                </a:solidFill>
              </a:rPr>
              <a:t>αι ὅτι </a:t>
            </a:r>
            <a:br>
              <a:rPr lang="es-419" sz="6100" dirty="0">
                <a:solidFill>
                  <a:srgbClr val="434343"/>
                </a:solidFill>
              </a:rPr>
            </a:br>
            <a:r>
              <a:rPr lang="es-419" sz="6100" dirty="0">
                <a:solidFill>
                  <a:srgbClr val="434343"/>
                </a:solidFill>
              </a:rPr>
              <a:t>ἐκ νεκρῶν ἐγήγερται, πῶς </a:t>
            </a:r>
            <a:br>
              <a:rPr lang="es-419" sz="6100" dirty="0">
                <a:solidFill>
                  <a:srgbClr val="434343"/>
                </a:solidFill>
              </a:rPr>
            </a:br>
            <a:r>
              <a:rPr lang="es-419" sz="6100" dirty="0">
                <a:solidFill>
                  <a:srgbClr val="434343"/>
                </a:solidFill>
              </a:rPr>
              <a:t>λέγουσιν ἐν ὑμῖν τινες ὅτι </a:t>
            </a:r>
            <a:br>
              <a:rPr lang="es-419" sz="6100" dirty="0">
                <a:solidFill>
                  <a:srgbClr val="434343"/>
                </a:solidFill>
              </a:rPr>
            </a:br>
            <a:r>
              <a:rPr lang="es-419" sz="6100" dirty="0">
                <a:solidFill>
                  <a:srgbClr val="434343"/>
                </a:solidFill>
              </a:rPr>
              <a:t>ἀνάστασις νεκρῶν οὐκ ἔστιν; εἰ δὲ ἀνάστασις νεκρῶν οὐκ λέγουσιν , οὐδὲ Χριστὸς ἐγήγερται</a:t>
            </a:r>
            <a:endParaRPr sz="6100" dirty="0">
              <a:solidFill>
                <a:srgbClr val="434343"/>
              </a:solidFill>
            </a:endParaRPr>
          </a:p>
        </p:txBody>
      </p:sp>
      <p:sp>
        <p:nvSpPr>
          <p:cNvPr id="1283" name="Google Shape;1283;p148"/>
          <p:cNvSpPr txBox="1"/>
          <p:nvPr/>
        </p:nvSpPr>
        <p:spPr>
          <a:xfrm>
            <a:off x="11394725" y="8031575"/>
            <a:ext cx="6630300" cy="1432500"/>
          </a:xfrm>
          <a:prstGeom prst="rect">
            <a:avLst/>
          </a:prstGeom>
          <a:noFill/>
          <a:ln>
            <a:noFill/>
          </a:ln>
        </p:spPr>
        <p:txBody>
          <a:bodyPr spcFirstLastPara="1" wrap="square" lIns="156175" tIns="156175" rIns="156175" bIns="156175" anchor="t" anchorCtr="0">
            <a:noAutofit/>
          </a:bodyPr>
          <a:lstStyle/>
          <a:p>
            <a:pPr marL="0" lvl="0" indent="0" algn="r" rtl="0">
              <a:lnSpc>
                <a:spcPct val="115000"/>
              </a:lnSpc>
              <a:spcBef>
                <a:spcPts val="0"/>
              </a:spcBef>
              <a:spcAft>
                <a:spcPts val="0"/>
              </a:spcAft>
              <a:buNone/>
            </a:pPr>
            <a:r>
              <a:rPr lang="es-419" sz="7000">
                <a:solidFill>
                  <a:srgbClr val="434343"/>
                </a:solidFill>
                <a:latin typeface="Bebas Neue"/>
                <a:ea typeface="Bebas Neue"/>
                <a:cs typeface="Bebas Neue"/>
                <a:sym typeface="Bebas Neue"/>
              </a:rPr>
              <a:t>1 Corintios 15:12–13</a:t>
            </a:r>
            <a:endParaRPr sz="7000">
              <a:solidFill>
                <a:srgbClr val="434343"/>
              </a:solidFill>
              <a:latin typeface="Bebas Neue"/>
              <a:ea typeface="Bebas Neue"/>
              <a:cs typeface="Bebas Neue"/>
              <a:sym typeface="Bebas Neue"/>
            </a:endParaRPr>
          </a:p>
          <a:p>
            <a:pPr marL="0" lvl="0" indent="0" algn="r" rtl="0">
              <a:lnSpc>
                <a:spcPct val="115000"/>
              </a:lnSpc>
              <a:spcBef>
                <a:spcPts val="0"/>
              </a:spcBef>
              <a:spcAft>
                <a:spcPts val="0"/>
              </a:spcAft>
              <a:buNone/>
            </a:pPr>
            <a:endParaRPr sz="7000">
              <a:solidFill>
                <a:srgbClr val="434343"/>
              </a:solidFill>
              <a:latin typeface="Bebas Neue"/>
              <a:ea typeface="Bebas Neue"/>
              <a:cs typeface="Bebas Neue"/>
              <a:sym typeface="Bebas Neue"/>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Shape 1287"/>
        <p:cNvGrpSpPr/>
        <p:nvPr/>
      </p:nvGrpSpPr>
      <p:grpSpPr>
        <a:xfrm>
          <a:off x="0" y="0"/>
          <a:ext cx="0" cy="0"/>
          <a:chOff x="0" y="0"/>
          <a:chExt cx="0" cy="0"/>
        </a:xfrm>
      </p:grpSpPr>
      <p:sp>
        <p:nvSpPr>
          <p:cNvPr id="1288" name="Google Shape;1288;p149"/>
          <p:cNvSpPr/>
          <p:nvPr/>
        </p:nvSpPr>
        <p:spPr>
          <a:xfrm>
            <a:off x="378925" y="3842675"/>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89" name="Google Shape;1289;p149"/>
          <p:cNvSpPr/>
          <p:nvPr/>
        </p:nvSpPr>
        <p:spPr>
          <a:xfrm>
            <a:off x="378925" y="6057217"/>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90" name="Google Shape;1290;p149"/>
          <p:cNvSpPr/>
          <p:nvPr/>
        </p:nvSpPr>
        <p:spPr>
          <a:xfrm>
            <a:off x="378925" y="8291500"/>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91" name="Google Shape;1291;p149"/>
          <p:cNvSpPr txBox="1">
            <a:spLocks noGrp="1"/>
          </p:cNvSpPr>
          <p:nvPr>
            <p:ph type="ctrTitle"/>
          </p:nvPr>
        </p:nvSpPr>
        <p:spPr>
          <a:xfrm>
            <a:off x="378925" y="613375"/>
            <a:ext cx="12947700" cy="29850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0"/>
              </a:spcBef>
              <a:spcAft>
                <a:spcPts val="0"/>
              </a:spcAft>
              <a:buSzPts val="7200"/>
              <a:buNone/>
            </a:pPr>
            <a:r>
              <a:rPr lang="es-419" sz="15600">
                <a:solidFill>
                  <a:srgbClr val="434343"/>
                </a:solidFill>
              </a:rPr>
              <a:t>κηρύσσεται</a:t>
            </a:r>
            <a:endParaRPr sz="15600">
              <a:solidFill>
                <a:srgbClr val="434343"/>
              </a:solidFill>
              <a:latin typeface="GFS Neohellenic"/>
              <a:ea typeface="GFS Neohellenic"/>
              <a:cs typeface="GFS Neohellenic"/>
              <a:sym typeface="GFS Neohellenic"/>
            </a:endParaRPr>
          </a:p>
        </p:txBody>
      </p:sp>
      <p:sp>
        <p:nvSpPr>
          <p:cNvPr id="1292" name="Google Shape;1292;p149"/>
          <p:cNvSpPr txBox="1"/>
          <p:nvPr/>
        </p:nvSpPr>
        <p:spPr>
          <a:xfrm>
            <a:off x="4689175" y="3768500"/>
            <a:ext cx="46998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κηρύσσω</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Presente</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Medio/Pasiva</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Indicativo</a:t>
            </a:r>
            <a:endParaRPr sz="5500">
              <a:solidFill>
                <a:schemeClr val="accent1"/>
              </a:solidFill>
              <a:latin typeface="Didact Gothic"/>
              <a:ea typeface="Didact Gothic"/>
              <a:cs typeface="Didact Gothic"/>
              <a:sym typeface="Didact Gothic"/>
            </a:endParaRPr>
          </a:p>
          <a:p>
            <a:pPr marL="0" lvl="0" indent="0" algn="l" rtl="0">
              <a:lnSpc>
                <a:spcPct val="115000"/>
              </a:lnSpc>
              <a:spcBef>
                <a:spcPts val="1200"/>
              </a:spcBef>
              <a:spcAft>
                <a:spcPts val="1200"/>
              </a:spcAft>
              <a:buNone/>
            </a:pPr>
            <a:r>
              <a:rPr lang="es-419" sz="5500">
                <a:solidFill>
                  <a:schemeClr val="accent1"/>
                </a:solidFill>
                <a:latin typeface="Didact Gothic"/>
                <a:ea typeface="Didact Gothic"/>
                <a:cs typeface="Didact Gothic"/>
                <a:sym typeface="Didact Gothic"/>
              </a:rPr>
              <a:t>3a Singular</a:t>
            </a:r>
            <a:endParaRPr sz="5500">
              <a:solidFill>
                <a:schemeClr val="accent1"/>
              </a:solidFill>
              <a:latin typeface="Didact Gothic"/>
              <a:ea typeface="Didact Gothic"/>
              <a:cs typeface="Didact Gothic"/>
              <a:sym typeface="Didact Gothic"/>
            </a:endParaRPr>
          </a:p>
        </p:txBody>
      </p:sp>
      <p:cxnSp>
        <p:nvCxnSpPr>
          <p:cNvPr id="1293" name="Google Shape;1293;p149"/>
          <p:cNvCxnSpPr/>
          <p:nvPr/>
        </p:nvCxnSpPr>
        <p:spPr>
          <a:xfrm>
            <a:off x="574375" y="3387900"/>
            <a:ext cx="12138300" cy="0"/>
          </a:xfrm>
          <a:prstGeom prst="straightConnector1">
            <a:avLst/>
          </a:prstGeom>
          <a:noFill/>
          <a:ln w="28575" cap="flat" cmpd="sng">
            <a:solidFill>
              <a:schemeClr val="dk2"/>
            </a:solidFill>
            <a:prstDash val="solid"/>
            <a:round/>
            <a:headEnd type="none" w="med" len="med"/>
            <a:tailEnd type="none" w="med" len="med"/>
          </a:ln>
        </p:spPr>
      </p:cxnSp>
      <p:sp>
        <p:nvSpPr>
          <p:cNvPr id="1294" name="Google Shape;1294;p149"/>
          <p:cNvSpPr txBox="1"/>
          <p:nvPr/>
        </p:nvSpPr>
        <p:spPr>
          <a:xfrm>
            <a:off x="802975" y="3768500"/>
            <a:ext cx="36165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F. Léxica:</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Tiempo:</a:t>
            </a:r>
            <a:br>
              <a:rPr lang="es-419" sz="5500" b="1">
                <a:solidFill>
                  <a:schemeClr val="accent1"/>
                </a:solidFill>
                <a:latin typeface="Didact Gothic"/>
                <a:ea typeface="Didact Gothic"/>
                <a:cs typeface="Didact Gothic"/>
                <a:sym typeface="Didact Gothic"/>
              </a:rPr>
            </a:br>
            <a:r>
              <a:rPr lang="es-419" sz="5500" b="1">
                <a:solidFill>
                  <a:schemeClr val="accent1"/>
                </a:solidFill>
                <a:latin typeface="Didact Gothic"/>
                <a:ea typeface="Didact Gothic"/>
                <a:cs typeface="Didact Gothic"/>
                <a:sym typeface="Didact Gothic"/>
              </a:rPr>
              <a:t>Voz:</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Modo:</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Pers / num:</a:t>
            </a:r>
            <a:endParaRPr sz="5500" b="1">
              <a:solidFill>
                <a:schemeClr val="accent1"/>
              </a:solidFill>
              <a:latin typeface="Didact Gothic"/>
              <a:ea typeface="Didact Gothic"/>
              <a:cs typeface="Didact Gothic"/>
              <a:sym typeface="Didact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9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9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9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9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9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Shape 1298"/>
        <p:cNvGrpSpPr/>
        <p:nvPr/>
      </p:nvGrpSpPr>
      <p:grpSpPr>
        <a:xfrm>
          <a:off x="0" y="0"/>
          <a:ext cx="0" cy="0"/>
          <a:chOff x="0" y="0"/>
          <a:chExt cx="0" cy="0"/>
        </a:xfrm>
      </p:grpSpPr>
      <p:sp>
        <p:nvSpPr>
          <p:cNvPr id="1299" name="Google Shape;1299;p150"/>
          <p:cNvSpPr/>
          <p:nvPr/>
        </p:nvSpPr>
        <p:spPr>
          <a:xfrm>
            <a:off x="378925" y="3842675"/>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00" name="Google Shape;1300;p150"/>
          <p:cNvSpPr/>
          <p:nvPr/>
        </p:nvSpPr>
        <p:spPr>
          <a:xfrm>
            <a:off x="378925" y="6057217"/>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01" name="Google Shape;1301;p150"/>
          <p:cNvSpPr/>
          <p:nvPr/>
        </p:nvSpPr>
        <p:spPr>
          <a:xfrm>
            <a:off x="378925" y="8291500"/>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02" name="Google Shape;1302;p150"/>
          <p:cNvSpPr txBox="1">
            <a:spLocks noGrp="1"/>
          </p:cNvSpPr>
          <p:nvPr>
            <p:ph type="ctrTitle"/>
          </p:nvPr>
        </p:nvSpPr>
        <p:spPr>
          <a:xfrm>
            <a:off x="378925" y="613375"/>
            <a:ext cx="12947700" cy="29850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0"/>
              </a:spcBef>
              <a:spcAft>
                <a:spcPts val="0"/>
              </a:spcAft>
              <a:buSzPts val="7200"/>
              <a:buNone/>
            </a:pPr>
            <a:r>
              <a:rPr lang="es-419" sz="15600">
                <a:solidFill>
                  <a:srgbClr val="434343"/>
                </a:solidFill>
              </a:rPr>
              <a:t>ἐγήγερται</a:t>
            </a:r>
            <a:endParaRPr sz="15600">
              <a:solidFill>
                <a:srgbClr val="434343"/>
              </a:solidFill>
              <a:latin typeface="GFS Neohellenic"/>
              <a:ea typeface="GFS Neohellenic"/>
              <a:cs typeface="GFS Neohellenic"/>
              <a:sym typeface="GFS Neohellenic"/>
            </a:endParaRPr>
          </a:p>
        </p:txBody>
      </p:sp>
      <p:sp>
        <p:nvSpPr>
          <p:cNvPr id="1303" name="Google Shape;1303;p150"/>
          <p:cNvSpPr txBox="1"/>
          <p:nvPr/>
        </p:nvSpPr>
        <p:spPr>
          <a:xfrm>
            <a:off x="4689175" y="3768500"/>
            <a:ext cx="46998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ἐγείρω</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Perfecto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Medio/Pasiva</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Indicativo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3a Singular</a:t>
            </a:r>
            <a:endParaRPr sz="5500">
              <a:solidFill>
                <a:schemeClr val="accent1"/>
              </a:solidFill>
              <a:latin typeface="Didact Gothic"/>
              <a:ea typeface="Didact Gothic"/>
              <a:cs typeface="Didact Gothic"/>
              <a:sym typeface="Didact Gothic"/>
            </a:endParaRPr>
          </a:p>
        </p:txBody>
      </p:sp>
      <p:cxnSp>
        <p:nvCxnSpPr>
          <p:cNvPr id="1304" name="Google Shape;1304;p150"/>
          <p:cNvCxnSpPr/>
          <p:nvPr/>
        </p:nvCxnSpPr>
        <p:spPr>
          <a:xfrm>
            <a:off x="574375" y="3387900"/>
            <a:ext cx="12138300" cy="0"/>
          </a:xfrm>
          <a:prstGeom prst="straightConnector1">
            <a:avLst/>
          </a:prstGeom>
          <a:noFill/>
          <a:ln w="28575" cap="flat" cmpd="sng">
            <a:solidFill>
              <a:schemeClr val="dk2"/>
            </a:solidFill>
            <a:prstDash val="solid"/>
            <a:round/>
            <a:headEnd type="none" w="med" len="med"/>
            <a:tailEnd type="none" w="med" len="med"/>
          </a:ln>
        </p:spPr>
      </p:cxnSp>
      <p:sp>
        <p:nvSpPr>
          <p:cNvPr id="1305" name="Google Shape;1305;p150"/>
          <p:cNvSpPr txBox="1"/>
          <p:nvPr/>
        </p:nvSpPr>
        <p:spPr>
          <a:xfrm>
            <a:off x="802975" y="3768500"/>
            <a:ext cx="36165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F. Léxica:</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Tiempo:</a:t>
            </a:r>
            <a:br>
              <a:rPr lang="es-419" sz="5500" b="1">
                <a:solidFill>
                  <a:schemeClr val="accent1"/>
                </a:solidFill>
                <a:latin typeface="Didact Gothic"/>
                <a:ea typeface="Didact Gothic"/>
                <a:cs typeface="Didact Gothic"/>
                <a:sym typeface="Didact Gothic"/>
              </a:rPr>
            </a:br>
            <a:r>
              <a:rPr lang="es-419" sz="5500" b="1">
                <a:solidFill>
                  <a:schemeClr val="accent1"/>
                </a:solidFill>
                <a:latin typeface="Didact Gothic"/>
                <a:ea typeface="Didact Gothic"/>
                <a:cs typeface="Didact Gothic"/>
                <a:sym typeface="Didact Gothic"/>
              </a:rPr>
              <a:t>Voz:</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Modo:</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Pers / num:</a:t>
            </a:r>
            <a:endParaRPr sz="5500" b="1">
              <a:solidFill>
                <a:schemeClr val="accent1"/>
              </a:solidFill>
              <a:latin typeface="Didact Gothic"/>
              <a:ea typeface="Didact Gothic"/>
              <a:cs typeface="Didact Gothic"/>
              <a:sym typeface="Didact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0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0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0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0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Shape 1309"/>
        <p:cNvGrpSpPr/>
        <p:nvPr/>
      </p:nvGrpSpPr>
      <p:grpSpPr>
        <a:xfrm>
          <a:off x="0" y="0"/>
          <a:ext cx="0" cy="0"/>
          <a:chOff x="0" y="0"/>
          <a:chExt cx="0" cy="0"/>
        </a:xfrm>
      </p:grpSpPr>
      <p:sp>
        <p:nvSpPr>
          <p:cNvPr id="1310" name="Google Shape;1310;p151"/>
          <p:cNvSpPr/>
          <p:nvPr/>
        </p:nvSpPr>
        <p:spPr>
          <a:xfrm>
            <a:off x="378925" y="3842675"/>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11" name="Google Shape;1311;p151"/>
          <p:cNvSpPr/>
          <p:nvPr/>
        </p:nvSpPr>
        <p:spPr>
          <a:xfrm>
            <a:off x="378925" y="6057217"/>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12" name="Google Shape;1312;p151"/>
          <p:cNvSpPr/>
          <p:nvPr/>
        </p:nvSpPr>
        <p:spPr>
          <a:xfrm>
            <a:off x="378925" y="8291500"/>
            <a:ext cx="9608700" cy="1097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13" name="Google Shape;1313;p151"/>
          <p:cNvSpPr txBox="1">
            <a:spLocks noGrp="1"/>
          </p:cNvSpPr>
          <p:nvPr>
            <p:ph type="ctrTitle"/>
          </p:nvPr>
        </p:nvSpPr>
        <p:spPr>
          <a:xfrm>
            <a:off x="378925" y="613375"/>
            <a:ext cx="12947700" cy="2985000"/>
          </a:xfrm>
          <a:prstGeom prst="rect">
            <a:avLst/>
          </a:prstGeom>
          <a:noFill/>
          <a:ln>
            <a:noFill/>
          </a:ln>
        </p:spPr>
        <p:txBody>
          <a:bodyPr spcFirstLastPara="1" wrap="square" lIns="156175" tIns="156175" rIns="156175" bIns="156175" anchor="t" anchorCtr="0">
            <a:noAutofit/>
          </a:bodyPr>
          <a:lstStyle/>
          <a:p>
            <a:pPr marL="0" lvl="0" indent="0" algn="l" rtl="0">
              <a:lnSpc>
                <a:spcPct val="115000"/>
              </a:lnSpc>
              <a:spcBef>
                <a:spcPts val="0"/>
              </a:spcBef>
              <a:spcAft>
                <a:spcPts val="0"/>
              </a:spcAft>
              <a:buSzPts val="7200"/>
              <a:buNone/>
            </a:pPr>
            <a:r>
              <a:rPr lang="es-419" sz="15600">
                <a:solidFill>
                  <a:srgbClr val="434343"/>
                </a:solidFill>
              </a:rPr>
              <a:t>λέγουσιν</a:t>
            </a:r>
            <a:endParaRPr sz="15600">
              <a:solidFill>
                <a:srgbClr val="434343"/>
              </a:solidFill>
              <a:latin typeface="GFS Neohellenic"/>
              <a:ea typeface="GFS Neohellenic"/>
              <a:cs typeface="GFS Neohellenic"/>
              <a:sym typeface="GFS Neohellenic"/>
            </a:endParaRPr>
          </a:p>
        </p:txBody>
      </p:sp>
      <p:sp>
        <p:nvSpPr>
          <p:cNvPr id="1314" name="Google Shape;1314;p151"/>
          <p:cNvSpPr txBox="1"/>
          <p:nvPr/>
        </p:nvSpPr>
        <p:spPr>
          <a:xfrm>
            <a:off x="4689175" y="3768500"/>
            <a:ext cx="46998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λέγω</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Presente</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Activa</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Indicativo</a:t>
            </a:r>
            <a:endParaRPr sz="5500">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a:solidFill>
                  <a:schemeClr val="accent1"/>
                </a:solidFill>
                <a:latin typeface="Didact Gothic"/>
                <a:ea typeface="Didact Gothic"/>
                <a:cs typeface="Didact Gothic"/>
                <a:sym typeface="Didact Gothic"/>
              </a:rPr>
              <a:t>3a Plural</a:t>
            </a:r>
            <a:endParaRPr sz="5500">
              <a:solidFill>
                <a:schemeClr val="accent1"/>
              </a:solidFill>
              <a:latin typeface="Didact Gothic"/>
              <a:ea typeface="Didact Gothic"/>
              <a:cs typeface="Didact Gothic"/>
              <a:sym typeface="Didact Gothic"/>
            </a:endParaRPr>
          </a:p>
        </p:txBody>
      </p:sp>
      <p:cxnSp>
        <p:nvCxnSpPr>
          <p:cNvPr id="1315" name="Google Shape;1315;p151"/>
          <p:cNvCxnSpPr/>
          <p:nvPr/>
        </p:nvCxnSpPr>
        <p:spPr>
          <a:xfrm>
            <a:off x="574375" y="3387900"/>
            <a:ext cx="12138300" cy="0"/>
          </a:xfrm>
          <a:prstGeom prst="straightConnector1">
            <a:avLst/>
          </a:prstGeom>
          <a:noFill/>
          <a:ln w="28575" cap="flat" cmpd="sng">
            <a:solidFill>
              <a:schemeClr val="dk2"/>
            </a:solidFill>
            <a:prstDash val="solid"/>
            <a:round/>
            <a:headEnd type="none" w="med" len="med"/>
            <a:tailEnd type="none" w="med" len="med"/>
          </a:ln>
        </p:spPr>
      </p:cxnSp>
      <p:sp>
        <p:nvSpPr>
          <p:cNvPr id="1316" name="Google Shape;1316;p151"/>
          <p:cNvSpPr txBox="1"/>
          <p:nvPr/>
        </p:nvSpPr>
        <p:spPr>
          <a:xfrm>
            <a:off x="802975" y="3768500"/>
            <a:ext cx="3616500" cy="4100400"/>
          </a:xfrm>
          <a:prstGeom prst="rect">
            <a:avLst/>
          </a:prstGeom>
          <a:noFill/>
          <a:ln>
            <a:noFill/>
          </a:ln>
        </p:spPr>
        <p:txBody>
          <a:bodyPr spcFirstLastPara="1" wrap="square" lIns="91425" tIns="91425" rIns="91425" bIns="91425" anchor="t" anchorCtr="0">
            <a:noAutofit/>
          </a:bodyPr>
          <a:lstStyle/>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F. Léxica:</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Tiempo:</a:t>
            </a:r>
            <a:br>
              <a:rPr lang="es-419" sz="5500" b="1">
                <a:solidFill>
                  <a:schemeClr val="accent1"/>
                </a:solidFill>
                <a:latin typeface="Didact Gothic"/>
                <a:ea typeface="Didact Gothic"/>
                <a:cs typeface="Didact Gothic"/>
                <a:sym typeface="Didact Gothic"/>
              </a:rPr>
            </a:br>
            <a:r>
              <a:rPr lang="es-419" sz="5500" b="1">
                <a:solidFill>
                  <a:schemeClr val="accent1"/>
                </a:solidFill>
                <a:latin typeface="Didact Gothic"/>
                <a:ea typeface="Didact Gothic"/>
                <a:cs typeface="Didact Gothic"/>
                <a:sym typeface="Didact Gothic"/>
              </a:rPr>
              <a:t>Voz:</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Modo:</a:t>
            </a:r>
            <a:endParaRPr sz="5500" b="1">
              <a:solidFill>
                <a:schemeClr val="accent1"/>
              </a:solidFill>
              <a:latin typeface="Didact Gothic"/>
              <a:ea typeface="Didact Gothic"/>
              <a:cs typeface="Didact Gothic"/>
              <a:sym typeface="Didact Gothic"/>
            </a:endParaRPr>
          </a:p>
          <a:p>
            <a:pPr marL="0" marR="0" lvl="0" indent="0" algn="l" rtl="0">
              <a:lnSpc>
                <a:spcPct val="135000"/>
              </a:lnSpc>
              <a:spcBef>
                <a:spcPts val="0"/>
              </a:spcBef>
              <a:spcAft>
                <a:spcPts val="0"/>
              </a:spcAft>
              <a:buNone/>
            </a:pPr>
            <a:r>
              <a:rPr lang="es-419" sz="5500" b="1">
                <a:solidFill>
                  <a:schemeClr val="accent1"/>
                </a:solidFill>
                <a:latin typeface="Didact Gothic"/>
                <a:ea typeface="Didact Gothic"/>
                <a:cs typeface="Didact Gothic"/>
                <a:sym typeface="Didact Gothic"/>
              </a:rPr>
              <a:t>Pers / num:</a:t>
            </a:r>
            <a:endParaRPr sz="5500" b="1">
              <a:solidFill>
                <a:schemeClr val="accent1"/>
              </a:solidFill>
              <a:latin typeface="Didact Gothic"/>
              <a:ea typeface="Didact Gothic"/>
              <a:cs typeface="Didact Gothic"/>
              <a:sym typeface="Didact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1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1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1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1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116</TotalTime>
  <Words>2347</Words>
  <Application>Microsoft Office PowerPoint</Application>
  <PresentationFormat>Custom</PresentationFormat>
  <Paragraphs>1065</Paragraphs>
  <Slides>135</Slides>
  <Notes>135</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135</vt:i4>
      </vt:variant>
    </vt:vector>
  </HeadingPairs>
  <TitlesOfParts>
    <vt:vector size="148" baseType="lpstr">
      <vt:lpstr>Didact Gothic</vt:lpstr>
      <vt:lpstr>Montserrat SemiBold</vt:lpstr>
      <vt:lpstr>Raleway</vt:lpstr>
      <vt:lpstr>Arial</vt:lpstr>
      <vt:lpstr>Oswald</vt:lpstr>
      <vt:lpstr>Oswald Medium</vt:lpstr>
      <vt:lpstr>Cardo</vt:lpstr>
      <vt:lpstr>Bebas Neue</vt:lpstr>
      <vt:lpstr>EB Garamond</vt:lpstr>
      <vt:lpstr>Lato</vt:lpstr>
      <vt:lpstr>GFS Neohellenic</vt:lpstr>
      <vt:lpstr>GFS Didot</vt:lpstr>
      <vt:lpstr>Streamline</vt:lpstr>
      <vt:lpstr>EJERCICIO 15</vt:lpstr>
      <vt:lpstr>I. Vocabulario 15</vt:lpstr>
      <vt:lpstr>λέγω</vt:lpstr>
      <vt:lpstr>ἔχω</vt:lpstr>
      <vt:lpstr>γίνομαι</vt:lpstr>
      <vt:lpstr>ἔρχομαι </vt:lpstr>
      <vt:lpstr>ἀκούω</vt:lpstr>
      <vt:lpstr>οἶδα</vt:lpstr>
      <vt:lpstr>λαμβάνω</vt:lpstr>
      <vt:lpstr>γράφω</vt:lpstr>
      <vt:lpstr>γινώσκω</vt:lpstr>
      <vt:lpstr>ἀνοίγω</vt:lpstr>
      <vt:lpstr>ἀπόλλυμι </vt:lpstr>
      <vt:lpstr>εὑρίσκω</vt:lpstr>
      <vt:lpstr>βάλλω</vt:lpstr>
      <vt:lpstr>ὁράω</vt:lpstr>
      <vt:lpstr>πίπτω</vt:lpstr>
      <vt:lpstr>βαίνω</vt:lpstr>
      <vt:lpstr>χαίρω </vt:lpstr>
      <vt:lpstr>φέρω </vt:lpstr>
      <vt:lpstr>ἁμαρτάνω</vt:lpstr>
      <vt:lpstr>πάσχω</vt:lpstr>
      <vt:lpstr>πείθω</vt:lpstr>
      <vt:lpstr>πράσσω</vt:lpstr>
      <vt:lpstr>κράζω</vt:lpstr>
      <vt:lpstr>II. Formas verbales</vt:lpstr>
      <vt:lpstr>ἀκούω </vt:lpstr>
      <vt:lpstr>κράζω</vt:lpstr>
      <vt:lpstr>χαίρω</vt:lpstr>
      <vt:lpstr>γινώσκω</vt:lpstr>
      <vt:lpstr>εὑρίσκω</vt:lpstr>
      <vt:lpstr>γράφω</vt:lpstr>
      <vt:lpstr>ἔχω  </vt:lpstr>
      <vt:lpstr>λέγω</vt:lpstr>
      <vt:lpstr>γίνομαι</vt:lpstr>
      <vt:lpstr>ἔρχομαι</vt:lpstr>
      <vt:lpstr>ὁράω</vt:lpstr>
      <vt:lpstr>βάλλω</vt:lpstr>
      <vt:lpstr>III. Paradigmas</vt:lpstr>
      <vt:lpstr>ἀκούω</vt:lpstr>
      <vt:lpstr>PowerPoint Presentation</vt:lpstr>
      <vt:lpstr>PowerPoint Presentation</vt:lpstr>
      <vt:lpstr>PowerPoint Presentation</vt:lpstr>
      <vt:lpstr>PowerPoint Presentation</vt:lpstr>
      <vt:lpstr>PowerPoint Presentation</vt:lpstr>
      <vt:lpstr>PowerPoint Presentation</vt:lpstr>
      <vt:lpstr>θέλω</vt:lpstr>
      <vt:lpstr>PowerPoint Presentation</vt:lpstr>
      <vt:lpstr>PowerPoint Presentation</vt:lpstr>
      <vt:lpstr>PowerPoint Presentation</vt:lpstr>
      <vt:lpstr>PowerPoint Presentation</vt:lpstr>
      <vt:lpstr>PowerPoint Presentation</vt:lpstr>
      <vt:lpstr>PowerPoint Presentation</vt:lpstr>
      <vt:lpstr>ποιέω</vt:lpstr>
      <vt:lpstr>PowerPoint Presentation</vt:lpstr>
      <vt:lpstr>PowerPoint Presentation</vt:lpstr>
      <vt:lpstr>PowerPoint Presentation</vt:lpstr>
      <vt:lpstr>PowerPoint Presentation</vt:lpstr>
      <vt:lpstr>PowerPoint Presentation</vt:lpstr>
      <vt:lpstr>PowerPoint Presentation</vt:lpstr>
      <vt:lpstr>ἐσθίω</vt:lpstr>
      <vt:lpstr>PowerPoint Presentation</vt:lpstr>
      <vt:lpstr>PowerPoint Presentation</vt:lpstr>
      <vt:lpstr>PowerPoint Presentation</vt:lpstr>
      <vt:lpstr>PowerPoint Presentation</vt:lpstr>
      <vt:lpstr>IV. TRADUCCIÓN  Y ANÁLISIS</vt:lpstr>
      <vt:lpstr>ἰδοὺ προείρηκα  ὑμῖν </vt:lpstr>
      <vt:lpstr>προείρηκα</vt:lpstr>
      <vt:lpstr>κἀγὼ ἑώρακα καὶ μεμαρτύρηκα ὅτι οὗτός ἐστιν ὁ υἱὸς τοῦ θεοῦ.   </vt:lpstr>
      <vt:lpstr>ἑώρακα</vt:lpstr>
      <vt:lpstr>μεμαρτύρηκα</vt:lpstr>
      <vt:lpstr>ἐστιν</vt:lpstr>
      <vt:lpstr>Ἰωάννης μαρτυρεῖ περὶ  αὐτοῦ καὶ κέκραγεν λέγων·  οὗτος ἦν ὃν εἶπον· ὁ ὀπίσω μου ἐρχόμενος ἔμπροσθέν μου γέγονεν, ὅτι πρῶτός μου ἦν. </vt:lpstr>
      <vt:lpstr>μαρτυρεῖ</vt:lpstr>
      <vt:lpstr>Ἰωάννης μαρτυρεῖ περὶ  αὐτοῦ καὶ κέκραγεν λέγων·  οὗτος ἦν ὃν εἶπον· ὁ ὀπίσω μου ἐρχόμενος ἔμπροσθέν μου γέγονεν, ὅτι πρῶτός μου ἦν. </vt:lpstr>
      <vt:lpstr>κέκραγεν</vt:lpstr>
      <vt:lpstr>Ἰωάννης μαρτυρεῖ περὶ  αὐτοῦ καὶ κέκραγεν λέγων·  οὗτος ἦν ὃν εἶπον· ὁ ὀπίσω μου ἐρχόμενος ἔμπροσθέν μου γέγονεν, ὅτι πρῶτός μου ἦν. </vt:lpstr>
      <vt:lpstr>ἦν</vt:lpstr>
      <vt:lpstr>εἶπον</vt:lpstr>
      <vt:lpstr>γέγονεν</vt:lpstr>
      <vt:lpstr>τότε λέγει αὐτῷ ὁ Ἰησοῦς·  ὕπαγε , σατανᾶ· γέγραπται  γάρ· κύριον τὸν θεόν σου προσκυνήσεις καὶ αὐτῷ μόνῳ λατρεύσεις.    </vt:lpstr>
      <vt:lpstr>λέγει</vt:lpstr>
      <vt:lpstr>γέγραπται</vt:lpstr>
      <vt:lpstr>προσκυνήσεις</vt:lpstr>
      <vt:lpstr>καὶ λέγει αὐτοῖς· γέγραπται·  ὁ οἶκός μου οἶκος προσευχῆς κληθήσεται, ὑμεῖς δὲ αὐτὸν  ποιεῖτε σπήλαιον λῃστῶν.</vt:lpstr>
      <vt:lpstr>λέγει</vt:lpstr>
      <vt:lpstr>γέγραπται</vt:lpstr>
      <vt:lpstr>κληθήσεται</vt:lpstr>
      <vt:lpstr>ποιεῖτε</vt:lpstr>
      <vt:lpstr>ὁ γὰρ πᾶς νόμος ἐν  ἑνὶ λόγῳ πεπλήρωται,  ἐν τῷ· ἀγαπήσεις τὸν πλησίον σου ὡς σεαυτόν. </vt:lpstr>
      <vt:lpstr>πεπλήρωται</vt:lpstr>
      <vt:lpstr>ἀγαπήσεις</vt:lpstr>
      <vt:lpstr>ἔσται γὰρ τότε θλῖψις μεγάλη οἵα οὐ γέγονεν  ἀπʼ ἀρχῆς κόσμου ἕως τοῦ νῦν οὐδʼ οὐ μὴ γένηται.  </vt:lpstr>
      <vt:lpstr>ἔσται</vt:lpstr>
      <vt:lpstr>γέγονεν</vt:lpstr>
      <vt:lpstr>γένηται</vt:lpstr>
      <vt:lpstr>εὑρίσκει οὗτος πρῶτον  τὸν ἀδελφὸν τὸν ἴδιον Σίμωνα καὶ λέγει αὐτῷ· εὑρήκαμεν τὸν Μεσσίαν </vt:lpstr>
      <vt:lpstr>εὑρίσκει</vt:lpstr>
      <vt:lpstr>λέγει</vt:lpstr>
      <vt:lpstr>εὑρήκαμεν</vt:lpstr>
      <vt:lpstr>ἀμὴν ἀμὴν λέγω σοι ὅτι  ὃ οἴδαμεν λαλοῦμεν καὶ ὃ  ἑωράκαμεν μαρτυροῦμεν,  καὶ τὴν μαρτυρίαν ἡμῶν οὐ λαμβάνετε. </vt:lpstr>
      <vt:lpstr>λέγω</vt:lpstr>
      <vt:lpstr>οἴδαμεν</vt:lpstr>
      <vt:lpstr>λαλοῦμεν</vt:lpstr>
      <vt:lpstr>ἑωράκαμεν  </vt:lpstr>
      <vt:lpstr>μαρτυροῦμεν</vt:lpstr>
      <vt:lpstr>λαμβάνετε</vt:lpstr>
      <vt:lpstr>αὕτη δέ ἐστιν ἡ κρίσις ὅτι τὸ  φῶς ἐλήλυθεν εἰς τὸν κόσμον  καὶ ἠγάπησαν οἱ ἄνθρωποι  μᾶλλον τὸ σκότος﻿ ἢ τὸ φῶς· ἦν γὰρ ﻿αὐτῶν πονηρὰ τὰ ἔργα.  </vt:lpstr>
      <vt:lpstr>ἐστιν</vt:lpstr>
      <vt:lpstr>ἐλήλυθεν</vt:lpstr>
      <vt:lpstr>ἠγάπησαν</vt:lpstr>
      <vt:lpstr>ἦν</vt:lpstr>
      <vt:lpstr>καὶ οὐδεὶς ἀναβέβηκεν εἰς  τὸν οὐρανὸν εἰ μὴ ὁ ἐκ τοῦ  οὐρανοῦ καταβάς, ὁ υἱὸς  τοῦ ἀνθρώπου </vt:lpstr>
      <vt:lpstr>ἀναβέβηκεν  </vt:lpstr>
      <vt:lpstr>ἀλλʼ ἔγνωκα ὑμᾶς ὅτι τὴν ἀγάπην  τοῦ θεοῦ οὐκ ἔχετε ἐν ἑαυτοῖς.  ἐγὼ ἐλήλυθα ἐν τῷ ὀνόματι τοῦ  πατρός μου, καὶ οὐ λαμβάνετέ με·  ἐὰν ἄλλος ἔλθῃ ἐν τῷ ὀνόματι τῷ ἰδίῳ, ἐκεῖνον λήμψεσθε </vt:lpstr>
      <vt:lpstr>ἔγνωκα</vt:lpstr>
      <vt:lpstr>ἔχετε</vt:lpstr>
      <vt:lpstr>ἐλήλυθα</vt:lpstr>
      <vt:lpstr>λαμβάνετέ</vt:lpstr>
      <vt:lpstr>ἔλθῃ</vt:lpstr>
      <vt:lpstr>καὶ ἔλεγον· οὐχ οὗτός ἐστιν Ἰησοῦς  ὁ υἱὸς Ἰωσήφ, οὗ ἡμεῖς οἴδαμεν τὸν  πατέρα καὶ τὴν μητέρα; πῶς νῦν  ﻿λέγει ﻿ὅτι ἐκ τοῦ οὐρανοῦ  καταβέβηκα; ἀπεκρίθη  Ἰησοῦς καὶ εἶπεν  αὐτοῖς· μὴ γογγύζετε μετʼ ἀλλήλων.</vt:lpstr>
      <vt:lpstr>ἔλεγον</vt:lpstr>
      <vt:lpstr>οἴδαμεν</vt:lpstr>
      <vt:lpstr>λέγει</vt:lpstr>
      <vt:lpstr>καταβέβηκα</vt:lpstr>
      <vt:lpstr>ἀπεκρίθη</vt:lpstr>
      <vt:lpstr>εἶπεν</vt:lpstr>
      <vt:lpstr>γογγύζω</vt:lpstr>
      <vt:lpstr>ἔλθῃ</vt:lpstr>
      <vt:lpstr>ἔλθῃ</vt:lpstr>
      <vt:lpstr>ἔλθῃ</vt:lpstr>
      <vt:lpstr>Εἰ δὲ Χριστὸς κηρύσσεται ὅτι  ἐκ νεκρῶν ἐγήγερται, πῶς  λέγουσιν ἐν ὑμῖν τινες ὅτι  ἀνάστασις νεκρῶν οὐκ ἔστιν; εἰ δὲ ἀνάστασις νεκρῶν οὐκ λέγουσιν , οὐδὲ Χριστὸς ἐγήγερται</vt:lpstr>
      <vt:lpstr>κηρύσσεται</vt:lpstr>
      <vt:lpstr>ἐγήγερται</vt:lpstr>
      <vt:lpstr>λέγουσιν</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Enrique Villegas Valerio</dc:creator>
  <cp:lastModifiedBy>Enrique Villegas Valerio</cp:lastModifiedBy>
  <cp:revision>2</cp:revision>
  <dcterms:modified xsi:type="dcterms:W3CDTF">2025-03-14T18:40:57Z</dcterms:modified>
</cp:coreProperties>
</file>