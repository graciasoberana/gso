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" type="body"/>
          </p:nvPr>
        </p:nvSpPr>
        <p:spPr>
          <a:xfrm>
            <a:off x="889000" y="1905000"/>
            <a:ext cx="104140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419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2" type="body"/>
          </p:nvPr>
        </p:nvSpPr>
        <p:spPr>
          <a:xfrm>
            <a:off x="889000" y="3238500"/>
            <a:ext cx="10414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6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3" type="body"/>
          </p:nvPr>
        </p:nvSpPr>
        <p:spPr>
          <a:xfrm>
            <a:off x="882649" y="4191000"/>
            <a:ext cx="104267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6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2">
  <p:cSld name="Custom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3">
  <p:cSld name="Custom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4">
  <p:cSld name="Custom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idx="1" type="body"/>
          </p:nvPr>
        </p:nvSpPr>
        <p:spPr>
          <a:xfrm>
            <a:off x="1035049" y="857250"/>
            <a:ext cx="9505950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9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5"/>
          <p:cNvSpPr txBox="1"/>
          <p:nvPr>
            <p:ph idx="2" type="body"/>
          </p:nvPr>
        </p:nvSpPr>
        <p:spPr>
          <a:xfrm>
            <a:off x="1015999" y="5460999"/>
            <a:ext cx="7620000" cy="654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3" type="body"/>
          </p:nvPr>
        </p:nvSpPr>
        <p:spPr>
          <a:xfrm>
            <a:off x="9017000" y="5524500"/>
            <a:ext cx="133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5">
  <p:cSld name="Custom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2" type="body"/>
          </p:nvPr>
        </p:nvSpPr>
        <p:spPr>
          <a:xfrm>
            <a:off x="825499" y="5588000"/>
            <a:ext cx="93980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786">
                <a:solidFill>
                  <a:srgbClr val="0629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6">
  <p:cSld name="Custom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7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7">
  <p:cSld name="Custom 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8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8">
  <p:cSld name="Custom 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9">
  <p:cSld name="Custom 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0">
  <p:cSld name="Custom 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1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1">
  <p:cSld name="Custom 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2">
  <p:cSld name="Custom 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3">
  <p:cSld name="Custom 1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4">
  <p:cSld name="Custom 1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5">
  <p:cSld name="Custom 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6">
  <p:cSld name="Custom 1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7">
  <p:cSld name="Custom 1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1035049" y="857250"/>
            <a:ext cx="9505950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9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1015999" y="5460999"/>
            <a:ext cx="7620000" cy="654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8"/>
          <p:cNvSpPr txBox="1"/>
          <p:nvPr>
            <p:ph idx="3" type="body"/>
          </p:nvPr>
        </p:nvSpPr>
        <p:spPr>
          <a:xfrm>
            <a:off x="9017000" y="5524500"/>
            <a:ext cx="133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8">
  <p:cSld name="Custom 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9">
  <p:cSld name="Custom 1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20">
  <p:cSld name="Custom 2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21">
  <p:cSld name="Custom 2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22">
  <p:cSld name="Custom 2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3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23">
  <p:cSld name="Custom 2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24">
  <p:cSld name="Custom 2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5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25">
  <p:cSld name="Custom 2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26">
  <p:cSld name="Custom 2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27">
  <p:cSld name="Custom 2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28">
  <p:cSld name="Custom 2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29">
  <p:cSld name="Custom 2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30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30">
  <p:cSld name="Custom 3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1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31">
  <p:cSld name="Custom 3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32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32">
  <p:cSld name="Custom 3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33">
  <p:cSld name="Custom 3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4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34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34">
  <p:cSld name="Custom 3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5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35">
  <p:cSld name="Custom 3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6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36">
  <p:cSld name="Custom 3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7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37">
  <p:cSld name="Custom 3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38">
  <p:cSld name="Custom 3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9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39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39">
  <p:cSld name="Custom 3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0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40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40">
  <p:cSld name="Custom 4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1"/>
          <p:cNvSpPr txBox="1"/>
          <p:nvPr>
            <p:ph idx="1" type="body"/>
          </p:nvPr>
        </p:nvSpPr>
        <p:spPr>
          <a:xfrm>
            <a:off x="1035049" y="857250"/>
            <a:ext cx="9505950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9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015999" y="5460999"/>
            <a:ext cx="7620000" cy="654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41"/>
          <p:cNvSpPr txBox="1"/>
          <p:nvPr>
            <p:ph idx="3" type="body"/>
          </p:nvPr>
        </p:nvSpPr>
        <p:spPr>
          <a:xfrm>
            <a:off x="9017000" y="5524500"/>
            <a:ext cx="133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41">
  <p:cSld name="Custom 4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2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42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42">
  <p:cSld name="Custom 4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3"/>
          <p:cNvSpPr txBox="1"/>
          <p:nvPr>
            <p:ph idx="1" type="body"/>
          </p:nvPr>
        </p:nvSpPr>
        <p:spPr>
          <a:xfrm>
            <a:off x="1035049" y="857250"/>
            <a:ext cx="9505950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9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43"/>
          <p:cNvSpPr txBox="1"/>
          <p:nvPr>
            <p:ph idx="2" type="body"/>
          </p:nvPr>
        </p:nvSpPr>
        <p:spPr>
          <a:xfrm>
            <a:off x="1015999" y="5460999"/>
            <a:ext cx="7620000" cy="654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43"/>
          <p:cNvSpPr txBox="1"/>
          <p:nvPr>
            <p:ph idx="3" type="body"/>
          </p:nvPr>
        </p:nvSpPr>
        <p:spPr>
          <a:xfrm>
            <a:off x="9017000" y="5524500"/>
            <a:ext cx="133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43">
  <p:cSld name="Custom 4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4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44">
  <p:cSld name="Custom 4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5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45">
  <p:cSld name="Custom 4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6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46">
  <p:cSld name="Custom 4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7"/>
          <p:cNvSpPr txBox="1"/>
          <p:nvPr>
            <p:ph idx="1" type="body"/>
          </p:nvPr>
        </p:nvSpPr>
        <p:spPr>
          <a:xfrm>
            <a:off x="882649" y="1962150"/>
            <a:ext cx="104267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61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47"/>
          <p:cNvSpPr txBox="1"/>
          <p:nvPr>
            <p:ph idx="2" type="body"/>
          </p:nvPr>
        </p:nvSpPr>
        <p:spPr>
          <a:xfrm>
            <a:off x="1295400" y="3429000"/>
            <a:ext cx="9601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57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47">
  <p:cSld name="Custom 4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8"/>
          <p:cNvSpPr txBox="1"/>
          <p:nvPr>
            <p:ph idx="1" type="body"/>
          </p:nvPr>
        </p:nvSpPr>
        <p:spPr>
          <a:xfrm>
            <a:off x="1035049" y="857250"/>
            <a:ext cx="9505950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9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48"/>
          <p:cNvSpPr txBox="1"/>
          <p:nvPr>
            <p:ph idx="2" type="body"/>
          </p:nvPr>
        </p:nvSpPr>
        <p:spPr>
          <a:xfrm>
            <a:off x="1015999" y="5460999"/>
            <a:ext cx="7620000" cy="654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48"/>
          <p:cNvSpPr txBox="1"/>
          <p:nvPr>
            <p:ph idx="3" type="body"/>
          </p:nvPr>
        </p:nvSpPr>
        <p:spPr>
          <a:xfrm>
            <a:off x="9017000" y="5524500"/>
            <a:ext cx="133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48">
  <p:cSld name="Custom 4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9"/>
          <p:cNvSpPr txBox="1"/>
          <p:nvPr>
            <p:ph idx="1" type="body"/>
          </p:nvPr>
        </p:nvSpPr>
        <p:spPr>
          <a:xfrm>
            <a:off x="1035049" y="857250"/>
            <a:ext cx="9505950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93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49"/>
          <p:cNvSpPr txBox="1"/>
          <p:nvPr>
            <p:ph idx="2" type="body"/>
          </p:nvPr>
        </p:nvSpPr>
        <p:spPr>
          <a:xfrm>
            <a:off x="1015999" y="5460999"/>
            <a:ext cx="7620000" cy="654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49"/>
          <p:cNvSpPr txBox="1"/>
          <p:nvPr>
            <p:ph idx="3" type="body"/>
          </p:nvPr>
        </p:nvSpPr>
        <p:spPr>
          <a:xfrm>
            <a:off x="9017000" y="5524500"/>
            <a:ext cx="133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2022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49">
  <p:cSld name="Custom 4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0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8qYsXvxkHo=">
  <p:cSld name="Custom t8qYsXvxkHo=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1"/>
          <p:cNvSpPr txBox="1"/>
          <p:nvPr>
            <p:ph idx="1" type="body"/>
          </p:nvPr>
        </p:nvSpPr>
        <p:spPr>
          <a:xfrm>
            <a:off x="825499" y="762000"/>
            <a:ext cx="10414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812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vcLTuGpDM5k=">
  <p:cSld name="Custom vcLTuGpDM5k=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