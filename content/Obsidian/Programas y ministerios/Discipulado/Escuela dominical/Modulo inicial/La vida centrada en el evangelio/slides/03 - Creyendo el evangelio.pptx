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handoutMasterIdLst>
    <p:handoutMasterId r:id="rId31"/>
  </p:handoutMasterIdLst>
  <p:sldIdLst>
    <p:sldId id="256" r:id="rId5"/>
    <p:sldId id="533" r:id="rId6"/>
    <p:sldId id="517" r:id="rId7"/>
    <p:sldId id="493" r:id="rId8"/>
    <p:sldId id="518" r:id="rId9"/>
    <p:sldId id="520" r:id="rId10"/>
    <p:sldId id="519" r:id="rId11"/>
    <p:sldId id="521" r:id="rId12"/>
    <p:sldId id="467" r:id="rId13"/>
    <p:sldId id="522" r:id="rId14"/>
    <p:sldId id="462" r:id="rId15"/>
    <p:sldId id="492" r:id="rId16"/>
    <p:sldId id="461" r:id="rId17"/>
    <p:sldId id="501" r:id="rId18"/>
    <p:sldId id="503" r:id="rId19"/>
    <p:sldId id="523" r:id="rId20"/>
    <p:sldId id="524" r:id="rId21"/>
    <p:sldId id="525" r:id="rId22"/>
    <p:sldId id="526" r:id="rId23"/>
    <p:sldId id="527" r:id="rId24"/>
    <p:sldId id="528" r:id="rId25"/>
    <p:sldId id="529" r:id="rId26"/>
    <p:sldId id="530" r:id="rId27"/>
    <p:sldId id="531" r:id="rId28"/>
    <p:sldId id="53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3316EF-5C79-45B1-8BCF-C08055D411E9}">
          <p14:sldIdLst>
            <p14:sldId id="256"/>
            <p14:sldId id="533"/>
            <p14:sldId id="517"/>
            <p14:sldId id="493"/>
            <p14:sldId id="518"/>
            <p14:sldId id="520"/>
            <p14:sldId id="519"/>
            <p14:sldId id="521"/>
            <p14:sldId id="467"/>
            <p14:sldId id="522"/>
            <p14:sldId id="462"/>
            <p14:sldId id="492"/>
            <p14:sldId id="461"/>
            <p14:sldId id="501"/>
            <p14:sldId id="503"/>
            <p14:sldId id="523"/>
            <p14:sldId id="524"/>
            <p14:sldId id="525"/>
            <p14:sldId id="526"/>
            <p14:sldId id="527"/>
            <p14:sldId id="528"/>
            <p14:sldId id="529"/>
            <p14:sldId id="530"/>
            <p14:sldId id="531"/>
            <p14:sldId id="5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69D8"/>
    <a:srgbClr val="E86B6B"/>
    <a:srgbClr val="C7D5ED"/>
    <a:srgbClr val="F5EED6"/>
    <a:srgbClr val="BF9000"/>
    <a:srgbClr val="E8CC6D"/>
    <a:srgbClr val="5A6D65"/>
    <a:srgbClr val="C8B97C"/>
    <a:srgbClr val="D5B158"/>
    <a:srgbClr val="3B4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71550" autoAdjust="0"/>
  </p:normalViewPr>
  <p:slideViewPr>
    <p:cSldViewPr snapToGrid="0">
      <p:cViewPr>
        <p:scale>
          <a:sx n="50" d="100"/>
          <a:sy n="50" d="100"/>
        </p:scale>
        <p:origin x="2832" y="61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Villegas Valerio" userId="8ada793c76dcd6b1" providerId="LiveId" clId="{71F6B8D7-61A7-4EE1-8715-BCEC8CCE14ED}"/>
    <pc:docChg chg="undo custSel modSld">
      <pc:chgData name="Enrique Villegas Valerio" userId="8ada793c76dcd6b1" providerId="LiveId" clId="{71F6B8D7-61A7-4EE1-8715-BCEC8CCE14ED}" dt="2024-01-27T14:52:43.894" v="9" actId="20577"/>
      <pc:docMkLst>
        <pc:docMk/>
      </pc:docMkLst>
      <pc:sldChg chg="modSp mod">
        <pc:chgData name="Enrique Villegas Valerio" userId="8ada793c76dcd6b1" providerId="LiveId" clId="{71F6B8D7-61A7-4EE1-8715-BCEC8CCE14ED}" dt="2024-01-27T14:52:43.894" v="9" actId="20577"/>
        <pc:sldMkLst>
          <pc:docMk/>
          <pc:sldMk cId="1209562975" sldId="462"/>
        </pc:sldMkLst>
        <pc:spChg chg="mod">
          <ac:chgData name="Enrique Villegas Valerio" userId="8ada793c76dcd6b1" providerId="LiveId" clId="{71F6B8D7-61A7-4EE1-8715-BCEC8CCE14ED}" dt="2024-01-27T14:52:43.894" v="9" actId="20577"/>
          <ac:spMkLst>
            <pc:docMk/>
            <pc:sldMk cId="1209562975" sldId="462"/>
            <ac:spMk id="2" creationId="{16BF5846-E5CE-69A1-7929-CBCDFA2F8919}"/>
          </ac:spMkLst>
        </pc:spChg>
      </pc:sldChg>
    </pc:docChg>
  </pc:docChgLst>
  <pc:docChgLst>
    <pc:chgData name="Enrique Villegas Valerio" userId="8ada793c76dcd6b1" providerId="LiveId" clId="{3A36A571-003B-4019-BE05-4C62117F68F6}"/>
    <pc:docChg chg="undo custSel addSld modSld modSection">
      <pc:chgData name="Enrique Villegas Valerio" userId="8ada793c76dcd6b1" providerId="LiveId" clId="{3A36A571-003B-4019-BE05-4C62117F68F6}" dt="2024-02-10T18:16:49.657" v="110" actId="20577"/>
      <pc:docMkLst>
        <pc:docMk/>
      </pc:docMkLst>
      <pc:sldChg chg="modSp mod modNotesTx">
        <pc:chgData name="Enrique Villegas Valerio" userId="8ada793c76dcd6b1" providerId="LiveId" clId="{3A36A571-003B-4019-BE05-4C62117F68F6}" dt="2024-02-10T18:16:49.657" v="110" actId="20577"/>
        <pc:sldMkLst>
          <pc:docMk/>
          <pc:sldMk cId="1209562975" sldId="462"/>
        </pc:sldMkLst>
        <pc:spChg chg="mod">
          <ac:chgData name="Enrique Villegas Valerio" userId="8ada793c76dcd6b1" providerId="LiveId" clId="{3A36A571-003B-4019-BE05-4C62117F68F6}" dt="2024-02-10T18:16:49.657" v="110" actId="20577"/>
          <ac:spMkLst>
            <pc:docMk/>
            <pc:sldMk cId="1209562975" sldId="462"/>
            <ac:spMk id="2" creationId="{16BF5846-E5CE-69A1-7929-CBCDFA2F8919}"/>
          </ac:spMkLst>
        </pc:spChg>
        <pc:spChg chg="mod">
          <ac:chgData name="Enrique Villegas Valerio" userId="8ada793c76dcd6b1" providerId="LiveId" clId="{3A36A571-003B-4019-BE05-4C62117F68F6}" dt="2024-02-10T18:16:48.308" v="102" actId="20577"/>
          <ac:spMkLst>
            <pc:docMk/>
            <pc:sldMk cId="1209562975" sldId="462"/>
            <ac:spMk id="4" creationId="{8A09608A-049A-527B-A18A-4AFACBB53ABF}"/>
          </ac:spMkLst>
        </pc:spChg>
      </pc:sldChg>
      <pc:sldChg chg="new">
        <pc:chgData name="Enrique Villegas Valerio" userId="8ada793c76dcd6b1" providerId="LiveId" clId="{3A36A571-003B-4019-BE05-4C62117F68F6}" dt="2024-02-10T18:12:42.963" v="0" actId="680"/>
        <pc:sldMkLst>
          <pc:docMk/>
          <pc:sldMk cId="2592354289" sldId="533"/>
        </pc:sldMkLst>
      </pc:sldChg>
    </pc:docChg>
  </pc:docChgLst>
  <pc:docChgLst>
    <pc:chgData name="Enrique Villegas Valerio" userId="8ada793c76dcd6b1" providerId="LiveId" clId="{F58E7CF5-7879-4368-90CE-D3F00C866DE2}"/>
    <pc:docChg chg="undo redo custSel addSld delSld modSld sldOrd modMainMaster modSection">
      <pc:chgData name="Enrique Villegas Valerio" userId="8ada793c76dcd6b1" providerId="LiveId" clId="{F58E7CF5-7879-4368-90CE-D3F00C866DE2}" dt="2024-01-27T15:28:41.246" v="1880" actId="47"/>
      <pc:docMkLst>
        <pc:docMk/>
      </pc:docMkLst>
      <pc:sldChg chg="modNotesTx">
        <pc:chgData name="Enrique Villegas Valerio" userId="8ada793c76dcd6b1" providerId="LiveId" clId="{F58E7CF5-7879-4368-90CE-D3F00C866DE2}" dt="2024-01-27T15:07:15.009" v="399"/>
        <pc:sldMkLst>
          <pc:docMk/>
          <pc:sldMk cId="1257195461" sldId="256"/>
        </pc:sldMkLst>
      </pc:sldChg>
      <pc:sldChg chg="ord">
        <pc:chgData name="Enrique Villegas Valerio" userId="8ada793c76dcd6b1" providerId="LiveId" clId="{F58E7CF5-7879-4368-90CE-D3F00C866DE2}" dt="2024-01-27T15:10:32.772" v="794"/>
        <pc:sldMkLst>
          <pc:docMk/>
          <pc:sldMk cId="4035962874" sldId="461"/>
        </pc:sldMkLst>
      </pc:sldChg>
      <pc:sldChg chg="modSp mod ord modNotesTx">
        <pc:chgData name="Enrique Villegas Valerio" userId="8ada793c76dcd6b1" providerId="LiveId" clId="{F58E7CF5-7879-4368-90CE-D3F00C866DE2}" dt="2024-01-27T15:08:48.250" v="673" actId="5793"/>
        <pc:sldMkLst>
          <pc:docMk/>
          <pc:sldMk cId="1209562975" sldId="462"/>
        </pc:sldMkLst>
        <pc:spChg chg="mod">
          <ac:chgData name="Enrique Villegas Valerio" userId="8ada793c76dcd6b1" providerId="LiveId" clId="{F58E7CF5-7879-4368-90CE-D3F00C866DE2}" dt="2024-01-27T14:54:30.994" v="16" actId="20577"/>
          <ac:spMkLst>
            <pc:docMk/>
            <pc:sldMk cId="1209562975" sldId="462"/>
            <ac:spMk id="2" creationId="{16BF5846-E5CE-69A1-7929-CBCDFA2F8919}"/>
          </ac:spMkLst>
        </pc:spChg>
        <pc:spChg chg="mod">
          <ac:chgData name="Enrique Villegas Valerio" userId="8ada793c76dcd6b1" providerId="LiveId" clId="{F58E7CF5-7879-4368-90CE-D3F00C866DE2}" dt="2024-01-27T14:54:40.450" v="35" actId="20577"/>
          <ac:spMkLst>
            <pc:docMk/>
            <pc:sldMk cId="1209562975" sldId="462"/>
            <ac:spMk id="4" creationId="{8A09608A-049A-527B-A18A-4AFACBB53ABF}"/>
          </ac:spMkLst>
        </pc:spChg>
      </pc:sldChg>
      <pc:sldChg chg="del">
        <pc:chgData name="Enrique Villegas Valerio" userId="8ada793c76dcd6b1" providerId="LiveId" clId="{F58E7CF5-7879-4368-90CE-D3F00C866DE2}" dt="2024-01-27T14:55:35.068" v="47" actId="47"/>
        <pc:sldMkLst>
          <pc:docMk/>
          <pc:sldMk cId="1758239689" sldId="463"/>
        </pc:sldMkLst>
      </pc:sldChg>
      <pc:sldChg chg="modSp mod">
        <pc:chgData name="Enrique Villegas Valerio" userId="8ada793c76dcd6b1" providerId="LiveId" clId="{F58E7CF5-7879-4368-90CE-D3F00C866DE2}" dt="2024-01-27T15:04:42.233" v="361" actId="6549"/>
        <pc:sldMkLst>
          <pc:docMk/>
          <pc:sldMk cId="4134609917" sldId="467"/>
        </pc:sldMkLst>
        <pc:spChg chg="mod">
          <ac:chgData name="Enrique Villegas Valerio" userId="8ada793c76dcd6b1" providerId="LiveId" clId="{F58E7CF5-7879-4368-90CE-D3F00C866DE2}" dt="2024-01-27T15:04:42.233" v="361" actId="6549"/>
          <ac:spMkLst>
            <pc:docMk/>
            <pc:sldMk cId="4134609917" sldId="467"/>
            <ac:spMk id="5" creationId="{7D6C69A6-595C-0FDE-9B10-2A6E3108952F}"/>
          </ac:spMkLst>
        </pc:spChg>
      </pc:sldChg>
      <pc:sldChg chg="del">
        <pc:chgData name="Enrique Villegas Valerio" userId="8ada793c76dcd6b1" providerId="LiveId" clId="{F58E7CF5-7879-4368-90CE-D3F00C866DE2}" dt="2024-01-27T15:28:41.246" v="1880" actId="47"/>
        <pc:sldMkLst>
          <pc:docMk/>
          <pc:sldMk cId="2761429699" sldId="473"/>
        </pc:sldMkLst>
      </pc:sldChg>
      <pc:sldChg chg="del">
        <pc:chgData name="Enrique Villegas Valerio" userId="8ada793c76dcd6b1" providerId="LiveId" clId="{F58E7CF5-7879-4368-90CE-D3F00C866DE2}" dt="2024-01-27T15:12:52.613" v="1107" actId="47"/>
        <pc:sldMkLst>
          <pc:docMk/>
          <pc:sldMk cId="923054950" sldId="487"/>
        </pc:sldMkLst>
      </pc:sldChg>
      <pc:sldChg chg="del">
        <pc:chgData name="Enrique Villegas Valerio" userId="8ada793c76dcd6b1" providerId="LiveId" clId="{F58E7CF5-7879-4368-90CE-D3F00C866DE2}" dt="2024-01-27T14:55:35.068" v="47" actId="47"/>
        <pc:sldMkLst>
          <pc:docMk/>
          <pc:sldMk cId="3645154781" sldId="489"/>
        </pc:sldMkLst>
      </pc:sldChg>
      <pc:sldChg chg="del">
        <pc:chgData name="Enrique Villegas Valerio" userId="8ada793c76dcd6b1" providerId="LiveId" clId="{F58E7CF5-7879-4368-90CE-D3F00C866DE2}" dt="2024-01-27T14:55:35.068" v="47" actId="47"/>
        <pc:sldMkLst>
          <pc:docMk/>
          <pc:sldMk cId="19065626" sldId="490"/>
        </pc:sldMkLst>
      </pc:sldChg>
      <pc:sldChg chg="del">
        <pc:chgData name="Enrique Villegas Valerio" userId="8ada793c76dcd6b1" providerId="LiveId" clId="{F58E7CF5-7879-4368-90CE-D3F00C866DE2}" dt="2024-01-27T14:55:35.068" v="47" actId="47"/>
        <pc:sldMkLst>
          <pc:docMk/>
          <pc:sldMk cId="1289111669" sldId="491"/>
        </pc:sldMkLst>
      </pc:sldChg>
      <pc:sldChg chg="modSp mod modNotesTx">
        <pc:chgData name="Enrique Villegas Valerio" userId="8ada793c76dcd6b1" providerId="LiveId" clId="{F58E7CF5-7879-4368-90CE-D3F00C866DE2}" dt="2024-01-27T15:09:53.330" v="772" actId="20577"/>
        <pc:sldMkLst>
          <pc:docMk/>
          <pc:sldMk cId="2488919333" sldId="492"/>
        </pc:sldMkLst>
        <pc:spChg chg="mod">
          <ac:chgData name="Enrique Villegas Valerio" userId="8ada793c76dcd6b1" providerId="LiveId" clId="{F58E7CF5-7879-4368-90CE-D3F00C866DE2}" dt="2024-01-27T15:09:25.354" v="691" actId="113"/>
          <ac:spMkLst>
            <pc:docMk/>
            <pc:sldMk cId="2488919333" sldId="492"/>
            <ac:spMk id="2" creationId="{402D5D4A-9EB1-63C6-2A81-056EB6C3D277}"/>
          </ac:spMkLst>
        </pc:spChg>
        <pc:spChg chg="mod">
          <ac:chgData name="Enrique Villegas Valerio" userId="8ada793c76dcd6b1" providerId="LiveId" clId="{F58E7CF5-7879-4368-90CE-D3F00C866DE2}" dt="2024-01-27T15:09:04.273" v="685" actId="20577"/>
          <ac:spMkLst>
            <pc:docMk/>
            <pc:sldMk cId="2488919333" sldId="492"/>
            <ac:spMk id="3" creationId="{10AC5DB7-5AD4-5B16-E725-DB8623F461BC}"/>
          </ac:spMkLst>
        </pc:spChg>
      </pc:sldChg>
      <pc:sldChg chg="modSp mod modNotesTx">
        <pc:chgData name="Enrique Villegas Valerio" userId="8ada793c76dcd6b1" providerId="LiveId" clId="{F58E7CF5-7879-4368-90CE-D3F00C866DE2}" dt="2024-01-27T14:57:09.274" v="213" actId="20577"/>
        <pc:sldMkLst>
          <pc:docMk/>
          <pc:sldMk cId="2377642158" sldId="493"/>
        </pc:sldMkLst>
        <pc:spChg chg="mod">
          <ac:chgData name="Enrique Villegas Valerio" userId="8ada793c76dcd6b1" providerId="LiveId" clId="{F58E7CF5-7879-4368-90CE-D3F00C866DE2}" dt="2024-01-27T14:56:31.258" v="68" actId="404"/>
          <ac:spMkLst>
            <pc:docMk/>
            <pc:sldMk cId="2377642158" sldId="493"/>
            <ac:spMk id="2" creationId="{402D5D4A-9EB1-63C6-2A81-056EB6C3D277}"/>
          </ac:spMkLst>
        </pc:spChg>
        <pc:spChg chg="mod">
          <ac:chgData name="Enrique Villegas Valerio" userId="8ada793c76dcd6b1" providerId="LiveId" clId="{F58E7CF5-7879-4368-90CE-D3F00C866DE2}" dt="2024-01-27T14:55:52.980" v="48"/>
          <ac:spMkLst>
            <pc:docMk/>
            <pc:sldMk cId="2377642158" sldId="493"/>
            <ac:spMk id="3" creationId="{10AC5DB7-5AD4-5B16-E725-DB8623F461BC}"/>
          </ac:spMkLst>
        </pc:spChg>
      </pc:sldChg>
      <pc:sldChg chg="del">
        <pc:chgData name="Enrique Villegas Valerio" userId="8ada793c76dcd6b1" providerId="LiveId" clId="{F58E7CF5-7879-4368-90CE-D3F00C866DE2}" dt="2024-01-27T15:12:47.934" v="1106" actId="47"/>
        <pc:sldMkLst>
          <pc:docMk/>
          <pc:sldMk cId="2644518525" sldId="495"/>
        </pc:sldMkLst>
      </pc:sldChg>
      <pc:sldChg chg="del">
        <pc:chgData name="Enrique Villegas Valerio" userId="8ada793c76dcd6b1" providerId="LiveId" clId="{F58E7CF5-7879-4368-90CE-D3F00C866DE2}" dt="2024-01-27T15:12:47.934" v="1106" actId="47"/>
        <pc:sldMkLst>
          <pc:docMk/>
          <pc:sldMk cId="2342977086" sldId="496"/>
        </pc:sldMkLst>
      </pc:sldChg>
      <pc:sldChg chg="del">
        <pc:chgData name="Enrique Villegas Valerio" userId="8ada793c76dcd6b1" providerId="LiveId" clId="{F58E7CF5-7879-4368-90CE-D3F00C866DE2}" dt="2024-01-27T15:12:47.934" v="1106" actId="47"/>
        <pc:sldMkLst>
          <pc:docMk/>
          <pc:sldMk cId="3039371873" sldId="497"/>
        </pc:sldMkLst>
      </pc:sldChg>
      <pc:sldChg chg="del">
        <pc:chgData name="Enrique Villegas Valerio" userId="8ada793c76dcd6b1" providerId="LiveId" clId="{F58E7CF5-7879-4368-90CE-D3F00C866DE2}" dt="2024-01-27T15:12:47.934" v="1106" actId="47"/>
        <pc:sldMkLst>
          <pc:docMk/>
          <pc:sldMk cId="3830900132" sldId="498"/>
        </pc:sldMkLst>
      </pc:sldChg>
      <pc:sldChg chg="del">
        <pc:chgData name="Enrique Villegas Valerio" userId="8ada793c76dcd6b1" providerId="LiveId" clId="{F58E7CF5-7879-4368-90CE-D3F00C866DE2}" dt="2024-01-27T15:12:47.934" v="1106" actId="47"/>
        <pc:sldMkLst>
          <pc:docMk/>
          <pc:sldMk cId="3120458316" sldId="499"/>
        </pc:sldMkLst>
      </pc:sldChg>
      <pc:sldChg chg="del">
        <pc:chgData name="Enrique Villegas Valerio" userId="8ada793c76dcd6b1" providerId="LiveId" clId="{F58E7CF5-7879-4368-90CE-D3F00C866DE2}" dt="2024-01-27T15:28:41.246" v="1880" actId="47"/>
        <pc:sldMkLst>
          <pc:docMk/>
          <pc:sldMk cId="3324874942" sldId="500"/>
        </pc:sldMkLst>
      </pc:sldChg>
      <pc:sldChg chg="ord">
        <pc:chgData name="Enrique Villegas Valerio" userId="8ada793c76dcd6b1" providerId="LiveId" clId="{F58E7CF5-7879-4368-90CE-D3F00C866DE2}" dt="2024-01-27T15:10:32.772" v="794"/>
        <pc:sldMkLst>
          <pc:docMk/>
          <pc:sldMk cId="122257374" sldId="501"/>
        </pc:sldMkLst>
      </pc:sldChg>
      <pc:sldChg chg="del">
        <pc:chgData name="Enrique Villegas Valerio" userId="8ada793c76dcd6b1" providerId="LiveId" clId="{F58E7CF5-7879-4368-90CE-D3F00C866DE2}" dt="2024-01-27T15:12:52.613" v="1107" actId="47"/>
        <pc:sldMkLst>
          <pc:docMk/>
          <pc:sldMk cId="2198228811" sldId="502"/>
        </pc:sldMkLst>
      </pc:sldChg>
      <pc:sldChg chg="ord modNotesTx">
        <pc:chgData name="Enrique Villegas Valerio" userId="8ada793c76dcd6b1" providerId="LiveId" clId="{F58E7CF5-7879-4368-90CE-D3F00C866DE2}" dt="2024-01-27T15:11:43.346" v="1048" actId="20577"/>
        <pc:sldMkLst>
          <pc:docMk/>
          <pc:sldMk cId="1666404471" sldId="503"/>
        </pc:sldMkLst>
      </pc:sldChg>
      <pc:sldChg chg="del">
        <pc:chgData name="Enrique Villegas Valerio" userId="8ada793c76dcd6b1" providerId="LiveId" clId="{F58E7CF5-7879-4368-90CE-D3F00C866DE2}" dt="2024-01-27T15:12:52.613" v="1107" actId="47"/>
        <pc:sldMkLst>
          <pc:docMk/>
          <pc:sldMk cId="346254675" sldId="504"/>
        </pc:sldMkLst>
      </pc:sldChg>
      <pc:sldChg chg="del">
        <pc:chgData name="Enrique Villegas Valerio" userId="8ada793c76dcd6b1" providerId="LiveId" clId="{F58E7CF5-7879-4368-90CE-D3F00C866DE2}" dt="2024-01-27T15:12:52.613" v="1107" actId="47"/>
        <pc:sldMkLst>
          <pc:docMk/>
          <pc:sldMk cId="1716026293" sldId="505"/>
        </pc:sldMkLst>
      </pc:sldChg>
      <pc:sldChg chg="del">
        <pc:chgData name="Enrique Villegas Valerio" userId="8ada793c76dcd6b1" providerId="LiveId" clId="{F58E7CF5-7879-4368-90CE-D3F00C866DE2}" dt="2024-01-27T15:12:52.613" v="1107" actId="47"/>
        <pc:sldMkLst>
          <pc:docMk/>
          <pc:sldMk cId="259929896" sldId="506"/>
        </pc:sldMkLst>
      </pc:sldChg>
      <pc:sldChg chg="del">
        <pc:chgData name="Enrique Villegas Valerio" userId="8ada793c76dcd6b1" providerId="LiveId" clId="{F58E7CF5-7879-4368-90CE-D3F00C866DE2}" dt="2024-01-27T15:12:52.613" v="1107" actId="47"/>
        <pc:sldMkLst>
          <pc:docMk/>
          <pc:sldMk cId="304218222" sldId="507"/>
        </pc:sldMkLst>
      </pc:sldChg>
      <pc:sldChg chg="del">
        <pc:chgData name="Enrique Villegas Valerio" userId="8ada793c76dcd6b1" providerId="LiveId" clId="{F58E7CF5-7879-4368-90CE-D3F00C866DE2}" dt="2024-01-27T15:12:52.613" v="1107" actId="47"/>
        <pc:sldMkLst>
          <pc:docMk/>
          <pc:sldMk cId="79028126" sldId="508"/>
        </pc:sldMkLst>
      </pc:sldChg>
      <pc:sldChg chg="del">
        <pc:chgData name="Enrique Villegas Valerio" userId="8ada793c76dcd6b1" providerId="LiveId" clId="{F58E7CF5-7879-4368-90CE-D3F00C866DE2}" dt="2024-01-27T15:12:52.613" v="1107" actId="47"/>
        <pc:sldMkLst>
          <pc:docMk/>
          <pc:sldMk cId="2643468575" sldId="509"/>
        </pc:sldMkLst>
      </pc:sldChg>
      <pc:sldChg chg="del">
        <pc:chgData name="Enrique Villegas Valerio" userId="8ada793c76dcd6b1" providerId="LiveId" clId="{F58E7CF5-7879-4368-90CE-D3F00C866DE2}" dt="2024-01-27T15:12:52.613" v="1107" actId="47"/>
        <pc:sldMkLst>
          <pc:docMk/>
          <pc:sldMk cId="1559185757" sldId="510"/>
        </pc:sldMkLst>
      </pc:sldChg>
      <pc:sldChg chg="del">
        <pc:chgData name="Enrique Villegas Valerio" userId="8ada793c76dcd6b1" providerId="LiveId" clId="{F58E7CF5-7879-4368-90CE-D3F00C866DE2}" dt="2024-01-27T15:12:52.613" v="1107" actId="47"/>
        <pc:sldMkLst>
          <pc:docMk/>
          <pc:sldMk cId="1102424480" sldId="511"/>
        </pc:sldMkLst>
      </pc:sldChg>
      <pc:sldChg chg="del">
        <pc:chgData name="Enrique Villegas Valerio" userId="8ada793c76dcd6b1" providerId="LiveId" clId="{F58E7CF5-7879-4368-90CE-D3F00C866DE2}" dt="2024-01-27T15:12:52.613" v="1107" actId="47"/>
        <pc:sldMkLst>
          <pc:docMk/>
          <pc:sldMk cId="1272741735" sldId="512"/>
        </pc:sldMkLst>
      </pc:sldChg>
      <pc:sldChg chg="del">
        <pc:chgData name="Enrique Villegas Valerio" userId="8ada793c76dcd6b1" providerId="LiveId" clId="{F58E7CF5-7879-4368-90CE-D3F00C866DE2}" dt="2024-01-27T15:12:52.613" v="1107" actId="47"/>
        <pc:sldMkLst>
          <pc:docMk/>
          <pc:sldMk cId="3599033071" sldId="513"/>
        </pc:sldMkLst>
      </pc:sldChg>
      <pc:sldChg chg="del">
        <pc:chgData name="Enrique Villegas Valerio" userId="8ada793c76dcd6b1" providerId="LiveId" clId="{F58E7CF5-7879-4368-90CE-D3F00C866DE2}" dt="2024-01-27T15:12:52.613" v="1107" actId="47"/>
        <pc:sldMkLst>
          <pc:docMk/>
          <pc:sldMk cId="1586088870" sldId="514"/>
        </pc:sldMkLst>
      </pc:sldChg>
      <pc:sldChg chg="del">
        <pc:chgData name="Enrique Villegas Valerio" userId="8ada793c76dcd6b1" providerId="LiveId" clId="{F58E7CF5-7879-4368-90CE-D3F00C866DE2}" dt="2024-01-27T15:12:52.613" v="1107" actId="47"/>
        <pc:sldMkLst>
          <pc:docMk/>
          <pc:sldMk cId="2654568855" sldId="515"/>
        </pc:sldMkLst>
      </pc:sldChg>
      <pc:sldChg chg="del">
        <pc:chgData name="Enrique Villegas Valerio" userId="8ada793c76dcd6b1" providerId="LiveId" clId="{F58E7CF5-7879-4368-90CE-D3F00C866DE2}" dt="2024-01-27T15:12:52.613" v="1107" actId="47"/>
        <pc:sldMkLst>
          <pc:docMk/>
          <pc:sldMk cId="3672421683" sldId="516"/>
        </pc:sldMkLst>
      </pc:sldChg>
      <pc:sldChg chg="modSp add mod ord">
        <pc:chgData name="Enrique Villegas Valerio" userId="8ada793c76dcd6b1" providerId="LiveId" clId="{F58E7CF5-7879-4368-90CE-D3F00C866DE2}" dt="2024-01-27T14:56:24.138" v="62"/>
        <pc:sldMkLst>
          <pc:docMk/>
          <pc:sldMk cId="337676823" sldId="517"/>
        </pc:sldMkLst>
        <pc:spChg chg="mod">
          <ac:chgData name="Enrique Villegas Valerio" userId="8ada793c76dcd6b1" providerId="LiveId" clId="{F58E7CF5-7879-4368-90CE-D3F00C866DE2}" dt="2024-01-27T14:56:21.946" v="60" actId="404"/>
          <ac:spMkLst>
            <pc:docMk/>
            <pc:sldMk cId="337676823" sldId="517"/>
            <ac:spMk id="2" creationId="{402D5D4A-9EB1-63C6-2A81-056EB6C3D277}"/>
          </ac:spMkLst>
        </pc:spChg>
      </pc:sldChg>
      <pc:sldChg chg="addSp delSp modSp new mod modClrScheme chgLayout modNotesTx">
        <pc:chgData name="Enrique Villegas Valerio" userId="8ada793c76dcd6b1" providerId="LiveId" clId="{F58E7CF5-7879-4368-90CE-D3F00C866DE2}" dt="2024-01-27T15:07:40.322" v="463" actId="20577"/>
        <pc:sldMkLst>
          <pc:docMk/>
          <pc:sldMk cId="3793123873" sldId="518"/>
        </pc:sldMkLst>
        <pc:spChg chg="del mod ord">
          <ac:chgData name="Enrique Villegas Valerio" userId="8ada793c76dcd6b1" providerId="LiveId" clId="{F58E7CF5-7879-4368-90CE-D3F00C866DE2}" dt="2024-01-27T15:01:05.800" v="218" actId="700"/>
          <ac:spMkLst>
            <pc:docMk/>
            <pc:sldMk cId="3793123873" sldId="518"/>
            <ac:spMk id="2" creationId="{963673A3-C1F0-7136-9263-3EC01DB70B43}"/>
          </ac:spMkLst>
        </pc:spChg>
        <pc:spChg chg="del">
          <ac:chgData name="Enrique Villegas Valerio" userId="8ada793c76dcd6b1" providerId="LiveId" clId="{F58E7CF5-7879-4368-90CE-D3F00C866DE2}" dt="2024-01-27T15:01:05.800" v="218" actId="700"/>
          <ac:spMkLst>
            <pc:docMk/>
            <pc:sldMk cId="3793123873" sldId="518"/>
            <ac:spMk id="3" creationId="{2F206D1E-A8A2-11BE-C743-1599D6BA4336}"/>
          </ac:spMkLst>
        </pc:spChg>
        <pc:spChg chg="add mod ord">
          <ac:chgData name="Enrique Villegas Valerio" userId="8ada793c76dcd6b1" providerId="LiveId" clId="{F58E7CF5-7879-4368-90CE-D3F00C866DE2}" dt="2024-01-27T15:01:08.386" v="220" actId="20577"/>
          <ac:spMkLst>
            <pc:docMk/>
            <pc:sldMk cId="3793123873" sldId="518"/>
            <ac:spMk id="4" creationId="{505DA166-09BA-A6D8-BAD7-2BAC4248C10B}"/>
          </ac:spMkLst>
        </pc:spChg>
      </pc:sldChg>
      <pc:sldChg chg="modSp add mod ord">
        <pc:chgData name="Enrique Villegas Valerio" userId="8ada793c76dcd6b1" providerId="LiveId" clId="{F58E7CF5-7879-4368-90CE-D3F00C866DE2}" dt="2024-01-27T15:03:45.307" v="265" actId="404"/>
        <pc:sldMkLst>
          <pc:docMk/>
          <pc:sldMk cId="3940485679" sldId="519"/>
        </pc:sldMkLst>
        <pc:spChg chg="mod">
          <ac:chgData name="Enrique Villegas Valerio" userId="8ada793c76dcd6b1" providerId="LiveId" clId="{F58E7CF5-7879-4368-90CE-D3F00C866DE2}" dt="2024-01-27T15:03:45.307" v="265" actId="404"/>
          <ac:spMkLst>
            <pc:docMk/>
            <pc:sldMk cId="3940485679" sldId="519"/>
            <ac:spMk id="2" creationId="{402D5D4A-9EB1-63C6-2A81-056EB6C3D277}"/>
          </ac:spMkLst>
        </pc:spChg>
        <pc:spChg chg="mod">
          <ac:chgData name="Enrique Villegas Valerio" userId="8ada793c76dcd6b1" providerId="LiveId" clId="{F58E7CF5-7879-4368-90CE-D3F00C866DE2}" dt="2024-01-27T15:01:39.697" v="229" actId="20577"/>
          <ac:spMkLst>
            <pc:docMk/>
            <pc:sldMk cId="3940485679" sldId="519"/>
            <ac:spMk id="3" creationId="{10AC5DB7-5AD4-5B16-E725-DB8623F461BC}"/>
          </ac:spMkLst>
        </pc:spChg>
      </pc:sldChg>
      <pc:sldChg chg="modSp add mod">
        <pc:chgData name="Enrique Villegas Valerio" userId="8ada793c76dcd6b1" providerId="LiveId" clId="{F58E7CF5-7879-4368-90CE-D3F00C866DE2}" dt="2024-01-27T15:03:16.234" v="253" actId="20577"/>
        <pc:sldMkLst>
          <pc:docMk/>
          <pc:sldMk cId="3442123271" sldId="520"/>
        </pc:sldMkLst>
        <pc:spChg chg="mod">
          <ac:chgData name="Enrique Villegas Valerio" userId="8ada793c76dcd6b1" providerId="LiveId" clId="{F58E7CF5-7879-4368-90CE-D3F00C866DE2}" dt="2024-01-27T15:03:16.234" v="253" actId="20577"/>
          <ac:spMkLst>
            <pc:docMk/>
            <pc:sldMk cId="3442123271" sldId="520"/>
            <ac:spMk id="2" creationId="{402D5D4A-9EB1-63C6-2A81-056EB6C3D277}"/>
          </ac:spMkLst>
        </pc:spChg>
      </pc:sldChg>
      <pc:sldChg chg="modSp add mod">
        <pc:chgData name="Enrique Villegas Valerio" userId="8ada793c76dcd6b1" providerId="LiveId" clId="{F58E7CF5-7879-4368-90CE-D3F00C866DE2}" dt="2024-01-27T15:03:47.986" v="266" actId="403"/>
        <pc:sldMkLst>
          <pc:docMk/>
          <pc:sldMk cId="420415299" sldId="521"/>
        </pc:sldMkLst>
        <pc:spChg chg="mod">
          <ac:chgData name="Enrique Villegas Valerio" userId="8ada793c76dcd6b1" providerId="LiveId" clId="{F58E7CF5-7879-4368-90CE-D3F00C866DE2}" dt="2024-01-27T15:03:47.986" v="266" actId="403"/>
          <ac:spMkLst>
            <pc:docMk/>
            <pc:sldMk cId="420415299" sldId="521"/>
            <ac:spMk id="2" creationId="{402D5D4A-9EB1-63C6-2A81-056EB6C3D277}"/>
          </ac:spMkLst>
        </pc:spChg>
      </pc:sldChg>
      <pc:sldChg chg="modSp add mod modNotesTx">
        <pc:chgData name="Enrique Villegas Valerio" userId="8ada793c76dcd6b1" providerId="LiveId" clId="{F58E7CF5-7879-4368-90CE-D3F00C866DE2}" dt="2024-01-27T15:06:18.762" v="396" actId="20577"/>
        <pc:sldMkLst>
          <pc:docMk/>
          <pc:sldMk cId="297759241" sldId="522"/>
        </pc:sldMkLst>
        <pc:spChg chg="mod">
          <ac:chgData name="Enrique Villegas Valerio" userId="8ada793c76dcd6b1" providerId="LiveId" clId="{F58E7CF5-7879-4368-90CE-D3F00C866DE2}" dt="2024-01-27T15:05:34.730" v="391" actId="404"/>
          <ac:spMkLst>
            <pc:docMk/>
            <pc:sldMk cId="297759241" sldId="522"/>
            <ac:spMk id="2" creationId="{402D5D4A-9EB1-63C6-2A81-056EB6C3D277}"/>
          </ac:spMkLst>
        </pc:spChg>
        <pc:spChg chg="mod">
          <ac:chgData name="Enrique Villegas Valerio" userId="8ada793c76dcd6b1" providerId="LiveId" clId="{F58E7CF5-7879-4368-90CE-D3F00C866DE2}" dt="2024-01-27T15:05:38.758" v="392"/>
          <ac:spMkLst>
            <pc:docMk/>
            <pc:sldMk cId="297759241" sldId="522"/>
            <ac:spMk id="3" creationId="{10AC5DB7-5AD4-5B16-E725-DB8623F461BC}"/>
          </ac:spMkLst>
        </pc:spChg>
      </pc:sldChg>
      <pc:sldChg chg="add del">
        <pc:chgData name="Enrique Villegas Valerio" userId="8ada793c76dcd6b1" providerId="LiveId" clId="{F58E7CF5-7879-4368-90CE-D3F00C866DE2}" dt="2024-01-27T15:03:53.026" v="267" actId="47"/>
        <pc:sldMkLst>
          <pc:docMk/>
          <pc:sldMk cId="2052066067" sldId="522"/>
        </pc:sldMkLst>
      </pc:sldChg>
      <pc:sldChg chg="delSp modSp add mod modNotesTx">
        <pc:chgData name="Enrique Villegas Valerio" userId="8ada793c76dcd6b1" providerId="LiveId" clId="{F58E7CF5-7879-4368-90CE-D3F00C866DE2}" dt="2024-01-27T15:13:25.897" v="1114" actId="5793"/>
        <pc:sldMkLst>
          <pc:docMk/>
          <pc:sldMk cId="1181239297" sldId="523"/>
        </pc:sldMkLst>
        <pc:spChg chg="mod">
          <ac:chgData name="Enrique Villegas Valerio" userId="8ada793c76dcd6b1" providerId="LiveId" clId="{F58E7CF5-7879-4368-90CE-D3F00C866DE2}" dt="2024-01-27T15:12:44.026" v="1105" actId="1036"/>
          <ac:spMkLst>
            <pc:docMk/>
            <pc:sldMk cId="1181239297" sldId="523"/>
            <ac:spMk id="2" creationId="{16BF5846-E5CE-69A1-7929-CBCDFA2F8919}"/>
          </ac:spMkLst>
        </pc:spChg>
        <pc:spChg chg="mod">
          <ac:chgData name="Enrique Villegas Valerio" userId="8ada793c76dcd6b1" providerId="LiveId" clId="{F58E7CF5-7879-4368-90CE-D3F00C866DE2}" dt="2024-01-27T15:12:44.026" v="1105" actId="1036"/>
          <ac:spMkLst>
            <pc:docMk/>
            <pc:sldMk cId="1181239297" sldId="523"/>
            <ac:spMk id="4" creationId="{8A09608A-049A-527B-A18A-4AFACBB53ABF}"/>
          </ac:spMkLst>
        </pc:spChg>
        <pc:picChg chg="del">
          <ac:chgData name="Enrique Villegas Valerio" userId="8ada793c76dcd6b1" providerId="LiveId" clId="{F58E7CF5-7879-4368-90CE-D3F00C866DE2}" dt="2024-01-27T15:12:38.385" v="1094" actId="478"/>
          <ac:picMkLst>
            <pc:docMk/>
            <pc:sldMk cId="1181239297" sldId="523"/>
            <ac:picMk id="3" creationId="{22936304-9EBC-7282-8D0C-FA60C5A7B951}"/>
          </ac:picMkLst>
        </pc:picChg>
      </pc:sldChg>
      <pc:sldChg chg="modSp add mod modNotesTx">
        <pc:chgData name="Enrique Villegas Valerio" userId="8ada793c76dcd6b1" providerId="LiveId" clId="{F58E7CF5-7879-4368-90CE-D3F00C866DE2}" dt="2024-01-27T15:13:33.275" v="1115" actId="20577"/>
        <pc:sldMkLst>
          <pc:docMk/>
          <pc:sldMk cId="3003947948" sldId="524"/>
        </pc:sldMkLst>
        <pc:spChg chg="mod">
          <ac:chgData name="Enrique Villegas Valerio" userId="8ada793c76dcd6b1" providerId="LiveId" clId="{F58E7CF5-7879-4368-90CE-D3F00C866DE2}" dt="2024-01-27T15:13:14.710" v="1109"/>
          <ac:spMkLst>
            <pc:docMk/>
            <pc:sldMk cId="3003947948" sldId="524"/>
            <ac:spMk id="4" creationId="{505DA166-09BA-A6D8-BAD7-2BAC4248C10B}"/>
          </ac:spMkLst>
        </pc:spChg>
      </pc:sldChg>
      <pc:sldChg chg="addSp delSp modSp new mod modClrScheme chgLayout">
        <pc:chgData name="Enrique Villegas Valerio" userId="8ada793c76dcd6b1" providerId="LiveId" clId="{F58E7CF5-7879-4368-90CE-D3F00C866DE2}" dt="2024-01-27T15:14:11.629" v="1126"/>
        <pc:sldMkLst>
          <pc:docMk/>
          <pc:sldMk cId="971340236" sldId="525"/>
        </pc:sldMkLst>
        <pc:spChg chg="del mod ord">
          <ac:chgData name="Enrique Villegas Valerio" userId="8ada793c76dcd6b1" providerId="LiveId" clId="{F58E7CF5-7879-4368-90CE-D3F00C866DE2}" dt="2024-01-27T15:13:38.378" v="1117" actId="700"/>
          <ac:spMkLst>
            <pc:docMk/>
            <pc:sldMk cId="971340236" sldId="525"/>
            <ac:spMk id="2" creationId="{8733BDAF-3697-D154-913D-470B1BF6672A}"/>
          </ac:spMkLst>
        </pc:spChg>
        <pc:spChg chg="add mod ord">
          <ac:chgData name="Enrique Villegas Valerio" userId="8ada793c76dcd6b1" providerId="LiveId" clId="{F58E7CF5-7879-4368-90CE-D3F00C866DE2}" dt="2024-01-27T15:14:09.586" v="1125" actId="6549"/>
          <ac:spMkLst>
            <pc:docMk/>
            <pc:sldMk cId="971340236" sldId="525"/>
            <ac:spMk id="3" creationId="{D70FB44E-D9C1-3FD6-92AB-257C1F5E7554}"/>
          </ac:spMkLst>
        </pc:spChg>
        <pc:spChg chg="add mod ord">
          <ac:chgData name="Enrique Villegas Valerio" userId="8ada793c76dcd6b1" providerId="LiveId" clId="{F58E7CF5-7879-4368-90CE-D3F00C866DE2}" dt="2024-01-27T15:14:11.629" v="1126"/>
          <ac:spMkLst>
            <pc:docMk/>
            <pc:sldMk cId="971340236" sldId="525"/>
            <ac:spMk id="4" creationId="{8B68EE18-E01A-0310-A8E9-AD3809561872}"/>
          </ac:spMkLst>
        </pc:spChg>
      </pc:sldChg>
      <pc:sldChg chg="addSp delSp modSp new add del mod modClrScheme chgLayout">
        <pc:chgData name="Enrique Villegas Valerio" userId="8ada793c76dcd6b1" providerId="LiveId" clId="{F58E7CF5-7879-4368-90CE-D3F00C866DE2}" dt="2024-01-27T15:21:33.313" v="1317" actId="14100"/>
        <pc:sldMkLst>
          <pc:docMk/>
          <pc:sldMk cId="2837606703" sldId="526"/>
        </pc:sldMkLst>
        <pc:spChg chg="del mod ord">
          <ac:chgData name="Enrique Villegas Valerio" userId="8ada793c76dcd6b1" providerId="LiveId" clId="{F58E7CF5-7879-4368-90CE-D3F00C866DE2}" dt="2024-01-27T15:15:55.835" v="1166" actId="700"/>
          <ac:spMkLst>
            <pc:docMk/>
            <pc:sldMk cId="2837606703" sldId="526"/>
            <ac:spMk id="2" creationId="{130F012F-9781-51BF-44C9-B90FB35B0D02}"/>
          </ac:spMkLst>
        </pc:spChg>
        <pc:spChg chg="del">
          <ac:chgData name="Enrique Villegas Valerio" userId="8ada793c76dcd6b1" providerId="LiveId" clId="{F58E7CF5-7879-4368-90CE-D3F00C866DE2}" dt="2024-01-27T15:15:55.835" v="1166" actId="700"/>
          <ac:spMkLst>
            <pc:docMk/>
            <pc:sldMk cId="2837606703" sldId="526"/>
            <ac:spMk id="3" creationId="{A07D95DC-33F4-0E4E-4A0D-9D570B412893}"/>
          </ac:spMkLst>
        </pc:spChg>
        <pc:spChg chg="add mod ord">
          <ac:chgData name="Enrique Villegas Valerio" userId="8ada793c76dcd6b1" providerId="LiveId" clId="{F58E7CF5-7879-4368-90CE-D3F00C866DE2}" dt="2024-01-27T15:18:07.497" v="1212" actId="20577"/>
          <ac:spMkLst>
            <pc:docMk/>
            <pc:sldMk cId="2837606703" sldId="526"/>
            <ac:spMk id="4" creationId="{B8BE7757-C5CD-78C8-9625-2981A848F411}"/>
          </ac:spMkLst>
        </pc:spChg>
        <pc:spChg chg="add mod ord">
          <ac:chgData name="Enrique Villegas Valerio" userId="8ada793c76dcd6b1" providerId="LiveId" clId="{F58E7CF5-7879-4368-90CE-D3F00C866DE2}" dt="2024-01-27T15:18:42.904" v="1214" actId="27636"/>
          <ac:spMkLst>
            <pc:docMk/>
            <pc:sldMk cId="2837606703" sldId="526"/>
            <ac:spMk id="5" creationId="{ED39B883-2312-6748-19D2-25C4C3A7FC5D}"/>
          </ac:spMkLst>
        </pc:spChg>
        <pc:spChg chg="add mod ord">
          <ac:chgData name="Enrique Villegas Valerio" userId="8ada793c76dcd6b1" providerId="LiveId" clId="{F58E7CF5-7879-4368-90CE-D3F00C866DE2}" dt="2024-01-27T15:21:33.313" v="1317" actId="14100"/>
          <ac:spMkLst>
            <pc:docMk/>
            <pc:sldMk cId="2837606703" sldId="526"/>
            <ac:spMk id="6" creationId="{DD8C819F-17C1-DB64-A2CA-8F68AD5BBF22}"/>
          </ac:spMkLst>
        </pc:spChg>
        <pc:picChg chg="add mod">
          <ac:chgData name="Enrique Villegas Valerio" userId="8ada793c76dcd6b1" providerId="LiveId" clId="{F58E7CF5-7879-4368-90CE-D3F00C866DE2}" dt="2024-01-27T15:21:28.514" v="1316" actId="167"/>
          <ac:picMkLst>
            <pc:docMk/>
            <pc:sldMk cId="2837606703" sldId="526"/>
            <ac:picMk id="1026" creationId="{2C53F6D6-EB98-60C7-D209-E9125FBFB212}"/>
          </ac:picMkLst>
        </pc:picChg>
      </pc:sldChg>
      <pc:sldChg chg="modSp add mod">
        <pc:chgData name="Enrique Villegas Valerio" userId="8ada793c76dcd6b1" providerId="LiveId" clId="{F58E7CF5-7879-4368-90CE-D3F00C866DE2}" dt="2024-01-27T15:21:57.658" v="1321" actId="6549"/>
        <pc:sldMkLst>
          <pc:docMk/>
          <pc:sldMk cId="1136093355" sldId="527"/>
        </pc:sldMkLst>
        <pc:spChg chg="mod">
          <ac:chgData name="Enrique Villegas Valerio" userId="8ada793c76dcd6b1" providerId="LiveId" clId="{F58E7CF5-7879-4368-90CE-D3F00C866DE2}" dt="2024-01-27T15:21:57.658" v="1321" actId="6549"/>
          <ac:spMkLst>
            <pc:docMk/>
            <pc:sldMk cId="1136093355" sldId="527"/>
            <ac:spMk id="5" creationId="{ED39B883-2312-6748-19D2-25C4C3A7FC5D}"/>
          </ac:spMkLst>
        </pc:spChg>
      </pc:sldChg>
      <pc:sldChg chg="modSp add mod modNotesTx">
        <pc:chgData name="Enrique Villegas Valerio" userId="8ada793c76dcd6b1" providerId="LiveId" clId="{F58E7CF5-7879-4368-90CE-D3F00C866DE2}" dt="2024-01-27T15:23:27.954" v="1545" actId="20577"/>
        <pc:sldMkLst>
          <pc:docMk/>
          <pc:sldMk cId="2657261074" sldId="528"/>
        </pc:sldMkLst>
        <pc:spChg chg="mod">
          <ac:chgData name="Enrique Villegas Valerio" userId="8ada793c76dcd6b1" providerId="LiveId" clId="{F58E7CF5-7879-4368-90CE-D3F00C866DE2}" dt="2024-01-27T15:22:18.666" v="1325" actId="14100"/>
          <ac:spMkLst>
            <pc:docMk/>
            <pc:sldMk cId="2657261074" sldId="528"/>
            <ac:spMk id="5" creationId="{ED39B883-2312-6748-19D2-25C4C3A7FC5D}"/>
          </ac:spMkLst>
        </pc:spChg>
      </pc:sldChg>
      <pc:sldChg chg="modSp add mod">
        <pc:chgData name="Enrique Villegas Valerio" userId="8ada793c76dcd6b1" providerId="LiveId" clId="{F58E7CF5-7879-4368-90CE-D3F00C866DE2}" dt="2024-01-27T15:24:09.217" v="1591" actId="1036"/>
        <pc:sldMkLst>
          <pc:docMk/>
          <pc:sldMk cId="3554038302" sldId="529"/>
        </pc:sldMkLst>
        <pc:spChg chg="mod">
          <ac:chgData name="Enrique Villegas Valerio" userId="8ada793c76dcd6b1" providerId="LiveId" clId="{F58E7CF5-7879-4368-90CE-D3F00C866DE2}" dt="2024-01-27T15:23:53.561" v="1566" actId="20577"/>
          <ac:spMkLst>
            <pc:docMk/>
            <pc:sldMk cId="3554038302" sldId="529"/>
            <ac:spMk id="2" creationId="{16BF5846-E5CE-69A1-7929-CBCDFA2F8919}"/>
          </ac:spMkLst>
        </pc:spChg>
        <pc:spChg chg="mod">
          <ac:chgData name="Enrique Villegas Valerio" userId="8ada793c76dcd6b1" providerId="LiveId" clId="{F58E7CF5-7879-4368-90CE-D3F00C866DE2}" dt="2024-01-27T15:24:09.217" v="1591" actId="1036"/>
          <ac:spMkLst>
            <pc:docMk/>
            <pc:sldMk cId="3554038302" sldId="529"/>
            <ac:spMk id="4" creationId="{8A09608A-049A-527B-A18A-4AFACBB53ABF}"/>
          </ac:spMkLst>
        </pc:spChg>
      </pc:sldChg>
      <pc:sldChg chg="addSp modSp new mod chgLayout modNotesTx">
        <pc:chgData name="Enrique Villegas Valerio" userId="8ada793c76dcd6b1" providerId="LiveId" clId="{F58E7CF5-7879-4368-90CE-D3F00C866DE2}" dt="2024-01-27T15:26:58.186" v="1805" actId="20577"/>
        <pc:sldMkLst>
          <pc:docMk/>
          <pc:sldMk cId="1684727364" sldId="530"/>
        </pc:sldMkLst>
        <pc:spChg chg="add mod">
          <ac:chgData name="Enrique Villegas Valerio" userId="8ada793c76dcd6b1" providerId="LiveId" clId="{F58E7CF5-7879-4368-90CE-D3F00C866DE2}" dt="2024-01-27T15:24:50.010" v="1603" actId="20577"/>
          <ac:spMkLst>
            <pc:docMk/>
            <pc:sldMk cId="1684727364" sldId="530"/>
            <ac:spMk id="2" creationId="{1FB7C1BE-DC8E-98DE-EC93-ADACFCE9B93A}"/>
          </ac:spMkLst>
        </pc:spChg>
        <pc:spChg chg="add mod">
          <ac:chgData name="Enrique Villegas Valerio" userId="8ada793c76dcd6b1" providerId="LiveId" clId="{F58E7CF5-7879-4368-90CE-D3F00C866DE2}" dt="2024-01-27T15:24:52.077" v="1604"/>
          <ac:spMkLst>
            <pc:docMk/>
            <pc:sldMk cId="1684727364" sldId="530"/>
            <ac:spMk id="3" creationId="{1DB02A8F-6942-1DE5-6698-B1EBD12E45BE}"/>
          </ac:spMkLst>
        </pc:spChg>
      </pc:sldChg>
      <pc:sldChg chg="modSp add mod modNotesTx">
        <pc:chgData name="Enrique Villegas Valerio" userId="8ada793c76dcd6b1" providerId="LiveId" clId="{F58E7CF5-7879-4368-90CE-D3F00C866DE2}" dt="2024-01-27T15:27:38.794" v="1817" actId="12"/>
        <pc:sldMkLst>
          <pc:docMk/>
          <pc:sldMk cId="1716904673" sldId="531"/>
        </pc:sldMkLst>
        <pc:spChg chg="mod">
          <ac:chgData name="Enrique Villegas Valerio" userId="8ada793c76dcd6b1" providerId="LiveId" clId="{F58E7CF5-7879-4368-90CE-D3F00C866DE2}" dt="2024-01-27T15:27:28.779" v="1814" actId="27636"/>
          <ac:spMkLst>
            <pc:docMk/>
            <pc:sldMk cId="1716904673" sldId="531"/>
            <ac:spMk id="4" creationId="{505DA166-09BA-A6D8-BAD7-2BAC4248C10B}"/>
          </ac:spMkLst>
        </pc:spChg>
      </pc:sldChg>
      <pc:sldChg chg="modSp new mod modNotesTx">
        <pc:chgData name="Enrique Villegas Valerio" userId="8ada793c76dcd6b1" providerId="LiveId" clId="{F58E7CF5-7879-4368-90CE-D3F00C866DE2}" dt="2024-01-27T15:28:10.362" v="1879" actId="20577"/>
        <pc:sldMkLst>
          <pc:docMk/>
          <pc:sldMk cId="1594364584" sldId="532"/>
        </pc:sldMkLst>
        <pc:spChg chg="mod">
          <ac:chgData name="Enrique Villegas Valerio" userId="8ada793c76dcd6b1" providerId="LiveId" clId="{F58E7CF5-7879-4368-90CE-D3F00C866DE2}" dt="2024-01-27T15:27:50.490" v="1820" actId="20577"/>
          <ac:spMkLst>
            <pc:docMk/>
            <pc:sldMk cId="1594364584" sldId="532"/>
            <ac:spMk id="2" creationId="{8023360E-41E9-7B84-29B9-08D45323EA15}"/>
          </ac:spMkLst>
        </pc:spChg>
      </pc:sldChg>
      <pc:sldMasterChg chg="modSldLayout">
        <pc:chgData name="Enrique Villegas Valerio" userId="8ada793c76dcd6b1" providerId="LiveId" clId="{F58E7CF5-7879-4368-90CE-D3F00C866DE2}" dt="2024-01-27T15:17:41.225" v="1189" actId="14100"/>
        <pc:sldMasterMkLst>
          <pc:docMk/>
          <pc:sldMasterMk cId="2344839324" sldId="2147483660"/>
        </pc:sldMasterMkLst>
        <pc:sldLayoutChg chg="addSp delSp modSp mod">
          <pc:chgData name="Enrique Villegas Valerio" userId="8ada793c76dcd6b1" providerId="LiveId" clId="{F58E7CF5-7879-4368-90CE-D3F00C866DE2}" dt="2024-01-27T15:17:41.225" v="1189" actId="14100"/>
          <pc:sldLayoutMkLst>
            <pc:docMk/>
            <pc:sldMasterMk cId="2344839324" sldId="2147483660"/>
            <pc:sldLayoutMk cId="495287959" sldId="2147483674"/>
          </pc:sldLayoutMkLst>
          <pc:spChg chg="add del mod">
            <ac:chgData name="Enrique Villegas Valerio" userId="8ada793c76dcd6b1" providerId="LiveId" clId="{F58E7CF5-7879-4368-90CE-D3F00C866DE2}" dt="2024-01-27T15:17:01.555" v="1180" actId="478"/>
            <ac:spMkLst>
              <pc:docMk/>
              <pc:sldMasterMk cId="2344839324" sldId="2147483660"/>
              <pc:sldLayoutMk cId="495287959" sldId="2147483674"/>
              <ac:spMk id="2" creationId="{00000000-0000-0000-0000-000000000000}"/>
            </ac:spMkLst>
          </pc:spChg>
          <pc:spChg chg="add del mod">
            <ac:chgData name="Enrique Villegas Valerio" userId="8ada793c76dcd6b1" providerId="LiveId" clId="{F58E7CF5-7879-4368-90CE-D3F00C866DE2}" dt="2024-01-27T15:16:28.956" v="1171" actId="478"/>
            <ac:spMkLst>
              <pc:docMk/>
              <pc:sldMasterMk cId="2344839324" sldId="2147483660"/>
              <pc:sldLayoutMk cId="495287959" sldId="2147483674"/>
              <ac:spMk id="3" creationId="{06C43D9E-5598-5615-FC0D-2622C0935AF6}"/>
            </ac:spMkLst>
          </pc:spChg>
          <pc:spChg chg="mod">
            <ac:chgData name="Enrique Villegas Valerio" userId="8ada793c76dcd6b1" providerId="LiveId" clId="{F58E7CF5-7879-4368-90CE-D3F00C866DE2}" dt="2024-01-27T15:16:58.474" v="1179" actId="1076"/>
            <ac:spMkLst>
              <pc:docMk/>
              <pc:sldMasterMk cId="2344839324" sldId="2147483660"/>
              <pc:sldLayoutMk cId="495287959" sldId="2147483674"/>
              <ac:spMk id="4" creationId="{E95D1984-18EC-3271-9E13-347D49F3D50B}"/>
            </ac:spMkLst>
          </pc:spChg>
          <pc:spChg chg="add del mod">
            <ac:chgData name="Enrique Villegas Valerio" userId="8ada793c76dcd6b1" providerId="LiveId" clId="{F58E7CF5-7879-4368-90CE-D3F00C866DE2}" dt="2024-01-27T15:16:38.146" v="1176"/>
            <ac:spMkLst>
              <pc:docMk/>
              <pc:sldMasterMk cId="2344839324" sldId="2147483660"/>
              <pc:sldLayoutMk cId="495287959" sldId="2147483674"/>
              <ac:spMk id="5" creationId="{F22E8A36-2B33-C120-8956-91867AD4BF97}"/>
            </ac:spMkLst>
          </pc:spChg>
          <pc:spChg chg="add mod">
            <ac:chgData name="Enrique Villegas Valerio" userId="8ada793c76dcd6b1" providerId="LiveId" clId="{F58E7CF5-7879-4368-90CE-D3F00C866DE2}" dt="2024-01-27T15:16:35.082" v="1175"/>
            <ac:spMkLst>
              <pc:docMk/>
              <pc:sldMasterMk cId="2344839324" sldId="2147483660"/>
              <pc:sldLayoutMk cId="495287959" sldId="2147483674"/>
              <ac:spMk id="6" creationId="{D8B02AD6-9B16-DA95-DF1D-93CB4E87B6AA}"/>
            </ac:spMkLst>
          </pc:spChg>
          <pc:spChg chg="add mod">
            <ac:chgData name="Enrique Villegas Valerio" userId="8ada793c76dcd6b1" providerId="LiveId" clId="{F58E7CF5-7879-4368-90CE-D3F00C866DE2}" dt="2024-01-27T15:17:41.225" v="1189" actId="14100"/>
            <ac:spMkLst>
              <pc:docMk/>
              <pc:sldMasterMk cId="2344839324" sldId="2147483660"/>
              <pc:sldLayoutMk cId="495287959" sldId="2147483674"/>
              <ac:spMk id="7" creationId="{2C4E1075-7281-F6D1-7A4F-C2DEA6B26A92}"/>
            </ac:spMkLst>
          </pc:spChg>
          <pc:spChg chg="add mod">
            <ac:chgData name="Enrique Villegas Valerio" userId="8ada793c76dcd6b1" providerId="LiveId" clId="{F58E7CF5-7879-4368-90CE-D3F00C866DE2}" dt="2024-01-27T15:17:41.225" v="1189" actId="14100"/>
            <ac:spMkLst>
              <pc:docMk/>
              <pc:sldMasterMk cId="2344839324" sldId="2147483660"/>
              <pc:sldLayoutMk cId="495287959" sldId="2147483674"/>
              <ac:spMk id="8" creationId="{E84B609B-86FC-9E4C-3670-B0B1DD6F3519}"/>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43DB51F-FB55-36C6-EFB3-CDA33A965F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a:extLst>
              <a:ext uri="{FF2B5EF4-FFF2-40B4-BE49-F238E27FC236}">
                <a16:creationId xmlns:a16="http://schemas.microsoft.com/office/drawing/2014/main" id="{EA74B0CF-BCB3-DF2C-F490-04FC51B36BB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60A103-1ED1-4F3D-82FB-CE7BF4B9CD6C}" type="datetimeFigureOut">
              <a:rPr lang="es-MX" smtClean="0"/>
              <a:t>10/02/2024</a:t>
            </a:fld>
            <a:endParaRPr lang="es-MX"/>
          </a:p>
        </p:txBody>
      </p:sp>
      <p:sp>
        <p:nvSpPr>
          <p:cNvPr id="4" name="Marcador de pie de página 3">
            <a:extLst>
              <a:ext uri="{FF2B5EF4-FFF2-40B4-BE49-F238E27FC236}">
                <a16:creationId xmlns:a16="http://schemas.microsoft.com/office/drawing/2014/main" id="{42275CEC-952E-5489-CC4E-461A6C9FA8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5" name="Marcador de número de diapositiva 4">
            <a:extLst>
              <a:ext uri="{FF2B5EF4-FFF2-40B4-BE49-F238E27FC236}">
                <a16:creationId xmlns:a16="http://schemas.microsoft.com/office/drawing/2014/main" id="{BC14230D-5EE5-7293-1A68-166D543C99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F2465F-2FF1-42B7-8E6E-6C801CFF576C}" type="slidenum">
              <a:rPr lang="es-MX" smtClean="0"/>
              <a:t>‹#›</a:t>
            </a:fld>
            <a:endParaRPr lang="es-MX"/>
          </a:p>
        </p:txBody>
      </p:sp>
    </p:spTree>
    <p:extLst>
      <p:ext uri="{BB962C8B-B14F-4D97-AF65-F5344CB8AC3E}">
        <p14:creationId xmlns:p14="http://schemas.microsoft.com/office/powerpoint/2010/main" val="2208062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1FDB4-1A5D-4B9F-AF6A-52FA43DC7FCB}" type="datetimeFigureOut">
              <a:rPr lang="es-MX" smtClean="0"/>
              <a:t>10/02/2024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1109B-DB30-4047-AA4B-24982097BA7D}" type="slidenum">
              <a:rPr lang="es-MX" smtClean="0"/>
              <a:t>‹#›</a:t>
            </a:fld>
            <a:endParaRPr lang="es-MX"/>
          </a:p>
        </p:txBody>
      </p:sp>
    </p:spTree>
    <p:extLst>
      <p:ext uri="{BB962C8B-B14F-4D97-AF65-F5344CB8AC3E}">
        <p14:creationId xmlns:p14="http://schemas.microsoft.com/office/powerpoint/2010/main" val="2475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effectLst/>
              </a:rPr>
              <a:t>Cuando te imaginas la clase de persona que quieres ser espiritualmente, ¿qué </a:t>
            </a:r>
            <a:r>
              <a:rPr lang="es-MX" dirty="0" err="1">
                <a:effectLst/>
              </a:rPr>
              <a:t>caracteristicas</a:t>
            </a:r>
            <a:r>
              <a:rPr lang="es-MX" dirty="0">
                <a:effectLst/>
              </a:rPr>
              <a:t> ves? </a:t>
            </a:r>
          </a:p>
          <a:p>
            <a:pPr marL="628650" lvl="1" indent="-171450">
              <a:buFont typeface="Arial" panose="020B0604020202020204" pitchFamily="34" charset="0"/>
              <a:buChar char="•"/>
            </a:pPr>
            <a:r>
              <a:rPr lang="es-MX" dirty="0">
                <a:effectLst/>
              </a:rPr>
              <a:t>‌Quizá podríamos resumir nuestros deseos como “llevar fruto y no estar ociosos en nuestra fe”. </a:t>
            </a:r>
          </a:p>
          <a:p>
            <a:pPr marL="628650" lvl="1" indent="-171450">
              <a:buFont typeface="Arial" panose="020B0604020202020204" pitchFamily="34" charset="0"/>
              <a:buChar char="•"/>
            </a:pPr>
            <a:r>
              <a:rPr lang="es-MX" dirty="0">
                <a:effectLst/>
              </a:rPr>
              <a:t>‌Pedro desglosa un conjunto de directrices para la vida cristiana. </a:t>
            </a:r>
          </a:p>
          <a:p>
            <a:pPr marL="628650" lvl="1" indent="-171450">
              <a:buFont typeface="Arial" panose="020B0604020202020204" pitchFamily="34" charset="0"/>
              <a:buChar char="•"/>
            </a:pPr>
            <a:r>
              <a:rPr lang="es-MX" dirty="0">
                <a:effectLst/>
              </a:rPr>
              <a:t>‌Es como una trayectoria ascendente de madurez espiritual.</a:t>
            </a:r>
          </a:p>
          <a:p>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1</a:t>
            </a:fld>
            <a:endParaRPr lang="es-MX"/>
          </a:p>
        </p:txBody>
      </p:sp>
    </p:spTree>
    <p:extLst>
      <p:ext uri="{BB962C8B-B14F-4D97-AF65-F5344CB8AC3E}">
        <p14:creationId xmlns:p14="http://schemas.microsoft.com/office/powerpoint/2010/main" val="3909256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MX" dirty="0"/>
          </a:p>
        </p:txBody>
      </p:sp>
      <p:sp>
        <p:nvSpPr>
          <p:cNvPr id="4" name="Slide Number Placeholder 3"/>
          <p:cNvSpPr>
            <a:spLocks noGrp="1"/>
          </p:cNvSpPr>
          <p:nvPr>
            <p:ph type="sldNum" sz="quarter" idx="5"/>
          </p:nvPr>
        </p:nvSpPr>
        <p:spPr/>
        <p:txBody>
          <a:bodyPr/>
          <a:lstStyle/>
          <a:p>
            <a:fld id="{B141109B-DB30-4047-AA4B-24982097BA7D}" type="slidenum">
              <a:rPr lang="es-MX" smtClean="0"/>
              <a:t>2</a:t>
            </a:fld>
            <a:endParaRPr lang="es-MX"/>
          </a:p>
        </p:txBody>
      </p:sp>
    </p:spTree>
    <p:extLst>
      <p:ext uri="{BB962C8B-B14F-4D97-AF65-F5344CB8AC3E}">
        <p14:creationId xmlns:p14="http://schemas.microsoft.com/office/powerpoint/2010/main" val="421068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El Señor ya nos dio lo que necesitamos</a:t>
            </a:r>
          </a:p>
          <a:p>
            <a:pPr marL="628650" lvl="1" indent="-171450">
              <a:buFont typeface="Arial" panose="020B0604020202020204" pitchFamily="34" charset="0"/>
              <a:buChar char="•"/>
            </a:pPr>
            <a:r>
              <a:rPr lang="es-MX" dirty="0"/>
              <a:t>Para la vida (salud, trabajo, </a:t>
            </a:r>
            <a:r>
              <a:rPr lang="es-MX" dirty="0" err="1"/>
              <a:t>etc</a:t>
            </a:r>
            <a:r>
              <a:rPr lang="es-MX" dirty="0"/>
              <a:t>)</a:t>
            </a:r>
          </a:p>
          <a:p>
            <a:pPr marL="628650" lvl="1" indent="-171450">
              <a:buFont typeface="Arial" panose="020B0604020202020204" pitchFamily="34" charset="0"/>
              <a:buChar char="•"/>
            </a:pPr>
            <a:r>
              <a:rPr lang="es-MX" dirty="0"/>
              <a:t>Para la piedad: para vivir para </a:t>
            </a:r>
            <a:r>
              <a:rPr lang="es-MX" dirty="0" err="1"/>
              <a:t>Crisoto</a:t>
            </a: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4</a:t>
            </a:fld>
            <a:endParaRPr lang="es-MX"/>
          </a:p>
        </p:txBody>
      </p:sp>
    </p:spTree>
    <p:extLst>
      <p:ext uri="{BB962C8B-B14F-4D97-AF65-F5344CB8AC3E}">
        <p14:creationId xmlns:p14="http://schemas.microsoft.com/office/powerpoint/2010/main" val="1855690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Si ya nos </a:t>
            </a:r>
            <a:r>
              <a:rPr lang="es-MX" dirty="0" err="1"/>
              <a:t>jha</a:t>
            </a:r>
            <a:r>
              <a:rPr lang="es-MX" dirty="0"/>
              <a:t> dado todo ¿Cómo debería ser mi vida?</a:t>
            </a:r>
          </a:p>
        </p:txBody>
      </p:sp>
      <p:sp>
        <p:nvSpPr>
          <p:cNvPr id="4" name="Marcador de número de diapositiva 3"/>
          <p:cNvSpPr>
            <a:spLocks noGrp="1"/>
          </p:cNvSpPr>
          <p:nvPr>
            <p:ph type="sldNum" sz="quarter" idx="5"/>
          </p:nvPr>
        </p:nvSpPr>
        <p:spPr/>
        <p:txBody>
          <a:bodyPr/>
          <a:lstStyle/>
          <a:p>
            <a:fld id="{B141109B-DB30-4047-AA4B-24982097BA7D}" type="slidenum">
              <a:rPr lang="es-MX" smtClean="0"/>
              <a:t>5</a:t>
            </a:fld>
            <a:endParaRPr lang="es-MX"/>
          </a:p>
        </p:txBody>
      </p:sp>
    </p:spTree>
    <p:extLst>
      <p:ext uri="{BB962C8B-B14F-4D97-AF65-F5344CB8AC3E}">
        <p14:creationId xmlns:p14="http://schemas.microsoft.com/office/powerpoint/2010/main" val="33191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El Señor ya nos dio lo que necesitamos</a:t>
            </a:r>
          </a:p>
          <a:p>
            <a:pPr marL="628650" lvl="1" indent="-171450">
              <a:buFont typeface="Arial" panose="020B0604020202020204" pitchFamily="34" charset="0"/>
              <a:buChar char="•"/>
            </a:pPr>
            <a:r>
              <a:rPr lang="es-MX" dirty="0"/>
              <a:t>Para la vida (salud, trabajo, </a:t>
            </a:r>
            <a:r>
              <a:rPr lang="es-MX" dirty="0" err="1"/>
              <a:t>etc</a:t>
            </a:r>
            <a:r>
              <a:rPr lang="es-MX" dirty="0"/>
              <a:t>)</a:t>
            </a:r>
          </a:p>
          <a:p>
            <a:pPr marL="628650" lvl="1" indent="-171450">
              <a:buFont typeface="Arial" panose="020B0604020202020204" pitchFamily="34" charset="0"/>
              <a:buChar char="•"/>
            </a:pPr>
            <a:r>
              <a:rPr lang="es-MX" dirty="0"/>
              <a:t>Para la piedad: para vivir para </a:t>
            </a:r>
            <a:r>
              <a:rPr lang="es-MX" dirty="0" err="1"/>
              <a:t>Crisoto</a:t>
            </a: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6</a:t>
            </a:fld>
            <a:endParaRPr lang="es-MX"/>
          </a:p>
        </p:txBody>
      </p:sp>
    </p:spTree>
    <p:extLst>
      <p:ext uri="{BB962C8B-B14F-4D97-AF65-F5344CB8AC3E}">
        <p14:creationId xmlns:p14="http://schemas.microsoft.com/office/powerpoint/2010/main" val="4124752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El Señor ya nos dio lo que necesitamos</a:t>
            </a:r>
          </a:p>
          <a:p>
            <a:pPr marL="628650" lvl="1" indent="-171450">
              <a:buFont typeface="Arial" panose="020B0604020202020204" pitchFamily="34" charset="0"/>
              <a:buChar char="•"/>
            </a:pPr>
            <a:r>
              <a:rPr lang="es-MX" dirty="0"/>
              <a:t>Para la vida (salud, trabajo, </a:t>
            </a:r>
            <a:r>
              <a:rPr lang="es-MX" dirty="0" err="1"/>
              <a:t>etc</a:t>
            </a:r>
            <a:r>
              <a:rPr lang="es-MX" dirty="0"/>
              <a:t>)</a:t>
            </a:r>
          </a:p>
          <a:p>
            <a:pPr marL="628650" lvl="1" indent="-171450">
              <a:buFont typeface="Arial" panose="020B0604020202020204" pitchFamily="34" charset="0"/>
              <a:buChar char="•"/>
            </a:pPr>
            <a:r>
              <a:rPr lang="es-MX" dirty="0"/>
              <a:t>Para la piedad: para vivir para </a:t>
            </a:r>
            <a:r>
              <a:rPr lang="es-MX" dirty="0" err="1"/>
              <a:t>Crisoto</a:t>
            </a: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7</a:t>
            </a:fld>
            <a:endParaRPr lang="es-MX"/>
          </a:p>
        </p:txBody>
      </p:sp>
    </p:spTree>
    <p:extLst>
      <p:ext uri="{BB962C8B-B14F-4D97-AF65-F5344CB8AC3E}">
        <p14:creationId xmlns:p14="http://schemas.microsoft.com/office/powerpoint/2010/main" val="3113755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El Señor ya nos dio lo que necesitamos</a:t>
            </a:r>
          </a:p>
          <a:p>
            <a:pPr marL="628650" lvl="1" indent="-171450">
              <a:buFont typeface="Arial" panose="020B0604020202020204" pitchFamily="34" charset="0"/>
              <a:buChar char="•"/>
            </a:pPr>
            <a:r>
              <a:rPr lang="es-MX" dirty="0"/>
              <a:t>Para la vida (salud, trabajo, </a:t>
            </a:r>
            <a:r>
              <a:rPr lang="es-MX" dirty="0" err="1"/>
              <a:t>etc</a:t>
            </a:r>
            <a:r>
              <a:rPr lang="es-MX" dirty="0"/>
              <a:t>)</a:t>
            </a:r>
          </a:p>
          <a:p>
            <a:pPr marL="628650" lvl="1" indent="-171450">
              <a:buFont typeface="Arial" panose="020B0604020202020204" pitchFamily="34" charset="0"/>
              <a:buChar char="•"/>
            </a:pPr>
            <a:r>
              <a:rPr lang="es-MX" dirty="0"/>
              <a:t>Para la piedad: para vivir para </a:t>
            </a:r>
            <a:r>
              <a:rPr lang="es-MX" dirty="0" err="1"/>
              <a:t>Crisoto</a:t>
            </a: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8</a:t>
            </a:fld>
            <a:endParaRPr lang="es-MX"/>
          </a:p>
        </p:txBody>
      </p:sp>
    </p:spTree>
    <p:extLst>
      <p:ext uri="{BB962C8B-B14F-4D97-AF65-F5344CB8AC3E}">
        <p14:creationId xmlns:p14="http://schemas.microsoft.com/office/powerpoint/2010/main" val="2604951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Todo esto nos remite a lo que vimos en la primera lección — que el Evangelio no es el punto de entrada, sino el camino mismo de la vida espiritual. </a:t>
            </a:r>
          </a:p>
        </p:txBody>
      </p:sp>
      <p:sp>
        <p:nvSpPr>
          <p:cNvPr id="4" name="Marcador de número de diapositiva 3"/>
          <p:cNvSpPr>
            <a:spLocks noGrp="1"/>
          </p:cNvSpPr>
          <p:nvPr>
            <p:ph type="sldNum" sz="quarter" idx="5"/>
          </p:nvPr>
        </p:nvSpPr>
        <p:spPr/>
        <p:txBody>
          <a:bodyPr/>
          <a:lstStyle/>
          <a:p>
            <a:fld id="{B141109B-DB30-4047-AA4B-24982097BA7D}" type="slidenum">
              <a:rPr lang="es-MX" smtClean="0"/>
              <a:t>10</a:t>
            </a:fld>
            <a:endParaRPr lang="es-MX"/>
          </a:p>
        </p:txBody>
      </p:sp>
    </p:spTree>
    <p:extLst>
      <p:ext uri="{BB962C8B-B14F-4D97-AF65-F5344CB8AC3E}">
        <p14:creationId xmlns:p14="http://schemas.microsoft.com/office/powerpoint/2010/main" val="3228862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a:t>Ya vimos la forma en que reducimos la cruz</a:t>
            </a:r>
          </a:p>
          <a:p>
            <a:pPr marL="171450" indent="-171450">
              <a:buFont typeface="Arial" panose="020B0604020202020204" pitchFamily="34" charset="0"/>
              <a:buChar char="•"/>
            </a:pPr>
            <a:r>
              <a:rPr lang="es-MX"/>
              <a:t>Nuestra vida se caracteriza por la identidad y la aceptación</a:t>
            </a:r>
          </a:p>
          <a:p>
            <a:pPr marL="628650" lvl="1" indent="-171450">
              <a:buFont typeface="Arial" panose="020B0604020202020204" pitchFamily="34" charset="0"/>
              <a:buChar char="•"/>
            </a:pPr>
            <a:r>
              <a:rPr lang="es-MX"/>
              <a:t>Dios nos diseño para encontrar esto en Cristo</a:t>
            </a:r>
          </a:p>
          <a:p>
            <a:pPr marL="628650" lvl="1" indent="-171450">
              <a:buFont typeface="Arial" panose="020B0604020202020204" pitchFamily="34" charset="0"/>
              <a:buChar char="•"/>
            </a:pPr>
            <a:r>
              <a:rPr lang="es-MX"/>
              <a:t>Buscamos nuestra propia justicia…</a:t>
            </a: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11</a:t>
            </a:fld>
            <a:endParaRPr lang="es-MX"/>
          </a:p>
        </p:txBody>
      </p:sp>
    </p:spTree>
    <p:extLst>
      <p:ext uri="{BB962C8B-B14F-4D97-AF65-F5344CB8AC3E}">
        <p14:creationId xmlns:p14="http://schemas.microsoft.com/office/powerpoint/2010/main" val="136107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Aparentar y cumplir es una forma de establecer la justicia propia</a:t>
            </a:r>
          </a:p>
        </p:txBody>
      </p:sp>
      <p:sp>
        <p:nvSpPr>
          <p:cNvPr id="4" name="Marcador de número de diapositiva 3"/>
          <p:cNvSpPr>
            <a:spLocks noGrp="1"/>
          </p:cNvSpPr>
          <p:nvPr>
            <p:ph type="sldNum" sz="quarter" idx="5"/>
          </p:nvPr>
        </p:nvSpPr>
        <p:spPr/>
        <p:txBody>
          <a:bodyPr/>
          <a:lstStyle/>
          <a:p>
            <a:fld id="{B141109B-DB30-4047-AA4B-24982097BA7D}" type="slidenum">
              <a:rPr lang="es-MX" smtClean="0"/>
              <a:t>12</a:t>
            </a:fld>
            <a:endParaRPr lang="es-MX"/>
          </a:p>
        </p:txBody>
      </p:sp>
    </p:spTree>
    <p:extLst>
      <p:ext uri="{BB962C8B-B14F-4D97-AF65-F5344CB8AC3E}">
        <p14:creationId xmlns:p14="http://schemas.microsoft.com/office/powerpoint/2010/main" val="3619629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Debemos arrepentirnos y descansar en las verdades del evangelio</a:t>
            </a:r>
          </a:p>
          <a:p>
            <a:pPr marL="171450" indent="-171450">
              <a:buFont typeface="Arial" panose="020B0604020202020204" pitchFamily="34" charset="0"/>
              <a:buChar char="•"/>
            </a:pPr>
            <a:r>
              <a:rPr lang="es-MX" dirty="0"/>
              <a:t>Hoy veremos 2</a:t>
            </a:r>
          </a:p>
          <a:p>
            <a:pPr marL="628650" lvl="1" indent="-171450">
              <a:buFont typeface="Arial" panose="020B0604020202020204" pitchFamily="34" charset="0"/>
              <a:buChar char="•"/>
            </a:pPr>
            <a:r>
              <a:rPr lang="es-MX" dirty="0"/>
              <a:t>Justicia pasiva y adopción</a:t>
            </a:r>
          </a:p>
          <a:p>
            <a:pPr marL="628650" lvl="1" indent="-171450">
              <a:buFont typeface="Arial" panose="020B0604020202020204" pitchFamily="34" charset="0"/>
              <a:buChar char="•"/>
            </a:pPr>
            <a:r>
              <a:rPr lang="es-MX" dirty="0"/>
              <a:t>RECUERDA: Acabamos de ver en Pedro que la causa por la que no damos fruto es porque olvidamos el evangelio</a:t>
            </a:r>
          </a:p>
          <a:p>
            <a:pPr marL="628650" lvl="1" indent="-171450">
              <a:buFont typeface="Arial" panose="020B0604020202020204" pitchFamily="34" charset="0"/>
              <a:buChar char="•"/>
            </a:pP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15</a:t>
            </a:fld>
            <a:endParaRPr lang="es-MX"/>
          </a:p>
        </p:txBody>
      </p:sp>
    </p:spTree>
    <p:extLst>
      <p:ext uri="{BB962C8B-B14F-4D97-AF65-F5344CB8AC3E}">
        <p14:creationId xmlns:p14="http://schemas.microsoft.com/office/powerpoint/2010/main" val="2340227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16</a:t>
            </a:fld>
            <a:endParaRPr lang="es-MX"/>
          </a:p>
        </p:txBody>
      </p:sp>
    </p:spTree>
    <p:extLst>
      <p:ext uri="{BB962C8B-B14F-4D97-AF65-F5344CB8AC3E}">
        <p14:creationId xmlns:p14="http://schemas.microsoft.com/office/powerpoint/2010/main" val="2901403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a:p>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17</a:t>
            </a:fld>
            <a:endParaRPr lang="es-MX"/>
          </a:p>
        </p:txBody>
      </p:sp>
    </p:spTree>
    <p:extLst>
      <p:ext uri="{BB962C8B-B14F-4D97-AF65-F5344CB8AC3E}">
        <p14:creationId xmlns:p14="http://schemas.microsoft.com/office/powerpoint/2010/main" val="3864651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19</a:t>
            </a:fld>
            <a:endParaRPr lang="es-MX"/>
          </a:p>
        </p:txBody>
      </p:sp>
    </p:spTree>
    <p:extLst>
      <p:ext uri="{BB962C8B-B14F-4D97-AF65-F5344CB8AC3E}">
        <p14:creationId xmlns:p14="http://schemas.microsoft.com/office/powerpoint/2010/main" val="3993662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20</a:t>
            </a:fld>
            <a:endParaRPr lang="es-MX"/>
          </a:p>
        </p:txBody>
      </p:sp>
    </p:spTree>
    <p:extLst>
      <p:ext uri="{BB962C8B-B14F-4D97-AF65-F5344CB8AC3E}">
        <p14:creationId xmlns:p14="http://schemas.microsoft.com/office/powerpoint/2010/main" val="4270962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 Debemos descansar en la justicia d Jesús no en la nuestra</a:t>
            </a:r>
          </a:p>
          <a:p>
            <a:pPr marL="628650" lvl="1" indent="-171450">
              <a:buFont typeface="Arial" panose="020B0604020202020204" pitchFamily="34" charset="0"/>
              <a:buChar char="•"/>
            </a:pPr>
            <a:r>
              <a:rPr lang="es-MX" dirty="0"/>
              <a:t>Dios no te acepta por lo que tu hagas, sino a pesar de eso</a:t>
            </a:r>
          </a:p>
          <a:p>
            <a:pPr marL="628650" lvl="1" indent="-171450">
              <a:buFont typeface="Arial" panose="020B0604020202020204" pitchFamily="34" charset="0"/>
              <a:buChar char="•"/>
            </a:pPr>
            <a:r>
              <a:rPr lang="es-MX" dirty="0"/>
              <a:t>Solo nos recibe por Cristo</a:t>
            </a:r>
          </a:p>
          <a:p>
            <a:pPr marL="171450" lvl="0" indent="-171450">
              <a:buFont typeface="Arial" panose="020B0604020202020204" pitchFamily="34" charset="0"/>
              <a:buChar char="•"/>
            </a:pPr>
            <a:r>
              <a:rPr lang="es-MX" dirty="0"/>
              <a:t>Esto es liberador</a:t>
            </a:r>
          </a:p>
          <a:p>
            <a:pPr marL="628650" lvl="1" indent="-171450">
              <a:buFont typeface="Arial" panose="020B0604020202020204" pitchFamily="34" charset="0"/>
              <a:buChar char="•"/>
            </a:pPr>
            <a:r>
              <a:rPr lang="es-MX" dirty="0"/>
              <a:t>Nos lleva a la alabanza</a:t>
            </a:r>
          </a:p>
          <a:p>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21</a:t>
            </a:fld>
            <a:endParaRPr lang="es-MX"/>
          </a:p>
        </p:txBody>
      </p:sp>
    </p:spTree>
    <p:extLst>
      <p:ext uri="{BB962C8B-B14F-4D97-AF65-F5344CB8AC3E}">
        <p14:creationId xmlns:p14="http://schemas.microsoft.com/office/powerpoint/2010/main" val="2696481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22</a:t>
            </a:fld>
            <a:endParaRPr lang="es-MX"/>
          </a:p>
        </p:txBody>
      </p:sp>
    </p:spTree>
    <p:extLst>
      <p:ext uri="{BB962C8B-B14F-4D97-AF65-F5344CB8AC3E}">
        <p14:creationId xmlns:p14="http://schemas.microsoft.com/office/powerpoint/2010/main" val="3197293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dirty="0"/>
              <a:t> El Señor nos ha aceptado como Hijos</a:t>
            </a:r>
          </a:p>
          <a:p>
            <a:pPr marL="628650" lvl="1" indent="-171450">
              <a:buFont typeface="Arial" panose="020B0604020202020204" pitchFamily="34" charset="0"/>
              <a:buChar char="•"/>
            </a:pPr>
            <a:r>
              <a:rPr lang="es-MX" dirty="0"/>
              <a:t>Podemos aceptarnos confiados</a:t>
            </a:r>
          </a:p>
          <a:p>
            <a:pPr marL="171450" lvl="0" indent="-171450">
              <a:buFont typeface="Arial" panose="020B0604020202020204" pitchFamily="34" charset="0"/>
              <a:buChar char="•"/>
            </a:pPr>
            <a:r>
              <a:rPr lang="es-MX" dirty="0"/>
              <a:t>Pero no nos la creemos</a:t>
            </a:r>
          </a:p>
          <a:p>
            <a:pPr marL="628650" lvl="1" indent="-171450">
              <a:buFont typeface="Arial" panose="020B0604020202020204" pitchFamily="34" charset="0"/>
              <a:buChar char="•"/>
            </a:pPr>
            <a:r>
              <a:rPr lang="es-MX" dirty="0"/>
              <a:t>Tratamos de ganarnos el amor de Dios con obras</a:t>
            </a:r>
          </a:p>
          <a:p>
            <a:pPr marL="628650" lvl="1" indent="-171450">
              <a:buFont typeface="Arial" panose="020B0604020202020204" pitchFamily="34" charset="0"/>
              <a:buChar char="•"/>
            </a:pPr>
            <a:endParaRPr lang="es-MX" dirty="0"/>
          </a:p>
          <a:p>
            <a:pPr marL="628650" lvl="1" indent="-171450">
              <a:buFont typeface="Arial" panose="020B0604020202020204" pitchFamily="34" charset="0"/>
              <a:buChar char="•"/>
            </a:pPr>
            <a:r>
              <a:rPr lang="es-MX" dirty="0"/>
              <a:t>Debemos arrepentirnos constantemente de nuestra manera de pensar como huérfanos y asimilar nuestra verdadera identidad como hijos e hijas de Dios. </a:t>
            </a:r>
          </a:p>
          <a:p>
            <a:pPr marL="628650" lvl="1" indent="-171450">
              <a:buFont typeface="Arial" panose="020B0604020202020204" pitchFamily="34" charset="0"/>
              <a:buChar char="•"/>
            </a:pPr>
            <a:r>
              <a:rPr lang="es-MX" dirty="0"/>
              <a:t>Por la fe, debemos abrazar la promesa la adopción y la justicia pasiva</a:t>
            </a:r>
          </a:p>
          <a:p>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23</a:t>
            </a:fld>
            <a:endParaRPr lang="es-MX"/>
          </a:p>
        </p:txBody>
      </p:sp>
    </p:spTree>
    <p:extLst>
      <p:ext uri="{BB962C8B-B14F-4D97-AF65-F5344CB8AC3E}">
        <p14:creationId xmlns:p14="http://schemas.microsoft.com/office/powerpoint/2010/main" val="4100092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a:p>
            <a:pPr marL="171450" indent="-171450">
              <a:buFont typeface="Arial" panose="020B0604020202020204" pitchFamily="34" charset="0"/>
              <a:buChar char="•"/>
            </a:pPr>
            <a:r>
              <a:rPr lang="es-MX" dirty="0">
                <a:effectLst/>
              </a:rPr>
              <a:t>Cuando nos apropiamos del Evangelio de esta manera, el nivel de exigencia infinito de la santidad de Dios ya no es algo intimidante o atemorizante. </a:t>
            </a:r>
          </a:p>
          <a:p>
            <a:pPr marL="171450" indent="-171450">
              <a:buFont typeface="Arial" panose="020B0604020202020204" pitchFamily="34" charset="0"/>
              <a:buChar char="•"/>
            </a:pPr>
            <a:r>
              <a:rPr lang="es-MX" dirty="0">
                <a:effectLst/>
              </a:rPr>
              <a:t>Nos lleva a adorarle, porque Jesús ha cumplido con las inalcanzables expectativas de Dios para nosotros. </a:t>
            </a:r>
            <a:endParaRPr lang="es-MX" dirty="0"/>
          </a:p>
        </p:txBody>
      </p:sp>
      <p:sp>
        <p:nvSpPr>
          <p:cNvPr id="4" name="Marcador de número de diapositiva 3"/>
          <p:cNvSpPr>
            <a:spLocks noGrp="1"/>
          </p:cNvSpPr>
          <p:nvPr>
            <p:ph type="sldNum" sz="quarter" idx="5"/>
          </p:nvPr>
        </p:nvSpPr>
        <p:spPr/>
        <p:txBody>
          <a:bodyPr/>
          <a:lstStyle/>
          <a:p>
            <a:fld id="{B141109B-DB30-4047-AA4B-24982097BA7D}" type="slidenum">
              <a:rPr lang="es-MX" smtClean="0"/>
              <a:t>24</a:t>
            </a:fld>
            <a:endParaRPr lang="es-MX"/>
          </a:p>
        </p:txBody>
      </p:sp>
    </p:spTree>
    <p:extLst>
      <p:ext uri="{BB962C8B-B14F-4D97-AF65-F5344CB8AC3E}">
        <p14:creationId xmlns:p14="http://schemas.microsoft.com/office/powerpoint/2010/main" val="41220986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batalla, entonces, </a:t>
            </a:r>
            <a:r>
              <a:rPr lang="es-MX" dirty="0" err="1"/>
              <a:t>cosnsite</a:t>
            </a:r>
            <a:r>
              <a:rPr lang="es-MX" dirty="0"/>
              <a:t> en creer en el evangelio</a:t>
            </a:r>
          </a:p>
        </p:txBody>
      </p:sp>
      <p:sp>
        <p:nvSpPr>
          <p:cNvPr id="4" name="Marcador de número de diapositiva 3"/>
          <p:cNvSpPr>
            <a:spLocks noGrp="1"/>
          </p:cNvSpPr>
          <p:nvPr>
            <p:ph type="sldNum" sz="quarter" idx="5"/>
          </p:nvPr>
        </p:nvSpPr>
        <p:spPr/>
        <p:txBody>
          <a:bodyPr/>
          <a:lstStyle/>
          <a:p>
            <a:fld id="{B141109B-DB30-4047-AA4B-24982097BA7D}" type="slidenum">
              <a:rPr lang="es-MX" smtClean="0"/>
              <a:t>25</a:t>
            </a:fld>
            <a:endParaRPr lang="es-MX"/>
          </a:p>
        </p:txBody>
      </p:sp>
    </p:spTree>
    <p:extLst>
      <p:ext uri="{BB962C8B-B14F-4D97-AF65-F5344CB8AC3E}">
        <p14:creationId xmlns:p14="http://schemas.microsoft.com/office/powerpoint/2010/main" val="29722114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rgbClr val="3B4742"/>
        </a:solidFill>
        <a:effectLst/>
      </p:bgPr>
    </p:bg>
    <p:spTree>
      <p:nvGrpSpPr>
        <p:cNvPr id="1" name=""/>
        <p:cNvGrpSpPr/>
        <p:nvPr/>
      </p:nvGrpSpPr>
      <p:grpSpPr>
        <a:xfrm>
          <a:off x="0" y="0"/>
          <a:ext cx="0" cy="0"/>
          <a:chOff x="0" y="0"/>
          <a:chExt cx="0" cy="0"/>
        </a:xfrm>
      </p:grpSpPr>
      <p:pic>
        <p:nvPicPr>
          <p:cNvPr id="4" name="Picture 3" descr="A red and white background with a cross in the center&#10;&#10;Description automatically generated">
            <a:extLst>
              <a:ext uri="{FF2B5EF4-FFF2-40B4-BE49-F238E27FC236}">
                <a16:creationId xmlns:a16="http://schemas.microsoft.com/office/drawing/2014/main" id="{4EA7B6E1-356A-D77A-2968-F4CC291A72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96690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9258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22121" y="397668"/>
            <a:ext cx="10525329" cy="5317332"/>
          </a:xfrm>
        </p:spPr>
        <p:txBody>
          <a:bodyPr anchor="ctr">
            <a:normAutofit/>
          </a:bodyPr>
          <a:lstStyle>
            <a:lvl1pPr algn="l">
              <a:lnSpc>
                <a:spcPct val="135000"/>
              </a:lnSpc>
              <a:defRPr sz="5400">
                <a:solidFill>
                  <a:schemeClr val="tx1"/>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22121" y="6121400"/>
            <a:ext cx="7026479" cy="438150"/>
          </a:xfrm>
        </p:spPr>
        <p:txBody>
          <a:bodyPr/>
          <a:lstStyle>
            <a:lvl1pPr marL="0" indent="0">
              <a:buNone/>
              <a:defRPr sz="2400" cap="all" spc="400" baseline="0">
                <a:solidFill>
                  <a:srgbClr val="E8CC6D"/>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8" name="Imagen 7" descr="Dibujo en blanco y negro&#10;&#10;Descripción generada automáticamente con confianza baja">
            <a:extLst>
              <a:ext uri="{FF2B5EF4-FFF2-40B4-BE49-F238E27FC236}">
                <a16:creationId xmlns:a16="http://schemas.microsoft.com/office/drawing/2014/main" id="{165B58CA-7C57-EBCB-9B5B-C0E7FC8F5B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13901" y="6089428"/>
            <a:ext cx="1672314" cy="444100"/>
          </a:xfrm>
          <a:prstGeom prst="rect">
            <a:avLst/>
          </a:prstGeom>
        </p:spPr>
      </p:pic>
    </p:spTree>
    <p:extLst>
      <p:ext uri="{BB962C8B-B14F-4D97-AF65-F5344CB8AC3E}">
        <p14:creationId xmlns:p14="http://schemas.microsoft.com/office/powerpoint/2010/main" val="330045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62BA4C-4B4C-352F-982B-462C48914E1A}"/>
              </a:ext>
            </a:extLst>
          </p:cNvPr>
          <p:cNvSpPr/>
          <p:nvPr userDrawn="1"/>
        </p:nvSpPr>
        <p:spPr>
          <a:xfrm>
            <a:off x="1168400" y="0"/>
            <a:ext cx="110236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1676400" y="365125"/>
            <a:ext cx="9677399" cy="800945"/>
          </a:xfrm>
        </p:spPr>
        <p:txBody>
          <a:bodyPr/>
          <a:lstStyle>
            <a:lvl1pPr algn="l">
              <a:defRPr baseline="0">
                <a:solidFill>
                  <a:srgbClr val="BF9000"/>
                </a:solidFill>
                <a:effectLst/>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1676400" y="1451295"/>
            <a:ext cx="9677400" cy="4790113"/>
          </a:xfrm>
        </p:spPr>
        <p:txBody>
          <a:bodyPr>
            <a:normAutofit/>
          </a:bodyPr>
          <a:lstStyle>
            <a:lvl1pPr>
              <a:lnSpc>
                <a:spcPct val="125000"/>
              </a:lnSpc>
              <a:spcAft>
                <a:spcPts val="2400"/>
              </a:spcAft>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104134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453006" y="365125"/>
            <a:ext cx="10900793" cy="800945"/>
          </a:xfrm>
        </p:spPr>
        <p:txBody>
          <a:bodyPr/>
          <a:lstStyle>
            <a:lvl1pPr algn="r">
              <a:defRPr baseline="0">
                <a:solidFill>
                  <a:srgbClr val="E8CC6D"/>
                </a:solidFill>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453006" y="1451295"/>
            <a:ext cx="10900794" cy="4790113"/>
          </a:xfrm>
        </p:spPr>
        <p:txBody>
          <a:bodyPr>
            <a:normAutofit/>
          </a:bodyPr>
          <a:lstStyle>
            <a:lvl1pPr>
              <a:lnSpc>
                <a:spcPct val="125000"/>
              </a:lnSpc>
              <a:spcAft>
                <a:spcPts val="2400"/>
              </a:spcAft>
              <a:defRPr sz="4400">
                <a:solidFill>
                  <a:schemeClr val="tx1"/>
                </a:solidFill>
                <a:latin typeface="Montserrat" panose="00000500000000000000" pitchFamily="2" charset="0"/>
              </a:defRPr>
            </a:lvl1pPr>
            <a:lvl2pPr>
              <a:lnSpc>
                <a:spcPct val="125000"/>
              </a:lnSpc>
              <a:spcAft>
                <a:spcPts val="2400"/>
              </a:spcAft>
              <a:defRPr sz="4000">
                <a:solidFill>
                  <a:schemeClr val="tx1"/>
                </a:solidFill>
                <a:latin typeface="Montserrat" panose="00000500000000000000" pitchFamily="2" charset="0"/>
              </a:defRPr>
            </a:lvl2pPr>
            <a:lvl3pPr>
              <a:lnSpc>
                <a:spcPct val="125000"/>
              </a:lnSpc>
              <a:spcAft>
                <a:spcPts val="2400"/>
              </a:spcAft>
              <a:defRPr sz="3600">
                <a:solidFill>
                  <a:schemeClr val="tx1"/>
                </a:solidFill>
                <a:latin typeface="Montserrat" panose="00000500000000000000" pitchFamily="2" charset="0"/>
              </a:defRPr>
            </a:lvl3pPr>
            <a:lvl4pPr>
              <a:lnSpc>
                <a:spcPct val="125000"/>
              </a:lnSpc>
              <a:spcAft>
                <a:spcPts val="2400"/>
              </a:spcAft>
              <a:defRPr sz="3200">
                <a:solidFill>
                  <a:schemeClr val="tx1"/>
                </a:solidFill>
                <a:latin typeface="Montserrat" panose="00000500000000000000" pitchFamily="2" charset="0"/>
              </a:defRPr>
            </a:lvl4pPr>
            <a:lvl5pPr>
              <a:lnSpc>
                <a:spcPct val="125000"/>
              </a:lnSpc>
              <a:spcAft>
                <a:spcPts val="2400"/>
              </a:spcAft>
              <a:defRPr sz="3200">
                <a:solidFill>
                  <a:schemeClr val="tx1"/>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260567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53674" y="879871"/>
            <a:ext cx="10674446" cy="5098257"/>
          </a:xfrm>
        </p:spPr>
        <p:txBody>
          <a:bodyPr anchor="ctr">
            <a:normAutofit/>
          </a:bodyPr>
          <a:lstStyle>
            <a:lvl1pPr algn="ctr">
              <a:lnSpc>
                <a:spcPct val="135000"/>
              </a:lnSpc>
              <a:defRPr sz="4000">
                <a:solidFill>
                  <a:schemeClr val="tx1"/>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4029444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1" y="1074057"/>
            <a:ext cx="12192000" cy="470988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914400" y="1320801"/>
            <a:ext cx="10313719" cy="4216398"/>
          </a:xfrm>
        </p:spPr>
        <p:txBody>
          <a:bodyPr anchor="ctr">
            <a:normAutofit/>
          </a:bodyPr>
          <a:lstStyle>
            <a:lvl1pPr algn="ctr">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927652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0" y="0"/>
            <a:ext cx="1171467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7" name="Título 1">
            <a:extLst>
              <a:ext uri="{FF2B5EF4-FFF2-40B4-BE49-F238E27FC236}">
                <a16:creationId xmlns:a16="http://schemas.microsoft.com/office/drawing/2014/main" id="{2C4E1075-7281-F6D1-7A4F-C2DEA6B26A92}"/>
              </a:ext>
            </a:extLst>
          </p:cNvPr>
          <p:cNvSpPr>
            <a:spLocks noGrp="1"/>
          </p:cNvSpPr>
          <p:nvPr>
            <p:ph type="title"/>
          </p:nvPr>
        </p:nvSpPr>
        <p:spPr>
          <a:xfrm>
            <a:off x="3459192" y="5840935"/>
            <a:ext cx="7894608" cy="800945"/>
          </a:xfrm>
        </p:spPr>
        <p:txBody>
          <a:bodyPr/>
          <a:lstStyle>
            <a:lvl1pPr algn="r">
              <a:defRPr baseline="0">
                <a:solidFill>
                  <a:srgbClr val="BF9000"/>
                </a:solidFill>
                <a:effectLst/>
                <a:latin typeface="Montserrat SemiBold" panose="00000700000000000000" pitchFamily="2" charset="0"/>
              </a:defRPr>
            </a:lvl1pPr>
          </a:lstStyle>
          <a:p>
            <a:r>
              <a:rPr lang="es-ES" dirty="0"/>
              <a:t>Haga clic para modificar el estilo de título del patrón</a:t>
            </a:r>
            <a:endParaRPr lang="es-MX" dirty="0"/>
          </a:p>
        </p:txBody>
      </p:sp>
      <p:sp>
        <p:nvSpPr>
          <p:cNvPr id="8" name="Marcador de texto 3">
            <a:extLst>
              <a:ext uri="{FF2B5EF4-FFF2-40B4-BE49-F238E27FC236}">
                <a16:creationId xmlns:a16="http://schemas.microsoft.com/office/drawing/2014/main" id="{E84B609B-86FC-9E4C-3670-B0B1DD6F3519}"/>
              </a:ext>
            </a:extLst>
          </p:cNvPr>
          <p:cNvSpPr>
            <a:spLocks noGrp="1"/>
          </p:cNvSpPr>
          <p:nvPr>
            <p:ph type="body" sz="quarter" idx="10"/>
          </p:nvPr>
        </p:nvSpPr>
        <p:spPr>
          <a:xfrm>
            <a:off x="3459191" y="525411"/>
            <a:ext cx="7894609" cy="5021374"/>
          </a:xfrm>
        </p:spPr>
        <p:txBody>
          <a:bodyPr>
            <a:normAutofit/>
          </a:bodyPr>
          <a:lstStyle>
            <a:lvl1pPr marL="0" indent="0" algn="r">
              <a:lnSpc>
                <a:spcPct val="125000"/>
              </a:lnSpc>
              <a:spcAft>
                <a:spcPts val="2400"/>
              </a:spcAft>
              <a:buNone/>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p:txBody>
      </p:sp>
    </p:spTree>
    <p:extLst>
      <p:ext uri="{BB962C8B-B14F-4D97-AF65-F5344CB8AC3E}">
        <p14:creationId xmlns:p14="http://schemas.microsoft.com/office/powerpoint/2010/main" val="49528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B4742"/>
        </a:solidFill>
        <a:effectLst/>
      </p:bgPr>
    </p:bg>
    <p:spTree>
      <p:nvGrpSpPr>
        <p:cNvPr id="1" name=""/>
        <p:cNvGrpSpPr/>
        <p:nvPr/>
      </p:nvGrpSpPr>
      <p:grpSpPr>
        <a:xfrm>
          <a:off x="0" y="0"/>
          <a:ext cx="0" cy="0"/>
          <a:chOff x="0" y="0"/>
          <a:chExt cx="0" cy="0"/>
        </a:xfrm>
      </p:grpSpPr>
      <p:pic>
        <p:nvPicPr>
          <p:cNvPr id="9" name="Picture 8" descr="A red and black background&#10;&#10;Description automatically generated">
            <a:extLst>
              <a:ext uri="{FF2B5EF4-FFF2-40B4-BE49-F238E27FC236}">
                <a16:creationId xmlns:a16="http://schemas.microsoft.com/office/drawing/2014/main" id="{CEFD2B2F-5FA5-6731-E441-E4386F1D6794}"/>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B29A-9567-452F-B6E9-31720CFDB69A}" type="datetimeFigureOut">
              <a:rPr lang="es-MX" smtClean="0"/>
              <a:t>10/02/2024</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D430-150D-4B42-96A2-C567A201F998}" type="slidenum">
              <a:rPr lang="es-MX" smtClean="0"/>
              <a:t>‹#›</a:t>
            </a:fld>
            <a:endParaRPr lang="es-MX"/>
          </a:p>
        </p:txBody>
      </p:sp>
    </p:spTree>
    <p:extLst>
      <p:ext uri="{BB962C8B-B14F-4D97-AF65-F5344CB8AC3E}">
        <p14:creationId xmlns:p14="http://schemas.microsoft.com/office/powerpoint/2010/main" val="23448393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3" r:id="rId5"/>
    <p:sldLayoutId id="2147483667" r:id="rId6"/>
    <p:sldLayoutId id="2147483672" r:id="rId7"/>
    <p:sldLayoutId id="2147483674" r:id="rId8"/>
  </p:sldLayoutIdLst>
  <p:txStyles>
    <p:titleStyle>
      <a:lvl1pPr algn="l" defTabSz="914400" rtl="0" eaLnBrk="1" latinLnBrk="0" hangingPunct="1">
        <a:lnSpc>
          <a:spcPct val="90000"/>
        </a:lnSpc>
        <a:spcBef>
          <a:spcPct val="0"/>
        </a:spcBef>
        <a:buNone/>
        <a:defRPr sz="4400" kern="1200">
          <a:solidFill>
            <a:schemeClr val="accent4">
              <a:lumMod val="40000"/>
              <a:lumOff val="60000"/>
            </a:schemeClr>
          </a:solidFill>
          <a:latin typeface="Yeseva One"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474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354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400" b="1" u="none" strike="noStrike" dirty="0">
                <a:effectLst/>
              </a:rPr>
              <a:t>3</a:t>
            </a:r>
            <a:r>
              <a:rPr lang="es-MX" sz="4400" u="none" strike="noStrike" dirty="0">
                <a:effectLst/>
              </a:rPr>
              <a:t> </a:t>
            </a:r>
            <a:r>
              <a:rPr lang="es-MX" sz="4400" dirty="0"/>
              <a:t>Pues Su divino poder nos ha concedido todo cuanto concierne a la vida y a la piedad, mediante el verdadero conocimiento de Aquel que nos llamó por Su gloria y excelencia.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2 Pedro 1:3–4</a:t>
            </a:r>
          </a:p>
        </p:txBody>
      </p:sp>
    </p:spTree>
    <p:extLst>
      <p:ext uri="{BB962C8B-B14F-4D97-AF65-F5344CB8AC3E}">
        <p14:creationId xmlns:p14="http://schemas.microsoft.com/office/powerpoint/2010/main" val="337676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000" b="1" u="none" strike="noStrike" dirty="0">
                <a:effectLst/>
              </a:rPr>
              <a:t>4</a:t>
            </a:r>
            <a:r>
              <a:rPr lang="es-MX" sz="4000" u="none" strike="noStrike" dirty="0">
                <a:effectLst/>
              </a:rPr>
              <a:t> </a:t>
            </a:r>
            <a:r>
              <a:rPr lang="es-MX" sz="4000" dirty="0"/>
              <a:t>Por ellas Él nos ha concedido Sus preciosas y maravillosas promesas, a fin de que ustedes lleguen a ser partícipes de la naturaleza divina, habiendo escapado de la corrupción que hay en el mundo por causa de los malos deseos.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2 Pedro 1:3–4</a:t>
            </a:r>
          </a:p>
        </p:txBody>
      </p:sp>
    </p:spTree>
    <p:extLst>
      <p:ext uri="{BB962C8B-B14F-4D97-AF65-F5344CB8AC3E}">
        <p14:creationId xmlns:p14="http://schemas.microsoft.com/office/powerpoint/2010/main" val="237764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05DA166-09BA-A6D8-BAD7-2BAC4248C10B}"/>
              </a:ext>
            </a:extLst>
          </p:cNvPr>
          <p:cNvSpPr>
            <a:spLocks noGrp="1"/>
          </p:cNvSpPr>
          <p:nvPr>
            <p:ph type="title"/>
          </p:nvPr>
        </p:nvSpPr>
        <p:spPr/>
        <p:txBody>
          <a:bodyPr/>
          <a:lstStyle/>
          <a:p>
            <a:r>
              <a:rPr lang="es-MX" dirty="0">
                <a:effectLst/>
              </a:rPr>
              <a:t>¿Qué deberíamos estar haciendo a la luz de esa realidad?</a:t>
            </a:r>
            <a:endParaRPr lang="es-MX" dirty="0"/>
          </a:p>
        </p:txBody>
      </p:sp>
    </p:spTree>
    <p:extLst>
      <p:ext uri="{BB962C8B-B14F-4D97-AF65-F5344CB8AC3E}">
        <p14:creationId xmlns:p14="http://schemas.microsoft.com/office/powerpoint/2010/main" val="3793123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800" b="1" u="none" strike="noStrike" dirty="0">
                <a:effectLst/>
              </a:rPr>
              <a:t>5</a:t>
            </a:r>
            <a:r>
              <a:rPr lang="es-MX" sz="4800" u="none" strike="noStrike" dirty="0">
                <a:effectLst/>
              </a:rPr>
              <a:t> </a:t>
            </a:r>
            <a:r>
              <a:rPr lang="es-MX" sz="4800" dirty="0"/>
              <a:t>Por esta razón también, obrando con toda diligencia, añadan a su fe, virtud, y a la virtud, conocimiento;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2 Pedro 1:5-8</a:t>
            </a:r>
          </a:p>
        </p:txBody>
      </p:sp>
    </p:spTree>
    <p:extLst>
      <p:ext uri="{BB962C8B-B14F-4D97-AF65-F5344CB8AC3E}">
        <p14:creationId xmlns:p14="http://schemas.microsoft.com/office/powerpoint/2010/main" val="3442123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400" b="1" u="none" strike="noStrike" dirty="0">
                <a:effectLst/>
              </a:rPr>
              <a:t>6</a:t>
            </a:r>
            <a:r>
              <a:rPr lang="es-MX" sz="4400" u="none" strike="noStrike" dirty="0">
                <a:effectLst/>
              </a:rPr>
              <a:t> </a:t>
            </a:r>
            <a:r>
              <a:rPr lang="es-MX" sz="4400" dirty="0"/>
              <a:t>al conocimiento, dominio propio, al dominio propio, perseverancia, y a la perseverancia, piedad, </a:t>
            </a:r>
            <a:r>
              <a:rPr lang="es-MX" sz="4400" b="1" u="none" strike="noStrike" dirty="0">
                <a:effectLst/>
              </a:rPr>
              <a:t>7</a:t>
            </a:r>
            <a:r>
              <a:rPr lang="es-MX" sz="4400" u="none" strike="noStrike" dirty="0">
                <a:effectLst/>
              </a:rPr>
              <a:t> </a:t>
            </a:r>
            <a:r>
              <a:rPr lang="es-MX" sz="4400" dirty="0"/>
              <a:t>a la piedad, fraternidad y a la fraternidad, amor. </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2 Pedro 1:5-8</a:t>
            </a:r>
          </a:p>
        </p:txBody>
      </p:sp>
    </p:spTree>
    <p:extLst>
      <p:ext uri="{BB962C8B-B14F-4D97-AF65-F5344CB8AC3E}">
        <p14:creationId xmlns:p14="http://schemas.microsoft.com/office/powerpoint/2010/main" val="3940485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400" b="1" u="none" strike="noStrike" dirty="0">
                <a:effectLst/>
              </a:rPr>
              <a:t>8</a:t>
            </a:r>
            <a:r>
              <a:rPr lang="es-MX" sz="4400" u="none" strike="noStrike" dirty="0">
                <a:effectLst/>
              </a:rPr>
              <a:t> </a:t>
            </a:r>
            <a:r>
              <a:rPr lang="es-MX" sz="4400" dirty="0"/>
              <a:t>Pues estas virtudes, al estar en ustedes y al abundar, no los dejarán ociosos ni estériles en el verdadero conocimiento de nuestro Señor Jesucristo.</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2 Pedro 1:5-8</a:t>
            </a:r>
          </a:p>
        </p:txBody>
      </p:sp>
    </p:spTree>
    <p:extLst>
      <p:ext uri="{BB962C8B-B14F-4D97-AF65-F5344CB8AC3E}">
        <p14:creationId xmlns:p14="http://schemas.microsoft.com/office/powerpoint/2010/main" val="420415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FCBA14-356F-37B4-AAA1-1474F2E577C6}"/>
              </a:ext>
            </a:extLst>
          </p:cNvPr>
          <p:cNvSpPr>
            <a:spLocks noGrp="1"/>
          </p:cNvSpPr>
          <p:nvPr>
            <p:ph type="title"/>
          </p:nvPr>
        </p:nvSpPr>
        <p:spPr/>
        <p:txBody>
          <a:bodyPr/>
          <a:lstStyle/>
          <a:p>
            <a:r>
              <a:rPr lang="es-MX" dirty="0"/>
              <a:t>Para pensar:</a:t>
            </a:r>
          </a:p>
        </p:txBody>
      </p:sp>
      <p:sp>
        <p:nvSpPr>
          <p:cNvPr id="5" name="Text Placeholder 4">
            <a:extLst>
              <a:ext uri="{FF2B5EF4-FFF2-40B4-BE49-F238E27FC236}">
                <a16:creationId xmlns:a16="http://schemas.microsoft.com/office/drawing/2014/main" id="{7D6C69A6-595C-0FDE-9B10-2A6E3108952F}"/>
              </a:ext>
            </a:extLst>
          </p:cNvPr>
          <p:cNvSpPr>
            <a:spLocks noGrp="1"/>
          </p:cNvSpPr>
          <p:nvPr>
            <p:ph type="body" sz="quarter" idx="10"/>
          </p:nvPr>
        </p:nvSpPr>
        <p:spPr>
          <a:xfrm>
            <a:off x="1676400" y="1451295"/>
            <a:ext cx="9677400" cy="5041580"/>
          </a:xfrm>
        </p:spPr>
        <p:txBody>
          <a:bodyPr>
            <a:normAutofit/>
          </a:bodyPr>
          <a:lstStyle/>
          <a:p>
            <a:r>
              <a:rPr lang="es-MX" dirty="0">
                <a:effectLst/>
              </a:rPr>
              <a:t>Si te tuvieras que poner una calificación según esta lista ¿Cuánto te pondrías?</a:t>
            </a:r>
          </a:p>
          <a:p>
            <a:r>
              <a:rPr lang="es-MX" dirty="0">
                <a:effectLst/>
              </a:rPr>
              <a:t>‌¿Por qué esto supone un reto tan grande?</a:t>
            </a:r>
          </a:p>
          <a:p>
            <a:endParaRPr lang="es-MX" dirty="0"/>
          </a:p>
        </p:txBody>
      </p:sp>
    </p:spTree>
    <p:extLst>
      <p:ext uri="{BB962C8B-B14F-4D97-AF65-F5344CB8AC3E}">
        <p14:creationId xmlns:p14="http://schemas.microsoft.com/office/powerpoint/2010/main" val="4134609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8000" b="1" i="0" u="none" baseline="30000" dirty="0"/>
              <a:t>9</a:t>
            </a:r>
            <a:r>
              <a:rPr lang="es-MX" sz="8000" b="0" i="0" u="none" baseline="30000" dirty="0"/>
              <a:t> Porque el que carece de estas virtudes es ciego o corto de vista, habiendo olvidado la purificación de sus pecados pasados.</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sz="2400" dirty="0"/>
              <a:t>2 Pedro 1:9</a:t>
            </a:r>
            <a:endParaRPr lang="es-MX" dirty="0"/>
          </a:p>
        </p:txBody>
      </p:sp>
    </p:spTree>
    <p:extLst>
      <p:ext uri="{BB962C8B-B14F-4D97-AF65-F5344CB8AC3E}">
        <p14:creationId xmlns:p14="http://schemas.microsoft.com/office/powerpoint/2010/main" val="29775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ed and white sign&#10;&#10;Description automatically generated">
            <a:extLst>
              <a:ext uri="{FF2B5EF4-FFF2-40B4-BE49-F238E27FC236}">
                <a16:creationId xmlns:a16="http://schemas.microsoft.com/office/drawing/2014/main" id="{22936304-9EBC-7282-8D0C-FA60C5A7B951}"/>
              </a:ext>
            </a:extLst>
          </p:cNvPr>
          <p:cNvPicPr>
            <a:picLocks noChangeAspect="1"/>
          </p:cNvPicPr>
          <p:nvPr/>
        </p:nvPicPr>
        <p:blipFill rotWithShape="1">
          <a:blip r:embed="rId3">
            <a:extLst>
              <a:ext uri="{28A0092B-C50C-407E-A947-70E740481C1C}">
                <a14:useLocalDpi xmlns:a14="http://schemas.microsoft.com/office/drawing/2010/main" val="0"/>
              </a:ext>
            </a:extLst>
          </a:blip>
          <a:srcRect t="79862" b="1"/>
          <a:stretch/>
        </p:blipFill>
        <p:spPr>
          <a:xfrm>
            <a:off x="0" y="5476972"/>
            <a:ext cx="12192000" cy="1381027"/>
          </a:xfrm>
          <a:prstGeom prst="rect">
            <a:avLst/>
          </a:prstGeom>
        </p:spPr>
      </p:pic>
      <p:sp>
        <p:nvSpPr>
          <p:cNvPr id="2" name="Rectangle 1">
            <a:extLst>
              <a:ext uri="{FF2B5EF4-FFF2-40B4-BE49-F238E27FC236}">
                <a16:creationId xmlns:a16="http://schemas.microsoft.com/office/drawing/2014/main" id="{16BF5846-E5CE-69A1-7929-CBCDFA2F8919}"/>
              </a:ext>
            </a:extLst>
          </p:cNvPr>
          <p:cNvSpPr/>
          <p:nvPr/>
        </p:nvSpPr>
        <p:spPr>
          <a:xfrm>
            <a:off x="801278" y="1245725"/>
            <a:ext cx="10589444" cy="1569660"/>
          </a:xfrm>
          <a:prstGeom prst="rect">
            <a:avLst/>
          </a:prstGeom>
          <a:noFill/>
        </p:spPr>
        <p:txBody>
          <a:bodyPr wrap="square" lIns="91440" tIns="45720" rIns="91440" bIns="45720">
            <a:spAutoFit/>
          </a:bodyPr>
          <a:lstStyle/>
          <a:p>
            <a:pPr algn="ctr"/>
            <a:r>
              <a:rPr lang="en-US" sz="9600" b="1" dirty="0">
                <a:ln w="0"/>
                <a:solidFill>
                  <a:srgbClr val="F5EED6"/>
                </a:solidFill>
                <a:effectLst>
                  <a:outerShdw blurRad="38100" dist="19050" dir="2700000" algn="tl" rotWithShape="0">
                    <a:schemeClr val="dk1">
                      <a:alpha val="40000"/>
                    </a:schemeClr>
                  </a:outerShdw>
                </a:effectLst>
                <a:latin typeface="Montserrat" panose="00000500000000000000" pitchFamily="2" charset="0"/>
              </a:rPr>
              <a:t>CREYENDO EN</a:t>
            </a:r>
            <a:endParaRPr lang="en-US" sz="9600" b="1" cap="none" spc="0" dirty="0">
              <a:ln w="0"/>
              <a:solidFill>
                <a:srgbClr val="F5EED6"/>
              </a:solidFill>
              <a:effectLst>
                <a:outerShdw blurRad="38100" dist="19050" dir="2700000" algn="tl" rotWithShape="0">
                  <a:schemeClr val="dk1">
                    <a:alpha val="40000"/>
                  </a:schemeClr>
                </a:outerShdw>
              </a:effectLst>
              <a:latin typeface="Montserrat" panose="00000500000000000000" pitchFamily="2" charset="0"/>
            </a:endParaRPr>
          </a:p>
        </p:txBody>
      </p:sp>
      <p:sp>
        <p:nvSpPr>
          <p:cNvPr id="4" name="Rectangle 3">
            <a:extLst>
              <a:ext uri="{FF2B5EF4-FFF2-40B4-BE49-F238E27FC236}">
                <a16:creationId xmlns:a16="http://schemas.microsoft.com/office/drawing/2014/main" id="{8A09608A-049A-527B-A18A-4AFACBB53ABF}"/>
              </a:ext>
            </a:extLst>
          </p:cNvPr>
          <p:cNvSpPr/>
          <p:nvPr/>
        </p:nvSpPr>
        <p:spPr>
          <a:xfrm rot="21445891">
            <a:off x="1371600" y="2184430"/>
            <a:ext cx="8803342" cy="2646878"/>
          </a:xfrm>
          <a:prstGeom prst="rect">
            <a:avLst/>
          </a:prstGeom>
          <a:noFill/>
        </p:spPr>
        <p:txBody>
          <a:bodyPr wrap="square" lIns="91440" tIns="45720" rIns="91440" bIns="45720">
            <a:spAutoFit/>
          </a:bodyPr>
          <a:lstStyle/>
          <a:p>
            <a:pPr algn="ctr"/>
            <a:r>
              <a:rPr lang="en-US" sz="16600" b="0" cap="none" spc="0" dirty="0" err="1">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rPr>
              <a:t>el</a:t>
            </a:r>
            <a:r>
              <a:rPr lang="en-US" sz="16600" b="0" cap="none" spc="0" dirty="0">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rPr>
              <a:t> </a:t>
            </a:r>
            <a:r>
              <a:rPr lang="en-US" sz="16600" b="0" cap="none" spc="0" dirty="0" err="1">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rPr>
              <a:t>evangelio</a:t>
            </a:r>
            <a:endParaRPr lang="en-US" sz="16600" b="0" cap="none" spc="0" dirty="0">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endParaRPr>
          </a:p>
        </p:txBody>
      </p:sp>
    </p:spTree>
    <p:extLst>
      <p:ext uri="{BB962C8B-B14F-4D97-AF65-F5344CB8AC3E}">
        <p14:creationId xmlns:p14="http://schemas.microsoft.com/office/powerpoint/2010/main" val="120956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5D4A-9EB1-63C6-2A81-056EB6C3D277}"/>
              </a:ext>
            </a:extLst>
          </p:cNvPr>
          <p:cNvSpPr>
            <a:spLocks noGrp="1"/>
          </p:cNvSpPr>
          <p:nvPr>
            <p:ph type="title"/>
          </p:nvPr>
        </p:nvSpPr>
        <p:spPr/>
        <p:txBody>
          <a:bodyPr>
            <a:noAutofit/>
          </a:bodyPr>
          <a:lstStyle/>
          <a:p>
            <a:r>
              <a:rPr lang="es-MX" sz="4400" b="1" u="none" strike="noStrike" dirty="0">
                <a:effectLst/>
              </a:rPr>
              <a:t>3 </a:t>
            </a:r>
            <a:r>
              <a:rPr lang="es-MX" sz="4400" u="none" strike="noStrike" dirty="0">
                <a:effectLst/>
              </a:rPr>
              <a:t>Pues desconociendo la justicia de Dios y procurando establecer la suya propia, no se sometieron a la justicia de Dios.</a:t>
            </a:r>
          </a:p>
        </p:txBody>
      </p:sp>
      <p:sp>
        <p:nvSpPr>
          <p:cNvPr id="3" name="Text Placeholder 2">
            <a:extLst>
              <a:ext uri="{FF2B5EF4-FFF2-40B4-BE49-F238E27FC236}">
                <a16:creationId xmlns:a16="http://schemas.microsoft.com/office/drawing/2014/main" id="{10AC5DB7-5AD4-5B16-E725-DB8623F461BC}"/>
              </a:ext>
            </a:extLst>
          </p:cNvPr>
          <p:cNvSpPr>
            <a:spLocks noGrp="1"/>
          </p:cNvSpPr>
          <p:nvPr>
            <p:ph type="body" idx="1"/>
          </p:nvPr>
        </p:nvSpPr>
        <p:spPr/>
        <p:txBody>
          <a:bodyPr/>
          <a:lstStyle/>
          <a:p>
            <a:r>
              <a:rPr lang="es-MX" dirty="0"/>
              <a:t>Romanos 10:3</a:t>
            </a:r>
          </a:p>
        </p:txBody>
      </p:sp>
    </p:spTree>
    <p:extLst>
      <p:ext uri="{BB962C8B-B14F-4D97-AF65-F5344CB8AC3E}">
        <p14:creationId xmlns:p14="http://schemas.microsoft.com/office/powerpoint/2010/main" val="2488919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05611" y="4157323"/>
            <a:ext cx="9045020" cy="1137876"/>
          </a:xfrm>
          <a:prstGeom prst="rect">
            <a:avLst/>
          </a:prstGeom>
          <a:noFill/>
        </p:spPr>
        <p:txBody>
          <a:bodyPr wrap="square" rtlCol="0">
            <a:spAutoFit/>
          </a:bodyPr>
          <a:lstStyle/>
          <a:p>
            <a:pPr algn="ctr">
              <a:lnSpc>
                <a:spcPct val="150000"/>
              </a:lnSpc>
            </a:pPr>
            <a:r>
              <a:rPr lang="es-MX" sz="2400" cap="all" spc="800" dirty="0">
                <a:ln w="0"/>
                <a:effectLst>
                  <a:outerShdw blurRad="38100" dist="19050" dir="2700000" algn="tl" rotWithShape="0">
                    <a:schemeClr val="dk1">
                      <a:alpha val="40000"/>
                    </a:schemeClr>
                  </a:outerShdw>
                </a:effectLst>
                <a:latin typeface="Montserrat SemiBold" panose="00000700000000000000" pitchFamily="2" charset="0"/>
              </a:rPr>
              <a:t>minimiza el pecado al fingir ser algo que no somos. </a:t>
            </a:r>
          </a:p>
        </p:txBody>
      </p:sp>
      <p:sp>
        <p:nvSpPr>
          <p:cNvPr id="2" name="Rectangle 1">
            <a:extLst>
              <a:ext uri="{FF2B5EF4-FFF2-40B4-BE49-F238E27FC236}">
                <a16:creationId xmlns:a16="http://schemas.microsoft.com/office/drawing/2014/main" id="{2EE2DFBC-5830-AFAB-8F6E-7C16914F4B27}"/>
              </a:ext>
            </a:extLst>
          </p:cNvPr>
          <p:cNvSpPr/>
          <p:nvPr/>
        </p:nvSpPr>
        <p:spPr>
          <a:xfrm>
            <a:off x="1141820" y="874818"/>
            <a:ext cx="9372600" cy="3154710"/>
          </a:xfrm>
          <a:prstGeom prst="rect">
            <a:avLst/>
          </a:prstGeom>
          <a:noFill/>
        </p:spPr>
        <p:txBody>
          <a:bodyPr wrap="square" lIns="91440" tIns="45720" rIns="91440" bIns="45720">
            <a:spAutoFit/>
          </a:bodyPr>
          <a:lstStyle/>
          <a:p>
            <a:pPr algn="ctr"/>
            <a:r>
              <a:rPr lang="en-US" sz="19900" b="1" cap="none" spc="0" dirty="0" err="1">
                <a:ln w="12700" cmpd="sng">
                  <a:noFill/>
                  <a:prstDash val="solid"/>
                </a:ln>
                <a:gradFill flip="none" rotWithShape="1">
                  <a:gsLst>
                    <a:gs pos="0">
                      <a:schemeClr val="accent4"/>
                    </a:gs>
                    <a:gs pos="4000">
                      <a:schemeClr val="accent4">
                        <a:lumMod val="60000"/>
                        <a:lumOff val="40000"/>
                      </a:schemeClr>
                    </a:gs>
                    <a:gs pos="87000">
                      <a:schemeClr val="accent4">
                        <a:lumMod val="20000"/>
                        <a:lumOff val="80000"/>
                      </a:schemeClr>
                    </a:gs>
                  </a:gsLst>
                  <a:path path="circle">
                    <a:fillToRect r="100000" b="100000"/>
                  </a:path>
                  <a:tileRect l="-100000" t="-100000"/>
                </a:gradFill>
                <a:effectLst/>
                <a:latin typeface="Braniella" panose="02000500000000000000" pitchFamily="2" charset="0"/>
              </a:rPr>
              <a:t>Aparentar</a:t>
            </a:r>
            <a:endParaRPr lang="en-US" sz="19900" b="1" cap="none" spc="0" dirty="0">
              <a:ln w="12700" cmpd="sng">
                <a:noFill/>
                <a:prstDash val="solid"/>
              </a:ln>
              <a:gradFill flip="none" rotWithShape="1">
                <a:gsLst>
                  <a:gs pos="0">
                    <a:schemeClr val="accent4"/>
                  </a:gs>
                  <a:gs pos="4000">
                    <a:schemeClr val="accent4">
                      <a:lumMod val="60000"/>
                      <a:lumOff val="40000"/>
                    </a:schemeClr>
                  </a:gs>
                  <a:gs pos="87000">
                    <a:schemeClr val="accent4">
                      <a:lumMod val="20000"/>
                      <a:lumOff val="80000"/>
                    </a:schemeClr>
                  </a:gs>
                </a:gsLst>
                <a:path path="circle">
                  <a:fillToRect r="100000" b="100000"/>
                </a:path>
                <a:tileRect l="-100000" t="-100000"/>
              </a:gradFill>
              <a:effectLst/>
              <a:latin typeface="Braniella" panose="02000500000000000000" pitchFamily="2" charset="0"/>
            </a:endParaRPr>
          </a:p>
        </p:txBody>
      </p:sp>
    </p:spTree>
    <p:extLst>
      <p:ext uri="{BB962C8B-B14F-4D97-AF65-F5344CB8AC3E}">
        <p14:creationId xmlns:p14="http://schemas.microsoft.com/office/powerpoint/2010/main" val="4035962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769853" y="4157323"/>
            <a:ext cx="10116536" cy="2226892"/>
          </a:xfrm>
          <a:prstGeom prst="rect">
            <a:avLst/>
          </a:prstGeom>
          <a:noFill/>
        </p:spPr>
        <p:txBody>
          <a:bodyPr wrap="square" rtlCol="0">
            <a:spAutoFit/>
          </a:bodyPr>
          <a:lstStyle/>
          <a:p>
            <a:pPr algn="ctr">
              <a:lnSpc>
                <a:spcPct val="200000"/>
              </a:lnSpc>
            </a:pPr>
            <a:r>
              <a:rPr lang="es-MX" cap="all" spc="800" dirty="0">
                <a:ln w="0"/>
                <a:effectLst>
                  <a:outerShdw blurRad="38100" dist="19050" dir="2700000" algn="tl" rotWithShape="0">
                    <a:schemeClr val="dk1">
                      <a:alpha val="40000"/>
                    </a:schemeClr>
                  </a:outerShdw>
                </a:effectLst>
                <a:latin typeface="Montserrat SemiBold" panose="00000700000000000000" pitchFamily="2" charset="0"/>
              </a:rPr>
              <a:t>reduce la santidad de Dios rebajando su nivel de exigencia hasta llegar a un nivel que podemos alcanzar y así merecer su favor.</a:t>
            </a:r>
          </a:p>
        </p:txBody>
      </p:sp>
      <p:sp>
        <p:nvSpPr>
          <p:cNvPr id="2" name="Rectangle 1">
            <a:extLst>
              <a:ext uri="{FF2B5EF4-FFF2-40B4-BE49-F238E27FC236}">
                <a16:creationId xmlns:a16="http://schemas.microsoft.com/office/drawing/2014/main" id="{2EE2DFBC-5830-AFAB-8F6E-7C16914F4B27}"/>
              </a:ext>
            </a:extLst>
          </p:cNvPr>
          <p:cNvSpPr/>
          <p:nvPr/>
        </p:nvSpPr>
        <p:spPr>
          <a:xfrm>
            <a:off x="1141820" y="874818"/>
            <a:ext cx="9372600" cy="3154710"/>
          </a:xfrm>
          <a:prstGeom prst="rect">
            <a:avLst/>
          </a:prstGeom>
          <a:noFill/>
        </p:spPr>
        <p:txBody>
          <a:bodyPr wrap="square" lIns="91440" tIns="45720" rIns="91440" bIns="45720">
            <a:spAutoFit/>
          </a:bodyPr>
          <a:lstStyle/>
          <a:p>
            <a:pPr algn="ctr"/>
            <a:r>
              <a:rPr lang="en-US" sz="19900" b="1" dirty="0" err="1">
                <a:ln w="12700" cmpd="sng">
                  <a:noFill/>
                  <a:prstDash val="solid"/>
                </a:ln>
                <a:gradFill flip="none" rotWithShape="1">
                  <a:gsLst>
                    <a:gs pos="0">
                      <a:schemeClr val="accent4"/>
                    </a:gs>
                    <a:gs pos="4000">
                      <a:schemeClr val="accent4">
                        <a:lumMod val="60000"/>
                        <a:lumOff val="40000"/>
                      </a:schemeClr>
                    </a:gs>
                    <a:gs pos="87000">
                      <a:schemeClr val="accent4">
                        <a:lumMod val="20000"/>
                        <a:lumOff val="80000"/>
                      </a:schemeClr>
                    </a:gs>
                  </a:gsLst>
                  <a:path path="circle">
                    <a:fillToRect r="100000" b="100000"/>
                  </a:path>
                  <a:tileRect l="-100000" t="-100000"/>
                </a:gradFill>
                <a:latin typeface="Braniella" panose="02000500000000000000" pitchFamily="2" charset="0"/>
              </a:rPr>
              <a:t>Cumplir</a:t>
            </a:r>
            <a:endParaRPr lang="en-US" sz="19900" b="1" cap="none" spc="0" dirty="0">
              <a:ln w="12700" cmpd="sng">
                <a:noFill/>
                <a:prstDash val="solid"/>
              </a:ln>
              <a:gradFill flip="none" rotWithShape="1">
                <a:gsLst>
                  <a:gs pos="0">
                    <a:schemeClr val="accent4"/>
                  </a:gs>
                  <a:gs pos="4000">
                    <a:schemeClr val="accent4">
                      <a:lumMod val="60000"/>
                      <a:lumOff val="40000"/>
                    </a:schemeClr>
                  </a:gs>
                  <a:gs pos="87000">
                    <a:schemeClr val="accent4">
                      <a:lumMod val="20000"/>
                      <a:lumOff val="80000"/>
                    </a:schemeClr>
                  </a:gs>
                </a:gsLst>
                <a:path path="circle">
                  <a:fillToRect r="100000" b="100000"/>
                </a:path>
                <a:tileRect l="-100000" t="-100000"/>
              </a:gradFill>
              <a:effectLst/>
              <a:latin typeface="Braniella" panose="02000500000000000000" pitchFamily="2" charset="0"/>
            </a:endParaRPr>
          </a:p>
        </p:txBody>
      </p:sp>
    </p:spTree>
    <p:extLst>
      <p:ext uri="{BB962C8B-B14F-4D97-AF65-F5344CB8AC3E}">
        <p14:creationId xmlns:p14="http://schemas.microsoft.com/office/powerpoint/2010/main" val="122257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306D05-5D62-4533-2DEC-E1CE16A2D9C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666404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BF5846-E5CE-69A1-7929-CBCDFA2F8919}"/>
              </a:ext>
            </a:extLst>
          </p:cNvPr>
          <p:cNvSpPr/>
          <p:nvPr/>
        </p:nvSpPr>
        <p:spPr>
          <a:xfrm>
            <a:off x="801278" y="1392029"/>
            <a:ext cx="10589444" cy="1569660"/>
          </a:xfrm>
          <a:prstGeom prst="rect">
            <a:avLst/>
          </a:prstGeom>
          <a:noFill/>
        </p:spPr>
        <p:txBody>
          <a:bodyPr wrap="square" lIns="91440" tIns="45720" rIns="91440" bIns="45720">
            <a:spAutoFit/>
          </a:bodyPr>
          <a:lstStyle/>
          <a:p>
            <a:pPr algn="ctr"/>
            <a:r>
              <a:rPr lang="en-US" sz="9600" b="1" dirty="0">
                <a:ln w="0"/>
                <a:solidFill>
                  <a:srgbClr val="F5EED6"/>
                </a:solidFill>
                <a:effectLst>
                  <a:outerShdw blurRad="38100" dist="19050" dir="2700000" algn="tl" rotWithShape="0">
                    <a:schemeClr val="dk1">
                      <a:alpha val="40000"/>
                    </a:schemeClr>
                  </a:outerShdw>
                </a:effectLst>
                <a:latin typeface="Montserrat" panose="00000500000000000000" pitchFamily="2" charset="0"/>
              </a:rPr>
              <a:t>LA JUSTICIA</a:t>
            </a:r>
            <a:endParaRPr lang="en-US" sz="9600" b="1" cap="none" spc="0" dirty="0">
              <a:ln w="0"/>
              <a:solidFill>
                <a:srgbClr val="F5EED6"/>
              </a:solidFill>
              <a:effectLst>
                <a:outerShdw blurRad="38100" dist="19050" dir="2700000" algn="tl" rotWithShape="0">
                  <a:schemeClr val="dk1">
                    <a:alpha val="40000"/>
                  </a:schemeClr>
                </a:outerShdw>
              </a:effectLst>
              <a:latin typeface="Montserrat" panose="00000500000000000000" pitchFamily="2" charset="0"/>
            </a:endParaRPr>
          </a:p>
        </p:txBody>
      </p:sp>
      <p:sp>
        <p:nvSpPr>
          <p:cNvPr id="4" name="Rectangle 3">
            <a:extLst>
              <a:ext uri="{FF2B5EF4-FFF2-40B4-BE49-F238E27FC236}">
                <a16:creationId xmlns:a16="http://schemas.microsoft.com/office/drawing/2014/main" id="{8A09608A-049A-527B-A18A-4AFACBB53ABF}"/>
              </a:ext>
            </a:extLst>
          </p:cNvPr>
          <p:cNvSpPr/>
          <p:nvPr/>
        </p:nvSpPr>
        <p:spPr>
          <a:xfrm rot="21445891">
            <a:off x="1371600" y="2207954"/>
            <a:ext cx="8803342" cy="3770263"/>
          </a:xfrm>
          <a:prstGeom prst="rect">
            <a:avLst/>
          </a:prstGeom>
          <a:noFill/>
        </p:spPr>
        <p:txBody>
          <a:bodyPr wrap="square" lIns="91440" tIns="45720" rIns="91440" bIns="45720">
            <a:spAutoFit/>
          </a:bodyPr>
          <a:lstStyle/>
          <a:p>
            <a:pPr algn="ctr"/>
            <a:r>
              <a:rPr lang="en-US" sz="23900" dirty="0" err="1">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rPr>
              <a:t>pasiva</a:t>
            </a:r>
            <a:endParaRPr lang="en-US" sz="23900" b="0" cap="none" spc="0" dirty="0">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endParaRPr>
          </a:p>
        </p:txBody>
      </p:sp>
    </p:spTree>
    <p:extLst>
      <p:ext uri="{BB962C8B-B14F-4D97-AF65-F5344CB8AC3E}">
        <p14:creationId xmlns:p14="http://schemas.microsoft.com/office/powerpoint/2010/main" val="1181239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05DA166-09BA-A6D8-BAD7-2BAC4248C10B}"/>
              </a:ext>
            </a:extLst>
          </p:cNvPr>
          <p:cNvSpPr>
            <a:spLocks noGrp="1"/>
          </p:cNvSpPr>
          <p:nvPr>
            <p:ph type="title"/>
          </p:nvPr>
        </p:nvSpPr>
        <p:spPr/>
        <p:txBody>
          <a:bodyPr/>
          <a:lstStyle/>
          <a:p>
            <a:r>
              <a:rPr lang="es-MX" dirty="0">
                <a:effectLst/>
              </a:rPr>
              <a:t>La justicia pasiva es la verdad bíblica de que Dios no sólo ha perdonado nuestros pecados, sino que también nos confiere la justicia activa de Jesús</a:t>
            </a:r>
            <a:endParaRPr lang="es-MX" dirty="0"/>
          </a:p>
        </p:txBody>
      </p:sp>
    </p:spTree>
    <p:extLst>
      <p:ext uri="{BB962C8B-B14F-4D97-AF65-F5344CB8AC3E}">
        <p14:creationId xmlns:p14="http://schemas.microsoft.com/office/powerpoint/2010/main" val="3003947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70FB44E-D9C1-3FD6-92AB-257C1F5E7554}"/>
              </a:ext>
            </a:extLst>
          </p:cNvPr>
          <p:cNvSpPr>
            <a:spLocks noGrp="1"/>
          </p:cNvSpPr>
          <p:nvPr>
            <p:ph type="title"/>
          </p:nvPr>
        </p:nvSpPr>
        <p:spPr>
          <a:xfrm>
            <a:off x="833335" y="397668"/>
            <a:ext cx="10525329" cy="5317332"/>
          </a:xfrm>
        </p:spPr>
        <p:txBody>
          <a:bodyPr>
            <a:noAutofit/>
          </a:bodyPr>
          <a:lstStyle/>
          <a:p>
            <a:br>
              <a:rPr lang="es-MX" sz="4400" dirty="0"/>
            </a:br>
            <a:r>
              <a:rPr lang="es-MX" sz="4400" b="1" u="none" strike="noStrike" dirty="0">
                <a:effectLst/>
              </a:rPr>
              <a:t>21</a:t>
            </a:r>
            <a:r>
              <a:rPr lang="es-MX" sz="4400" u="none" strike="noStrike" dirty="0">
                <a:effectLst/>
              </a:rPr>
              <a:t> </a:t>
            </a:r>
            <a:r>
              <a:rPr lang="es-MX" sz="4400" dirty="0"/>
              <a:t>Pero ahora, aparte de la ley, la justicia de Dios ha sido manifestada, confirmada por la ley y los profetas. </a:t>
            </a:r>
            <a:br>
              <a:rPr lang="es-MX" sz="4400" dirty="0"/>
            </a:br>
            <a:r>
              <a:rPr lang="es-MX" sz="4400" b="1" u="none" strike="noStrike" dirty="0">
                <a:effectLst/>
              </a:rPr>
              <a:t>22</a:t>
            </a:r>
            <a:r>
              <a:rPr lang="es-MX" sz="4400" u="none" strike="noStrike" dirty="0">
                <a:effectLst/>
              </a:rPr>
              <a:t> </a:t>
            </a:r>
            <a:r>
              <a:rPr lang="es-MX" sz="4400" dirty="0"/>
              <a:t>Esta justicia de Dios por medio de la fe en Jesucristo es para todos los que creen. Porque no hay distinción, </a:t>
            </a:r>
            <a:br>
              <a:rPr lang="es-MX" sz="4400" dirty="0"/>
            </a:br>
            <a:endParaRPr lang="es-MX" sz="4400" dirty="0"/>
          </a:p>
        </p:txBody>
      </p:sp>
      <p:sp>
        <p:nvSpPr>
          <p:cNvPr id="4" name="Marcador de texto 3">
            <a:extLst>
              <a:ext uri="{FF2B5EF4-FFF2-40B4-BE49-F238E27FC236}">
                <a16:creationId xmlns:a16="http://schemas.microsoft.com/office/drawing/2014/main" id="{8B68EE18-E01A-0310-A8E9-AD3809561872}"/>
              </a:ext>
            </a:extLst>
          </p:cNvPr>
          <p:cNvSpPr>
            <a:spLocks noGrp="1"/>
          </p:cNvSpPr>
          <p:nvPr>
            <p:ph type="body" idx="1"/>
          </p:nvPr>
        </p:nvSpPr>
        <p:spPr/>
        <p:txBody>
          <a:bodyPr/>
          <a:lstStyle/>
          <a:p>
            <a:r>
              <a:rPr lang="es-MX" sz="2400" b="1" dirty="0">
                <a:effectLst/>
              </a:rPr>
              <a:t>Romanos 3:21–22</a:t>
            </a:r>
            <a:endParaRPr lang="es-MX" dirty="0"/>
          </a:p>
        </p:txBody>
      </p:sp>
    </p:spTree>
    <p:extLst>
      <p:ext uri="{BB962C8B-B14F-4D97-AF65-F5344CB8AC3E}">
        <p14:creationId xmlns:p14="http://schemas.microsoft.com/office/powerpoint/2010/main" val="971340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RTIN LUTERO » Reformista Religioso Que Revolucionó El Catolicismo">
            <a:extLst>
              <a:ext uri="{FF2B5EF4-FFF2-40B4-BE49-F238E27FC236}">
                <a16:creationId xmlns:a16="http://schemas.microsoft.com/office/drawing/2014/main" id="{2C53F6D6-EB98-60C7-D209-E9125FBFB2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67" r="40444"/>
          <a:stretch/>
        </p:blipFill>
        <p:spPr bwMode="auto">
          <a:xfrm flipH="1">
            <a:off x="0" y="0"/>
            <a:ext cx="67056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D8C819F-17C1-DB64-A2CA-8F68AD5BBF22}"/>
              </a:ext>
            </a:extLst>
          </p:cNvPr>
          <p:cNvSpPr/>
          <p:nvPr/>
        </p:nvSpPr>
        <p:spPr>
          <a:xfrm>
            <a:off x="1719072" y="0"/>
            <a:ext cx="4376928" cy="6858000"/>
          </a:xfrm>
          <a:prstGeom prst="rect">
            <a:avLst/>
          </a:prstGeom>
          <a:gradFill>
            <a:gsLst>
              <a:gs pos="37600">
                <a:srgbClr val="FFFFFF">
                  <a:alpha val="88000"/>
                </a:srgbClr>
              </a:gs>
              <a:gs pos="0">
                <a:schemeClr val="tx1">
                  <a:alpha val="0"/>
                </a:schemeClr>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Título 3">
            <a:extLst>
              <a:ext uri="{FF2B5EF4-FFF2-40B4-BE49-F238E27FC236}">
                <a16:creationId xmlns:a16="http://schemas.microsoft.com/office/drawing/2014/main" id="{B8BE7757-C5CD-78C8-9625-2981A848F411}"/>
              </a:ext>
            </a:extLst>
          </p:cNvPr>
          <p:cNvSpPr>
            <a:spLocks noGrp="1"/>
          </p:cNvSpPr>
          <p:nvPr>
            <p:ph type="title"/>
          </p:nvPr>
        </p:nvSpPr>
        <p:spPr/>
        <p:txBody>
          <a:bodyPr>
            <a:normAutofit/>
          </a:bodyPr>
          <a:lstStyle/>
          <a:p>
            <a:r>
              <a:rPr lang="es-MX" dirty="0"/>
              <a:t>Martin Lutero</a:t>
            </a:r>
          </a:p>
        </p:txBody>
      </p:sp>
      <p:sp>
        <p:nvSpPr>
          <p:cNvPr id="5" name="Marcador de texto 4">
            <a:extLst>
              <a:ext uri="{FF2B5EF4-FFF2-40B4-BE49-F238E27FC236}">
                <a16:creationId xmlns:a16="http://schemas.microsoft.com/office/drawing/2014/main" id="{ED39B883-2312-6748-19D2-25C4C3A7FC5D}"/>
              </a:ext>
            </a:extLst>
          </p:cNvPr>
          <p:cNvSpPr>
            <a:spLocks noGrp="1"/>
          </p:cNvSpPr>
          <p:nvPr>
            <p:ph type="body" sz="quarter" idx="10"/>
          </p:nvPr>
        </p:nvSpPr>
        <p:spPr/>
        <p:txBody>
          <a:bodyPr>
            <a:normAutofit fontScale="77500" lnSpcReduction="20000"/>
          </a:bodyPr>
          <a:lstStyle/>
          <a:p>
            <a:pPr>
              <a:lnSpc>
                <a:spcPct val="155000"/>
              </a:lnSpc>
            </a:pPr>
            <a:r>
              <a:rPr lang="es-MX" dirty="0"/>
              <a:t>Se llama “justicia pasiva” porque no tenemos que trabajar por ella… No es una justicia que podamos ganar, sino que recibimos por fe. Esta justicia pasiva es un misterio que alguien que no conoce a Jesús no puede entender</a:t>
            </a:r>
          </a:p>
        </p:txBody>
      </p:sp>
    </p:spTree>
    <p:extLst>
      <p:ext uri="{BB962C8B-B14F-4D97-AF65-F5344CB8AC3E}">
        <p14:creationId xmlns:p14="http://schemas.microsoft.com/office/powerpoint/2010/main" val="2837606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RTIN LUTERO » Reformista Religioso Que Revolucionó El Catolicismo">
            <a:extLst>
              <a:ext uri="{FF2B5EF4-FFF2-40B4-BE49-F238E27FC236}">
                <a16:creationId xmlns:a16="http://schemas.microsoft.com/office/drawing/2014/main" id="{2C53F6D6-EB98-60C7-D209-E9125FBFB2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67" r="40444"/>
          <a:stretch/>
        </p:blipFill>
        <p:spPr bwMode="auto">
          <a:xfrm flipH="1">
            <a:off x="0" y="0"/>
            <a:ext cx="67056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D8C819F-17C1-DB64-A2CA-8F68AD5BBF22}"/>
              </a:ext>
            </a:extLst>
          </p:cNvPr>
          <p:cNvSpPr/>
          <p:nvPr/>
        </p:nvSpPr>
        <p:spPr>
          <a:xfrm>
            <a:off x="1719072" y="0"/>
            <a:ext cx="4376928" cy="6858000"/>
          </a:xfrm>
          <a:prstGeom prst="rect">
            <a:avLst/>
          </a:prstGeom>
          <a:gradFill>
            <a:gsLst>
              <a:gs pos="37600">
                <a:srgbClr val="FFFFFF">
                  <a:alpha val="88000"/>
                </a:srgbClr>
              </a:gs>
              <a:gs pos="0">
                <a:schemeClr val="tx1">
                  <a:alpha val="0"/>
                </a:schemeClr>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Título 3">
            <a:extLst>
              <a:ext uri="{FF2B5EF4-FFF2-40B4-BE49-F238E27FC236}">
                <a16:creationId xmlns:a16="http://schemas.microsoft.com/office/drawing/2014/main" id="{B8BE7757-C5CD-78C8-9625-2981A848F411}"/>
              </a:ext>
            </a:extLst>
          </p:cNvPr>
          <p:cNvSpPr>
            <a:spLocks noGrp="1"/>
          </p:cNvSpPr>
          <p:nvPr>
            <p:ph type="title"/>
          </p:nvPr>
        </p:nvSpPr>
        <p:spPr/>
        <p:txBody>
          <a:bodyPr>
            <a:normAutofit/>
          </a:bodyPr>
          <a:lstStyle/>
          <a:p>
            <a:r>
              <a:rPr lang="es-MX" dirty="0"/>
              <a:t>Martin Lutero</a:t>
            </a:r>
          </a:p>
        </p:txBody>
      </p:sp>
      <p:sp>
        <p:nvSpPr>
          <p:cNvPr id="5" name="Marcador de texto 4">
            <a:extLst>
              <a:ext uri="{FF2B5EF4-FFF2-40B4-BE49-F238E27FC236}">
                <a16:creationId xmlns:a16="http://schemas.microsoft.com/office/drawing/2014/main" id="{ED39B883-2312-6748-19D2-25C4C3A7FC5D}"/>
              </a:ext>
            </a:extLst>
          </p:cNvPr>
          <p:cNvSpPr>
            <a:spLocks noGrp="1"/>
          </p:cNvSpPr>
          <p:nvPr>
            <p:ph type="body" sz="quarter" idx="10"/>
          </p:nvPr>
        </p:nvSpPr>
        <p:spPr/>
        <p:txBody>
          <a:bodyPr>
            <a:normAutofit fontScale="62500" lnSpcReduction="20000"/>
          </a:bodyPr>
          <a:lstStyle/>
          <a:p>
            <a:pPr>
              <a:lnSpc>
                <a:spcPct val="155000"/>
              </a:lnSpc>
            </a:pPr>
            <a:r>
              <a:rPr lang="es-MX" dirty="0"/>
              <a:t> De hecho, los cristianos no la entienden del todo y a menudo no se benefician de ella en sus vidas diarias… Cuando tenemos algún temor o nuestra conciencia está inquieta, es un signo de que nuestra justicia “pasiva” se ha perdido de vista y Cristo está escondido.</a:t>
            </a:r>
          </a:p>
        </p:txBody>
      </p:sp>
    </p:spTree>
    <p:extLst>
      <p:ext uri="{BB962C8B-B14F-4D97-AF65-F5344CB8AC3E}">
        <p14:creationId xmlns:p14="http://schemas.microsoft.com/office/powerpoint/2010/main" val="1136093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RTIN LUTERO » Reformista Religioso Que Revolucionó El Catolicismo">
            <a:extLst>
              <a:ext uri="{FF2B5EF4-FFF2-40B4-BE49-F238E27FC236}">
                <a16:creationId xmlns:a16="http://schemas.microsoft.com/office/drawing/2014/main" id="{2C53F6D6-EB98-60C7-D209-E9125FBFB2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67" r="40444"/>
          <a:stretch/>
        </p:blipFill>
        <p:spPr bwMode="auto">
          <a:xfrm flipH="1">
            <a:off x="0" y="0"/>
            <a:ext cx="67056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D8C819F-17C1-DB64-A2CA-8F68AD5BBF22}"/>
              </a:ext>
            </a:extLst>
          </p:cNvPr>
          <p:cNvSpPr/>
          <p:nvPr/>
        </p:nvSpPr>
        <p:spPr>
          <a:xfrm>
            <a:off x="1719072" y="0"/>
            <a:ext cx="4376928" cy="6858000"/>
          </a:xfrm>
          <a:prstGeom prst="rect">
            <a:avLst/>
          </a:prstGeom>
          <a:gradFill>
            <a:gsLst>
              <a:gs pos="37600">
                <a:srgbClr val="FFFFFF">
                  <a:alpha val="88000"/>
                </a:srgbClr>
              </a:gs>
              <a:gs pos="0">
                <a:schemeClr val="tx1">
                  <a:alpha val="0"/>
                </a:schemeClr>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Título 3">
            <a:extLst>
              <a:ext uri="{FF2B5EF4-FFF2-40B4-BE49-F238E27FC236}">
                <a16:creationId xmlns:a16="http://schemas.microsoft.com/office/drawing/2014/main" id="{B8BE7757-C5CD-78C8-9625-2981A848F411}"/>
              </a:ext>
            </a:extLst>
          </p:cNvPr>
          <p:cNvSpPr>
            <a:spLocks noGrp="1"/>
          </p:cNvSpPr>
          <p:nvPr>
            <p:ph type="title"/>
          </p:nvPr>
        </p:nvSpPr>
        <p:spPr/>
        <p:txBody>
          <a:bodyPr>
            <a:normAutofit/>
          </a:bodyPr>
          <a:lstStyle/>
          <a:p>
            <a:r>
              <a:rPr lang="es-MX" dirty="0"/>
              <a:t>Martin Lutero</a:t>
            </a:r>
          </a:p>
        </p:txBody>
      </p:sp>
      <p:sp>
        <p:nvSpPr>
          <p:cNvPr id="5" name="Marcador de texto 4">
            <a:extLst>
              <a:ext uri="{FF2B5EF4-FFF2-40B4-BE49-F238E27FC236}">
                <a16:creationId xmlns:a16="http://schemas.microsoft.com/office/drawing/2014/main" id="{ED39B883-2312-6748-19D2-25C4C3A7FC5D}"/>
              </a:ext>
            </a:extLst>
          </p:cNvPr>
          <p:cNvSpPr>
            <a:spLocks noGrp="1"/>
          </p:cNvSpPr>
          <p:nvPr>
            <p:ph type="body" sz="quarter" idx="10"/>
          </p:nvPr>
        </p:nvSpPr>
        <p:spPr>
          <a:xfrm>
            <a:off x="3459191" y="525411"/>
            <a:ext cx="7894609" cy="5099404"/>
          </a:xfrm>
        </p:spPr>
        <p:txBody>
          <a:bodyPr>
            <a:normAutofit fontScale="55000" lnSpcReduction="20000"/>
          </a:bodyPr>
          <a:lstStyle/>
          <a:p>
            <a:pPr>
              <a:lnSpc>
                <a:spcPct val="155000"/>
              </a:lnSpc>
            </a:pPr>
            <a:r>
              <a:rPr lang="es-MX" dirty="0"/>
              <a:t>La persona que empieza a desviarse de la justicia “pasiva” no tiene otra opción más que vivir por una justicia de “obras”. Si no depende de la obra de Cristo, debe depender entonces de su propia obra. Así que debemos enseñar y repetir constantemente la verdad sobre esta justicia “pasiva” o “cristiana” para que los cristianos se sigan aferrando a ella y nunca la confundan con “obras” de justicia.</a:t>
            </a:r>
          </a:p>
        </p:txBody>
      </p:sp>
    </p:spTree>
    <p:extLst>
      <p:ext uri="{BB962C8B-B14F-4D97-AF65-F5344CB8AC3E}">
        <p14:creationId xmlns:p14="http://schemas.microsoft.com/office/powerpoint/2010/main" val="2657261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BF5846-E5CE-69A1-7929-CBCDFA2F8919}"/>
              </a:ext>
            </a:extLst>
          </p:cNvPr>
          <p:cNvSpPr/>
          <p:nvPr/>
        </p:nvSpPr>
        <p:spPr>
          <a:xfrm>
            <a:off x="801278" y="1392029"/>
            <a:ext cx="10589444" cy="1569660"/>
          </a:xfrm>
          <a:prstGeom prst="rect">
            <a:avLst/>
          </a:prstGeom>
          <a:noFill/>
        </p:spPr>
        <p:txBody>
          <a:bodyPr wrap="square" lIns="91440" tIns="45720" rIns="91440" bIns="45720">
            <a:spAutoFit/>
          </a:bodyPr>
          <a:lstStyle/>
          <a:p>
            <a:pPr algn="ctr"/>
            <a:r>
              <a:rPr lang="en-US" sz="9600" b="1" dirty="0">
                <a:ln w="0"/>
                <a:solidFill>
                  <a:srgbClr val="F5EED6"/>
                </a:solidFill>
                <a:effectLst>
                  <a:outerShdw blurRad="38100" dist="19050" dir="2700000" algn="tl" rotWithShape="0">
                    <a:schemeClr val="dk1">
                      <a:alpha val="40000"/>
                    </a:schemeClr>
                  </a:outerShdw>
                </a:effectLst>
                <a:latin typeface="Montserrat" panose="00000500000000000000" pitchFamily="2" charset="0"/>
              </a:rPr>
              <a:t>LA ADOPCIÓN</a:t>
            </a:r>
            <a:endParaRPr lang="en-US" sz="9600" b="1" cap="none" spc="0" dirty="0">
              <a:ln w="0"/>
              <a:solidFill>
                <a:srgbClr val="F5EED6"/>
              </a:solidFill>
              <a:effectLst>
                <a:outerShdw blurRad="38100" dist="19050" dir="2700000" algn="tl" rotWithShape="0">
                  <a:schemeClr val="dk1">
                    <a:alpha val="40000"/>
                  </a:schemeClr>
                </a:outerShdw>
              </a:effectLst>
              <a:latin typeface="Montserrat" panose="00000500000000000000" pitchFamily="2" charset="0"/>
            </a:endParaRPr>
          </a:p>
        </p:txBody>
      </p:sp>
      <p:sp>
        <p:nvSpPr>
          <p:cNvPr id="4" name="Rectangle 3">
            <a:extLst>
              <a:ext uri="{FF2B5EF4-FFF2-40B4-BE49-F238E27FC236}">
                <a16:creationId xmlns:a16="http://schemas.microsoft.com/office/drawing/2014/main" id="{8A09608A-049A-527B-A18A-4AFACBB53ABF}"/>
              </a:ext>
            </a:extLst>
          </p:cNvPr>
          <p:cNvSpPr/>
          <p:nvPr/>
        </p:nvSpPr>
        <p:spPr>
          <a:xfrm rot="21445891">
            <a:off x="1371600" y="2867182"/>
            <a:ext cx="8803342" cy="2646878"/>
          </a:xfrm>
          <a:prstGeom prst="rect">
            <a:avLst/>
          </a:prstGeom>
          <a:noFill/>
        </p:spPr>
        <p:txBody>
          <a:bodyPr wrap="square" lIns="91440" tIns="45720" rIns="91440" bIns="45720">
            <a:spAutoFit/>
          </a:bodyPr>
          <a:lstStyle/>
          <a:p>
            <a:pPr algn="ctr"/>
            <a:r>
              <a:rPr lang="en-US" sz="16600" b="0" cap="none" spc="0" dirty="0" err="1">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rPr>
              <a:t>en</a:t>
            </a:r>
            <a:r>
              <a:rPr lang="en-US" sz="16600" b="0" cap="none" spc="0" dirty="0">
                <a:ln w="0"/>
                <a:gradFill>
                  <a:gsLst>
                    <a:gs pos="0">
                      <a:srgbClr val="CE69D8"/>
                    </a:gs>
                    <a:gs pos="100000">
                      <a:srgbClr val="E86B6B"/>
                    </a:gs>
                  </a:gsLst>
                  <a:lin ang="5400000" scaled="1"/>
                </a:gradFill>
                <a:effectLst>
                  <a:outerShdw blurRad="38100" dist="19050" dir="2700000" algn="tl" rotWithShape="0">
                    <a:schemeClr val="dk1">
                      <a:alpha val="40000"/>
                    </a:schemeClr>
                  </a:outerShdw>
                </a:effectLst>
                <a:latin typeface="Autography" pitchFamily="50" charset="0"/>
              </a:rPr>
              <a:t> Cristo</a:t>
            </a:r>
          </a:p>
        </p:txBody>
      </p:sp>
    </p:spTree>
    <p:extLst>
      <p:ext uri="{BB962C8B-B14F-4D97-AF65-F5344CB8AC3E}">
        <p14:creationId xmlns:p14="http://schemas.microsoft.com/office/powerpoint/2010/main" val="3554038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B7C1BE-DC8E-98DE-EC93-ADACFCE9B93A}"/>
              </a:ext>
            </a:extLst>
          </p:cNvPr>
          <p:cNvSpPr>
            <a:spLocks noGrp="1"/>
          </p:cNvSpPr>
          <p:nvPr>
            <p:ph type="title"/>
          </p:nvPr>
        </p:nvSpPr>
        <p:spPr/>
        <p:txBody>
          <a:bodyPr>
            <a:normAutofit/>
          </a:bodyPr>
          <a:lstStyle/>
          <a:p>
            <a:r>
              <a:rPr lang="es-MX" b="1" u="none" strike="noStrike" dirty="0">
                <a:effectLst/>
              </a:rPr>
              <a:t>7</a:t>
            </a:r>
            <a:r>
              <a:rPr lang="es-MX" u="none" strike="noStrike" dirty="0">
                <a:effectLst/>
              </a:rPr>
              <a:t> </a:t>
            </a:r>
            <a:r>
              <a:rPr lang="es-MX" dirty="0"/>
              <a:t>Por tanto, ya no eres siervo, sino hijo; y si hijo, también heredero por medio de Dios. </a:t>
            </a:r>
          </a:p>
        </p:txBody>
      </p:sp>
      <p:sp>
        <p:nvSpPr>
          <p:cNvPr id="3" name="Marcador de texto 2">
            <a:extLst>
              <a:ext uri="{FF2B5EF4-FFF2-40B4-BE49-F238E27FC236}">
                <a16:creationId xmlns:a16="http://schemas.microsoft.com/office/drawing/2014/main" id="{1DB02A8F-6942-1DE5-6698-B1EBD12E45BE}"/>
              </a:ext>
            </a:extLst>
          </p:cNvPr>
          <p:cNvSpPr>
            <a:spLocks noGrp="1"/>
          </p:cNvSpPr>
          <p:nvPr>
            <p:ph type="body" idx="1"/>
          </p:nvPr>
        </p:nvSpPr>
        <p:spPr/>
        <p:txBody>
          <a:bodyPr/>
          <a:lstStyle/>
          <a:p>
            <a:r>
              <a:rPr lang="es-MX" b="1" dirty="0">
                <a:effectLst/>
              </a:rPr>
              <a:t>Gálatas 4:7</a:t>
            </a:r>
            <a:endParaRPr lang="es-MX" dirty="0"/>
          </a:p>
        </p:txBody>
      </p:sp>
    </p:spTree>
    <p:extLst>
      <p:ext uri="{BB962C8B-B14F-4D97-AF65-F5344CB8AC3E}">
        <p14:creationId xmlns:p14="http://schemas.microsoft.com/office/powerpoint/2010/main" val="1684727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05DA166-09BA-A6D8-BAD7-2BAC4248C10B}"/>
              </a:ext>
            </a:extLst>
          </p:cNvPr>
          <p:cNvSpPr>
            <a:spLocks noGrp="1"/>
          </p:cNvSpPr>
          <p:nvPr>
            <p:ph type="title"/>
          </p:nvPr>
        </p:nvSpPr>
        <p:spPr/>
        <p:txBody>
          <a:bodyPr>
            <a:normAutofit/>
          </a:bodyPr>
          <a:lstStyle/>
          <a:p>
            <a:r>
              <a:rPr lang="es-MX" dirty="0">
                <a:effectLst/>
              </a:rPr>
              <a:t>No tenemos que hacer nada para conseguir el amor y la aceptación de Dios; Jesús lo ha conseguido por nosotros. </a:t>
            </a:r>
          </a:p>
        </p:txBody>
      </p:sp>
    </p:spTree>
    <p:extLst>
      <p:ext uri="{BB962C8B-B14F-4D97-AF65-F5344CB8AC3E}">
        <p14:creationId xmlns:p14="http://schemas.microsoft.com/office/powerpoint/2010/main" val="1716904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23360E-41E9-7B84-29B9-08D45323EA15}"/>
              </a:ext>
            </a:extLst>
          </p:cNvPr>
          <p:cNvSpPr>
            <a:spLocks noGrp="1"/>
          </p:cNvSpPr>
          <p:nvPr>
            <p:ph type="title"/>
          </p:nvPr>
        </p:nvSpPr>
        <p:spPr/>
        <p:txBody>
          <a:bodyPr/>
          <a:lstStyle/>
          <a:p>
            <a:r>
              <a:rPr lang="es-MX" dirty="0">
                <a:effectLst/>
              </a:rPr>
              <a:t>Nuestra identidad está en Él. La buena noticia del Evangelio no es que Dios nos vea con buenos ojos por lo que somos, sino a pesar de lo que somos.</a:t>
            </a:r>
            <a:endParaRPr lang="es-MX" dirty="0"/>
          </a:p>
        </p:txBody>
      </p:sp>
    </p:spTree>
    <p:extLst>
      <p:ext uri="{BB962C8B-B14F-4D97-AF65-F5344CB8AC3E}">
        <p14:creationId xmlns:p14="http://schemas.microsoft.com/office/powerpoint/2010/main" val="159436458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7D657BFBA35945B3F08057C1D72EB8" ma:contentTypeVersion="3" ma:contentTypeDescription="Create a new document." ma:contentTypeScope="" ma:versionID="d39436f4f1dad0bf48f2c695fe1202b0">
  <xsd:schema xmlns:xsd="http://www.w3.org/2001/XMLSchema" xmlns:xs="http://www.w3.org/2001/XMLSchema" xmlns:p="http://schemas.microsoft.com/office/2006/metadata/properties" xmlns:ns3="a685921f-f366-4ea7-84c8-5471bad9b71b" targetNamespace="http://schemas.microsoft.com/office/2006/metadata/properties" ma:root="true" ma:fieldsID="a7013409abdca6f35d7c8e42267422ab" ns3:_="">
    <xsd:import namespace="a685921f-f366-4ea7-84c8-5471bad9b71b"/>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921f-f366-4ea7-84c8-5471bad9b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29AA65-96A6-4F08-84D2-837ABDEE403D}">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purl.org/dc/dcmitype/"/>
    <ds:schemaRef ds:uri="a685921f-f366-4ea7-84c8-5471bad9b71b"/>
    <ds:schemaRef ds:uri="http://schemas.microsoft.com/office/2006/metadata/properties"/>
  </ds:schemaRefs>
</ds:datastoreItem>
</file>

<file path=customXml/itemProps2.xml><?xml version="1.0" encoding="utf-8"?>
<ds:datastoreItem xmlns:ds="http://schemas.openxmlformats.org/officeDocument/2006/customXml" ds:itemID="{984265E9-2ABB-451B-BCDF-224E1F003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921f-f366-4ea7-84c8-5471bad9b7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399A92-1C6B-40C6-B575-11C564D99E4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9041</TotalTime>
  <Words>1127</Words>
  <Application>Microsoft Office PowerPoint</Application>
  <PresentationFormat>Widescreen</PresentationFormat>
  <Paragraphs>104</Paragraphs>
  <Slides>25</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Autography</vt:lpstr>
      <vt:lpstr>Braniella</vt:lpstr>
      <vt:lpstr>Calibri</vt:lpstr>
      <vt:lpstr>Montserrat</vt:lpstr>
      <vt:lpstr>Montserrat SemiBold</vt:lpstr>
      <vt:lpstr>Yeseva One</vt:lpstr>
      <vt:lpstr>Tema de Office</vt:lpstr>
      <vt:lpstr>PowerPoint Presentation</vt:lpstr>
      <vt:lpstr>PowerPoint Presentation</vt:lpstr>
      <vt:lpstr>3 Pues Su divino poder nos ha concedido todo cuanto concierne a la vida y a la piedad, mediante el verdadero conocimiento de Aquel que nos llamó por Su gloria y excelencia. </vt:lpstr>
      <vt:lpstr>4 Por ellas Él nos ha concedido Sus preciosas y maravillosas promesas, a fin de que ustedes lleguen a ser partícipes de la naturaleza divina, habiendo escapado de la corrupción que hay en el mundo por causa de los malos deseos. </vt:lpstr>
      <vt:lpstr>¿Qué deberíamos estar haciendo a la luz de esa realidad?</vt:lpstr>
      <vt:lpstr>5 Por esta razón también, obrando con toda diligencia, añadan a su fe, virtud, y a la virtud, conocimiento; </vt:lpstr>
      <vt:lpstr>6 al conocimiento, dominio propio, al dominio propio, perseverancia, y a la perseverancia, piedad, 7 a la piedad, fraternidad y a la fraternidad, amor. </vt:lpstr>
      <vt:lpstr>8 Pues estas virtudes, al estar en ustedes y al abundar, no los dejarán ociosos ni estériles en el verdadero conocimiento de nuestro Señor Jesucristo.</vt:lpstr>
      <vt:lpstr>Para pensar:</vt:lpstr>
      <vt:lpstr>9 Porque el que carece de estas virtudes es ciego o corto de vista, habiendo olvidado la purificación de sus pecados pasados.</vt:lpstr>
      <vt:lpstr>PowerPoint Presentation</vt:lpstr>
      <vt:lpstr>3 Pues desconociendo la justicia de Dios y procurando establecer la suya propia, no se sometieron a la justicia de Dios.</vt:lpstr>
      <vt:lpstr>PowerPoint Presentation</vt:lpstr>
      <vt:lpstr>PowerPoint Presentation</vt:lpstr>
      <vt:lpstr>PowerPoint Presentation</vt:lpstr>
      <vt:lpstr>PowerPoint Presentation</vt:lpstr>
      <vt:lpstr>La justicia pasiva es la verdad bíblica de que Dios no sólo ha perdonado nuestros pecados, sino que también nos confiere la justicia activa de Jesús</vt:lpstr>
      <vt:lpstr> 21 Pero ahora, aparte de la ley, la justicia de Dios ha sido manifestada, confirmada por la ley y los profetas.  22 Esta justicia de Dios por medio de la fe en Jesucristo es para todos los que creen. Porque no hay distinción,  </vt:lpstr>
      <vt:lpstr>Martin Lutero</vt:lpstr>
      <vt:lpstr>Martin Lutero</vt:lpstr>
      <vt:lpstr>Martin Lutero</vt:lpstr>
      <vt:lpstr>PowerPoint Presentation</vt:lpstr>
      <vt:lpstr>7 Por tanto, ya no eres siervo, sino hijo; y si hijo, también heredero por medio de Dios. </vt:lpstr>
      <vt:lpstr>No tenemos que hacer nada para conseguir el amor y la aceptación de Dios; Jesús lo ha conseguido por nosotros. </vt:lpstr>
      <vt:lpstr>Nuestra identidad está en Él. La buena noticia del Evangelio no es que Dios nos vea con buenos ojos por lo que somos, sino a pesar de lo que somos.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Enrique Villegas</dc:creator>
  <cp:lastModifiedBy>Enrique Villegas Valerio</cp:lastModifiedBy>
  <cp:revision>67</cp:revision>
  <dcterms:created xsi:type="dcterms:W3CDTF">2023-08-19T04:14:33Z</dcterms:created>
  <dcterms:modified xsi:type="dcterms:W3CDTF">2024-02-10T18:16:55Z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