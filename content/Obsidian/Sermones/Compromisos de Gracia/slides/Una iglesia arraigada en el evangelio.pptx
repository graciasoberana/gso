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1"/>
  </p:notesMasterIdLst>
  <p:sldIdLst>
    <p:sldId id="452" r:id="rId5"/>
    <p:sldId id="503" r:id="rId6"/>
    <p:sldId id="492" r:id="rId7"/>
    <p:sldId id="493" r:id="rId8"/>
    <p:sldId id="494" r:id="rId9"/>
    <p:sldId id="504" r:id="rId10"/>
    <p:sldId id="495" r:id="rId11"/>
    <p:sldId id="496" r:id="rId12"/>
    <p:sldId id="497" r:id="rId13"/>
    <p:sldId id="498" r:id="rId14"/>
    <p:sldId id="499" r:id="rId15"/>
    <p:sldId id="505" r:id="rId16"/>
    <p:sldId id="506" r:id="rId17"/>
    <p:sldId id="507" r:id="rId18"/>
    <p:sldId id="500" r:id="rId19"/>
    <p:sldId id="491" r:id="rId20"/>
    <p:sldId id="525" r:id="rId21"/>
    <p:sldId id="488" r:id="rId22"/>
    <p:sldId id="464" r:id="rId23"/>
    <p:sldId id="508" r:id="rId24"/>
    <p:sldId id="509" r:id="rId25"/>
    <p:sldId id="510" r:id="rId26"/>
    <p:sldId id="511" r:id="rId27"/>
    <p:sldId id="512" r:id="rId28"/>
    <p:sldId id="523" r:id="rId29"/>
    <p:sldId id="513" r:id="rId30"/>
    <p:sldId id="514" r:id="rId31"/>
    <p:sldId id="515" r:id="rId32"/>
    <p:sldId id="516" r:id="rId33"/>
    <p:sldId id="517" r:id="rId34"/>
    <p:sldId id="524" r:id="rId35"/>
    <p:sldId id="518" r:id="rId36"/>
    <p:sldId id="519" r:id="rId37"/>
    <p:sldId id="520" r:id="rId38"/>
    <p:sldId id="521" r:id="rId39"/>
    <p:sldId id="52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452"/>
            <p14:sldId id="503"/>
            <p14:sldId id="492"/>
            <p14:sldId id="493"/>
            <p14:sldId id="494"/>
            <p14:sldId id="504"/>
            <p14:sldId id="495"/>
            <p14:sldId id="496"/>
            <p14:sldId id="497"/>
            <p14:sldId id="498"/>
            <p14:sldId id="499"/>
            <p14:sldId id="505"/>
            <p14:sldId id="506"/>
            <p14:sldId id="507"/>
            <p14:sldId id="500"/>
            <p14:sldId id="491"/>
            <p14:sldId id="525"/>
            <p14:sldId id="488"/>
            <p14:sldId id="464"/>
            <p14:sldId id="508"/>
            <p14:sldId id="509"/>
            <p14:sldId id="510"/>
            <p14:sldId id="511"/>
            <p14:sldId id="512"/>
            <p14:sldId id="523"/>
            <p14:sldId id="513"/>
            <p14:sldId id="514"/>
            <p14:sldId id="515"/>
            <p14:sldId id="516"/>
            <p14:sldId id="517"/>
            <p14:sldId id="524"/>
            <p14:sldId id="518"/>
            <p14:sldId id="519"/>
            <p14:sldId id="520"/>
            <p14:sldId id="521"/>
            <p14:sldId id="5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0"/>
    <a:srgbClr val="D5B158"/>
    <a:srgbClr val="5A6D65"/>
    <a:srgbClr val="E8CC6D"/>
    <a:srgbClr val="C8B97C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B1CAC-1BCA-42BD-B26F-C39B3A188468}" v="39" dt="2025-11-16T14:15:18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4A397816-7599-4306-B372-594CD3347C23}"/>
    <pc:docChg chg="undo custSel addSld delSld modSld sldOrd modSection">
      <pc:chgData name="Enrique Villegas Valerio" userId="8ada793c76dcd6b1" providerId="LiveId" clId="{4A397816-7599-4306-B372-594CD3347C23}" dt="2025-11-16T14:16:46.130" v="681" actId="1036"/>
      <pc:docMkLst>
        <pc:docMk/>
      </pc:docMkLst>
      <pc:sldChg chg="modSp mod">
        <pc:chgData name="Enrique Villegas Valerio" userId="8ada793c76dcd6b1" providerId="LiveId" clId="{4A397816-7599-4306-B372-594CD3347C23}" dt="2025-11-16T14:05:43.454" v="33" actId="20577"/>
        <pc:sldMkLst>
          <pc:docMk/>
          <pc:sldMk cId="3017290678" sldId="452"/>
        </pc:sldMkLst>
        <pc:spChg chg="mod">
          <ac:chgData name="Enrique Villegas Valerio" userId="8ada793c76dcd6b1" providerId="LiveId" clId="{4A397816-7599-4306-B372-594CD3347C23}" dt="2025-11-16T14:05:43.454" v="33" actId="20577"/>
          <ac:spMkLst>
            <pc:docMk/>
            <pc:sldMk cId="3017290678" sldId="452"/>
            <ac:spMk id="2" creationId="{4866D97E-593A-E920-0B87-89C0CBB63339}"/>
          </ac:spMkLst>
        </pc:spChg>
        <pc:spChg chg="mod">
          <ac:chgData name="Enrique Villegas Valerio" userId="8ada793c76dcd6b1" providerId="LiveId" clId="{4A397816-7599-4306-B372-594CD3347C23}" dt="2025-11-16T14:05:06.715" v="18" actId="20577"/>
          <ac:spMkLst>
            <pc:docMk/>
            <pc:sldMk cId="3017290678" sldId="452"/>
            <ac:spMk id="3" creationId="{14DCD8B3-EE8E-950B-08D9-511A40776906}"/>
          </ac:spMkLst>
        </pc:spChg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3318831662" sldId="456"/>
        </pc:sldMkLst>
      </pc:sldChg>
      <pc:sldChg chg="add del">
        <pc:chgData name="Enrique Villegas Valerio" userId="8ada793c76dcd6b1" providerId="LiveId" clId="{4A397816-7599-4306-B372-594CD3347C23}" dt="2025-11-16T14:10:07.994" v="136" actId="47"/>
        <pc:sldMkLst>
          <pc:docMk/>
          <pc:sldMk cId="2047251998" sldId="460"/>
        </pc:sldMkLst>
      </pc:sldChg>
      <pc:sldChg chg="modSp add del mod ord">
        <pc:chgData name="Enrique Villegas Valerio" userId="8ada793c76dcd6b1" providerId="LiveId" clId="{4A397816-7599-4306-B372-594CD3347C23}" dt="2025-11-16T14:11:48.731" v="335" actId="1035"/>
        <pc:sldMkLst>
          <pc:docMk/>
          <pc:sldMk cId="1007012039" sldId="464"/>
        </pc:sldMkLst>
        <pc:spChg chg="mod">
          <ac:chgData name="Enrique Villegas Valerio" userId="8ada793c76dcd6b1" providerId="LiveId" clId="{4A397816-7599-4306-B372-594CD3347C23}" dt="2025-11-16T14:11:48.731" v="335" actId="1035"/>
          <ac:spMkLst>
            <pc:docMk/>
            <pc:sldMk cId="1007012039" sldId="464"/>
            <ac:spMk id="14" creationId="{BCB040E8-E3E4-7D99-67D4-2B38340EF9D6}"/>
          </ac:spMkLst>
        </pc:spChg>
        <pc:spChg chg="mod">
          <ac:chgData name="Enrique Villegas Valerio" userId="8ada793c76dcd6b1" providerId="LiveId" clId="{4A397816-7599-4306-B372-594CD3347C23}" dt="2025-11-16T14:11:48.731" v="335" actId="1035"/>
          <ac:spMkLst>
            <pc:docMk/>
            <pc:sldMk cId="1007012039" sldId="464"/>
            <ac:spMk id="15" creationId="{6282490D-90F1-4042-D4F1-8376FB353F20}"/>
          </ac:spMkLst>
        </pc:spChg>
      </pc:sldChg>
      <pc:sldChg chg="modSp mod">
        <pc:chgData name="Enrique Villegas Valerio" userId="8ada793c76dcd6b1" providerId="LiveId" clId="{4A397816-7599-4306-B372-594CD3347C23}" dt="2025-11-16T14:09:47.423" v="133" actId="27636"/>
        <pc:sldMkLst>
          <pc:docMk/>
          <pc:sldMk cId="3739341842" sldId="488"/>
        </pc:sldMkLst>
        <pc:spChg chg="mod">
          <ac:chgData name="Enrique Villegas Valerio" userId="8ada793c76dcd6b1" providerId="LiveId" clId="{4A397816-7599-4306-B372-594CD3347C23}" dt="2025-11-16T14:09:47.423" v="133" actId="27636"/>
          <ac:spMkLst>
            <pc:docMk/>
            <pc:sldMk cId="3739341842" sldId="488"/>
            <ac:spMk id="3" creationId="{F83FCBC4-22A5-47A6-4825-B2DAAEE92F0C}"/>
          </ac:spMkLst>
        </pc:spChg>
      </pc:sldChg>
      <pc:sldChg chg="modSp mod">
        <pc:chgData name="Enrique Villegas Valerio" userId="8ada793c76dcd6b1" providerId="LiveId" clId="{4A397816-7599-4306-B372-594CD3347C23}" dt="2025-11-16T14:09:23.582" v="121" actId="255"/>
        <pc:sldMkLst>
          <pc:docMk/>
          <pc:sldMk cId="563045181" sldId="491"/>
        </pc:sldMkLst>
        <pc:spChg chg="mod">
          <ac:chgData name="Enrique Villegas Valerio" userId="8ada793c76dcd6b1" providerId="LiveId" clId="{4A397816-7599-4306-B372-594CD3347C23}" dt="2025-11-16T14:09:16.463" v="108" actId="20577"/>
          <ac:spMkLst>
            <pc:docMk/>
            <pc:sldMk cId="563045181" sldId="491"/>
            <ac:spMk id="2" creationId="{F96D3AE0-1704-F1DD-B5A2-08F482938263}"/>
          </ac:spMkLst>
        </pc:spChg>
        <pc:spChg chg="mod">
          <ac:chgData name="Enrique Villegas Valerio" userId="8ada793c76dcd6b1" providerId="LiveId" clId="{4A397816-7599-4306-B372-594CD3347C23}" dt="2025-11-16T14:09:23.582" v="121" actId="255"/>
          <ac:spMkLst>
            <pc:docMk/>
            <pc:sldMk cId="563045181" sldId="491"/>
            <ac:spMk id="4" creationId="{D90AFE6C-C2CC-F0E4-B8F0-88B7CEF5B932}"/>
          </ac:spMkLst>
        </pc:spChg>
      </pc:sldChg>
      <pc:sldChg chg="modSp add mod">
        <pc:chgData name="Enrique Villegas Valerio" userId="8ada793c76dcd6b1" providerId="LiveId" clId="{4A397816-7599-4306-B372-594CD3347C23}" dt="2025-11-16T14:06:09.946" v="39" actId="20577"/>
        <pc:sldMkLst>
          <pc:docMk/>
          <pc:sldMk cId="1964562119" sldId="492"/>
        </pc:sldMkLst>
        <pc:spChg chg="mod">
          <ac:chgData name="Enrique Villegas Valerio" userId="8ada793c76dcd6b1" providerId="LiveId" clId="{4A397816-7599-4306-B372-594CD3347C23}" dt="2025-11-16T14:06:09.946" v="39" actId="20577"/>
          <ac:spMkLst>
            <pc:docMk/>
            <pc:sldMk cId="1964562119" sldId="492"/>
            <ac:spMk id="2" creationId="{BE000F3B-550C-C08D-8B5D-B21C1C51BC4F}"/>
          </ac:spMkLst>
        </pc:spChg>
      </pc:sldChg>
      <pc:sldChg chg="modSp add mod">
        <pc:chgData name="Enrique Villegas Valerio" userId="8ada793c76dcd6b1" providerId="LiveId" clId="{4A397816-7599-4306-B372-594CD3347C23}" dt="2025-11-16T14:06:23.013" v="42" actId="20577"/>
        <pc:sldMkLst>
          <pc:docMk/>
          <pc:sldMk cId="585144846" sldId="493"/>
        </pc:sldMkLst>
        <pc:spChg chg="mod">
          <ac:chgData name="Enrique Villegas Valerio" userId="8ada793c76dcd6b1" providerId="LiveId" clId="{4A397816-7599-4306-B372-594CD3347C23}" dt="2025-11-16T14:06:23.013" v="42" actId="20577"/>
          <ac:spMkLst>
            <pc:docMk/>
            <pc:sldMk cId="585144846" sldId="493"/>
            <ac:spMk id="2" creationId="{28762F0D-91E2-DB1B-AE18-DF325D89A786}"/>
          </ac:spMkLst>
        </pc:spChg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3003770968" sldId="493"/>
        </pc:sldMkLst>
      </pc:sldChg>
      <pc:sldChg chg="modSp add mod">
        <pc:chgData name="Enrique Villegas Valerio" userId="8ada793c76dcd6b1" providerId="LiveId" clId="{4A397816-7599-4306-B372-594CD3347C23}" dt="2025-11-16T14:06:54.127" v="48" actId="6549"/>
        <pc:sldMkLst>
          <pc:docMk/>
          <pc:sldMk cId="4096934712" sldId="494"/>
        </pc:sldMkLst>
        <pc:spChg chg="mod">
          <ac:chgData name="Enrique Villegas Valerio" userId="8ada793c76dcd6b1" providerId="LiveId" clId="{4A397816-7599-4306-B372-594CD3347C23}" dt="2025-11-16T14:06:54.127" v="48" actId="6549"/>
          <ac:spMkLst>
            <pc:docMk/>
            <pc:sldMk cId="4096934712" sldId="494"/>
            <ac:spMk id="2" creationId="{637123EB-1958-9937-EE1E-1A256893706A}"/>
          </ac:spMkLst>
        </pc:spChg>
      </pc:sldChg>
      <pc:sldChg chg="modSp add mod">
        <pc:chgData name="Enrique Villegas Valerio" userId="8ada793c76dcd6b1" providerId="LiveId" clId="{4A397816-7599-4306-B372-594CD3347C23}" dt="2025-11-16T14:07:36.208" v="55" actId="404"/>
        <pc:sldMkLst>
          <pc:docMk/>
          <pc:sldMk cId="2496550251" sldId="495"/>
        </pc:sldMkLst>
        <pc:spChg chg="mod">
          <ac:chgData name="Enrique Villegas Valerio" userId="8ada793c76dcd6b1" providerId="LiveId" clId="{4A397816-7599-4306-B372-594CD3347C23}" dt="2025-11-16T14:07:36.208" v="55" actId="404"/>
          <ac:spMkLst>
            <pc:docMk/>
            <pc:sldMk cId="2496550251" sldId="495"/>
            <ac:spMk id="2" creationId="{40BDC75C-6310-5243-9F49-EFF6DCFC928A}"/>
          </ac:spMkLst>
        </pc:spChg>
      </pc:sldChg>
      <pc:sldChg chg="modSp add mod">
        <pc:chgData name="Enrique Villegas Valerio" userId="8ada793c76dcd6b1" providerId="LiveId" clId="{4A397816-7599-4306-B372-594CD3347C23}" dt="2025-11-16T14:07:46.418" v="58" actId="20577"/>
        <pc:sldMkLst>
          <pc:docMk/>
          <pc:sldMk cId="3589864403" sldId="496"/>
        </pc:sldMkLst>
        <pc:spChg chg="mod">
          <ac:chgData name="Enrique Villegas Valerio" userId="8ada793c76dcd6b1" providerId="LiveId" clId="{4A397816-7599-4306-B372-594CD3347C23}" dt="2025-11-16T14:07:46.418" v="58" actId="20577"/>
          <ac:spMkLst>
            <pc:docMk/>
            <pc:sldMk cId="3589864403" sldId="496"/>
            <ac:spMk id="2" creationId="{4FD15756-9BBC-2E41-9DE1-F1590D4CE3A1}"/>
          </ac:spMkLst>
        </pc:spChg>
      </pc:sldChg>
      <pc:sldChg chg="modSp add mod">
        <pc:chgData name="Enrique Villegas Valerio" userId="8ada793c76dcd6b1" providerId="LiveId" clId="{4A397816-7599-4306-B372-594CD3347C23}" dt="2025-11-16T14:08:01.983" v="62" actId="404"/>
        <pc:sldMkLst>
          <pc:docMk/>
          <pc:sldMk cId="745200248" sldId="497"/>
        </pc:sldMkLst>
        <pc:spChg chg="mod">
          <ac:chgData name="Enrique Villegas Valerio" userId="8ada793c76dcd6b1" providerId="LiveId" clId="{4A397816-7599-4306-B372-594CD3347C23}" dt="2025-11-16T14:08:01.983" v="62" actId="404"/>
          <ac:spMkLst>
            <pc:docMk/>
            <pc:sldMk cId="745200248" sldId="497"/>
            <ac:spMk id="2" creationId="{9799118D-42DB-F57C-8474-6612B6399F9A}"/>
          </ac:spMkLst>
        </pc:spChg>
      </pc:sldChg>
      <pc:sldChg chg="modSp add mod">
        <pc:chgData name="Enrique Villegas Valerio" userId="8ada793c76dcd6b1" providerId="LiveId" clId="{4A397816-7599-4306-B372-594CD3347C23}" dt="2025-11-16T14:08:18.387" v="68" actId="20577"/>
        <pc:sldMkLst>
          <pc:docMk/>
          <pc:sldMk cId="1478093051" sldId="498"/>
        </pc:sldMkLst>
        <pc:spChg chg="mod">
          <ac:chgData name="Enrique Villegas Valerio" userId="8ada793c76dcd6b1" providerId="LiveId" clId="{4A397816-7599-4306-B372-594CD3347C23}" dt="2025-11-16T14:08:18.387" v="68" actId="20577"/>
          <ac:spMkLst>
            <pc:docMk/>
            <pc:sldMk cId="1478093051" sldId="498"/>
            <ac:spMk id="2" creationId="{6F3ED9C4-9998-0481-94B5-37B03DEE10A8}"/>
          </ac:spMkLst>
        </pc:spChg>
      </pc:sldChg>
      <pc:sldChg chg="modSp add mod">
        <pc:chgData name="Enrique Villegas Valerio" userId="8ada793c76dcd6b1" providerId="LiveId" clId="{4A397816-7599-4306-B372-594CD3347C23}" dt="2025-11-16T14:08:28.298" v="71" actId="20577"/>
        <pc:sldMkLst>
          <pc:docMk/>
          <pc:sldMk cId="2554682924" sldId="499"/>
        </pc:sldMkLst>
        <pc:spChg chg="mod">
          <ac:chgData name="Enrique Villegas Valerio" userId="8ada793c76dcd6b1" providerId="LiveId" clId="{4A397816-7599-4306-B372-594CD3347C23}" dt="2025-11-16T14:08:28.298" v="71" actId="20577"/>
          <ac:spMkLst>
            <pc:docMk/>
            <pc:sldMk cId="2554682924" sldId="499"/>
            <ac:spMk id="2" creationId="{4C821794-5E39-477F-FC46-BD8DE8B6E17B}"/>
          </ac:spMkLst>
        </pc:spChg>
      </pc:sldChg>
      <pc:sldChg chg="modSp add">
        <pc:chgData name="Enrique Villegas Valerio" userId="8ada793c76dcd6b1" providerId="LiveId" clId="{4A397816-7599-4306-B372-594CD3347C23}" dt="2025-11-16T14:08:58.378" v="83"/>
        <pc:sldMkLst>
          <pc:docMk/>
          <pc:sldMk cId="1945973517" sldId="500"/>
        </pc:sldMkLst>
        <pc:spChg chg="mod">
          <ac:chgData name="Enrique Villegas Valerio" userId="8ada793c76dcd6b1" providerId="LiveId" clId="{4A397816-7599-4306-B372-594CD3347C23}" dt="2025-11-16T14:08:58.378" v="83"/>
          <ac:spMkLst>
            <pc:docMk/>
            <pc:sldMk cId="1945973517" sldId="500"/>
            <ac:spMk id="2" creationId="{514F9172-B6F0-9343-126B-CBD672D0CE15}"/>
          </ac:spMkLst>
        </pc:spChg>
      </pc:sldChg>
      <pc:sldChg chg="add del">
        <pc:chgData name="Enrique Villegas Valerio" userId="8ada793c76dcd6b1" providerId="LiveId" clId="{4A397816-7599-4306-B372-594CD3347C23}" dt="2025-11-16T14:09:02.788" v="84" actId="47"/>
        <pc:sldMkLst>
          <pc:docMk/>
          <pc:sldMk cId="3730025237" sldId="501"/>
        </pc:sldMkLst>
      </pc:sldChg>
      <pc:sldChg chg="add del">
        <pc:chgData name="Enrique Villegas Valerio" userId="8ada793c76dcd6b1" providerId="LiveId" clId="{4A397816-7599-4306-B372-594CD3347C23}" dt="2025-11-16T14:09:02.788" v="84" actId="47"/>
        <pc:sldMkLst>
          <pc:docMk/>
          <pc:sldMk cId="459807855" sldId="502"/>
        </pc:sldMkLst>
      </pc:sldChg>
      <pc:sldChg chg="modSp add mod">
        <pc:chgData name="Enrique Villegas Valerio" userId="8ada793c76dcd6b1" providerId="LiveId" clId="{4A397816-7599-4306-B372-594CD3347C23}" dt="2025-11-16T14:05:57.975" v="36" actId="20577"/>
        <pc:sldMkLst>
          <pc:docMk/>
          <pc:sldMk cId="3808573210" sldId="503"/>
        </pc:sldMkLst>
        <pc:spChg chg="mod">
          <ac:chgData name="Enrique Villegas Valerio" userId="8ada793c76dcd6b1" providerId="LiveId" clId="{4A397816-7599-4306-B372-594CD3347C23}" dt="2025-11-16T14:05:57.975" v="36" actId="20577"/>
          <ac:spMkLst>
            <pc:docMk/>
            <pc:sldMk cId="3808573210" sldId="503"/>
            <ac:spMk id="2" creationId="{ECFAFAAF-C3B4-35E4-8078-DC135FBBBB26}"/>
          </ac:spMkLst>
        </pc:spChg>
      </pc:sldChg>
      <pc:sldChg chg="modSp add mod">
        <pc:chgData name="Enrique Villegas Valerio" userId="8ada793c76dcd6b1" providerId="LiveId" clId="{4A397816-7599-4306-B372-594CD3347C23}" dt="2025-11-16T14:07:19.025" v="52"/>
        <pc:sldMkLst>
          <pc:docMk/>
          <pc:sldMk cId="1258725179" sldId="504"/>
        </pc:sldMkLst>
        <pc:spChg chg="mod">
          <ac:chgData name="Enrique Villegas Valerio" userId="8ada793c76dcd6b1" providerId="LiveId" clId="{4A397816-7599-4306-B372-594CD3347C23}" dt="2025-11-16T14:07:19.025" v="52"/>
          <ac:spMkLst>
            <pc:docMk/>
            <pc:sldMk cId="1258725179" sldId="504"/>
            <ac:spMk id="2" creationId="{46907AF1-F42A-6836-030F-74FF5D1510AF}"/>
          </ac:spMkLst>
        </pc:spChg>
      </pc:sldChg>
      <pc:sldChg chg="modSp add mod">
        <pc:chgData name="Enrique Villegas Valerio" userId="8ada793c76dcd6b1" providerId="LiveId" clId="{4A397816-7599-4306-B372-594CD3347C23}" dt="2025-11-16T14:08:35.689" v="74" actId="20577"/>
        <pc:sldMkLst>
          <pc:docMk/>
          <pc:sldMk cId="3526230201" sldId="505"/>
        </pc:sldMkLst>
        <pc:spChg chg="mod">
          <ac:chgData name="Enrique Villegas Valerio" userId="8ada793c76dcd6b1" providerId="LiveId" clId="{4A397816-7599-4306-B372-594CD3347C23}" dt="2025-11-16T14:08:35.689" v="74" actId="20577"/>
          <ac:spMkLst>
            <pc:docMk/>
            <pc:sldMk cId="3526230201" sldId="505"/>
            <ac:spMk id="2" creationId="{02F9B068-155A-06F8-FC33-0E47F9CF1E3D}"/>
          </ac:spMkLst>
        </pc:spChg>
      </pc:sldChg>
      <pc:sldChg chg="modSp add mod">
        <pc:chgData name="Enrique Villegas Valerio" userId="8ada793c76dcd6b1" providerId="LiveId" clId="{4A397816-7599-4306-B372-594CD3347C23}" dt="2025-11-16T14:08:46.105" v="78" actId="404"/>
        <pc:sldMkLst>
          <pc:docMk/>
          <pc:sldMk cId="3908452991" sldId="506"/>
        </pc:sldMkLst>
        <pc:spChg chg="mod">
          <ac:chgData name="Enrique Villegas Valerio" userId="8ada793c76dcd6b1" providerId="LiveId" clId="{4A397816-7599-4306-B372-594CD3347C23}" dt="2025-11-16T14:08:46.105" v="78" actId="404"/>
          <ac:spMkLst>
            <pc:docMk/>
            <pc:sldMk cId="3908452991" sldId="506"/>
            <ac:spMk id="2" creationId="{2820F952-9DA1-EEB9-E194-375D2B65D780}"/>
          </ac:spMkLst>
        </pc:spChg>
      </pc:sldChg>
      <pc:sldChg chg="modSp add mod">
        <pc:chgData name="Enrique Villegas Valerio" userId="8ada793c76dcd6b1" providerId="LiveId" clId="{4A397816-7599-4306-B372-594CD3347C23}" dt="2025-11-16T14:08:55.685" v="82" actId="404"/>
        <pc:sldMkLst>
          <pc:docMk/>
          <pc:sldMk cId="1117432487" sldId="507"/>
        </pc:sldMkLst>
        <pc:spChg chg="mod">
          <ac:chgData name="Enrique Villegas Valerio" userId="8ada793c76dcd6b1" providerId="LiveId" clId="{4A397816-7599-4306-B372-594CD3347C23}" dt="2025-11-16T14:08:55.685" v="82" actId="404"/>
          <ac:spMkLst>
            <pc:docMk/>
            <pc:sldMk cId="1117432487" sldId="507"/>
            <ac:spMk id="2" creationId="{58F50B89-CEC6-6EBF-4029-7041C5AF8E88}"/>
          </ac:spMkLst>
        </pc:spChg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2234950688" sldId="508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271498633" sldId="509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3108357445" sldId="510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2536321090" sldId="511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3617978197" sldId="512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1482782686" sldId="513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2475261815" sldId="514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1366625707" sldId="515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4168912429" sldId="516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3037919276" sldId="517"/>
        </pc:sldMkLst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365158455" sldId="518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835524610" sldId="518"/>
        </pc:sldMkLst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1031181851" sldId="519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1439289838" sldId="519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1608207997" sldId="520"/>
        </pc:sldMkLst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1766752991" sldId="520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114935464" sldId="521"/>
        </pc:sldMkLst>
      </pc:sldChg>
      <pc:sldChg chg="del">
        <pc:chgData name="Enrique Villegas Valerio" userId="8ada793c76dcd6b1" providerId="LiveId" clId="{4A397816-7599-4306-B372-594CD3347C23}" dt="2025-11-16T14:04:47.504" v="0" actId="47"/>
        <pc:sldMkLst>
          <pc:docMk/>
          <pc:sldMk cId="2257885974" sldId="521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447634691" sldId="522"/>
        </pc:sldMkLst>
      </pc:sldChg>
      <pc:sldChg chg="add">
        <pc:chgData name="Enrique Villegas Valerio" userId="8ada793c76dcd6b1" providerId="LiveId" clId="{4A397816-7599-4306-B372-594CD3347C23}" dt="2025-11-16T14:10:09.582" v="137"/>
        <pc:sldMkLst>
          <pc:docMk/>
          <pc:sldMk cId="2306301669" sldId="522"/>
        </pc:sldMkLst>
      </pc:sldChg>
      <pc:sldChg chg="modSp add mod">
        <pc:chgData name="Enrique Villegas Valerio" userId="8ada793c76dcd6b1" providerId="LiveId" clId="{4A397816-7599-4306-B372-594CD3347C23}" dt="2025-11-16T14:12:43.900" v="417" actId="1036"/>
        <pc:sldMkLst>
          <pc:docMk/>
          <pc:sldMk cId="3403962978" sldId="523"/>
        </pc:sldMkLst>
        <pc:spChg chg="mod">
          <ac:chgData name="Enrique Villegas Valerio" userId="8ada793c76dcd6b1" providerId="LiveId" clId="{4A397816-7599-4306-B372-594CD3347C23}" dt="2025-11-16T14:12:43.900" v="417" actId="1036"/>
          <ac:spMkLst>
            <pc:docMk/>
            <pc:sldMk cId="3403962978" sldId="523"/>
            <ac:spMk id="14" creationId="{469711B4-6F9A-1CAB-598F-0E75C80059F8}"/>
          </ac:spMkLst>
        </pc:spChg>
        <pc:spChg chg="mod">
          <ac:chgData name="Enrique Villegas Valerio" userId="8ada793c76dcd6b1" providerId="LiveId" clId="{4A397816-7599-4306-B372-594CD3347C23}" dt="2025-11-16T14:12:43.900" v="417" actId="1036"/>
          <ac:spMkLst>
            <pc:docMk/>
            <pc:sldMk cId="3403962978" sldId="523"/>
            <ac:spMk id="15" creationId="{78AB6B84-6711-5BDB-A1EE-EA87D14B28C4}"/>
          </ac:spMkLst>
        </pc:spChg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632878575" sldId="523"/>
        </pc:sldMkLst>
      </pc:sldChg>
      <pc:sldChg chg="modSp add mod ord">
        <pc:chgData name="Enrique Villegas Valerio" userId="8ada793c76dcd6b1" providerId="LiveId" clId="{4A397816-7599-4306-B372-594CD3347C23}" dt="2025-11-16T14:13:15.364" v="467"/>
        <pc:sldMkLst>
          <pc:docMk/>
          <pc:sldMk cId="82889236" sldId="524"/>
        </pc:sldMkLst>
        <pc:spChg chg="mod">
          <ac:chgData name="Enrique Villegas Valerio" userId="8ada793c76dcd6b1" providerId="LiveId" clId="{4A397816-7599-4306-B372-594CD3347C23}" dt="2025-11-16T14:13:06.341" v="453" actId="20577"/>
          <ac:spMkLst>
            <pc:docMk/>
            <pc:sldMk cId="82889236" sldId="524"/>
            <ac:spMk id="14" creationId="{DFC3734E-FD81-AAC6-DABD-485769193380}"/>
          </ac:spMkLst>
        </pc:spChg>
        <pc:spChg chg="mod">
          <ac:chgData name="Enrique Villegas Valerio" userId="8ada793c76dcd6b1" providerId="LiveId" clId="{4A397816-7599-4306-B372-594CD3347C23}" dt="2025-11-16T14:13:10.680" v="465" actId="20577"/>
          <ac:spMkLst>
            <pc:docMk/>
            <pc:sldMk cId="82889236" sldId="524"/>
            <ac:spMk id="15" creationId="{6903F8B2-136D-3656-0365-C34717DE81FC}"/>
          </ac:spMkLst>
        </pc:spChg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652607283" sldId="524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712454933" sldId="525"/>
        </pc:sldMkLst>
      </pc:sldChg>
      <pc:sldChg chg="addSp modSp add mod">
        <pc:chgData name="Enrique Villegas Valerio" userId="8ada793c76dcd6b1" providerId="LiveId" clId="{4A397816-7599-4306-B372-594CD3347C23}" dt="2025-11-16T14:16:46.130" v="681" actId="1036"/>
        <pc:sldMkLst>
          <pc:docMk/>
          <pc:sldMk cId="2807766035" sldId="525"/>
        </pc:sldMkLst>
        <pc:spChg chg="add mod">
          <ac:chgData name="Enrique Villegas Valerio" userId="8ada793c76dcd6b1" providerId="LiveId" clId="{4A397816-7599-4306-B372-594CD3347C23}" dt="2025-11-16T14:14:49.504" v="593" actId="571"/>
          <ac:spMkLst>
            <pc:docMk/>
            <pc:sldMk cId="2807766035" sldId="525"/>
            <ac:spMk id="2" creationId="{D1E7B8BD-825E-AA83-0DC1-D61F50B6B624}"/>
          </ac:spMkLst>
        </pc:spChg>
        <pc:spChg chg="add mod">
          <ac:chgData name="Enrique Villegas Valerio" userId="8ada793c76dcd6b1" providerId="LiveId" clId="{4A397816-7599-4306-B372-594CD3347C23}" dt="2025-11-16T14:16:37.662" v="678" actId="1038"/>
          <ac:spMkLst>
            <pc:docMk/>
            <pc:sldMk cId="2807766035" sldId="525"/>
            <ac:spMk id="3" creationId="{736C7E08-F57A-24CF-16BB-657832A39FA5}"/>
          </ac:spMkLst>
        </pc:spChg>
        <pc:spChg chg="mod">
          <ac:chgData name="Enrique Villegas Valerio" userId="8ada793c76dcd6b1" providerId="LiveId" clId="{4A397816-7599-4306-B372-594CD3347C23}" dt="2025-11-16T14:16:46.130" v="681" actId="1036"/>
          <ac:spMkLst>
            <pc:docMk/>
            <pc:sldMk cId="2807766035" sldId="525"/>
            <ac:spMk id="14" creationId="{9038DAAC-4E4E-39BB-859F-2678EFE2117E}"/>
          </ac:spMkLst>
        </pc:spChg>
        <pc:spChg chg="mod">
          <ac:chgData name="Enrique Villegas Valerio" userId="8ada793c76dcd6b1" providerId="LiveId" clId="{4A397816-7599-4306-B372-594CD3347C23}" dt="2025-11-16T14:15:15.641" v="611" actId="1035"/>
          <ac:spMkLst>
            <pc:docMk/>
            <pc:sldMk cId="2807766035" sldId="525"/>
            <ac:spMk id="15" creationId="{CF03BA80-E92F-8B69-DEAF-4178FB31372A}"/>
          </ac:spMkLst>
        </pc:spChg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977522713" sldId="526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4013585248" sldId="527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1230127447" sldId="528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2431946498" sldId="529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766278078" sldId="530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2466459363" sldId="531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554762499" sldId="532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8515269" sldId="533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75360360" sldId="534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730503882" sldId="535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637228572" sldId="536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866392070" sldId="537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789660452" sldId="538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971491341" sldId="550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670380663" sldId="551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1725026807" sldId="552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1903078148" sldId="553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588269203" sldId="554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314047514" sldId="555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2020778870" sldId="556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3587533689" sldId="557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755160642" sldId="558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1944218380" sldId="559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2572827684" sldId="560"/>
        </pc:sldMkLst>
      </pc:sldChg>
      <pc:sldChg chg="del">
        <pc:chgData name="Enrique Villegas Valerio" userId="8ada793c76dcd6b1" providerId="LiveId" clId="{4A397816-7599-4306-B372-594CD3347C23}" dt="2025-11-16T14:04:52.490" v="1" actId="47"/>
        <pc:sldMkLst>
          <pc:docMk/>
          <pc:sldMk cId="2584005361" sldId="5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16/11/2025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beach&#10;&#10;Description automatically generated">
            <a:extLst>
              <a:ext uri="{FF2B5EF4-FFF2-40B4-BE49-F238E27FC236}">
                <a16:creationId xmlns:a16="http://schemas.microsoft.com/office/drawing/2014/main" id="{186A549D-B8E0-710F-5D36-D29E6294E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3BB65D-C033-EC34-ECC8-266EAA395CF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6A2D6AC2-BFEC-8F4A-AFD6-A6F4957B7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60217567-4054-1276-8818-720665CF99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65125"/>
            <a:ext cx="8668657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5142" y="2133600"/>
            <a:ext cx="8668658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0" r="7937"/>
          <a:stretch/>
        </p:blipFill>
        <p:spPr>
          <a:xfrm>
            <a:off x="-3143" y="0"/>
            <a:ext cx="3834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0" r="7937"/>
          <a:stretch/>
        </p:blipFill>
        <p:spPr>
          <a:xfrm>
            <a:off x="-3143" y="0"/>
            <a:ext cx="3834914" cy="68580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074057"/>
            <a:ext cx="12192000" cy="47098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ack background&#10;&#10;Description automatically generated">
            <a:extLst>
              <a:ext uri="{FF2B5EF4-FFF2-40B4-BE49-F238E27FC236}">
                <a16:creationId xmlns:a16="http://schemas.microsoft.com/office/drawing/2014/main" id="{78FCEB23-43D7-F9CB-E28F-56FE1E68CE8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16/11/2025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0" r:id="rId4"/>
    <p:sldLayoutId id="2147483671" r:id="rId5"/>
    <p:sldLayoutId id="2147483664" r:id="rId6"/>
    <p:sldLayoutId id="2147483667" r:id="rId7"/>
    <p:sldLayoutId id="2147483673" r:id="rId8"/>
    <p:sldLayoutId id="214748367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40000"/>
              <a:lumOff val="60000"/>
            </a:schemeClr>
          </a:solidFill>
          <a:latin typeface="Yeseva One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D97E-593A-E920-0B87-89C0CBB6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dirty="0"/>
              <a:t>Pablo , apóstol de Jesucristo por la voluntad de Dios, y el hermano Timoteo,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D8B3-EE8E-950B-08D9-511A40776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9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E5DB-1943-4B5A-E121-78A73900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FAAF-C3B4-35E4-8078-DC135FBB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2</a:t>
            </a:r>
            <a:r>
              <a:rPr lang="es-419" sz="4800" dirty="0"/>
              <a:t> a los santos y fieles hermanos en Cristo </a:t>
            </a:r>
            <a:r>
              <a:rPr lang="es-419" sz="4800" i="1" dirty="0"/>
              <a:t>que están</a:t>
            </a:r>
            <a:r>
              <a:rPr lang="es-419" sz="4800" dirty="0"/>
              <a:t> en Colosas: Gracia a ustedes y paz de parte de Dios nuestro Padre.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287A-44FE-6756-31C7-D2DF5DAFC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7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A6B2-BDCD-FB08-3D62-D559D814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0F3B-550C-C08D-8B5D-B21C1C51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3</a:t>
            </a:r>
            <a:r>
              <a:rPr lang="es-419" sz="4800" dirty="0"/>
              <a:t> Damos gracias a Dios, el Padre de nuestro Señor Jesucristo, orando siempre por ustedes,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D4AF-E8CD-5B45-2538-F2F2D111D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56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E74D-B44F-347B-E1E7-8AC241CC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2F0D-91E2-DB1B-AE18-DF325D89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4</a:t>
            </a:r>
            <a:r>
              <a:rPr lang="es-419" sz="4800" dirty="0"/>
              <a:t> </a:t>
            </a:r>
            <a:r>
              <a:rPr lang="es-419" sz="4800" i="1" dirty="0"/>
              <a:t>pues hemos oído</a:t>
            </a:r>
            <a:r>
              <a:rPr lang="es-419" sz="4800" dirty="0"/>
              <a:t> de su fe en Cristo Jesús y del amor que tienen por todos los santos,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690A2-D5B2-D651-4174-FC4A371FB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4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1DE5-6CEF-4EF3-01CA-094E1429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23EB-1958-9937-EE1E-1A256893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5</a:t>
            </a:r>
            <a:r>
              <a:rPr lang="es-419" sz="4800" dirty="0"/>
              <a:t> a causa de la esperanza reservada para ustedes en los cielos.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45FC5-B7C2-BF25-E53C-A235D3F4B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3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87BE-DF3C-BD5A-7463-5555C8F3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7AF1-F42A-6836-030F-74FF5D15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De esta esperanza ustedes oyeron antes en la palabra de verdad, el evangelio </a:t>
            </a:r>
            <a:r>
              <a:rPr lang="es-419" sz="4800" b="1" dirty="0"/>
              <a:t>6</a:t>
            </a:r>
            <a:r>
              <a:rPr lang="es-419" sz="4800" dirty="0"/>
              <a:t> que ha llegado hasta ustedes.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E668D-38A0-1DA0-245A-02241FF0E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2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AA98-4B6F-88B5-9BA0-7B42461D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C75C-6310-5243-9F49-EFF6DCFC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dirty="0"/>
              <a:t>Así como en todo el mundo está dando fruto constantemente y creciendo, así </a:t>
            </a:r>
            <a:r>
              <a:rPr lang="es-419" sz="4400" i="1" dirty="0"/>
              <a:t>lo ha estado haciendo</a:t>
            </a:r>
            <a:r>
              <a:rPr lang="es-419" sz="4400" dirty="0"/>
              <a:t> también en ustedes,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0E28C-FD4E-3E4A-5A09-3EC0B6BA3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5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F014-80CE-FE94-B20D-3592948A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5756-9BBC-2E41-9DE1-F1590D4C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desde el día que oyeron y comprendieron la gracia de Dios en verdad.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19CFB-25C6-317F-C7C0-1AED27C99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64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FA127-EF9A-8888-9FC8-606429A8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118D-42DB-F57C-8474-6612B639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7</a:t>
            </a:r>
            <a:r>
              <a:rPr lang="es-419" sz="4400" dirty="0"/>
              <a:t> Así ustedes </a:t>
            </a:r>
            <a:r>
              <a:rPr lang="es-419" sz="4400" i="1" dirty="0"/>
              <a:t>lo</a:t>
            </a:r>
            <a:r>
              <a:rPr lang="es-419" sz="4400" dirty="0"/>
              <a:t> aprendieron de </a:t>
            </a:r>
            <a:r>
              <a:rPr lang="es-419" sz="4400" dirty="0" err="1"/>
              <a:t>Epafras</a:t>
            </a:r>
            <a:r>
              <a:rPr lang="es-419" sz="4400" dirty="0"/>
              <a:t>, nuestro amado consiervo, quien es fiel servidor de Cristo de parte nuestra,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9E108-E9E5-084D-AFD8-1F6181EA7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0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7397-6DC7-40CC-FADF-1E460AE5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D9C4-9998-0481-94B5-37B03DEE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8</a:t>
            </a:r>
            <a:r>
              <a:rPr lang="es-419" sz="4800" dirty="0"/>
              <a:t> el cual también nos informó acerca del amor de ustedes en el Espíritu.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108D7-E226-81A1-B4D3-73E8D0890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9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9370-6BCD-0B74-C636-21A6714B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1794-5E39-477F-FC46-BD8DE8B6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9</a:t>
            </a:r>
            <a:r>
              <a:rPr lang="es-419" sz="4800" dirty="0"/>
              <a:t> Por esta razón, también nosotros, desde el día que </a:t>
            </a:r>
            <a:r>
              <a:rPr lang="es-419" sz="4800" i="1" dirty="0"/>
              <a:t>lo</a:t>
            </a:r>
            <a:r>
              <a:rPr lang="es-419" sz="4800" dirty="0"/>
              <a:t> supimos, no hemos cesado de orar por ustedes,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A2EA-FB9D-FD50-E88B-5213C5CC1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8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4D55-F771-B2A4-581F-2210CB2F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B068-155A-06F8-FC33-0E47F9CF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pidiendo que sean llenos del conocimiento de Su voluntad en toda sabiduría y comprensión espiritual,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1A7B0-6481-0412-B76C-AB3CF873C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30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92B2-C091-75B9-79B4-17609F4C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F952-9DA1-EEB9-E194-375D2B65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10</a:t>
            </a:r>
            <a:r>
              <a:rPr lang="es-419" sz="4400" dirty="0"/>
              <a:t> para que anden como es digno del Señor, haciendo en todo, lo que </a:t>
            </a:r>
            <a:r>
              <a:rPr lang="es-419" sz="4400" i="1" dirty="0"/>
              <a:t>le</a:t>
            </a:r>
            <a:r>
              <a:rPr lang="es-419" sz="4400" dirty="0"/>
              <a:t> agrada, dando fruto en toda buena obra y creciendo en el conocimiento de Dios.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C9FA9-6A25-3FF1-5964-47DEC01CA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452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7C14-18C6-151E-9EC8-4525F70C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0B89-CEC6-6EBF-4029-7041C5AF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11</a:t>
            </a:r>
            <a:r>
              <a:rPr lang="es-419" sz="4400" dirty="0"/>
              <a:t> Rogamos que ustedes sean fortalecidos con todo poder según la potencia de Su gloria, para obtener toda perseverancia y paciencia, con gozo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4A59-9FD7-36FC-DF72-B8A3FF437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3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CDF0-33CD-12AB-E9EC-42898D8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9172-B6F0-9343-126B-CBD672D0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12</a:t>
            </a:r>
            <a:r>
              <a:rPr lang="es-419" sz="4800" dirty="0"/>
              <a:t> dando gracias al Padre que nos ha capacitado para compartir la herencia de los santos en la Luz.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15878-36AD-2DCF-8719-460CB269D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97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4C78-CAC5-2474-2488-671BDCC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3AE0-1704-F1DD-B5A2-08F48293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08258"/>
            <a:ext cx="10313719" cy="1044159"/>
          </a:xfrm>
        </p:spPr>
        <p:txBody>
          <a:bodyPr>
            <a:normAutofit/>
          </a:bodyPr>
          <a:lstStyle/>
          <a:p>
            <a:r>
              <a:rPr lang="es-MX" sz="3200" b="1" spc="200" dirty="0">
                <a:latin typeface="Montserrat"/>
              </a:rPr>
              <a:t>UNA IGLESIA ARRAIGADA EN</a:t>
            </a:r>
            <a:endParaRPr lang="en-US" sz="3200" b="1" spc="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0AFE6C-C2CC-F0E4-B8F0-88B7CEF5B932}"/>
              </a:ext>
            </a:extLst>
          </p:cNvPr>
          <p:cNvSpPr txBox="1">
            <a:spLocks/>
          </p:cNvSpPr>
          <p:nvPr/>
        </p:nvSpPr>
        <p:spPr>
          <a:xfrm>
            <a:off x="917713" y="3127630"/>
            <a:ext cx="10313719" cy="1044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35000"/>
              </a:lnSpc>
              <a:spcBef>
                <a:spcPct val="0"/>
              </a:spcBef>
              <a:buNone/>
              <a:defRPr sz="4000" kern="1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s-MX" sz="10000" dirty="0">
                <a:latin typeface="Book Antiqua"/>
              </a:rPr>
              <a:t>EL EVANGELIO</a:t>
            </a:r>
            <a:endParaRPr lang="en-US" sz="10000" dirty="0"/>
          </a:p>
        </p:txBody>
      </p:sp>
    </p:spTree>
    <p:extLst>
      <p:ext uri="{BB962C8B-B14F-4D97-AF65-F5344CB8AC3E}">
        <p14:creationId xmlns:p14="http://schemas.microsoft.com/office/powerpoint/2010/main" val="563045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9BFA-9EDE-FC22-D22A-4AD0DD49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A968D1AC-BD87-1066-79DF-585D4C53A413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9038DAAC-4E4E-39BB-859F-2678EFE2117E}"/>
              </a:ext>
            </a:extLst>
          </p:cNvPr>
          <p:cNvSpPr txBox="1"/>
          <p:nvPr/>
        </p:nvSpPr>
        <p:spPr>
          <a:xfrm>
            <a:off x="2324456" y="2525205"/>
            <a:ext cx="9758300" cy="20225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7400" dirty="0">
                <a:solidFill>
                  <a:prstClr val="black">
                    <a:lumMod val="85000"/>
                    <a:lumOff val="15000"/>
                  </a:prstClr>
                </a:solidFill>
                <a:latin typeface="Oswald" pitchFamily="2" charset="0"/>
              </a:rPr>
              <a:t>ARRAIGADA     EVANGELIO</a:t>
            </a:r>
            <a:endParaRPr lang="es-MX" sz="7400" dirty="0">
              <a:solidFill>
                <a:prstClr val="white"/>
              </a:solidFill>
              <a:latin typeface="Oswald" pitchFamily="2" charset="0"/>
            </a:endParaRP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CF03BA80-E92F-8B69-DEAF-4178FB31372A}"/>
              </a:ext>
            </a:extLst>
          </p:cNvPr>
          <p:cNvSpPr/>
          <p:nvPr/>
        </p:nvSpPr>
        <p:spPr>
          <a:xfrm>
            <a:off x="2686050" y="2490002"/>
            <a:ext cx="9257308" cy="58477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3200" cap="all" spc="300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EVIDENCIAS DE UNA IGLESIA</a:t>
            </a:r>
            <a:endParaRPr lang="en-US" sz="3200" cap="all" dirty="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736C7E08-F57A-24CF-16BB-657832A39FA5}"/>
              </a:ext>
            </a:extLst>
          </p:cNvPr>
          <p:cNvSpPr/>
          <p:nvPr/>
        </p:nvSpPr>
        <p:spPr>
          <a:xfrm>
            <a:off x="6860289" y="3232057"/>
            <a:ext cx="788196" cy="1323439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4000" i="1" dirty="0">
                <a:ln w="0"/>
                <a:solidFill>
                  <a:srgbClr val="BF9000"/>
                </a:solidFill>
                <a:latin typeface="Autography" pitchFamily="50" charset="0"/>
                <a:ea typeface="Yu Mincho Light" panose="020B0400000000000000" pitchFamily="18" charset="-128"/>
                <a:cs typeface="Calibri"/>
              </a:rPr>
              <a:t>en el</a:t>
            </a:r>
            <a:endParaRPr lang="en-US" sz="4000" i="1" dirty="0">
              <a:solidFill>
                <a:srgbClr val="BF9000"/>
              </a:solidFill>
              <a:latin typeface="Autography" pitchFamily="50" charset="0"/>
              <a:ea typeface="Yu Mincho Light" panose="020B0400000000000000" pitchFamily="18" charset="-128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766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/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5142" y="1531548"/>
            <a:ext cx="8668658" cy="5082988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 dirty="0"/>
              <a:t>Evidencias de una iglesia transformada por la gracia (vv. 1 - 5a)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 dirty="0"/>
              <a:t>La fuerza imparable del evangelio (vv. 5b - 8)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 dirty="0"/>
              <a:t>El camino para vivir y crecer en la gracia (vv. 9 - 12)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9341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5ADF7DCF-C64E-5FD2-F24C-2AB39AF3A6BE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CB040E8-E3E4-7D99-67D4-2B38340EF9D6}"/>
              </a:ext>
            </a:extLst>
          </p:cNvPr>
          <p:cNvSpPr txBox="1"/>
          <p:nvPr/>
        </p:nvSpPr>
        <p:spPr>
          <a:xfrm>
            <a:off x="3737231" y="1738990"/>
            <a:ext cx="7154945" cy="32473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Oswald" pitchFamily="2" charset="0"/>
              </a:rPr>
              <a:t>EVIDENCIAS DE UNA </a:t>
            </a:r>
          </a:p>
          <a:p>
            <a:pPr algn="ctr">
              <a:lnSpc>
                <a:spcPct val="200000"/>
              </a:lnSpc>
            </a:pPr>
            <a:endParaRPr lang="es-MX" sz="3600" dirty="0">
              <a:solidFill>
                <a:prstClr val="black">
                  <a:lumMod val="85000"/>
                  <a:lumOff val="15000"/>
                </a:prstClr>
              </a:solidFill>
              <a:latin typeface="Oswald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s-MX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Oswald" pitchFamily="2" charset="0"/>
              </a:rPr>
              <a:t>TRANSFORMADA POR SU GRACIA</a:t>
            </a:r>
            <a:endParaRPr lang="es-MX" sz="3600" dirty="0">
              <a:solidFill>
                <a:prstClr val="white"/>
              </a:solidFill>
              <a:latin typeface="Oswald" pitchFamily="2" charset="0"/>
            </a:endParaRP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6282490D-90F1-4042-D4F1-8376FB353F20}"/>
              </a:ext>
            </a:extLst>
          </p:cNvPr>
          <p:cNvSpPr/>
          <p:nvPr/>
        </p:nvSpPr>
        <p:spPr>
          <a:xfrm>
            <a:off x="2686050" y="2678012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IGLESIA</a:t>
            </a:r>
            <a:endParaRPr lang="en-US" sz="9600" cap="all" dirty="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012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77229-6C53-88F4-2F02-72BD68D7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27BC-A67B-A120-7FBA-451FCD8A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dirty="0"/>
              <a:t>Pablo , apóstol de Jesucristo por la voluntad de Dios, y el hermano Timoteo,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748C6-C3DC-D47D-ABF1-F50D03F09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950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3602-B241-2ADC-105E-33AAAED0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AEA4-8F86-9394-A07C-BB4A8DA0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2</a:t>
            </a:r>
            <a:r>
              <a:rPr lang="es-419" sz="4800" dirty="0"/>
              <a:t> a los santos y fieles hermanos en Cristo </a:t>
            </a:r>
            <a:r>
              <a:rPr lang="es-419" sz="4800" i="1" dirty="0"/>
              <a:t>que están</a:t>
            </a:r>
            <a:r>
              <a:rPr lang="es-419" sz="4800" dirty="0"/>
              <a:t> en Colosas: Gracia a ustedes y paz de parte de Dios nuestro Padre.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CABB2-7C26-3AC3-55A3-7A2162EE4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98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C890-27FF-40B9-3AB5-677ECE77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A39B-9110-5EE6-6493-FD162E1D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3</a:t>
            </a:r>
            <a:r>
              <a:rPr lang="es-419" sz="4800" dirty="0"/>
              <a:t> Damos gracias a Dios, el Padre de nuestro Señor Jesucristo, orando siempre por ustedes,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F330B-28BA-A49F-F0F7-09FC582FB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57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D318-D286-843A-6128-5DD62D57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A230-5210-9313-BC74-3A4A14A3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4</a:t>
            </a:r>
            <a:r>
              <a:rPr lang="es-419" sz="4800" dirty="0"/>
              <a:t> </a:t>
            </a:r>
            <a:r>
              <a:rPr lang="es-419" sz="4800" i="1" dirty="0"/>
              <a:t>pues hemos oído</a:t>
            </a:r>
            <a:r>
              <a:rPr lang="es-419" sz="4800" dirty="0"/>
              <a:t> de su fe en Cristo Jesús y del amor que tienen por todos los santos,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1DA4C-40B1-0D26-8235-EBC0266EA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21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4FFF7-49B9-1256-C7D2-B9802AD2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1C6A-C921-F78F-730A-9FDF979B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5</a:t>
            </a:r>
            <a:r>
              <a:rPr lang="es-419" sz="4800" dirty="0"/>
              <a:t> a causa de la esperanza reservada para ustedes en los cielos.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A8246-1BA3-4A3F-D112-82CD72CA8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78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B30B6-E7E4-55B3-3326-40D74824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EF24EC5-C62F-67C0-53FD-B9D501043E52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69711B4-6F9A-1CAB-598F-0E75C80059F8}"/>
              </a:ext>
            </a:extLst>
          </p:cNvPr>
          <p:cNvSpPr txBox="1"/>
          <p:nvPr/>
        </p:nvSpPr>
        <p:spPr>
          <a:xfrm>
            <a:off x="3737231" y="1978278"/>
            <a:ext cx="7154945" cy="10313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Oswald" pitchFamily="2" charset="0"/>
              </a:rPr>
              <a:t>LA FUERZA IMPARABLE DEL</a:t>
            </a: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78AB6B84-6711-5BDB-A1EE-EA87D14B28C4}"/>
              </a:ext>
            </a:extLst>
          </p:cNvPr>
          <p:cNvSpPr/>
          <p:nvPr/>
        </p:nvSpPr>
        <p:spPr>
          <a:xfrm>
            <a:off x="2686050" y="2917300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EVANGELIO</a:t>
            </a:r>
            <a:endParaRPr lang="en-US" sz="9600" cap="all" dirty="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3962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D962-CF8C-D477-2514-1FB5E38B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0C5A-70DF-4DF0-B5EB-8C025248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De esta esperanza ustedes oyeron antes en la palabra de verdad, el evangelio </a:t>
            </a:r>
            <a:r>
              <a:rPr lang="es-419" sz="4800" b="1" dirty="0"/>
              <a:t>6</a:t>
            </a:r>
            <a:r>
              <a:rPr lang="es-419" sz="4800" dirty="0"/>
              <a:t> que ha llegado hasta ustedes.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4BDD9-0B57-FCF4-D613-AB3088F7C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8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02FE-4F0C-3F14-DB1D-3F1ACFB3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006A-6EFF-63A2-E809-5B0D9CE2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dirty="0"/>
              <a:t>Así como en todo el mundo está dando fruto constantemente y creciendo, así </a:t>
            </a:r>
            <a:r>
              <a:rPr lang="es-419" sz="4400" i="1" dirty="0"/>
              <a:t>lo ha estado haciendo</a:t>
            </a:r>
            <a:r>
              <a:rPr lang="es-419" sz="4400" dirty="0"/>
              <a:t> también en ustedes,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D99F-4C9B-A8FC-2BE9-041CF1D0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61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5B68-213D-B508-669D-7EACD2D1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37AF-81CC-3C05-BA8C-CD43042B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desde el día que oyeron y comprendieron la gracia de Dios en verdad.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D0423-E171-556D-7C23-323E35A99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25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2A37-B249-5239-9493-1FDAC130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801B-9502-209B-D725-1D11C729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7</a:t>
            </a:r>
            <a:r>
              <a:rPr lang="es-419" sz="4400" dirty="0"/>
              <a:t> Así ustedes </a:t>
            </a:r>
            <a:r>
              <a:rPr lang="es-419" sz="4400" i="1" dirty="0"/>
              <a:t>lo</a:t>
            </a:r>
            <a:r>
              <a:rPr lang="es-419" sz="4400" dirty="0"/>
              <a:t> aprendieron de </a:t>
            </a:r>
            <a:r>
              <a:rPr lang="es-419" sz="4400" dirty="0" err="1"/>
              <a:t>Epafras</a:t>
            </a:r>
            <a:r>
              <a:rPr lang="es-419" sz="4400" dirty="0"/>
              <a:t>, nuestro amado consiervo, quien es fiel servidor de Cristo de parte nuestra,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1150E-4FF4-DB30-AC50-5777F4065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12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FD21-D5E2-3BE2-51DE-C8C292C0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4277-8CF0-4AE2-FFB8-054FE28C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8</a:t>
            </a:r>
            <a:r>
              <a:rPr lang="es-419" sz="4800" dirty="0"/>
              <a:t> el cual también nos informó acerca del amor de ustedes en el Espíritu.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09FB0-67CB-98CE-CB73-8945386A8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919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539B-A260-3F6D-0C9E-EBE00722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25AF3F13-671A-0466-C11D-DFDB21049C67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DFC3734E-FD81-AAC6-DABD-485769193380}"/>
              </a:ext>
            </a:extLst>
          </p:cNvPr>
          <p:cNvSpPr txBox="1"/>
          <p:nvPr/>
        </p:nvSpPr>
        <p:spPr>
          <a:xfrm>
            <a:off x="3737231" y="1978278"/>
            <a:ext cx="7154945" cy="10313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Oswald" pitchFamily="2" charset="0"/>
              </a:rPr>
              <a:t>EL CAMINO PARA VIVIR Y CRECER</a:t>
            </a: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6903F8B2-136D-3656-0365-C34717DE81FC}"/>
              </a:ext>
            </a:extLst>
          </p:cNvPr>
          <p:cNvSpPr/>
          <p:nvPr/>
        </p:nvSpPr>
        <p:spPr>
          <a:xfrm>
            <a:off x="2686050" y="2917300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EN LA GRACIA</a:t>
            </a:r>
            <a:endParaRPr lang="en-US" sz="9600" cap="all" dirty="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889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7D076-19A3-0CEB-56D6-933B8334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3108-243E-6AFC-BE98-F57C58A7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9</a:t>
            </a:r>
            <a:r>
              <a:rPr lang="es-419" sz="4800" dirty="0"/>
              <a:t> Por esta razón, también nosotros, desde el día que </a:t>
            </a:r>
            <a:r>
              <a:rPr lang="es-419" sz="4800" i="1" dirty="0"/>
              <a:t>lo</a:t>
            </a:r>
            <a:r>
              <a:rPr lang="es-419" sz="4800" dirty="0"/>
              <a:t> supimos, no hemos cesado de orar por ustedes,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1DE66-C444-A174-1310-3E439DF99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524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E2BD-F033-F297-3F6B-61B012C9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3395-166B-3431-FCCE-A2F6B576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dirty="0"/>
              <a:t>pidiendo que sean llenos del conocimiento de Su voluntad en toda sabiduría y comprensión espiritual,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C5AA4-8D6C-607F-918C-9E64861C1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89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D3CE-EB0D-07CD-1DA9-4B8167FE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6BB1-566F-3233-41A4-A9F213C4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10</a:t>
            </a:r>
            <a:r>
              <a:rPr lang="es-419" sz="4400" dirty="0"/>
              <a:t> para que anden como es digno del Señor, haciendo en todo, lo que </a:t>
            </a:r>
            <a:r>
              <a:rPr lang="es-419" sz="4400" i="1" dirty="0"/>
              <a:t>le</a:t>
            </a:r>
            <a:r>
              <a:rPr lang="es-419" sz="4400" dirty="0"/>
              <a:t> agrada, dando fruto en toda buena obra y creciendo en el conocimiento de Dios.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AD111-C74E-8E34-C275-122CC26F2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07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DDBD-8389-9374-B2C9-EF561DAE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C5B5-0AD2-461B-6BD0-831FF3D5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400" b="1" dirty="0"/>
              <a:t>11</a:t>
            </a:r>
            <a:r>
              <a:rPr lang="es-419" sz="4400" dirty="0"/>
              <a:t> Rogamos que ustedes sean fortalecidos con todo poder según la potencia de Su gloria, para obtener toda perseverancia y paciencia, con gozo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55974-3E92-4581-C057-6E88F259E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5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3517-A3F6-369A-EC50-DFC09039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1522-3F72-5539-ACCB-DC5936FF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 b="1" dirty="0"/>
              <a:t>12</a:t>
            </a:r>
            <a:r>
              <a:rPr lang="es-419" sz="4800" dirty="0"/>
              <a:t> dando gracias al Padre que nos ha capacitado para compartir la herencia de los santos en la Luz.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F94F1-B4AF-04AC-F3A9-779815DCC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Yeseva One"/>
              </a:rPr>
              <a:t>Colosenses 1:1-12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30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29AA65-96A6-4F08-84D2-837ABDEE403D}">
  <ds:schemaRefs>
    <ds:schemaRef ds:uri="a685921f-f366-4ea7-84c8-5471bad9b7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4265E9-2ABB-451B-BCDF-224E1F0035EC}">
  <ds:schemaRefs>
    <ds:schemaRef ds:uri="a685921f-f366-4ea7-84c8-5471bad9b7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</TotalTime>
  <Words>757</Words>
  <Application>Microsoft Office PowerPoint</Application>
  <PresentationFormat>Widescreen</PresentationFormat>
  <Paragraphs>81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Autography</vt:lpstr>
      <vt:lpstr>Book Antiqua</vt:lpstr>
      <vt:lpstr>Calibri</vt:lpstr>
      <vt:lpstr>Montserrat</vt:lpstr>
      <vt:lpstr>Montserrat SemiBold</vt:lpstr>
      <vt:lpstr>Oswald</vt:lpstr>
      <vt:lpstr>Yeseva One</vt:lpstr>
      <vt:lpstr>Tema de Office</vt:lpstr>
      <vt:lpstr>Pablo , apóstol de Jesucristo por la voluntad de Dios, y el hermano Timoteo,</vt:lpstr>
      <vt:lpstr>2 a los santos y fieles hermanos en Cristo que están en Colosas: Gracia a ustedes y paz de parte de Dios nuestro Padre.</vt:lpstr>
      <vt:lpstr>3 Damos gracias a Dios, el Padre de nuestro Señor Jesucristo, orando siempre por ustedes,</vt:lpstr>
      <vt:lpstr>4 pues hemos oído de su fe en Cristo Jesús y del amor que tienen por todos los santos,</vt:lpstr>
      <vt:lpstr>5 a causa de la esperanza reservada para ustedes en los cielos. </vt:lpstr>
      <vt:lpstr>De esta esperanza ustedes oyeron antes en la palabra de verdad, el evangelio 6 que ha llegado hasta ustedes. </vt:lpstr>
      <vt:lpstr>Así como en todo el mundo está dando fruto constantemente y creciendo, así lo ha estado haciendo también en ustedes,</vt:lpstr>
      <vt:lpstr>desde el día que oyeron y comprendieron la gracia de Dios en verdad.</vt:lpstr>
      <vt:lpstr>7 Así ustedes lo aprendieron de Epafras, nuestro amado consiervo, quien es fiel servidor de Cristo de parte nuestra,</vt:lpstr>
      <vt:lpstr>8 el cual también nos informó acerca del amor de ustedes en el Espíritu.</vt:lpstr>
      <vt:lpstr>9 Por esta razón, también nosotros, desde el día que lo supimos, no hemos cesado de orar por ustedes,</vt:lpstr>
      <vt:lpstr>pidiendo que sean llenos del conocimiento de Su voluntad en toda sabiduría y comprensión espiritual,</vt:lpstr>
      <vt:lpstr>10 para que anden como es digno del Señor, haciendo en todo, lo que le agrada, dando fruto en toda buena obra y creciendo en el conocimiento de Dios.</vt:lpstr>
      <vt:lpstr>11 Rogamos que ustedes sean fortalecidos con todo poder según la potencia de Su gloria, para obtener toda perseverancia y paciencia, con gozo</vt:lpstr>
      <vt:lpstr>12 dando gracias al Padre que nos ha capacitado para compartir la herencia de los santos en la Luz.</vt:lpstr>
      <vt:lpstr>UNA IGLESIA ARRAIGADA EN</vt:lpstr>
      <vt:lpstr>PowerPoint Presentation</vt:lpstr>
      <vt:lpstr>Resumen:</vt:lpstr>
      <vt:lpstr>PowerPoint Presentation</vt:lpstr>
      <vt:lpstr>Pablo , apóstol de Jesucristo por la voluntad de Dios, y el hermano Timoteo,</vt:lpstr>
      <vt:lpstr>2 a los santos y fieles hermanos en Cristo que están en Colosas: Gracia a ustedes y paz de parte de Dios nuestro Padre.</vt:lpstr>
      <vt:lpstr>3 Damos gracias a Dios, el Padre de nuestro Señor Jesucristo, orando siempre por ustedes,</vt:lpstr>
      <vt:lpstr>4 pues hemos oído de su fe en Cristo Jesús y del amor que tienen por todos los santos,</vt:lpstr>
      <vt:lpstr>5 a causa de la esperanza reservada para ustedes en los cielos. </vt:lpstr>
      <vt:lpstr>PowerPoint Presentation</vt:lpstr>
      <vt:lpstr>De esta esperanza ustedes oyeron antes en la palabra de verdad, el evangelio 6 que ha llegado hasta ustedes. </vt:lpstr>
      <vt:lpstr>Así como en todo el mundo está dando fruto constantemente y creciendo, así lo ha estado haciendo también en ustedes,</vt:lpstr>
      <vt:lpstr>desde el día que oyeron y comprendieron la gracia de Dios en verdad.</vt:lpstr>
      <vt:lpstr>7 Así ustedes lo aprendieron de Epafras, nuestro amado consiervo, quien es fiel servidor de Cristo de parte nuestra,</vt:lpstr>
      <vt:lpstr>8 el cual también nos informó acerca del amor de ustedes en el Espíritu.</vt:lpstr>
      <vt:lpstr>PowerPoint Presentation</vt:lpstr>
      <vt:lpstr>9 Por esta razón, también nosotros, desde el día que lo supimos, no hemos cesado de orar por ustedes,</vt:lpstr>
      <vt:lpstr>pidiendo que sean llenos del conocimiento de Su voluntad en toda sabiduría y comprensión espiritual,</vt:lpstr>
      <vt:lpstr>10 para que anden como es digno del Señor, haciendo en todo, lo que le agrada, dando fruto en toda buena obra y creciendo en el conocimiento de Dios.</vt:lpstr>
      <vt:lpstr>11 Rogamos que ustedes sean fortalecidos con todo poder según la potencia de Su gloria, para obtener toda perseverancia y paciencia, con gozo</vt:lpstr>
      <vt:lpstr>12 dando gracias al Padre que nos ha capacitado para compartir la herencia de los santos en la Luz.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 Valerio</cp:lastModifiedBy>
  <cp:revision>2</cp:revision>
  <dcterms:created xsi:type="dcterms:W3CDTF">2023-08-19T04:14:33Z</dcterms:created>
  <dcterms:modified xsi:type="dcterms:W3CDTF">2025-11-16T14:16:47Z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