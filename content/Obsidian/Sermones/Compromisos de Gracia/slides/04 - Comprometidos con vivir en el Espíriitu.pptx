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5"/>
  </p:notesMasterIdLst>
  <p:sldIdLst>
    <p:sldId id="452" r:id="rId5"/>
    <p:sldId id="493" r:id="rId6"/>
    <p:sldId id="518" r:id="rId7"/>
    <p:sldId id="519" r:id="rId8"/>
    <p:sldId id="456" r:id="rId9"/>
    <p:sldId id="520" r:id="rId10"/>
    <p:sldId id="521" r:id="rId11"/>
    <p:sldId id="491" r:id="rId12"/>
    <p:sldId id="488" r:id="rId13"/>
    <p:sldId id="460" r:id="rId14"/>
    <p:sldId id="464" r:id="rId15"/>
    <p:sldId id="522" r:id="rId16"/>
    <p:sldId id="523" r:id="rId17"/>
    <p:sldId id="524" r:id="rId18"/>
    <p:sldId id="525" r:id="rId19"/>
    <p:sldId id="526" r:id="rId20"/>
    <p:sldId id="530" r:id="rId21"/>
    <p:sldId id="531" r:id="rId22"/>
    <p:sldId id="527" r:id="rId23"/>
    <p:sldId id="528" r:id="rId24"/>
    <p:sldId id="529" r:id="rId25"/>
    <p:sldId id="532" r:id="rId26"/>
    <p:sldId id="533" r:id="rId27"/>
    <p:sldId id="538" r:id="rId28"/>
    <p:sldId id="534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35" r:id="rId38"/>
    <p:sldId id="558" r:id="rId39"/>
    <p:sldId id="559" r:id="rId40"/>
    <p:sldId id="536" r:id="rId41"/>
    <p:sldId id="537" r:id="rId42"/>
    <p:sldId id="560" r:id="rId43"/>
    <p:sldId id="561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3316EF-5C79-45B1-8BCF-C08055D411E9}">
          <p14:sldIdLst>
            <p14:sldId id="452"/>
            <p14:sldId id="493"/>
            <p14:sldId id="518"/>
            <p14:sldId id="519"/>
            <p14:sldId id="456"/>
            <p14:sldId id="520"/>
            <p14:sldId id="521"/>
            <p14:sldId id="491"/>
            <p14:sldId id="488"/>
            <p14:sldId id="460"/>
            <p14:sldId id="464"/>
            <p14:sldId id="522"/>
            <p14:sldId id="523"/>
            <p14:sldId id="524"/>
            <p14:sldId id="525"/>
            <p14:sldId id="526"/>
            <p14:sldId id="530"/>
            <p14:sldId id="531"/>
            <p14:sldId id="527"/>
            <p14:sldId id="528"/>
            <p14:sldId id="529"/>
            <p14:sldId id="532"/>
            <p14:sldId id="533"/>
            <p14:sldId id="538"/>
            <p14:sldId id="534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35"/>
            <p14:sldId id="558"/>
            <p14:sldId id="559"/>
            <p14:sldId id="536"/>
            <p14:sldId id="537"/>
            <p14:sldId id="560"/>
            <p14:sldId id="5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B158"/>
    <a:srgbClr val="5A6D65"/>
    <a:srgbClr val="E8CC6D"/>
    <a:srgbClr val="C8B97C"/>
    <a:srgbClr val="BF9000"/>
    <a:srgbClr val="3B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85EEA-CBA5-489E-B442-231FCA4200AE}" v="122" dt="2025-11-09T03:15:01.807"/>
    <p1510:client id="{E34F6C6D-F75B-E478-A61D-337FDAB0D393}" v="2" dt="2025-11-09T16:16:37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Villegas Valerio" userId="8ada793c76dcd6b1" providerId="LiveId" clId="{4A397816-7599-4306-B372-594CD3347C23}"/>
    <pc:docChg chg="undo redo custSel addSld delSld modSld addSection delSection modSection">
      <pc:chgData name="Enrique Villegas Valerio" userId="8ada793c76dcd6b1" providerId="LiveId" clId="{4A397816-7599-4306-B372-594CD3347C23}" dt="2025-11-09T03:15:01.807" v="697"/>
      <pc:docMkLst>
        <pc:docMk/>
      </pc:docMkLst>
      <pc:sldChg chg="modSp mod">
        <pc:chgData name="Enrique Villegas Valerio" userId="8ada793c76dcd6b1" providerId="LiveId" clId="{4A397816-7599-4306-B372-594CD3347C23}" dt="2025-11-08T13:16:14.138" v="19" actId="404"/>
        <pc:sldMkLst>
          <pc:docMk/>
          <pc:sldMk cId="3017290678" sldId="452"/>
        </pc:sldMkLst>
        <pc:spChg chg="mod">
          <ac:chgData name="Enrique Villegas Valerio" userId="8ada793c76dcd6b1" providerId="LiveId" clId="{4A397816-7599-4306-B372-594CD3347C23}" dt="2025-11-08T13:16:14.138" v="19" actId="404"/>
          <ac:spMkLst>
            <pc:docMk/>
            <pc:sldMk cId="3017290678" sldId="452"/>
            <ac:spMk id="2" creationId="{4866D97E-593A-E920-0B87-89C0CBB63339}"/>
          </ac:spMkLst>
        </pc:spChg>
        <pc:spChg chg="mod">
          <ac:chgData name="Enrique Villegas Valerio" userId="8ada793c76dcd6b1" providerId="LiveId" clId="{4A397816-7599-4306-B372-594CD3347C23}" dt="2025-11-08T13:15:06.278" v="6"/>
          <ac:spMkLst>
            <pc:docMk/>
            <pc:sldMk cId="3017290678" sldId="452"/>
            <ac:spMk id="3" creationId="{14DCD8B3-EE8E-950B-08D9-511A40776906}"/>
          </ac:spMkLst>
        </pc:spChg>
      </pc:sldChg>
      <pc:sldChg chg="del">
        <pc:chgData name="Enrique Villegas Valerio" userId="8ada793c76dcd6b1" providerId="LiveId" clId="{4A397816-7599-4306-B372-594CD3347C23}" dt="2025-11-08T13:12:15.420" v="0" actId="47"/>
        <pc:sldMkLst>
          <pc:docMk/>
          <pc:sldMk cId="447381547" sldId="453"/>
        </pc:sldMkLst>
      </pc:sldChg>
      <pc:sldChg chg="del">
        <pc:chgData name="Enrique Villegas Valerio" userId="8ada793c76dcd6b1" providerId="LiveId" clId="{4A397816-7599-4306-B372-594CD3347C23}" dt="2025-11-08T13:12:15.420" v="0" actId="47"/>
        <pc:sldMkLst>
          <pc:docMk/>
          <pc:sldMk cId="337676253" sldId="454"/>
        </pc:sldMkLst>
      </pc:sldChg>
      <pc:sldChg chg="delSp modSp mod">
        <pc:chgData name="Enrique Villegas Valerio" userId="8ada793c76dcd6b1" providerId="LiveId" clId="{4A397816-7599-4306-B372-594CD3347C23}" dt="2025-11-08T13:16:56.936" v="26" actId="20577"/>
        <pc:sldMkLst>
          <pc:docMk/>
          <pc:sldMk cId="3318831662" sldId="456"/>
        </pc:sldMkLst>
        <pc:spChg chg="mod">
          <ac:chgData name="Enrique Villegas Valerio" userId="8ada793c76dcd6b1" providerId="LiveId" clId="{4A397816-7599-4306-B372-594CD3347C23}" dt="2025-11-08T13:16:56.936" v="26" actId="20577"/>
          <ac:spMkLst>
            <pc:docMk/>
            <pc:sldMk cId="3318831662" sldId="456"/>
            <ac:spMk id="2" creationId="{14C484D8-75B9-76C5-E191-D7F58AF73F56}"/>
          </ac:spMkLst>
        </pc:spChg>
        <pc:spChg chg="del">
          <ac:chgData name="Enrique Villegas Valerio" userId="8ada793c76dcd6b1" providerId="LiveId" clId="{4A397816-7599-4306-B372-594CD3347C23}" dt="2025-11-08T13:16:37.808" v="21" actId="478"/>
          <ac:spMkLst>
            <pc:docMk/>
            <pc:sldMk cId="3318831662" sldId="456"/>
            <ac:spMk id="4" creationId="{67C61FD9-508F-09CB-A0F7-0375E94A6692}"/>
          </ac:spMkLst>
        </pc:spChg>
        <pc:spChg chg="del">
          <ac:chgData name="Enrique Villegas Valerio" userId="8ada793c76dcd6b1" providerId="LiveId" clId="{4A397816-7599-4306-B372-594CD3347C23}" dt="2025-11-08T13:16:37.808" v="21" actId="478"/>
          <ac:spMkLst>
            <pc:docMk/>
            <pc:sldMk cId="3318831662" sldId="456"/>
            <ac:spMk id="5" creationId="{3ADB6C61-755C-18DA-0A21-17E0A0E94AAC}"/>
          </ac:spMkLst>
        </pc:spChg>
      </pc:sldChg>
      <pc:sldChg chg="del">
        <pc:chgData name="Enrique Villegas Valerio" userId="8ada793c76dcd6b1" providerId="LiveId" clId="{4A397816-7599-4306-B372-594CD3347C23}" dt="2025-11-08T13:17:48.868" v="36" actId="47"/>
        <pc:sldMkLst>
          <pc:docMk/>
          <pc:sldMk cId="646918972" sldId="457"/>
        </pc:sldMkLst>
      </pc:sldChg>
      <pc:sldChg chg="del">
        <pc:chgData name="Enrique Villegas Valerio" userId="8ada793c76dcd6b1" providerId="LiveId" clId="{4A397816-7599-4306-B372-594CD3347C23}" dt="2025-11-08T13:19:02.876" v="119" actId="47"/>
        <pc:sldMkLst>
          <pc:docMk/>
          <pc:sldMk cId="4129363227" sldId="458"/>
        </pc:sldMkLst>
      </pc:sldChg>
      <pc:sldChg chg="modSp mod">
        <pc:chgData name="Enrique Villegas Valerio" userId="8ada793c76dcd6b1" providerId="LiveId" clId="{4A397816-7599-4306-B372-594CD3347C23}" dt="2025-11-09T02:21:01.609" v="364" actId="948"/>
        <pc:sldMkLst>
          <pc:docMk/>
          <pc:sldMk cId="2047251998" sldId="460"/>
        </pc:sldMkLst>
        <pc:spChg chg="mod">
          <ac:chgData name="Enrique Villegas Valerio" userId="8ada793c76dcd6b1" providerId="LiveId" clId="{4A397816-7599-4306-B372-594CD3347C23}" dt="2025-11-09T02:21:01.609" v="364" actId="948"/>
          <ac:spMkLst>
            <pc:docMk/>
            <pc:sldMk cId="2047251998" sldId="460"/>
            <ac:spMk id="2" creationId="{14C484D8-75B9-76C5-E191-D7F58AF73F56}"/>
          </ac:spMkLst>
        </pc:spChg>
      </pc:sldChg>
      <pc:sldChg chg="modSp del mod">
        <pc:chgData name="Enrique Villegas Valerio" userId="8ada793c76dcd6b1" providerId="LiveId" clId="{4A397816-7599-4306-B372-594CD3347C23}" dt="2025-11-08T13:22:28.365" v="250" actId="47"/>
        <pc:sldMkLst>
          <pc:docMk/>
          <pc:sldMk cId="4035962874" sldId="461"/>
        </pc:sldMkLst>
        <pc:spChg chg="mod">
          <ac:chgData name="Enrique Villegas Valerio" userId="8ada793c76dcd6b1" providerId="LiveId" clId="{4A397816-7599-4306-B372-594CD3347C23}" dt="2025-11-08T13:21:19.099" v="227" actId="947"/>
          <ac:spMkLst>
            <pc:docMk/>
            <pc:sldMk cId="4035962874" sldId="461"/>
            <ac:spMk id="3" creationId="{CA07F423-46C6-CDD8-E4AD-233D53E2809D}"/>
          </ac:spMkLst>
        </pc:spChg>
        <pc:spChg chg="mod">
          <ac:chgData name="Enrique Villegas Valerio" userId="8ada793c76dcd6b1" providerId="LiveId" clId="{4A397816-7599-4306-B372-594CD3347C23}" dt="2025-11-08T13:20:55.114" v="223" actId="20577"/>
          <ac:spMkLst>
            <pc:docMk/>
            <pc:sldMk cId="4035962874" sldId="461"/>
            <ac:spMk id="4" creationId="{64DD97DD-43D3-F5D3-B4EE-BD7F9628B26B}"/>
          </ac:spMkLst>
        </pc:spChg>
      </pc:sldChg>
      <pc:sldChg chg="addSp delSp modSp mod chgLayout">
        <pc:chgData name="Enrique Villegas Valerio" userId="8ada793c76dcd6b1" providerId="LiveId" clId="{4A397816-7599-4306-B372-594CD3347C23}" dt="2025-11-08T13:25:33.274" v="271" actId="115"/>
        <pc:sldMkLst>
          <pc:docMk/>
          <pc:sldMk cId="1007012039" sldId="464"/>
        </pc:sldMkLst>
        <pc:spChg chg="del">
          <ac:chgData name="Enrique Villegas Valerio" userId="8ada793c76dcd6b1" providerId="LiveId" clId="{4A397816-7599-4306-B372-594CD3347C23}" dt="2025-11-08T13:21:32.138" v="229" actId="478"/>
          <ac:spMkLst>
            <pc:docMk/>
            <pc:sldMk cId="1007012039" sldId="464"/>
            <ac:spMk id="3" creationId="{96F1632B-DA9A-601A-4323-1CD27AD3ACF7}"/>
          </ac:spMkLst>
        </pc:spChg>
        <pc:spChg chg="del">
          <ac:chgData name="Enrique Villegas Valerio" userId="8ada793c76dcd6b1" providerId="LiveId" clId="{4A397816-7599-4306-B372-594CD3347C23}" dt="2025-11-08T13:21:41.130" v="233" actId="478"/>
          <ac:spMkLst>
            <pc:docMk/>
            <pc:sldMk cId="1007012039" sldId="464"/>
            <ac:spMk id="4" creationId="{1A76538F-617A-4127-5697-7BA4F1276768}"/>
          </ac:spMkLst>
        </pc:spChg>
        <pc:spChg chg="add del mod">
          <ac:chgData name="Enrique Villegas Valerio" userId="8ada793c76dcd6b1" providerId="LiveId" clId="{4A397816-7599-4306-B372-594CD3347C23}" dt="2025-11-08T13:21:35.115" v="230" actId="478"/>
          <ac:spMkLst>
            <pc:docMk/>
            <pc:sldMk cId="1007012039" sldId="464"/>
            <ac:spMk id="5" creationId="{3F081405-E258-BEBE-8CAB-CC5CA6D3B254}"/>
          </ac:spMkLst>
        </pc:spChg>
        <pc:spChg chg="add mod">
          <ac:chgData name="Enrique Villegas Valerio" userId="8ada793c76dcd6b1" providerId="LiveId" clId="{4A397816-7599-4306-B372-594CD3347C23}" dt="2025-11-08T13:21:39.191" v="232" actId="1076"/>
          <ac:spMkLst>
            <pc:docMk/>
            <pc:sldMk cId="1007012039" sldId="464"/>
            <ac:spMk id="6" creationId="{5ADF7DCF-C64E-5FD2-F24C-2AB39AF3A6BE}"/>
          </ac:spMkLst>
        </pc:spChg>
        <pc:spChg chg="add del mod">
          <ac:chgData name="Enrique Villegas Valerio" userId="8ada793c76dcd6b1" providerId="LiveId" clId="{4A397816-7599-4306-B372-594CD3347C23}" dt="2025-11-08T13:21:57.318" v="240" actId="478"/>
          <ac:spMkLst>
            <pc:docMk/>
            <pc:sldMk cId="1007012039" sldId="464"/>
            <ac:spMk id="7" creationId="{66229AB8-C8D2-8C8A-CD5C-EC9CB40E2D8F}"/>
          </ac:spMkLst>
        </pc:spChg>
        <pc:spChg chg="add del mod">
          <ac:chgData name="Enrique Villegas Valerio" userId="8ada793c76dcd6b1" providerId="LiveId" clId="{4A397816-7599-4306-B372-594CD3347C23}" dt="2025-11-08T13:21:57.145" v="239" actId="700"/>
          <ac:spMkLst>
            <pc:docMk/>
            <pc:sldMk cId="1007012039" sldId="464"/>
            <ac:spMk id="9" creationId="{D026EA7B-7171-2C07-341A-E2E4C5988C6C}"/>
          </ac:spMkLst>
        </pc:spChg>
        <pc:spChg chg="add del mod">
          <ac:chgData name="Enrique Villegas Valerio" userId="8ada793c76dcd6b1" providerId="LiveId" clId="{4A397816-7599-4306-B372-594CD3347C23}" dt="2025-11-08T13:21:59.256" v="241" actId="478"/>
          <ac:spMkLst>
            <pc:docMk/>
            <pc:sldMk cId="1007012039" sldId="464"/>
            <ac:spMk id="10" creationId="{C97BD2E0-20A1-8D34-F659-D2327CFBB728}"/>
          </ac:spMkLst>
        </pc:spChg>
        <pc:spChg chg="add del mod">
          <ac:chgData name="Enrique Villegas Valerio" userId="8ada793c76dcd6b1" providerId="LiveId" clId="{4A397816-7599-4306-B372-594CD3347C23}" dt="2025-11-08T13:21:59.256" v="241" actId="478"/>
          <ac:spMkLst>
            <pc:docMk/>
            <pc:sldMk cId="1007012039" sldId="464"/>
            <ac:spMk id="11" creationId="{F4B2C86E-1ABF-450A-2BB2-09B71DAEDFD4}"/>
          </ac:spMkLst>
        </pc:spChg>
        <pc:spChg chg="add mod">
          <ac:chgData name="Enrique Villegas Valerio" userId="8ada793c76dcd6b1" providerId="LiveId" clId="{4A397816-7599-4306-B372-594CD3347C23}" dt="2025-11-08T13:22:01.037" v="242"/>
          <ac:spMkLst>
            <pc:docMk/>
            <pc:sldMk cId="1007012039" sldId="464"/>
            <ac:spMk id="12" creationId="{D3DE802E-8758-C93C-6CE4-896692E1E209}"/>
          </ac:spMkLst>
        </pc:spChg>
        <pc:spChg chg="add mod">
          <ac:chgData name="Enrique Villegas Valerio" userId="8ada793c76dcd6b1" providerId="LiveId" clId="{4A397816-7599-4306-B372-594CD3347C23}" dt="2025-11-08T13:22:01.037" v="242"/>
          <ac:spMkLst>
            <pc:docMk/>
            <pc:sldMk cId="1007012039" sldId="464"/>
            <ac:spMk id="13" creationId="{A14C5290-BEF2-D802-9D6E-282AEB3DACE5}"/>
          </ac:spMkLst>
        </pc:spChg>
        <pc:spChg chg="add mod">
          <ac:chgData name="Enrique Villegas Valerio" userId="8ada793c76dcd6b1" providerId="LiveId" clId="{4A397816-7599-4306-B372-594CD3347C23}" dt="2025-11-08T13:25:33.274" v="271" actId="115"/>
          <ac:spMkLst>
            <pc:docMk/>
            <pc:sldMk cId="1007012039" sldId="464"/>
            <ac:spMk id="14" creationId="{BCB040E8-E3E4-7D99-67D4-2B38340EF9D6}"/>
          </ac:spMkLst>
        </pc:spChg>
        <pc:spChg chg="add mod">
          <ac:chgData name="Enrique Villegas Valerio" userId="8ada793c76dcd6b1" providerId="LiveId" clId="{4A397816-7599-4306-B372-594CD3347C23}" dt="2025-11-08T13:25:33.274" v="271" actId="115"/>
          <ac:spMkLst>
            <pc:docMk/>
            <pc:sldMk cId="1007012039" sldId="464"/>
            <ac:spMk id="15" creationId="{6282490D-90F1-4042-D4F1-8376FB353F20}"/>
          </ac:spMkLst>
        </pc:spChg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548252992" sldId="465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755486800" sldId="466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4246458130" sldId="467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261808536" sldId="468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590832841" sldId="469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130158082" sldId="470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715170" sldId="471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253110660" sldId="472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408289527" sldId="473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551474778" sldId="474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90103580" sldId="475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689277743" sldId="476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4095036398" sldId="477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767056564" sldId="478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651578640" sldId="479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749781760" sldId="480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976740371" sldId="481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375472387" sldId="482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226294838" sldId="485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980364280" sldId="487"/>
        </pc:sldMkLst>
      </pc:sldChg>
      <pc:sldChg chg="modSp mod">
        <pc:chgData name="Enrique Villegas Valerio" userId="8ada793c76dcd6b1" providerId="LiveId" clId="{4A397816-7599-4306-B372-594CD3347C23}" dt="2025-11-08T13:19:44.021" v="163" actId="1036"/>
        <pc:sldMkLst>
          <pc:docMk/>
          <pc:sldMk cId="3739341842" sldId="488"/>
        </pc:sldMkLst>
        <pc:spChg chg="mod">
          <ac:chgData name="Enrique Villegas Valerio" userId="8ada793c76dcd6b1" providerId="LiveId" clId="{4A397816-7599-4306-B372-594CD3347C23}" dt="2025-11-08T13:19:44.021" v="163" actId="1036"/>
          <ac:spMkLst>
            <pc:docMk/>
            <pc:sldMk cId="3739341842" sldId="488"/>
            <ac:spMk id="3" creationId="{F83FCBC4-22A5-47A6-4825-B2DAAEE92F0C}"/>
          </ac:spMkLst>
        </pc:spChg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956769720" sldId="490"/>
        </pc:sldMkLst>
      </pc:sldChg>
      <pc:sldChg chg="modSp mod">
        <pc:chgData name="Enrique Villegas Valerio" userId="8ada793c76dcd6b1" providerId="LiveId" clId="{4A397816-7599-4306-B372-594CD3347C23}" dt="2025-11-08T13:18:44.403" v="118" actId="1036"/>
        <pc:sldMkLst>
          <pc:docMk/>
          <pc:sldMk cId="563045181" sldId="491"/>
        </pc:sldMkLst>
        <pc:spChg chg="mod">
          <ac:chgData name="Enrique Villegas Valerio" userId="8ada793c76dcd6b1" providerId="LiveId" clId="{4A397816-7599-4306-B372-594CD3347C23}" dt="2025-11-08T13:18:36.052" v="109" actId="947"/>
          <ac:spMkLst>
            <pc:docMk/>
            <pc:sldMk cId="563045181" sldId="491"/>
            <ac:spMk id="2" creationId="{F96D3AE0-1704-F1DD-B5A2-08F482938263}"/>
          </ac:spMkLst>
        </pc:spChg>
        <pc:spChg chg="mod">
          <ac:chgData name="Enrique Villegas Valerio" userId="8ada793c76dcd6b1" providerId="LiveId" clId="{4A397816-7599-4306-B372-594CD3347C23}" dt="2025-11-08T13:18:44.403" v="118" actId="1036"/>
          <ac:spMkLst>
            <pc:docMk/>
            <pc:sldMk cId="563045181" sldId="491"/>
            <ac:spMk id="4" creationId="{D90AFE6C-C2CC-F0E4-B8F0-88B7CEF5B932}"/>
          </ac:spMkLst>
        </pc:spChg>
      </pc:sldChg>
      <pc:sldChg chg="del">
        <pc:chgData name="Enrique Villegas Valerio" userId="8ada793c76dcd6b1" providerId="LiveId" clId="{4A397816-7599-4306-B372-594CD3347C23}" dt="2025-11-08T13:12:15.420" v="0" actId="47"/>
        <pc:sldMkLst>
          <pc:docMk/>
          <pc:sldMk cId="3374114350" sldId="492"/>
        </pc:sldMkLst>
      </pc:sldChg>
      <pc:sldChg chg="modSp mod">
        <pc:chgData name="Enrique Villegas Valerio" userId="8ada793c76dcd6b1" providerId="LiveId" clId="{4A397816-7599-4306-B372-594CD3347C23}" dt="2025-11-08T13:16:00.787" v="18" actId="404"/>
        <pc:sldMkLst>
          <pc:docMk/>
          <pc:sldMk cId="3003770968" sldId="493"/>
        </pc:sldMkLst>
        <pc:spChg chg="mod">
          <ac:chgData name="Enrique Villegas Valerio" userId="8ada793c76dcd6b1" providerId="LiveId" clId="{4A397816-7599-4306-B372-594CD3347C23}" dt="2025-11-08T13:16:00.787" v="18" actId="404"/>
          <ac:spMkLst>
            <pc:docMk/>
            <pc:sldMk cId="3003770968" sldId="493"/>
            <ac:spMk id="2" creationId="{70B89CB2-02B6-C020-3D2F-2E354EA082A9}"/>
          </ac:spMkLst>
        </pc:spChg>
        <pc:spChg chg="mod">
          <ac:chgData name="Enrique Villegas Valerio" userId="8ada793c76dcd6b1" providerId="LiveId" clId="{4A397816-7599-4306-B372-594CD3347C23}" dt="2025-11-08T13:15:18.021" v="8"/>
          <ac:spMkLst>
            <pc:docMk/>
            <pc:sldMk cId="3003770968" sldId="493"/>
            <ac:spMk id="3" creationId="{DCD2D52E-19E7-918E-7736-476553B1DDF7}"/>
          </ac:spMkLst>
        </pc:spChg>
      </pc:sldChg>
      <pc:sldChg chg="del">
        <pc:chgData name="Enrique Villegas Valerio" userId="8ada793c76dcd6b1" providerId="LiveId" clId="{4A397816-7599-4306-B372-594CD3347C23}" dt="2025-11-08T13:12:15.420" v="0" actId="47"/>
        <pc:sldMkLst>
          <pc:docMk/>
          <pc:sldMk cId="3420111370" sldId="494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332438934" sldId="495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760047602" sldId="496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573987499" sldId="497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4103244159" sldId="498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051425397" sldId="499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584892192" sldId="500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785982313" sldId="501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126364287" sldId="502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48941254" sldId="503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31587997" sldId="504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742467407" sldId="505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796581343" sldId="506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265998796" sldId="507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435126577" sldId="508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415343777" sldId="509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504748761" sldId="510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2392537174" sldId="511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3077000392" sldId="512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4234382421" sldId="513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649604674" sldId="514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644528934" sldId="515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135571523" sldId="516"/>
        </pc:sldMkLst>
      </pc:sldChg>
      <pc:sldChg chg="del">
        <pc:chgData name="Enrique Villegas Valerio" userId="8ada793c76dcd6b1" providerId="LiveId" clId="{4A397816-7599-4306-B372-594CD3347C23}" dt="2025-11-09T02:23:07.008" v="366" actId="47"/>
        <pc:sldMkLst>
          <pc:docMk/>
          <pc:sldMk cId="4073683726" sldId="517"/>
        </pc:sldMkLst>
      </pc:sldChg>
      <pc:sldChg chg="modSp add mod">
        <pc:chgData name="Enrique Villegas Valerio" userId="8ada793c76dcd6b1" providerId="LiveId" clId="{4A397816-7599-4306-B372-594CD3347C23}" dt="2025-11-08T13:15:48.491" v="15" actId="20577"/>
        <pc:sldMkLst>
          <pc:docMk/>
          <pc:sldMk cId="365158455" sldId="518"/>
        </pc:sldMkLst>
        <pc:spChg chg="mod">
          <ac:chgData name="Enrique Villegas Valerio" userId="8ada793c76dcd6b1" providerId="LiveId" clId="{4A397816-7599-4306-B372-594CD3347C23}" dt="2025-11-08T13:15:48.491" v="15" actId="20577"/>
          <ac:spMkLst>
            <pc:docMk/>
            <pc:sldMk cId="365158455" sldId="518"/>
            <ac:spMk id="2" creationId="{028C8A8C-ECB7-EB21-7577-AF0A5591F005}"/>
          </ac:spMkLst>
        </pc:spChg>
      </pc:sldChg>
      <pc:sldChg chg="modSp add">
        <pc:chgData name="Enrique Villegas Valerio" userId="8ada793c76dcd6b1" providerId="LiveId" clId="{4A397816-7599-4306-B372-594CD3347C23}" dt="2025-11-08T13:15:52.440" v="16"/>
        <pc:sldMkLst>
          <pc:docMk/>
          <pc:sldMk cId="1031181851" sldId="519"/>
        </pc:sldMkLst>
        <pc:spChg chg="mod">
          <ac:chgData name="Enrique Villegas Valerio" userId="8ada793c76dcd6b1" providerId="LiveId" clId="{4A397816-7599-4306-B372-594CD3347C23}" dt="2025-11-08T13:15:52.440" v="16"/>
          <ac:spMkLst>
            <pc:docMk/>
            <pc:sldMk cId="1031181851" sldId="519"/>
            <ac:spMk id="2" creationId="{8FDA2FF8-997D-0A70-4C9A-5407B8B772D2}"/>
          </ac:spMkLst>
        </pc:spChg>
      </pc:sldChg>
      <pc:sldChg chg="modSp add mod">
        <pc:chgData name="Enrique Villegas Valerio" userId="8ada793c76dcd6b1" providerId="LiveId" clId="{4A397816-7599-4306-B372-594CD3347C23}" dt="2025-11-08T13:17:25.996" v="33" actId="14100"/>
        <pc:sldMkLst>
          <pc:docMk/>
          <pc:sldMk cId="1766752991" sldId="520"/>
        </pc:sldMkLst>
        <pc:spChg chg="mod">
          <ac:chgData name="Enrique Villegas Valerio" userId="8ada793c76dcd6b1" providerId="LiveId" clId="{4A397816-7599-4306-B372-594CD3347C23}" dt="2025-11-08T13:17:25.996" v="33" actId="14100"/>
          <ac:spMkLst>
            <pc:docMk/>
            <pc:sldMk cId="1766752991" sldId="520"/>
            <ac:spMk id="2" creationId="{0A5C28DE-EB62-A226-BF85-B4DBAD828109}"/>
          </ac:spMkLst>
        </pc:spChg>
      </pc:sldChg>
      <pc:sldChg chg="modSp add mod">
        <pc:chgData name="Enrique Villegas Valerio" userId="8ada793c76dcd6b1" providerId="LiveId" clId="{4A397816-7599-4306-B372-594CD3347C23}" dt="2025-11-09T02:18:01.406" v="303" actId="403"/>
        <pc:sldMkLst>
          <pc:docMk/>
          <pc:sldMk cId="2257885974" sldId="521"/>
        </pc:sldMkLst>
        <pc:spChg chg="mod">
          <ac:chgData name="Enrique Villegas Valerio" userId="8ada793c76dcd6b1" providerId="LiveId" clId="{4A397816-7599-4306-B372-594CD3347C23}" dt="2025-11-09T02:18:01.406" v="303" actId="403"/>
          <ac:spMkLst>
            <pc:docMk/>
            <pc:sldMk cId="2257885974" sldId="521"/>
            <ac:spMk id="2" creationId="{A1197B33-78E7-B4BF-6C7D-87B500FE0052}"/>
          </ac:spMkLst>
        </pc:spChg>
      </pc:sldChg>
      <pc:sldChg chg="modSp add">
        <pc:chgData name="Enrique Villegas Valerio" userId="8ada793c76dcd6b1" providerId="LiveId" clId="{4A397816-7599-4306-B372-594CD3347C23}" dt="2025-11-09T02:23:42.210" v="377"/>
        <pc:sldMkLst>
          <pc:docMk/>
          <pc:sldMk cId="447634691" sldId="522"/>
        </pc:sldMkLst>
        <pc:spChg chg="mod">
          <ac:chgData name="Enrique Villegas Valerio" userId="8ada793c76dcd6b1" providerId="LiveId" clId="{4A397816-7599-4306-B372-594CD3347C23}" dt="2025-11-09T02:23:42.210" v="377"/>
          <ac:spMkLst>
            <pc:docMk/>
            <pc:sldMk cId="447634691" sldId="522"/>
            <ac:spMk id="3" creationId="{084D2551-08A1-DAE8-4464-76F11027086F}"/>
          </ac:spMkLst>
        </pc:spChg>
        <pc:spChg chg="mod">
          <ac:chgData name="Enrique Villegas Valerio" userId="8ada793c76dcd6b1" providerId="LiveId" clId="{4A397816-7599-4306-B372-594CD3347C23}" dt="2025-11-09T02:22:55.602" v="365"/>
          <ac:spMkLst>
            <pc:docMk/>
            <pc:sldMk cId="447634691" sldId="522"/>
            <ac:spMk id="4" creationId="{78C7F3B7-2522-1DFD-4328-76AFF02909B6}"/>
          </ac:spMkLst>
        </pc:spChg>
      </pc:sldChg>
      <pc:sldChg chg="modSp add mod">
        <pc:chgData name="Enrique Villegas Valerio" userId="8ada793c76dcd6b1" providerId="LiveId" clId="{4A397816-7599-4306-B372-594CD3347C23}" dt="2025-11-09T02:23:38.741" v="376" actId="27636"/>
        <pc:sldMkLst>
          <pc:docMk/>
          <pc:sldMk cId="3632878575" sldId="523"/>
        </pc:sldMkLst>
        <pc:spChg chg="mod">
          <ac:chgData name="Enrique Villegas Valerio" userId="8ada793c76dcd6b1" providerId="LiveId" clId="{4A397816-7599-4306-B372-594CD3347C23}" dt="2025-11-09T02:23:38.741" v="376" actId="27636"/>
          <ac:spMkLst>
            <pc:docMk/>
            <pc:sldMk cId="3632878575" sldId="523"/>
            <ac:spMk id="3" creationId="{03EF4BFB-07D2-B77E-8438-4215A5840DEE}"/>
          </ac:spMkLst>
        </pc:spChg>
      </pc:sldChg>
      <pc:sldChg chg="modSp add mod">
        <pc:chgData name="Enrique Villegas Valerio" userId="8ada793c76dcd6b1" providerId="LiveId" clId="{4A397816-7599-4306-B372-594CD3347C23}" dt="2025-11-09T02:23:27.586" v="372" actId="27636"/>
        <pc:sldMkLst>
          <pc:docMk/>
          <pc:sldMk cId="3652607283" sldId="524"/>
        </pc:sldMkLst>
        <pc:spChg chg="mod">
          <ac:chgData name="Enrique Villegas Valerio" userId="8ada793c76dcd6b1" providerId="LiveId" clId="{4A397816-7599-4306-B372-594CD3347C23}" dt="2025-11-09T02:23:27.586" v="372" actId="27636"/>
          <ac:spMkLst>
            <pc:docMk/>
            <pc:sldMk cId="3652607283" sldId="524"/>
            <ac:spMk id="3" creationId="{9C33F622-BE81-1183-C197-1617E75CBD24}"/>
          </ac:spMkLst>
        </pc:spChg>
      </pc:sldChg>
      <pc:sldChg chg="modSp add mod">
        <pc:chgData name="Enrique Villegas Valerio" userId="8ada793c76dcd6b1" providerId="LiveId" clId="{4A397816-7599-4306-B372-594CD3347C23}" dt="2025-11-09T02:24:14.980" v="388"/>
        <pc:sldMkLst>
          <pc:docMk/>
          <pc:sldMk cId="712454933" sldId="525"/>
        </pc:sldMkLst>
        <pc:spChg chg="mod">
          <ac:chgData name="Enrique Villegas Valerio" userId="8ada793c76dcd6b1" providerId="LiveId" clId="{4A397816-7599-4306-B372-594CD3347C23}" dt="2025-11-09T02:24:11.549" v="386" actId="6549"/>
          <ac:spMkLst>
            <pc:docMk/>
            <pc:sldMk cId="712454933" sldId="525"/>
            <ac:spMk id="3" creationId="{4033DFDB-A0C0-6B66-6B9E-D70ED9023E32}"/>
          </ac:spMkLst>
        </pc:spChg>
        <pc:spChg chg="mod">
          <ac:chgData name="Enrique Villegas Valerio" userId="8ada793c76dcd6b1" providerId="LiveId" clId="{4A397816-7599-4306-B372-594CD3347C23}" dt="2025-11-09T02:24:14.980" v="388"/>
          <ac:spMkLst>
            <pc:docMk/>
            <pc:sldMk cId="712454933" sldId="525"/>
            <ac:spMk id="4" creationId="{46FF4B66-CE74-5F8F-1921-6982061F07C0}"/>
          </ac:spMkLst>
        </pc:spChg>
      </pc:sldChg>
      <pc:sldChg chg="modSp add mod">
        <pc:chgData name="Enrique Villegas Valerio" userId="8ada793c76dcd6b1" providerId="LiveId" clId="{4A397816-7599-4306-B372-594CD3347C23}" dt="2025-11-09T02:25:26.825" v="399" actId="20577"/>
        <pc:sldMkLst>
          <pc:docMk/>
          <pc:sldMk cId="977522713" sldId="526"/>
        </pc:sldMkLst>
        <pc:spChg chg="mod">
          <ac:chgData name="Enrique Villegas Valerio" userId="8ada793c76dcd6b1" providerId="LiveId" clId="{4A397816-7599-4306-B372-594CD3347C23}" dt="2025-11-09T02:25:26.825" v="399" actId="20577"/>
          <ac:spMkLst>
            <pc:docMk/>
            <pc:sldMk cId="977522713" sldId="526"/>
            <ac:spMk id="3" creationId="{9C56F1D7-63DC-A1C4-753F-235F8695BF79}"/>
          </ac:spMkLst>
        </pc:spChg>
        <pc:spChg chg="mod">
          <ac:chgData name="Enrique Villegas Valerio" userId="8ada793c76dcd6b1" providerId="LiveId" clId="{4A397816-7599-4306-B372-594CD3347C23}" dt="2025-11-09T02:24:46.266" v="389"/>
          <ac:spMkLst>
            <pc:docMk/>
            <pc:sldMk cId="977522713" sldId="526"/>
            <ac:spMk id="4" creationId="{2C097C3E-ED5C-55FA-DFE7-64816C0AD35E}"/>
          </ac:spMkLst>
        </pc:spChg>
      </pc:sldChg>
      <pc:sldChg chg="modSp add mod">
        <pc:chgData name="Enrique Villegas Valerio" userId="8ada793c76dcd6b1" providerId="LiveId" clId="{4A397816-7599-4306-B372-594CD3347C23}" dt="2025-11-09T02:26:40.064" v="440" actId="20577"/>
        <pc:sldMkLst>
          <pc:docMk/>
          <pc:sldMk cId="4013585248" sldId="527"/>
        </pc:sldMkLst>
        <pc:spChg chg="mod">
          <ac:chgData name="Enrique Villegas Valerio" userId="8ada793c76dcd6b1" providerId="LiveId" clId="{4A397816-7599-4306-B372-594CD3347C23}" dt="2025-11-09T02:26:26.005" v="419" actId="6549"/>
          <ac:spMkLst>
            <pc:docMk/>
            <pc:sldMk cId="4013585248" sldId="527"/>
            <ac:spMk id="3" creationId="{90BAE414-7692-3654-C5BB-61FAA1CDAF84}"/>
          </ac:spMkLst>
        </pc:spChg>
        <pc:spChg chg="mod">
          <ac:chgData name="Enrique Villegas Valerio" userId="8ada793c76dcd6b1" providerId="LiveId" clId="{4A397816-7599-4306-B372-594CD3347C23}" dt="2025-11-09T02:26:40.064" v="440" actId="20577"/>
          <ac:spMkLst>
            <pc:docMk/>
            <pc:sldMk cId="4013585248" sldId="527"/>
            <ac:spMk id="4" creationId="{84AAFB47-1A9E-0F32-85FB-E72CAFEBBFB5}"/>
          </ac:spMkLst>
        </pc:spChg>
      </pc:sldChg>
      <pc:sldChg chg="modSp add mod">
        <pc:chgData name="Enrique Villegas Valerio" userId="8ada793c76dcd6b1" providerId="LiveId" clId="{4A397816-7599-4306-B372-594CD3347C23}" dt="2025-11-09T02:28:44.636" v="459" actId="20577"/>
        <pc:sldMkLst>
          <pc:docMk/>
          <pc:sldMk cId="1230127447" sldId="528"/>
        </pc:sldMkLst>
        <pc:spChg chg="mod">
          <ac:chgData name="Enrique Villegas Valerio" userId="8ada793c76dcd6b1" providerId="LiveId" clId="{4A397816-7599-4306-B372-594CD3347C23}" dt="2025-11-09T02:28:30.790" v="450" actId="6549"/>
          <ac:spMkLst>
            <pc:docMk/>
            <pc:sldMk cId="1230127447" sldId="528"/>
            <ac:spMk id="3" creationId="{00F8084D-DEA0-F8B5-394F-8AB8E0F84465}"/>
          </ac:spMkLst>
        </pc:spChg>
        <pc:spChg chg="mod">
          <ac:chgData name="Enrique Villegas Valerio" userId="8ada793c76dcd6b1" providerId="LiveId" clId="{4A397816-7599-4306-B372-594CD3347C23}" dt="2025-11-09T02:28:44.636" v="459" actId="20577"/>
          <ac:spMkLst>
            <pc:docMk/>
            <pc:sldMk cId="1230127447" sldId="528"/>
            <ac:spMk id="4" creationId="{43119310-1EE8-AB8D-E432-6A06A6804034}"/>
          </ac:spMkLst>
        </pc:spChg>
      </pc:sldChg>
      <pc:sldChg chg="addSp delSp modSp add mod">
        <pc:chgData name="Enrique Villegas Valerio" userId="8ada793c76dcd6b1" providerId="LiveId" clId="{4A397816-7599-4306-B372-594CD3347C23}" dt="2025-11-09T02:29:40.850" v="476" actId="404"/>
        <pc:sldMkLst>
          <pc:docMk/>
          <pc:sldMk cId="2431946498" sldId="529"/>
        </pc:sldMkLst>
        <pc:spChg chg="add del">
          <ac:chgData name="Enrique Villegas Valerio" userId="8ada793c76dcd6b1" providerId="LiveId" clId="{4A397816-7599-4306-B372-594CD3347C23}" dt="2025-11-09T02:29:35.955" v="472" actId="11529"/>
          <ac:spMkLst>
            <pc:docMk/>
            <pc:sldMk cId="2431946498" sldId="529"/>
            <ac:spMk id="2" creationId="{880D45AC-174C-E5E1-DABD-4890C7F0B1A4}"/>
          </ac:spMkLst>
        </pc:spChg>
        <pc:spChg chg="mod">
          <ac:chgData name="Enrique Villegas Valerio" userId="8ada793c76dcd6b1" providerId="LiveId" clId="{4A397816-7599-4306-B372-594CD3347C23}" dt="2025-11-09T02:29:40.850" v="476" actId="404"/>
          <ac:spMkLst>
            <pc:docMk/>
            <pc:sldMk cId="2431946498" sldId="529"/>
            <ac:spMk id="3" creationId="{C98F020F-0A35-3992-B332-17AA55103E57}"/>
          </ac:spMkLst>
        </pc:spChg>
        <pc:spChg chg="mod">
          <ac:chgData name="Enrique Villegas Valerio" userId="8ada793c76dcd6b1" providerId="LiveId" clId="{4A397816-7599-4306-B372-594CD3347C23}" dt="2025-11-09T02:29:08.793" v="460"/>
          <ac:spMkLst>
            <pc:docMk/>
            <pc:sldMk cId="2431946498" sldId="529"/>
            <ac:spMk id="4" creationId="{74BC8B56-0CD5-3CF6-A291-92EC672E078D}"/>
          </ac:spMkLst>
        </pc:spChg>
      </pc:sldChg>
      <pc:sldChg chg="modSp add mod">
        <pc:chgData name="Enrique Villegas Valerio" userId="8ada793c76dcd6b1" providerId="LiveId" clId="{4A397816-7599-4306-B372-594CD3347C23}" dt="2025-11-09T02:25:42.803" v="405" actId="404"/>
        <pc:sldMkLst>
          <pc:docMk/>
          <pc:sldMk cId="3766278078" sldId="530"/>
        </pc:sldMkLst>
        <pc:spChg chg="mod">
          <ac:chgData name="Enrique Villegas Valerio" userId="8ada793c76dcd6b1" providerId="LiveId" clId="{4A397816-7599-4306-B372-594CD3347C23}" dt="2025-11-09T02:25:42.803" v="405" actId="404"/>
          <ac:spMkLst>
            <pc:docMk/>
            <pc:sldMk cId="3766278078" sldId="530"/>
            <ac:spMk id="3" creationId="{1B818C62-FBB2-D3B1-E586-A5BC646ED49D}"/>
          </ac:spMkLst>
        </pc:spChg>
      </pc:sldChg>
      <pc:sldChg chg="modSp add mod">
        <pc:chgData name="Enrique Villegas Valerio" userId="8ada793c76dcd6b1" providerId="LiveId" clId="{4A397816-7599-4306-B372-594CD3347C23}" dt="2025-11-09T02:25:54.857" v="411" actId="404"/>
        <pc:sldMkLst>
          <pc:docMk/>
          <pc:sldMk cId="2466459363" sldId="531"/>
        </pc:sldMkLst>
        <pc:spChg chg="mod">
          <ac:chgData name="Enrique Villegas Valerio" userId="8ada793c76dcd6b1" providerId="LiveId" clId="{4A397816-7599-4306-B372-594CD3347C23}" dt="2025-11-09T02:25:54.857" v="411" actId="404"/>
          <ac:spMkLst>
            <pc:docMk/>
            <pc:sldMk cId="2466459363" sldId="531"/>
            <ac:spMk id="3" creationId="{600B8035-E219-E173-70A9-69BBBE0C64CE}"/>
          </ac:spMkLst>
        </pc:spChg>
      </pc:sldChg>
      <pc:sldChg chg="modSp add mod">
        <pc:chgData name="Enrique Villegas Valerio" userId="8ada793c76dcd6b1" providerId="LiveId" clId="{4A397816-7599-4306-B372-594CD3347C23}" dt="2025-11-09T02:29:43.617" v="478" actId="27636"/>
        <pc:sldMkLst>
          <pc:docMk/>
          <pc:sldMk cId="3554762499" sldId="532"/>
        </pc:sldMkLst>
        <pc:spChg chg="mod">
          <ac:chgData name="Enrique Villegas Valerio" userId="8ada793c76dcd6b1" providerId="LiveId" clId="{4A397816-7599-4306-B372-594CD3347C23}" dt="2025-11-09T02:29:43.617" v="478" actId="27636"/>
          <ac:spMkLst>
            <pc:docMk/>
            <pc:sldMk cId="3554762499" sldId="532"/>
            <ac:spMk id="3" creationId="{B7838D85-5AD2-C9ED-BDC5-AAB2B404E0A9}"/>
          </ac:spMkLst>
        </pc:spChg>
      </pc:sldChg>
      <pc:sldChg chg="modSp add mod">
        <pc:chgData name="Enrique Villegas Valerio" userId="8ada793c76dcd6b1" providerId="LiveId" clId="{4A397816-7599-4306-B372-594CD3347C23}" dt="2025-11-09T02:30:07.871" v="492"/>
        <pc:sldMkLst>
          <pc:docMk/>
          <pc:sldMk cId="38515269" sldId="533"/>
        </pc:sldMkLst>
        <pc:spChg chg="mod">
          <ac:chgData name="Enrique Villegas Valerio" userId="8ada793c76dcd6b1" providerId="LiveId" clId="{4A397816-7599-4306-B372-594CD3347C23}" dt="2025-11-09T02:30:06.024" v="491" actId="404"/>
          <ac:spMkLst>
            <pc:docMk/>
            <pc:sldMk cId="38515269" sldId="533"/>
            <ac:spMk id="3" creationId="{DE1C4062-E37A-D9AB-EF6A-0B770DBFA391}"/>
          </ac:spMkLst>
        </pc:spChg>
        <pc:spChg chg="mod">
          <ac:chgData name="Enrique Villegas Valerio" userId="8ada793c76dcd6b1" providerId="LiveId" clId="{4A397816-7599-4306-B372-594CD3347C23}" dt="2025-11-09T02:30:07.871" v="492"/>
          <ac:spMkLst>
            <pc:docMk/>
            <pc:sldMk cId="38515269" sldId="533"/>
            <ac:spMk id="4" creationId="{B8B0CB4E-BFE9-4C99-238A-0C76AF748757}"/>
          </ac:spMkLst>
        </pc:spChg>
      </pc:sldChg>
      <pc:sldChg chg="modSp add mod">
        <pc:chgData name="Enrique Villegas Valerio" userId="8ada793c76dcd6b1" providerId="LiveId" clId="{4A397816-7599-4306-B372-594CD3347C23}" dt="2025-11-09T03:08:58.911" v="532" actId="20577"/>
        <pc:sldMkLst>
          <pc:docMk/>
          <pc:sldMk cId="375360360" sldId="534"/>
        </pc:sldMkLst>
        <pc:spChg chg="mod">
          <ac:chgData name="Enrique Villegas Valerio" userId="8ada793c76dcd6b1" providerId="LiveId" clId="{4A397816-7599-4306-B372-594CD3347C23}" dt="2025-11-09T03:08:58.911" v="532" actId="20577"/>
          <ac:spMkLst>
            <pc:docMk/>
            <pc:sldMk cId="375360360" sldId="534"/>
            <ac:spMk id="3" creationId="{44B951E1-359E-3634-AAE4-917CA853833A}"/>
          </ac:spMkLst>
        </pc:spChg>
        <pc:spChg chg="mod">
          <ac:chgData name="Enrique Villegas Valerio" userId="8ada793c76dcd6b1" providerId="LiveId" clId="{4A397816-7599-4306-B372-594CD3347C23}" dt="2025-11-09T03:08:33.458" v="522"/>
          <ac:spMkLst>
            <pc:docMk/>
            <pc:sldMk cId="375360360" sldId="534"/>
            <ac:spMk id="4" creationId="{E32037D5-8970-9DCA-D14E-BDF32B563A01}"/>
          </ac:spMkLst>
        </pc:spChg>
      </pc:sldChg>
      <pc:sldChg chg="modSp add mod">
        <pc:chgData name="Enrique Villegas Valerio" userId="8ada793c76dcd6b1" providerId="LiveId" clId="{4A397816-7599-4306-B372-594CD3347C23}" dt="2025-11-09T03:11:04.206" v="568" actId="20577"/>
        <pc:sldMkLst>
          <pc:docMk/>
          <pc:sldMk cId="3730503882" sldId="535"/>
        </pc:sldMkLst>
        <pc:spChg chg="mod">
          <ac:chgData name="Enrique Villegas Valerio" userId="8ada793c76dcd6b1" providerId="LiveId" clId="{4A397816-7599-4306-B372-594CD3347C23}" dt="2025-11-09T03:11:04.206" v="568" actId="20577"/>
          <ac:spMkLst>
            <pc:docMk/>
            <pc:sldMk cId="3730503882" sldId="535"/>
            <ac:spMk id="3" creationId="{3C0FCF2D-A474-637A-429D-31955C11C4CD}"/>
          </ac:spMkLst>
        </pc:spChg>
        <pc:spChg chg="mod">
          <ac:chgData name="Enrique Villegas Valerio" userId="8ada793c76dcd6b1" providerId="LiveId" clId="{4A397816-7599-4306-B372-594CD3347C23}" dt="2025-11-09T03:10:50.282" v="563"/>
          <ac:spMkLst>
            <pc:docMk/>
            <pc:sldMk cId="3730503882" sldId="535"/>
            <ac:spMk id="4" creationId="{79BD0ED8-D413-048E-B7D2-0035631C1C68}"/>
          </ac:spMkLst>
        </pc:spChg>
      </pc:sldChg>
      <pc:sldChg chg="modSp add mod">
        <pc:chgData name="Enrique Villegas Valerio" userId="8ada793c76dcd6b1" providerId="LiveId" clId="{4A397816-7599-4306-B372-594CD3347C23}" dt="2025-11-09T03:11:45.748" v="584" actId="20577"/>
        <pc:sldMkLst>
          <pc:docMk/>
          <pc:sldMk cId="637228572" sldId="536"/>
        </pc:sldMkLst>
        <pc:spChg chg="mod">
          <ac:chgData name="Enrique Villegas Valerio" userId="8ada793c76dcd6b1" providerId="LiveId" clId="{4A397816-7599-4306-B372-594CD3347C23}" dt="2025-11-09T03:11:45.748" v="584" actId="20577"/>
          <ac:spMkLst>
            <pc:docMk/>
            <pc:sldMk cId="637228572" sldId="536"/>
            <ac:spMk id="3" creationId="{68090D86-7268-A743-AF5C-42729D527E17}"/>
          </ac:spMkLst>
        </pc:spChg>
        <pc:spChg chg="mod">
          <ac:chgData name="Enrique Villegas Valerio" userId="8ada793c76dcd6b1" providerId="LiveId" clId="{4A397816-7599-4306-B372-594CD3347C23}" dt="2025-11-09T03:11:39.939" v="580"/>
          <ac:spMkLst>
            <pc:docMk/>
            <pc:sldMk cId="637228572" sldId="536"/>
            <ac:spMk id="4" creationId="{5CEFAC38-D1C7-4EF9-0D99-395B581A8D5A}"/>
          </ac:spMkLst>
        </pc:spChg>
      </pc:sldChg>
      <pc:sldChg chg="modSp add mod">
        <pc:chgData name="Enrique Villegas Valerio" userId="8ada793c76dcd6b1" providerId="LiveId" clId="{4A397816-7599-4306-B372-594CD3347C23}" dt="2025-11-09T03:12:38.626" v="606" actId="20577"/>
        <pc:sldMkLst>
          <pc:docMk/>
          <pc:sldMk cId="3866392070" sldId="537"/>
        </pc:sldMkLst>
        <pc:spChg chg="mod">
          <ac:chgData name="Enrique Villegas Valerio" userId="8ada793c76dcd6b1" providerId="LiveId" clId="{4A397816-7599-4306-B372-594CD3347C23}" dt="2025-11-09T03:12:38.626" v="606" actId="20577"/>
          <ac:spMkLst>
            <pc:docMk/>
            <pc:sldMk cId="3866392070" sldId="537"/>
            <ac:spMk id="3" creationId="{C9BBB1BD-6EEB-E2E6-D713-D2C6F8ACFC26}"/>
          </ac:spMkLst>
        </pc:spChg>
        <pc:spChg chg="mod">
          <ac:chgData name="Enrique Villegas Valerio" userId="8ada793c76dcd6b1" providerId="LiveId" clId="{4A397816-7599-4306-B372-594CD3347C23}" dt="2025-11-09T03:12:02.258" v="593" actId="20577"/>
          <ac:spMkLst>
            <pc:docMk/>
            <pc:sldMk cId="3866392070" sldId="537"/>
            <ac:spMk id="4" creationId="{75C6333B-9222-83FE-DBDE-E277B8E1A132}"/>
          </ac:spMkLst>
        </pc:spChg>
      </pc:sldChg>
      <pc:sldChg chg="modSp add mod">
        <pc:chgData name="Enrique Villegas Valerio" userId="8ada793c76dcd6b1" providerId="LiveId" clId="{4A397816-7599-4306-B372-594CD3347C23}" dt="2025-11-09T02:30:29.637" v="509" actId="20577"/>
        <pc:sldMkLst>
          <pc:docMk/>
          <pc:sldMk cId="789660452" sldId="538"/>
        </pc:sldMkLst>
        <pc:spChg chg="mod">
          <ac:chgData name="Enrique Villegas Valerio" userId="8ada793c76dcd6b1" providerId="LiveId" clId="{4A397816-7599-4306-B372-594CD3347C23}" dt="2025-11-09T02:30:29.637" v="509" actId="20577"/>
          <ac:spMkLst>
            <pc:docMk/>
            <pc:sldMk cId="789660452" sldId="538"/>
            <ac:spMk id="14" creationId="{7987C015-BFA9-AE17-5A2B-2B2F2A09E119}"/>
          </ac:spMkLst>
        </pc:spChg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1398781452" sldId="539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660319758" sldId="540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1869856285" sldId="541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2611892457" sldId="542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2720523325" sldId="543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3470756209" sldId="544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222137026" sldId="545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3212346292" sldId="546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3808502063" sldId="547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2320616151" sldId="548"/>
        </pc:sldMkLst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537998737" sldId="549"/>
        </pc:sldMkLst>
      </pc:sldChg>
      <pc:sldChg chg="modSp add mod">
        <pc:chgData name="Enrique Villegas Valerio" userId="8ada793c76dcd6b1" providerId="LiveId" clId="{4A397816-7599-4306-B372-594CD3347C23}" dt="2025-11-09T03:09:13.049" v="537" actId="20577"/>
        <pc:sldMkLst>
          <pc:docMk/>
          <pc:sldMk cId="971491341" sldId="550"/>
        </pc:sldMkLst>
        <pc:spChg chg="mod">
          <ac:chgData name="Enrique Villegas Valerio" userId="8ada793c76dcd6b1" providerId="LiveId" clId="{4A397816-7599-4306-B372-594CD3347C23}" dt="2025-11-09T03:09:13.049" v="537" actId="20577"/>
          <ac:spMkLst>
            <pc:docMk/>
            <pc:sldMk cId="971491341" sldId="550"/>
            <ac:spMk id="3" creationId="{D191321A-517E-C6EE-619F-AF41A90A9B82}"/>
          </ac:spMkLst>
        </pc:spChg>
      </pc:sldChg>
      <pc:sldChg chg="modSp add mod">
        <pc:chgData name="Enrique Villegas Valerio" userId="8ada793c76dcd6b1" providerId="LiveId" clId="{4A397816-7599-4306-B372-594CD3347C23}" dt="2025-11-09T03:09:22.076" v="539" actId="20577"/>
        <pc:sldMkLst>
          <pc:docMk/>
          <pc:sldMk cId="670380663" sldId="551"/>
        </pc:sldMkLst>
        <pc:spChg chg="mod">
          <ac:chgData name="Enrique Villegas Valerio" userId="8ada793c76dcd6b1" providerId="LiveId" clId="{4A397816-7599-4306-B372-594CD3347C23}" dt="2025-11-09T03:09:22.076" v="539" actId="20577"/>
          <ac:spMkLst>
            <pc:docMk/>
            <pc:sldMk cId="670380663" sldId="551"/>
            <ac:spMk id="3" creationId="{144192D7-E86C-3285-CE22-17AEECE2BDF6}"/>
          </ac:spMkLst>
        </pc:spChg>
      </pc:sldChg>
      <pc:sldChg chg="modSp add mod">
        <pc:chgData name="Enrique Villegas Valerio" userId="8ada793c76dcd6b1" providerId="LiveId" clId="{4A397816-7599-4306-B372-594CD3347C23}" dt="2025-11-09T03:09:29.031" v="542" actId="20577"/>
        <pc:sldMkLst>
          <pc:docMk/>
          <pc:sldMk cId="1725026807" sldId="552"/>
        </pc:sldMkLst>
        <pc:spChg chg="mod">
          <ac:chgData name="Enrique Villegas Valerio" userId="8ada793c76dcd6b1" providerId="LiveId" clId="{4A397816-7599-4306-B372-594CD3347C23}" dt="2025-11-09T03:09:29.031" v="542" actId="20577"/>
          <ac:spMkLst>
            <pc:docMk/>
            <pc:sldMk cId="1725026807" sldId="552"/>
            <ac:spMk id="3" creationId="{ED99CDB5-4664-5F47-A477-3F3C8B4AA1D1}"/>
          </ac:spMkLst>
        </pc:spChg>
      </pc:sldChg>
      <pc:sldChg chg="modSp add mod">
        <pc:chgData name="Enrique Villegas Valerio" userId="8ada793c76dcd6b1" providerId="LiveId" clId="{4A397816-7599-4306-B372-594CD3347C23}" dt="2025-11-09T03:09:37.079" v="546" actId="27636"/>
        <pc:sldMkLst>
          <pc:docMk/>
          <pc:sldMk cId="1903078148" sldId="553"/>
        </pc:sldMkLst>
        <pc:spChg chg="mod">
          <ac:chgData name="Enrique Villegas Valerio" userId="8ada793c76dcd6b1" providerId="LiveId" clId="{4A397816-7599-4306-B372-594CD3347C23}" dt="2025-11-09T03:09:37.079" v="546" actId="27636"/>
          <ac:spMkLst>
            <pc:docMk/>
            <pc:sldMk cId="1903078148" sldId="553"/>
            <ac:spMk id="3" creationId="{48791314-E012-230C-DF06-69A81A634300}"/>
          </ac:spMkLst>
        </pc:spChg>
      </pc:sldChg>
      <pc:sldChg chg="modSp add mod">
        <pc:chgData name="Enrique Villegas Valerio" userId="8ada793c76dcd6b1" providerId="LiveId" clId="{4A397816-7599-4306-B372-594CD3347C23}" dt="2025-11-09T03:09:48.171" v="551" actId="404"/>
        <pc:sldMkLst>
          <pc:docMk/>
          <pc:sldMk cId="588269203" sldId="554"/>
        </pc:sldMkLst>
        <pc:spChg chg="mod">
          <ac:chgData name="Enrique Villegas Valerio" userId="8ada793c76dcd6b1" providerId="LiveId" clId="{4A397816-7599-4306-B372-594CD3347C23}" dt="2025-11-09T03:09:48.171" v="551" actId="404"/>
          <ac:spMkLst>
            <pc:docMk/>
            <pc:sldMk cId="588269203" sldId="554"/>
            <ac:spMk id="3" creationId="{AF10D5BE-83CD-E82C-BF1F-D9EF90D97F09}"/>
          </ac:spMkLst>
        </pc:spChg>
      </pc:sldChg>
      <pc:sldChg chg="modSp add mod">
        <pc:chgData name="Enrique Villegas Valerio" userId="8ada793c76dcd6b1" providerId="LiveId" clId="{4A397816-7599-4306-B372-594CD3347C23}" dt="2025-11-09T03:10:07.221" v="554" actId="20577"/>
        <pc:sldMkLst>
          <pc:docMk/>
          <pc:sldMk cId="3314047514" sldId="555"/>
        </pc:sldMkLst>
        <pc:spChg chg="mod">
          <ac:chgData name="Enrique Villegas Valerio" userId="8ada793c76dcd6b1" providerId="LiveId" clId="{4A397816-7599-4306-B372-594CD3347C23}" dt="2025-11-09T03:10:07.221" v="554" actId="20577"/>
          <ac:spMkLst>
            <pc:docMk/>
            <pc:sldMk cId="3314047514" sldId="555"/>
            <ac:spMk id="3" creationId="{C84ECD1C-49CF-F0BA-663F-02866A255625}"/>
          </ac:spMkLst>
        </pc:spChg>
      </pc:sldChg>
      <pc:sldChg chg="modSp add mod">
        <pc:chgData name="Enrique Villegas Valerio" userId="8ada793c76dcd6b1" providerId="LiveId" clId="{4A397816-7599-4306-B372-594CD3347C23}" dt="2025-11-09T03:10:20.923" v="558" actId="20577"/>
        <pc:sldMkLst>
          <pc:docMk/>
          <pc:sldMk cId="2020778870" sldId="556"/>
        </pc:sldMkLst>
        <pc:spChg chg="mod">
          <ac:chgData name="Enrique Villegas Valerio" userId="8ada793c76dcd6b1" providerId="LiveId" clId="{4A397816-7599-4306-B372-594CD3347C23}" dt="2025-11-09T03:10:20.923" v="558" actId="20577"/>
          <ac:spMkLst>
            <pc:docMk/>
            <pc:sldMk cId="2020778870" sldId="556"/>
            <ac:spMk id="3" creationId="{601ABCF6-B7C6-429A-DE9F-DA26295AFDD4}"/>
          </ac:spMkLst>
        </pc:spChg>
      </pc:sldChg>
      <pc:sldChg chg="modSp add mod">
        <pc:chgData name="Enrique Villegas Valerio" userId="8ada793c76dcd6b1" providerId="LiveId" clId="{4A397816-7599-4306-B372-594CD3347C23}" dt="2025-11-09T03:10:39.636" v="561" actId="20577"/>
        <pc:sldMkLst>
          <pc:docMk/>
          <pc:sldMk cId="3587533689" sldId="557"/>
        </pc:sldMkLst>
        <pc:spChg chg="mod">
          <ac:chgData name="Enrique Villegas Valerio" userId="8ada793c76dcd6b1" providerId="LiveId" clId="{4A397816-7599-4306-B372-594CD3347C23}" dt="2025-11-09T03:10:39.636" v="561" actId="20577"/>
          <ac:spMkLst>
            <pc:docMk/>
            <pc:sldMk cId="3587533689" sldId="557"/>
            <ac:spMk id="14" creationId="{6F4EB173-065D-1CD8-EFDE-94DB2D64C2AE}"/>
          </ac:spMkLst>
        </pc:spChg>
      </pc:sldChg>
      <pc:sldChg chg="modSp add mod">
        <pc:chgData name="Enrique Villegas Valerio" userId="8ada793c76dcd6b1" providerId="LiveId" clId="{4A397816-7599-4306-B372-594CD3347C23}" dt="2025-11-09T03:11:10.419" v="572" actId="27636"/>
        <pc:sldMkLst>
          <pc:docMk/>
          <pc:sldMk cId="755160642" sldId="558"/>
        </pc:sldMkLst>
        <pc:spChg chg="mod">
          <ac:chgData name="Enrique Villegas Valerio" userId="8ada793c76dcd6b1" providerId="LiveId" clId="{4A397816-7599-4306-B372-594CD3347C23}" dt="2025-11-09T03:11:10.419" v="572" actId="27636"/>
          <ac:spMkLst>
            <pc:docMk/>
            <pc:sldMk cId="755160642" sldId="558"/>
            <ac:spMk id="3" creationId="{A73046E3-EDE9-3D45-453F-244305B8601D}"/>
          </ac:spMkLst>
        </pc:spChg>
      </pc:sldChg>
      <pc:sldChg chg="modSp add mod">
        <pc:chgData name="Enrique Villegas Valerio" userId="8ada793c76dcd6b1" providerId="LiveId" clId="{4A397816-7599-4306-B372-594CD3347C23}" dt="2025-11-09T03:11:21.613" v="578" actId="404"/>
        <pc:sldMkLst>
          <pc:docMk/>
          <pc:sldMk cId="1944218380" sldId="559"/>
        </pc:sldMkLst>
        <pc:spChg chg="mod">
          <ac:chgData name="Enrique Villegas Valerio" userId="8ada793c76dcd6b1" providerId="LiveId" clId="{4A397816-7599-4306-B372-594CD3347C23}" dt="2025-11-09T03:11:21.613" v="578" actId="404"/>
          <ac:spMkLst>
            <pc:docMk/>
            <pc:sldMk cId="1944218380" sldId="559"/>
            <ac:spMk id="3" creationId="{28D83037-8D78-D3AE-14D9-86EA55C48AB6}"/>
          </ac:spMkLst>
        </pc:spChg>
      </pc:sldChg>
      <pc:sldChg chg="addSp delSp modSp new mod modClrScheme chgLayout">
        <pc:chgData name="Enrique Villegas Valerio" userId="8ada793c76dcd6b1" providerId="LiveId" clId="{4A397816-7599-4306-B372-594CD3347C23}" dt="2025-11-09T03:14:41.664" v="696" actId="27636"/>
        <pc:sldMkLst>
          <pc:docMk/>
          <pc:sldMk cId="2572827684" sldId="560"/>
        </pc:sldMkLst>
        <pc:spChg chg="del">
          <ac:chgData name="Enrique Villegas Valerio" userId="8ada793c76dcd6b1" providerId="LiveId" clId="{4A397816-7599-4306-B372-594CD3347C23}" dt="2025-11-09T03:13:29.166" v="609" actId="6264"/>
          <ac:spMkLst>
            <pc:docMk/>
            <pc:sldMk cId="2572827684" sldId="560"/>
            <ac:spMk id="2" creationId="{CAEDC4D8-BA06-A224-3AC2-CC74B415E4CE}"/>
          </ac:spMkLst>
        </pc:spChg>
        <pc:spChg chg="del">
          <ac:chgData name="Enrique Villegas Valerio" userId="8ada793c76dcd6b1" providerId="LiveId" clId="{4A397816-7599-4306-B372-594CD3347C23}" dt="2025-11-09T03:13:29.166" v="609" actId="6264"/>
          <ac:spMkLst>
            <pc:docMk/>
            <pc:sldMk cId="2572827684" sldId="560"/>
            <ac:spMk id="3" creationId="{D85AA432-7C58-3E8A-0A58-987BCF53052E}"/>
          </ac:spMkLst>
        </pc:spChg>
        <pc:spChg chg="add del mod ord">
          <ac:chgData name="Enrique Villegas Valerio" userId="8ada793c76dcd6b1" providerId="LiveId" clId="{4A397816-7599-4306-B372-594CD3347C23}" dt="2025-11-09T03:13:32.989" v="610" actId="700"/>
          <ac:spMkLst>
            <pc:docMk/>
            <pc:sldMk cId="2572827684" sldId="560"/>
            <ac:spMk id="4" creationId="{55DADC8E-D321-99D5-869E-2B45D55425DC}"/>
          </ac:spMkLst>
        </pc:spChg>
        <pc:spChg chg="add del mod ord">
          <ac:chgData name="Enrique Villegas Valerio" userId="8ada793c76dcd6b1" providerId="LiveId" clId="{4A397816-7599-4306-B372-594CD3347C23}" dt="2025-11-09T03:13:32.989" v="610" actId="700"/>
          <ac:spMkLst>
            <pc:docMk/>
            <pc:sldMk cId="2572827684" sldId="560"/>
            <ac:spMk id="5" creationId="{8B81EB7B-CB77-56BA-128C-D68F85CAB30B}"/>
          </ac:spMkLst>
        </pc:spChg>
        <pc:spChg chg="add del mod ord">
          <ac:chgData name="Enrique Villegas Valerio" userId="8ada793c76dcd6b1" providerId="LiveId" clId="{4A397816-7599-4306-B372-594CD3347C23}" dt="2025-11-09T03:13:44.313" v="612" actId="478"/>
          <ac:spMkLst>
            <pc:docMk/>
            <pc:sldMk cId="2572827684" sldId="560"/>
            <ac:spMk id="6" creationId="{058018F8-8C06-85C8-DB45-F8DA76047EBC}"/>
          </ac:spMkLst>
        </pc:spChg>
        <pc:spChg chg="add mod ord">
          <ac:chgData name="Enrique Villegas Valerio" userId="8ada793c76dcd6b1" providerId="LiveId" clId="{4A397816-7599-4306-B372-594CD3347C23}" dt="2025-11-09T03:14:41.664" v="696" actId="27636"/>
          <ac:spMkLst>
            <pc:docMk/>
            <pc:sldMk cId="2572827684" sldId="560"/>
            <ac:spMk id="7" creationId="{C5043CF8-5A9F-99A7-53D3-938A4F4F58AE}"/>
          </ac:spMkLst>
        </pc:spChg>
      </pc:sldChg>
      <pc:sldChg chg="add del">
        <pc:chgData name="Enrique Villegas Valerio" userId="8ada793c76dcd6b1" providerId="LiveId" clId="{4A397816-7599-4306-B372-594CD3347C23}" dt="2025-11-09T03:12:52.950" v="607" actId="47"/>
        <pc:sldMkLst>
          <pc:docMk/>
          <pc:sldMk cId="3776105659" sldId="560"/>
        </pc:sldMkLst>
      </pc:sldChg>
      <pc:sldChg chg="add">
        <pc:chgData name="Enrique Villegas Valerio" userId="8ada793c76dcd6b1" providerId="LiveId" clId="{4A397816-7599-4306-B372-594CD3347C23}" dt="2025-11-09T03:15:01.807" v="697"/>
        <pc:sldMkLst>
          <pc:docMk/>
          <pc:sldMk cId="2584005361" sldId="561"/>
        </pc:sldMkLst>
      </pc:sldChg>
    </pc:docChg>
  </pc:docChgLst>
  <pc:docChgLst>
    <pc:chgData name="Usuario invitado" providerId="Windows Live" clId="Web-{E34F6C6D-F75B-E478-A61D-337FDAB0D393}"/>
    <pc:docChg chg="modSld sldOrd">
      <pc:chgData name="Usuario invitado" userId="" providerId="Windows Live" clId="Web-{E34F6C6D-F75B-E478-A61D-337FDAB0D393}" dt="2025-11-09T16:16:37.764" v="1"/>
      <pc:docMkLst>
        <pc:docMk/>
      </pc:docMkLst>
      <pc:sldChg chg="ord">
        <pc:chgData name="Usuario invitado" userId="" providerId="Windows Live" clId="Web-{E34F6C6D-F75B-E478-A61D-337FDAB0D393}" dt="2025-11-09T16:16:12.936" v="0"/>
        <pc:sldMkLst>
          <pc:docMk/>
          <pc:sldMk cId="3017290678" sldId="452"/>
        </pc:sldMkLst>
      </pc:sldChg>
      <pc:sldChg chg="mod modShow">
        <pc:chgData name="Usuario invitado" userId="" providerId="Windows Live" clId="Web-{E34F6C6D-F75B-E478-A61D-337FDAB0D393}" dt="2025-11-09T16:16:37.764" v="1"/>
        <pc:sldMkLst>
          <pc:docMk/>
          <pc:sldMk cId="3003770968" sldId="4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1FDB4-1A5D-4B9F-AF6A-52FA43DC7FCB}" type="datetimeFigureOut">
              <a:rPr lang="es-MX" smtClean="0"/>
              <a:t>09/11/2025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109B-DB30-4047-AA4B-24982097BA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7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rgbClr val="3B4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beach&#10;&#10;Description automatically generated">
            <a:extLst>
              <a:ext uri="{FF2B5EF4-FFF2-40B4-BE49-F238E27FC236}">
                <a16:creationId xmlns:a16="http://schemas.microsoft.com/office/drawing/2014/main" id="{186A549D-B8E0-710F-5D36-D29E6294EB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3BB65D-C033-EC34-ECC8-266EAA395CF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6A2D6AC2-BFEC-8F4A-AFD6-A6F4957B7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D0730-A38A-C307-A595-9327FD16E8D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B3B92FFA-8243-A82F-93E2-0A1751E1C1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0" y="6121400"/>
            <a:ext cx="5308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65B58CA-7C57-EBCB-9B5B-C0E7FC8F5B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1" y="6089428"/>
            <a:ext cx="1672314" cy="4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D0730-A38A-C307-A595-9327FD16E8D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B3B92FFA-8243-A82F-93E2-0A1751E1C1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0" y="6121400"/>
            <a:ext cx="5308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F4C5FA9-6EEA-72B9-B468-AD24EA9856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14505" r="16779" b="29067"/>
          <a:stretch/>
        </p:blipFill>
        <p:spPr bwMode="auto">
          <a:xfrm>
            <a:off x="10042204" y="5907784"/>
            <a:ext cx="1305246" cy="78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15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D0730-A38A-C307-A595-9327FD16E8D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B3B92FFA-8243-A82F-93E2-0A1751E1C1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0" y="6121400"/>
            <a:ext cx="5308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7" name="Imagen 4" descr="Icono&#10;&#10;Descripción generada automáticamente">
            <a:extLst>
              <a:ext uri="{FF2B5EF4-FFF2-40B4-BE49-F238E27FC236}">
                <a16:creationId xmlns:a16="http://schemas.microsoft.com/office/drawing/2014/main" id="{E760794D-4195-1CBE-AAA0-9C7751238D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8" y="5747899"/>
            <a:ext cx="644802" cy="8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E81D74-8AAE-16C6-9103-D99086590DC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 descr="A blurry image of a beach&#10;&#10;Description automatically generated">
            <a:extLst>
              <a:ext uri="{FF2B5EF4-FFF2-40B4-BE49-F238E27FC236}">
                <a16:creationId xmlns:a16="http://schemas.microsoft.com/office/drawing/2014/main" id="{60217567-4054-1276-8818-720665CF99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0" r="14930"/>
          <a:stretch/>
        </p:blipFill>
        <p:spPr>
          <a:xfrm>
            <a:off x="-3143" y="0"/>
            <a:ext cx="22129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65125"/>
            <a:ext cx="8668657" cy="1325563"/>
          </a:xfrm>
        </p:spPr>
        <p:txBody>
          <a:bodyPr/>
          <a:lstStyle>
            <a:lvl1pPr algn="r">
              <a:defRPr baseline="0">
                <a:solidFill>
                  <a:schemeClr val="bg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85142" y="2133600"/>
            <a:ext cx="8668658" cy="36576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413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879871"/>
            <a:ext cx="7033491" cy="5098257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10" r="7937"/>
          <a:stretch/>
        </p:blipFill>
        <p:spPr>
          <a:xfrm>
            <a:off x="-3143" y="0"/>
            <a:ext cx="3834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4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39CACC-FFD2-07EE-5D90-D9461F47CC4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501919"/>
            <a:ext cx="7546268" cy="729473"/>
          </a:xfrm>
        </p:spPr>
        <p:txBody>
          <a:bodyPr anchor="ctr">
            <a:noAutofit/>
          </a:bodyPr>
          <a:lstStyle>
            <a:lvl1pPr algn="r">
              <a:lnSpc>
                <a:spcPct val="135000"/>
              </a:lnSpc>
              <a:defRPr sz="3200" b="1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10" r="7937"/>
          <a:stretch/>
        </p:blipFill>
        <p:spPr>
          <a:xfrm>
            <a:off x="-3143" y="0"/>
            <a:ext cx="3834914" cy="68580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8ECB4E-C7A2-7A5E-D26E-9BD8F0C1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628" y="1825624"/>
            <a:ext cx="7546268" cy="453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3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/>
          <a:stretch/>
        </p:blipFill>
        <p:spPr>
          <a:xfrm>
            <a:off x="-3144" y="0"/>
            <a:ext cx="1219514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1074057"/>
            <a:ext cx="12192000" cy="47098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20801"/>
            <a:ext cx="10313719" cy="4216398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5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urple and black background&#10;&#10;Description automatically generated">
            <a:extLst>
              <a:ext uri="{FF2B5EF4-FFF2-40B4-BE49-F238E27FC236}">
                <a16:creationId xmlns:a16="http://schemas.microsoft.com/office/drawing/2014/main" id="{78FCEB23-43D7-F9CB-E28F-56FE1E68CE8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B29A-9567-452F-B6E9-31720CFDB69A}" type="datetimeFigureOut">
              <a:rPr lang="es-MX" smtClean="0"/>
              <a:t>09/11/2025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D430-150D-4B42-96A2-C567A201F99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83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0" r:id="rId4"/>
    <p:sldLayoutId id="2147483671" r:id="rId5"/>
    <p:sldLayoutId id="2147483664" r:id="rId6"/>
    <p:sldLayoutId id="2147483667" r:id="rId7"/>
    <p:sldLayoutId id="2147483673" r:id="rId8"/>
    <p:sldLayoutId id="214748367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>
              <a:lumMod val="40000"/>
              <a:lumOff val="60000"/>
            </a:schemeClr>
          </a:solidFill>
          <a:latin typeface="Yeseva One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D97E-593A-E920-0B87-89C0CBB6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/>
              <a:t>¿Está dividido Cristo? ¿Acaso fue Pablo crucificado por ustedes? ¿O fueron bautizados en el nombre de Pablo?</a:t>
            </a:r>
            <a:endParaRPr lang="en-US" sz="4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CD8B3-EE8E-950B-08D9-511A40776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>
                <a:latin typeface="Yeseva One"/>
              </a:rPr>
              <a:t>1 Corintios 1:13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9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076369-FF22-3BCE-2752-CDDD5D92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9CB2-02B6-C020-3D2F-2E354EA0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sz="4800"/>
              <a:t> Yo, pues, prisionero del Señor, les ruego que ustedes vivan de una manera digna de la vocación con que han sido llamados.</a:t>
            </a:r>
            <a:endParaRPr lang="es-MX" sz="4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2D52E-19E7-918E-7736-476553B1D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>
                <a:latin typeface="Yeseva One"/>
              </a:rPr>
              <a:t>Efesios 4:1-3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70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1DABF-4116-76AF-92E8-D86FE277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8A8C-ECB7-EB21-7577-AF0A5591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b="1"/>
              <a:t>2</a:t>
            </a:r>
            <a:r>
              <a:rPr lang="es-419"/>
              <a:t> Que vivan con toda humildad y mansedumbre, con paciencia, soportándose unos a otros en amor,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A0AC3-7B18-7FD3-4A63-886F06593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>
                <a:latin typeface="Yeseva One"/>
              </a:rPr>
              <a:t>Efesios 4:1-3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2CED9-1E62-6500-84E2-C8125F6C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2FF8-997D-0A70-4C9A-5407B8B7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397668"/>
            <a:ext cx="8807450" cy="5161303"/>
          </a:xfrm>
        </p:spPr>
        <p:txBody>
          <a:bodyPr>
            <a:noAutofit/>
          </a:bodyPr>
          <a:lstStyle/>
          <a:p>
            <a:r>
              <a:rPr lang="es-419" b="1"/>
              <a:t>3</a:t>
            </a:r>
            <a:r>
              <a:rPr lang="es-419"/>
              <a:t> esforzándose por preservar la unidad del Espíritu en el vínculo de la paz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66C48-B2BD-7AD6-18A1-B32887B25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>
                <a:latin typeface="Yeseva One"/>
              </a:rPr>
              <a:t>Efesios 4:1-3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8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84D8-75B9-76C5-E191-D7F58AF7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s-419"/>
              <a:t>	NOS COMPROMETEMOS A DEPENDERDE LA GRACIA DE CRISTO </a:t>
            </a:r>
            <a:br>
              <a:rPr lang="es-419"/>
            </a:br>
            <a:r>
              <a:rPr lang="es-419"/>
              <a:t>Y A REFLEJARLA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883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2B9F-C092-0FF9-A25B-D05A52CF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28DE-EB62-A226-BF85-B4DBAD828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1" y="1320801"/>
            <a:ext cx="11120438" cy="421639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s-419"/>
              <a:t>NOS COMPROMETEMOS A LUCHAR CON TODAS NUESTRAS FUERZAS POR DAR A CRISTO EL PRIMER LUGAR EN NUESTRA VIDA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675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EB4B-8ABA-FB20-82CA-7BADE2A6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7B33-78E7-B4BF-6C7D-87B500FE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41" y="1320801"/>
            <a:ext cx="11120438" cy="42163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419" sz="4400"/>
              <a:t>Nos comprometemos a permanecer en el amor de Cristo y a reflejarlo de modo que el mundo vea en nosotros el poder transformador del evangelio.</a:t>
            </a:r>
            <a:endParaRPr lang="es-MX" sz="4400"/>
          </a:p>
        </p:txBody>
      </p:sp>
    </p:spTree>
    <p:extLst>
      <p:ext uri="{BB962C8B-B14F-4D97-AF65-F5344CB8AC3E}">
        <p14:creationId xmlns:p14="http://schemas.microsoft.com/office/powerpoint/2010/main" val="2257885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4C78-CAC5-2474-2488-671BDCC5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3AE0-1704-F1DD-B5A2-08F482938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08258"/>
            <a:ext cx="10313719" cy="1044159"/>
          </a:xfrm>
        </p:spPr>
        <p:txBody>
          <a:bodyPr>
            <a:normAutofit/>
          </a:bodyPr>
          <a:lstStyle/>
          <a:p>
            <a:r>
              <a:rPr lang="es-MX" sz="3200" b="1" spc="200">
                <a:latin typeface="Montserrat"/>
              </a:rPr>
              <a:t>COMPROMETIDOS A VIVIR EN EL</a:t>
            </a:r>
            <a:endParaRPr lang="en-US" sz="3200" b="1" spc="2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0AFE6C-C2CC-F0E4-B8F0-88B7CEF5B932}"/>
              </a:ext>
            </a:extLst>
          </p:cNvPr>
          <p:cNvSpPr txBox="1">
            <a:spLocks/>
          </p:cNvSpPr>
          <p:nvPr/>
        </p:nvSpPr>
        <p:spPr>
          <a:xfrm>
            <a:off x="917713" y="3127630"/>
            <a:ext cx="10313719" cy="1044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135000"/>
              </a:lnSpc>
              <a:spcBef>
                <a:spcPct val="0"/>
              </a:spcBef>
              <a:buNone/>
              <a:defRPr sz="4000" kern="1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es-MX" sz="11500">
                <a:latin typeface="Book Antiqua"/>
              </a:rPr>
              <a:t>EL ESPÍRITU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56304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/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85142" y="1531548"/>
            <a:ext cx="8668658" cy="508298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419"/>
              <a:t>La promesa del Espíritu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419"/>
              <a:t>La venida del Espíritu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419"/>
              <a:t>La vida del Espíritu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9341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84D8-75B9-76C5-E191-D7F58AF73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19" y="1320801"/>
            <a:ext cx="10768282" cy="421639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s-419" sz="3600" b="1">
                <a:latin typeface="Montserrat"/>
              </a:rPr>
              <a:t>Nos comprometemos a buscar la llenura del Espíritu Santo, desechando pecados que obstaculizan Su obra y cultivando los hábitos de gracia que generan santificación y unidad </a:t>
            </a:r>
            <a:endParaRPr lang="es-MX" sz="3600" b="1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47251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5ADF7DCF-C64E-5FD2-F24C-2AB39AF3A6BE}"/>
              </a:ext>
            </a:extLst>
          </p:cNvPr>
          <p:cNvSpPr txBox="1"/>
          <p:nvPr/>
        </p:nvSpPr>
        <p:spPr>
          <a:xfrm>
            <a:off x="3369419" y="1265687"/>
            <a:ext cx="71549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4800">
                <a:solidFill>
                  <a:schemeClr val="bg1">
                    <a:lumMod val="85000"/>
                    <a:lumOff val="15000"/>
                  </a:schemeClr>
                </a:solidFill>
                <a:latin typeface="Montserrat"/>
              </a:rPr>
              <a:t>La promesa </a:t>
            </a:r>
            <a:endParaRPr lang="es-MX" sz="4800">
              <a:latin typeface="Montserrat" panose="00000500000000000000" pitchFamily="2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BCB040E8-E3E4-7D99-67D4-2B38340EF9D6}"/>
              </a:ext>
            </a:extLst>
          </p:cNvPr>
          <p:cNvSpPr txBox="1"/>
          <p:nvPr/>
        </p:nvSpPr>
        <p:spPr>
          <a:xfrm>
            <a:off x="3737231" y="2029550"/>
            <a:ext cx="715494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3600" b="1" spc="300">
                <a:solidFill>
                  <a:prstClr val="black">
                    <a:lumMod val="85000"/>
                    <a:lumOff val="15000"/>
                  </a:prstClr>
                </a:solidFill>
                <a:latin typeface="Montserrat"/>
              </a:rPr>
              <a:t>LA PROMESA </a:t>
            </a:r>
            <a:endParaRPr lang="es-MX" sz="3600" b="1" spc="30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ángulo 1">
            <a:extLst>
              <a:ext uri="{FF2B5EF4-FFF2-40B4-BE49-F238E27FC236}">
                <a16:creationId xmlns:a16="http://schemas.microsoft.com/office/drawing/2014/main" id="{6282490D-90F1-4042-D4F1-8376FB353F20}"/>
              </a:ext>
            </a:extLst>
          </p:cNvPr>
          <p:cNvSpPr/>
          <p:nvPr/>
        </p:nvSpPr>
        <p:spPr>
          <a:xfrm>
            <a:off x="2686050" y="2900202"/>
            <a:ext cx="9257308" cy="156966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9600" cap="all" spc="30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Yeseva One"/>
              </a:rPr>
              <a:t>Del Espíritu</a:t>
            </a:r>
            <a:endParaRPr lang="en-US" sz="9600" cap="all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7012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88517-0CD2-CB86-11B1-2EF0689F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4D2551-08A1-DAE8-4464-76F11027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/>
              <a:t>Si andan en Mis estatutos y guardan Mis mandamientos para ponerlos por obra, 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7F3B7-2522-1DFD-4328-76AFF0290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Levítico 26:3, 11-12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63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3EB2F-31F4-B825-E970-9CD87AA3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EF4BFB-07D2-B77E-8438-4215A584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b="1"/>
              <a:t>11</a:t>
            </a:r>
            <a:r>
              <a:rPr lang="es-419"/>
              <a:t> … haré Mi morada en medio de ustedes, y Mi alma no los aborrecerá. 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BF1CF-45D4-59FF-34DA-FB0E52C33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Levítico 26:3, 11-12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2878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85E1-B6FF-4209-27E8-68A7F00D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33F622-BE81-1183-C197-1617E75C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b="1"/>
              <a:t>12</a:t>
            </a:r>
            <a:r>
              <a:rPr lang="es-419"/>
              <a:t> Andaré entre ustedes y seré su Dios, y ustedes serán Mi pueblo.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8C9D7-C4C3-DBBA-D6F6-A4BEBCFA1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Levítico 26:3, 11-12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2607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CCD3-078F-88F8-19C2-18DE3653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3DFDB-A0C0-6B66-6B9E-D70ED902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10</a:t>
            </a:r>
            <a:r>
              <a:rPr lang="es-419"/>
              <a:t> Porque cualquiera que guarda toda la ley, pero falla en un </a:t>
            </a:r>
            <a:r>
              <a:rPr lang="es-419" i="1"/>
              <a:t>punto</a:t>
            </a:r>
            <a:r>
              <a:rPr lang="es-419"/>
              <a:t>, se ha hecho culpable de todos.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F4B66-CE74-5F8F-1921-6982061F0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Santiago 2:10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245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67AE-9760-0CD7-96A9-E2CA4797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56F1D7-63DC-A1C4-753F-235F8695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3600" b="1"/>
              <a:t>14</a:t>
            </a:r>
            <a:r>
              <a:rPr lang="es-419" sz="3600"/>
              <a:t> Asimismo todos los jefes de los sacerdotes y el pueblo fueron infieles en gran manera, </a:t>
            </a:r>
            <a:r>
              <a:rPr lang="es-419" sz="3600" i="1"/>
              <a:t>y siguieron</a:t>
            </a:r>
            <a:r>
              <a:rPr lang="es-419" sz="3600"/>
              <a:t> todas las abominaciones de las naciones, y profanaron la casa del Señor que Él había consagrado en Jerusalén.</a:t>
            </a:r>
            <a:endParaRPr lang="es-MX" sz="3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97C3E-ED5C-55FA-DFE7-64816C0AD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2 </a:t>
            </a:r>
            <a:r>
              <a:rPr lang="es-419" b="1" err="1"/>
              <a:t>Cronicas</a:t>
            </a:r>
            <a:r>
              <a:rPr lang="es-419" b="1"/>
              <a:t> 36:14-16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522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A0F3-8737-9965-AFBC-E7B11F65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818C62-FBB2-D3B1-E586-A5BC646E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4400" b="1"/>
              <a:t>15</a:t>
            </a:r>
            <a:r>
              <a:rPr lang="es-419" sz="4400"/>
              <a:t> El Señor, Dios de sus padres, les envió </a:t>
            </a:r>
            <a:r>
              <a:rPr lang="es-419" sz="4400" i="1"/>
              <a:t>palabra</a:t>
            </a:r>
            <a:r>
              <a:rPr lang="es-419" sz="4400"/>
              <a:t> repetidas veces por Sus mensajeros, porque Él tenía compasión de Su pueblo y de Su morada.</a:t>
            </a:r>
            <a:endParaRPr lang="es-MX" sz="4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D25DA-4932-1BCF-2396-8A11C36C4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2 </a:t>
            </a:r>
            <a:r>
              <a:rPr lang="es-419" b="1" err="1"/>
              <a:t>Cronicas</a:t>
            </a:r>
            <a:r>
              <a:rPr lang="es-419" b="1"/>
              <a:t> 36:14-16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6278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4D248-2D87-7A88-5F5E-2EA58E831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0B8035-E219-E173-70A9-69BBBE0C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3600" b="1"/>
              <a:t>16</a:t>
            </a:r>
            <a:r>
              <a:rPr lang="es-419" sz="3600"/>
              <a:t> Pero ellos </a:t>
            </a:r>
            <a:r>
              <a:rPr lang="es-419" sz="3600" i="1"/>
              <a:t>continuamente</a:t>
            </a:r>
            <a:r>
              <a:rPr lang="es-419" sz="3600"/>
              <a:t> se burlaban de los mensajeros de Dios, despreciaban Sus palabras y se burlaban de Sus profetas, hasta que subió el furor del Señor contra Su pueblo, y ya no hubo remedio.</a:t>
            </a:r>
            <a:endParaRPr lang="es-MX" sz="3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0CBF9-D497-6AD7-4EF0-E5E116167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2 </a:t>
            </a:r>
            <a:r>
              <a:rPr lang="es-419" b="1" err="1"/>
              <a:t>Cronicas</a:t>
            </a:r>
            <a:r>
              <a:rPr lang="es-419" b="1"/>
              <a:t> 36:14-16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6459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E6B8-0221-92C4-F3FC-E0BFEAC7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BAE414-7692-3654-C5BB-61FAA1CD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3600" b="1"/>
              <a:t>17</a:t>
            </a:r>
            <a:r>
              <a:rPr lang="es-419" sz="3600"/>
              <a:t> Entonces Dios hizo subir contra ellos al rey de los caldeos, que mató a espada a sus jóvenes en la casa de su santuario, y no tuvo compasión del joven ni de la virgen, del viejo ni del débil; a todos ellos </a:t>
            </a:r>
            <a:r>
              <a:rPr lang="es-419" sz="3600" i="1"/>
              <a:t>los</a:t>
            </a:r>
            <a:r>
              <a:rPr lang="es-419" sz="3600"/>
              <a:t> entregó en su mano.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AFB47-1A9E-0F32-85FB-E72CAFEBB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2 Crónicas 36:17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3585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1D37-76B3-89E6-69C5-549C605FA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F8084D-DEA0-F8B5-394F-8AB8E0F8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3600"/>
              <a:t>«Porque este es el pacto que haré con la casa de Israel después de aquellos días», declara el Señor. «Pondré Mi ley dentro de ellos, y sobre sus corazones la escribiré. Entonces Yo seré su Dios y ellos serán Mi pueblo.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19310-1EE8-AB8D-E432-6A06A6804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Jeremías 31:33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0127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584D8-5A93-88C2-C62C-F79E3163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8F020F-0A35-3992-B332-17AA5510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3600"/>
              <a:t>Pues lo que la ley no pudo hacer, ya que era débil por causa de la carne, Dios </a:t>
            </a:r>
            <a:r>
              <a:rPr lang="es-419" sz="3600" i="1"/>
              <a:t>lo hizo</a:t>
            </a:r>
            <a:r>
              <a:rPr lang="es-419" sz="3600"/>
              <a:t>: enviando a Su propio Hijo en semejanza de carne de pecado y </a:t>
            </a:r>
            <a:r>
              <a:rPr lang="es-419" sz="3600" i="1"/>
              <a:t>como ofrenda</a:t>
            </a:r>
            <a:r>
              <a:rPr lang="es-419" sz="3600"/>
              <a:t> por el pecado, condenó al pecado en la carne,</a:t>
            </a:r>
            <a:endParaRPr lang="es-MX" sz="3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C8B56-0CD5-3CF6-A291-92EC672E0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Romanos 8:3-4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946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3F07-9115-C46B-FB02-5F1B24BE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838D85-5AD2-C9ED-BDC5-AAB2B404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4</a:t>
            </a:r>
            <a:r>
              <a:rPr lang="es-419"/>
              <a:t> para que el requisito de la ley se cumpliera en nosotros, que no andamos conforme a la carne, sino conforme al Espíritu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2D11D-8870-B95D-65DE-B88604F94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Romanos 8:3-4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4762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358E-40AD-7CFA-07BD-C6A98529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1C4062-E37A-D9AB-EF6A-0B770DBF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4400"/>
              <a:t>Pondré dentro de ustedes Mi espíritu y haré que anden en Mis estatutos, y que cumplan cuidadosamente Mis ordenanzas.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0CB4E-BFE9-4C99-238A-0C76AF748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Ezequiel 36:27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15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CEF1-315A-668C-B4F8-E556BDE3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648E5AF6-8916-9FAA-8552-58924C987971}"/>
              </a:ext>
            </a:extLst>
          </p:cNvPr>
          <p:cNvSpPr txBox="1"/>
          <p:nvPr/>
        </p:nvSpPr>
        <p:spPr>
          <a:xfrm>
            <a:off x="3369419" y="1265687"/>
            <a:ext cx="71549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4800">
                <a:solidFill>
                  <a:schemeClr val="bg1">
                    <a:lumMod val="85000"/>
                    <a:lumOff val="15000"/>
                  </a:schemeClr>
                </a:solidFill>
                <a:latin typeface="Montserrat"/>
              </a:rPr>
              <a:t>La promesa </a:t>
            </a:r>
            <a:endParaRPr lang="es-MX" sz="4800">
              <a:latin typeface="Montserrat" panose="00000500000000000000" pitchFamily="2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7987C015-BFA9-AE17-5A2B-2B2F2A09E119}"/>
              </a:ext>
            </a:extLst>
          </p:cNvPr>
          <p:cNvSpPr txBox="1"/>
          <p:nvPr/>
        </p:nvSpPr>
        <p:spPr>
          <a:xfrm>
            <a:off x="3737231" y="2029550"/>
            <a:ext cx="715494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3600" b="1" spc="300">
                <a:solidFill>
                  <a:prstClr val="black">
                    <a:lumMod val="85000"/>
                    <a:lumOff val="15000"/>
                  </a:prstClr>
                </a:solidFill>
                <a:latin typeface="Montserrat"/>
              </a:rPr>
              <a:t>LA VENIDA </a:t>
            </a:r>
            <a:endParaRPr lang="es-MX" sz="3600" b="1" spc="30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ángulo 1">
            <a:extLst>
              <a:ext uri="{FF2B5EF4-FFF2-40B4-BE49-F238E27FC236}">
                <a16:creationId xmlns:a16="http://schemas.microsoft.com/office/drawing/2014/main" id="{DC1D125A-86FB-7016-7ACC-CF42490B587C}"/>
              </a:ext>
            </a:extLst>
          </p:cNvPr>
          <p:cNvSpPr/>
          <p:nvPr/>
        </p:nvSpPr>
        <p:spPr>
          <a:xfrm>
            <a:off x="2686050" y="2900202"/>
            <a:ext cx="9257308" cy="156966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9600" cap="all" spc="30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Yeseva One"/>
              </a:rPr>
              <a:t>Del Espíritu</a:t>
            </a:r>
            <a:endParaRPr lang="en-US" sz="9600" cap="all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9660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174DB-4800-A4B3-DDA6-3EEAAB1B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B951E1-359E-3634-AAE4-917CA853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16</a:t>
            </a:r>
            <a:r>
              <a:rPr lang="es-419"/>
              <a:t> Entonces Yo rogaré al Padre, y Él les dará otro Consolador para que esté con ustedes para siempre;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037D5-8970-9DCA-D14E-BDF32B563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360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9CB6-8711-7907-BA47-996F4BF3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91321A-517E-C6EE-619F-AF41A90A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4400" b="1"/>
              <a:t>17</a:t>
            </a:r>
            <a:r>
              <a:rPr lang="es-419" sz="4400"/>
              <a:t> </a:t>
            </a:r>
            <a:r>
              <a:rPr lang="es-419" sz="4400" i="1"/>
              <a:t>es decir</a:t>
            </a:r>
            <a:r>
              <a:rPr lang="es-419" sz="4400"/>
              <a:t>, el Espíritu de verdad, a quien el mundo no puede recibir, porque ni lo ve ni lo conoce, </a:t>
            </a:r>
            <a:r>
              <a:rPr lang="es-419" sz="4400" i="1"/>
              <a:t>pero</a:t>
            </a:r>
            <a:r>
              <a:rPr lang="es-419" sz="4400"/>
              <a:t> ustedes sí lo conocen porque mora con ustedes y estará en ustedes.</a:t>
            </a:r>
            <a:endParaRPr lang="es-MX" sz="4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BB5E0-F12E-6864-0DBB-752F0E831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1491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1BD0-0BBC-ED3A-4774-4332F37F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4192D7-E86C-3285-CE22-17AEECE2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b="1"/>
              <a:t>18</a:t>
            </a:r>
            <a:r>
              <a:rPr lang="es-419"/>
              <a:t> No los dejaré huérfanos; vendré a ustedes.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9DA81-42E6-154A-F778-D07F45073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0380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89A3D-595A-B914-A1CD-74AD9E2E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99CDB5-4664-5F47-A477-3F3C8B4A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19</a:t>
            </a:r>
            <a:r>
              <a:rPr lang="es-419"/>
              <a:t> »Un poco más de tiempo y el mundo no me verá más, pero ustedes me verán; porque Yo vivo, ustedes también vivirán.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2036B-12E8-B133-AE61-6CF92AA41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5026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0D41-F98D-ACDD-AD4E-FBD74598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791314-E012-230C-DF06-69A81A63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b="1"/>
              <a:t>20</a:t>
            </a:r>
            <a:r>
              <a:rPr lang="es-419"/>
              <a:t> En ese día conocerán que Yo estoy en Mi Padre, y ustedes en Mí y Yo en ustedes.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79842-C566-3806-8998-42B4BE0B8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3078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E6F4-B09E-C826-D3FF-46D2F309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10D5BE-83CD-E82C-BF1F-D9EF90D9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4400" b="1"/>
              <a:t>21</a:t>
            </a:r>
            <a:r>
              <a:rPr lang="es-419" sz="4400"/>
              <a:t> El que tiene Mis mandamientos y los guarda, ese es el que me ama; y el que me ama será amado por Mi Padre; y Yo lo amaré y me manifestaré a él».</a:t>
            </a:r>
            <a:endParaRPr lang="es-MX" sz="4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82E6B-1134-C24B-EB9F-8CDCAA31D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8269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0D7A-E6AE-693F-A563-EC6AB94B7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4ECD1C-49CF-F0BA-663F-02866A25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22</a:t>
            </a:r>
            <a:r>
              <a:rPr lang="es-419"/>
              <a:t> Judas (no el Iscariote) le dijo: «Señor, ¿y qué ha pasado que te vas a manifestar a nosotros y no al mundo?».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80A5D-B448-BC5B-04EB-3F811DBDB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4047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6ED6-B549-C773-C6DB-F1D6E125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1ABCF6-B7C6-429A-DE9F-DA26295A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23</a:t>
            </a:r>
            <a:r>
              <a:rPr lang="es-419"/>
              <a:t> Jesús le respondió: «Si alguien me ama, guardará Mi palabra; y Mi Padre lo amará, y vendremos a él, y haremos con él morada.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1F34-12E6-4155-C445-55816FE8D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Juan 14:16-23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0778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9668E-9C07-1D4A-4B87-95CE7D8B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73220FE1-C1C9-09EA-3D21-698592D1E875}"/>
              </a:ext>
            </a:extLst>
          </p:cNvPr>
          <p:cNvSpPr txBox="1"/>
          <p:nvPr/>
        </p:nvSpPr>
        <p:spPr>
          <a:xfrm>
            <a:off x="3369419" y="1265687"/>
            <a:ext cx="71549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4800">
                <a:solidFill>
                  <a:schemeClr val="bg1">
                    <a:lumMod val="85000"/>
                    <a:lumOff val="15000"/>
                  </a:schemeClr>
                </a:solidFill>
                <a:latin typeface="Montserrat"/>
              </a:rPr>
              <a:t>La promesa </a:t>
            </a:r>
            <a:endParaRPr lang="es-MX" sz="4800">
              <a:latin typeface="Montserrat" panose="00000500000000000000" pitchFamily="2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6F4EB173-065D-1CD8-EFDE-94DB2D64C2AE}"/>
              </a:ext>
            </a:extLst>
          </p:cNvPr>
          <p:cNvSpPr txBox="1"/>
          <p:nvPr/>
        </p:nvSpPr>
        <p:spPr>
          <a:xfrm>
            <a:off x="3737231" y="2029550"/>
            <a:ext cx="715494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3600" b="1" spc="300">
                <a:solidFill>
                  <a:prstClr val="black">
                    <a:lumMod val="85000"/>
                    <a:lumOff val="15000"/>
                  </a:prstClr>
                </a:solidFill>
                <a:latin typeface="Montserrat"/>
              </a:rPr>
              <a:t>LA VIDA </a:t>
            </a:r>
            <a:endParaRPr lang="es-MX" sz="3600" b="1" spc="30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ángulo 1">
            <a:extLst>
              <a:ext uri="{FF2B5EF4-FFF2-40B4-BE49-F238E27FC236}">
                <a16:creationId xmlns:a16="http://schemas.microsoft.com/office/drawing/2014/main" id="{AE37CCF9-3888-DAEA-3D3C-85CD78A3B9E8}"/>
              </a:ext>
            </a:extLst>
          </p:cNvPr>
          <p:cNvSpPr/>
          <p:nvPr/>
        </p:nvSpPr>
        <p:spPr>
          <a:xfrm>
            <a:off x="2686050" y="2900202"/>
            <a:ext cx="9257308" cy="156966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9600" cap="all" spc="30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Yeseva One"/>
              </a:rPr>
              <a:t>Del Espíritu</a:t>
            </a:r>
            <a:endParaRPr lang="en-US" sz="9600" cap="all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7533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6EF5-0C7C-878E-86C8-A15FE6A0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0FCF2D-A474-637A-429D-31955C11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30</a:t>
            </a:r>
            <a:r>
              <a:rPr lang="es-419"/>
              <a:t> Y no entristezcan al Espíritu Santo de Dios, por el cual fueron sellados para el día de la redención.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D0ED8-D413-048E-B7D2-0035631C1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Efesios 4:30-32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0503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E5C3-E4DF-F3AC-6451-BBEC711D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3046E3-EDE9-3D45-453F-244305B8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b="1"/>
              <a:t>31</a:t>
            </a:r>
            <a:r>
              <a:rPr lang="es-419"/>
              <a:t> Sea quitada de ustedes toda amargura, enojo, ira, gritos, insultos, así como toda malicia.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33956-9386-4785-405A-47D72FB3A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Efesios 4:30-32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5160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247FD-3291-6258-DDAB-2A9E62747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D83037-8D78-D3AE-14D9-86EA55C4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419" sz="4400" b="1"/>
              <a:t>32</a:t>
            </a:r>
            <a:r>
              <a:rPr lang="es-419" sz="4400"/>
              <a:t> Sean más bien amables unos con otros, misericordiosos, perdonándose unos a otros, así como también Dios los perdonó en Cristo.</a:t>
            </a:r>
            <a:endParaRPr lang="es-MX" sz="4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92A44-660C-70C8-097F-427F59EE1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Efesios 4:30-32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4218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9CF1-B110-F657-BFC3-A0F0FD6A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090D86-7268-A743-AF5C-42729D52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/>
              <a:t>5</a:t>
            </a:r>
            <a:r>
              <a:rPr lang="es-419"/>
              <a:t> ¿O piensan que la Escritura dice en vano: «Dios celosamente anhela el Espíritu que ha hecho morar en nosotros?».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FAC38-D1C7-4EF9-0D99-395B581A8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/>
              <a:t>Santiago 4:5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7228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D36A-D670-E5A1-457B-2404459C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BB1BD-6EEB-E2E6-D713-D2C6F8AC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sz="4000"/>
              <a:t>Que la palabra de Cristo habite en abundancia en ustedes, con toda sabiduría enseñándose y amonestándose unos a otros con salmos, himnos </a:t>
            </a:r>
            <a:r>
              <a:rPr lang="es-419" sz="4000" i="1"/>
              <a:t>y</a:t>
            </a:r>
            <a:r>
              <a:rPr lang="es-419" sz="4000"/>
              <a:t> canciones espirituales, cantando a Dios con acción de gracias en sus corazones.</a:t>
            </a:r>
            <a:endParaRPr lang="es-MX" sz="4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6333B-9222-83FE-DBDE-E277B8E1A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b="1" err="1"/>
              <a:t>ColOSENSES</a:t>
            </a:r>
            <a:r>
              <a:rPr lang="es-419" b="1"/>
              <a:t> 3:16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6392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043CF8-5A9F-99A7-53D3-938A4F4F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85142" y="320842"/>
            <a:ext cx="8668658" cy="6079958"/>
          </a:xfrm>
        </p:spPr>
        <p:txBody>
          <a:bodyPr>
            <a:normAutofit lnSpcReduction="10000"/>
          </a:bodyPr>
          <a:lstStyle/>
          <a:p>
            <a:r>
              <a:rPr lang="es-419" sz="3600" b="1"/>
              <a:t> Examínate y arrepiéntete de pecados relacionales</a:t>
            </a:r>
          </a:p>
          <a:p>
            <a:r>
              <a:rPr lang="es-419" sz="3600" b="1"/>
              <a:t>Fortalece las disciplinas de gracia</a:t>
            </a:r>
          </a:p>
          <a:p>
            <a:r>
              <a:rPr lang="es-419" sz="3600" b="1"/>
              <a:t> Busca la llenura del Espíritu en comunidad</a:t>
            </a:r>
          </a:p>
          <a:p>
            <a:r>
              <a:rPr lang="es-419" sz="3600" b="1"/>
              <a:t>Toma pasos concretos de fe y obediencia</a:t>
            </a:r>
            <a:endParaRPr lang="es-419" sz="3600"/>
          </a:p>
        </p:txBody>
      </p:sp>
    </p:spTree>
    <p:extLst>
      <p:ext uri="{BB962C8B-B14F-4D97-AF65-F5344CB8AC3E}">
        <p14:creationId xmlns:p14="http://schemas.microsoft.com/office/powerpoint/2010/main" val="2572827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4BC82-5D6C-E845-6A63-6BFDD9D4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FA83-1B9E-B660-CBE9-52DD88BB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19" y="1320801"/>
            <a:ext cx="10768282" cy="421639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s-419" sz="3600" b="1">
                <a:latin typeface="Montserrat"/>
              </a:rPr>
              <a:t>Nos comprometemos a buscar la llenura del Espíritu Santo, desechando pecados que obstaculizan Su obra y cultivando los hábitos de gracia que generan santificación y unidad </a:t>
            </a:r>
            <a:endParaRPr lang="es-MX" sz="3600" b="1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84005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D657BFBA35945B3F08057C1D72EB8" ma:contentTypeVersion="3" ma:contentTypeDescription="Create a new document." ma:contentTypeScope="" ma:versionID="d39436f4f1dad0bf48f2c695fe1202b0">
  <xsd:schema xmlns:xsd="http://www.w3.org/2001/XMLSchema" xmlns:xs="http://www.w3.org/2001/XMLSchema" xmlns:p="http://schemas.microsoft.com/office/2006/metadata/properties" xmlns:ns3="a685921f-f366-4ea7-84c8-5471bad9b71b" targetNamespace="http://schemas.microsoft.com/office/2006/metadata/properties" ma:root="true" ma:fieldsID="a7013409abdca6f35d7c8e42267422ab" ns3:_="">
    <xsd:import namespace="a685921f-f366-4ea7-84c8-5471bad9b7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5921f-f366-4ea7-84c8-5471bad9b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399A92-1C6B-40C6-B575-11C564D99E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29AA65-96A6-4F08-84D2-837ABDEE403D}">
  <ds:schemaRefs>
    <ds:schemaRef ds:uri="a685921f-f366-4ea7-84c8-5471bad9b71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4265E9-2ABB-451B-BCDF-224E1F0035EC}">
  <ds:schemaRefs>
    <ds:schemaRef ds:uri="a685921f-f366-4ea7-84c8-5471bad9b7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Office PowerPoint</Application>
  <PresentationFormat>Widescreen</PresentationFormat>
  <Slides>40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Tema de Office</vt:lpstr>
      <vt:lpstr>¿Está dividido Cristo? ¿Acaso fue Pablo crucificado por ustedes? ¿O fueron bautizados en el nombre de Pablo?</vt:lpstr>
      <vt:lpstr> Yo, pues, prisionero del Señor, les ruego que ustedes vivan de una manera digna de la vocación con que han sido llamados.</vt:lpstr>
      <vt:lpstr>2 Que vivan con toda humildad y mansedumbre, con paciencia, soportándose unos a otros en amor,</vt:lpstr>
      <vt:lpstr>3 esforzándose por preservar la unidad del Espíritu en el vínculo de la paz</vt:lpstr>
      <vt:lpstr> NOS COMPROMETEMOS A DEPENDERDE LA GRACIA DE CRISTO  Y A REFLEJARLA</vt:lpstr>
      <vt:lpstr>NOS COMPROMETEMOS A LUCHAR CON TODAS NUESTRAS FUERZAS POR DAR A CRISTO EL PRIMER LUGAR EN NUESTRA VIDA</vt:lpstr>
      <vt:lpstr>Nos comprometemos a permanecer en el amor de Cristo y a reflejarlo de modo que el mundo vea en nosotros el poder transformador del evangelio.</vt:lpstr>
      <vt:lpstr>COMPROMETIDOS A VIVIR EN EL</vt:lpstr>
      <vt:lpstr>Resumen:</vt:lpstr>
      <vt:lpstr>Nos comprometemos a buscar la llenura del Espíritu Santo, desechando pecados que obstaculizan Su obra y cultivando los hábitos de gracia que generan santificación y unidad </vt:lpstr>
      <vt:lpstr>PowerPoint Presentation</vt:lpstr>
      <vt:lpstr>Si andan en Mis estatutos y guardan Mis mandamientos para ponerlos por obra, </vt:lpstr>
      <vt:lpstr>11 … haré Mi morada en medio de ustedes, y Mi alma no los aborrecerá. </vt:lpstr>
      <vt:lpstr>12 Andaré entre ustedes y seré su Dios, y ustedes serán Mi pueblo.</vt:lpstr>
      <vt:lpstr>10 Porque cualquiera que guarda toda la ley, pero falla en un punto, se ha hecho culpable de todos.</vt:lpstr>
      <vt:lpstr>14 Asimismo todos los jefes de los sacerdotes y el pueblo fueron infieles en gran manera, y siguieron todas las abominaciones de las naciones, y profanaron la casa del Señor que Él había consagrado en Jerusalén.</vt:lpstr>
      <vt:lpstr>15 El Señor, Dios de sus padres, les envió palabra repetidas veces por Sus mensajeros, porque Él tenía compasión de Su pueblo y de Su morada.</vt:lpstr>
      <vt:lpstr>16 Pero ellos continuamente se burlaban de los mensajeros de Dios, despreciaban Sus palabras y se burlaban de Sus profetas, hasta que subió el furor del Señor contra Su pueblo, y ya no hubo remedio.</vt:lpstr>
      <vt:lpstr>17 Entonces Dios hizo subir contra ellos al rey de los caldeos, que mató a espada a sus jóvenes en la casa de su santuario, y no tuvo compasión del joven ni de la virgen, del viejo ni del débil; a todos ellos los entregó en su mano.</vt:lpstr>
      <vt:lpstr>«Porque este es el pacto que haré con la casa de Israel después de aquellos días», declara el Señor. «Pondré Mi ley dentro de ellos, y sobre sus corazones la escribiré. Entonces Yo seré su Dios y ellos serán Mi pueblo.</vt:lpstr>
      <vt:lpstr>Pues lo que la ley no pudo hacer, ya que era débil por causa de la carne, Dios lo hizo: enviando a Su propio Hijo en semejanza de carne de pecado y como ofrenda por el pecado, condenó al pecado en la carne,</vt:lpstr>
      <vt:lpstr>4 para que el requisito de la ley se cumpliera en nosotros, que no andamos conforme a la carne, sino conforme al Espíritu</vt:lpstr>
      <vt:lpstr>Pondré dentro de ustedes Mi espíritu y haré que anden en Mis estatutos, y que cumplan cuidadosamente Mis ordenanzas.</vt:lpstr>
      <vt:lpstr>PowerPoint Presentation</vt:lpstr>
      <vt:lpstr>16 Entonces Yo rogaré al Padre, y Él les dará otro Consolador para que esté con ustedes para siempre;</vt:lpstr>
      <vt:lpstr>17 es decir, el Espíritu de verdad, a quien el mundo no puede recibir, porque ni lo ve ni lo conoce, pero ustedes sí lo conocen porque mora con ustedes y estará en ustedes.</vt:lpstr>
      <vt:lpstr>18 No los dejaré huérfanos; vendré a ustedes.</vt:lpstr>
      <vt:lpstr>19 »Un poco más de tiempo y el mundo no me verá más, pero ustedes me verán; porque Yo vivo, ustedes también vivirán.</vt:lpstr>
      <vt:lpstr>20 En ese día conocerán que Yo estoy en Mi Padre, y ustedes en Mí y Yo en ustedes.</vt:lpstr>
      <vt:lpstr>21 El que tiene Mis mandamientos y los guarda, ese es el que me ama; y el que me ama será amado por Mi Padre; y Yo lo amaré y me manifestaré a él».</vt:lpstr>
      <vt:lpstr>22 Judas (no el Iscariote) le dijo: «Señor, ¿y qué ha pasado que te vas a manifestar a nosotros y no al mundo?».</vt:lpstr>
      <vt:lpstr>23 Jesús le respondió: «Si alguien me ama, guardará Mi palabra; y Mi Padre lo amará, y vendremos a él, y haremos con él morada.</vt:lpstr>
      <vt:lpstr>PowerPoint Presentation</vt:lpstr>
      <vt:lpstr>30 Y no entristezcan al Espíritu Santo de Dios, por el cual fueron sellados para el día de la redención.</vt:lpstr>
      <vt:lpstr>31 Sea quitada de ustedes toda amargura, enojo, ira, gritos, insultos, así como toda malicia.</vt:lpstr>
      <vt:lpstr>32 Sean más bien amables unos con otros, misericordiosos, perdonándose unos a otros, así como también Dios los perdonó en Cristo.</vt:lpstr>
      <vt:lpstr>5 ¿O piensan que la Escritura dice en vano: «Dios celosamente anhela el Espíritu que ha hecho morar en nosotros?».</vt:lpstr>
      <vt:lpstr>Que la palabra de Cristo habite en abundancia en ustedes, con toda sabiduría enseñándose y amonestándose unos a otros con salmos, himnos y canciones espirituales, cantando a Dios con acción de gracias en sus corazones.</vt:lpstr>
      <vt:lpstr>PowerPoint Presentation</vt:lpstr>
      <vt:lpstr>Nos comprometemos a buscar la llenura del Espíritu Santo, desechando pecados que obstaculizan Su obra y cultivando los hábitos de gracia que generan santificación y unidad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Villegas</dc:creator>
  <cp:revision>1</cp:revision>
  <dcterms:created xsi:type="dcterms:W3CDTF">2023-08-19T04:14:33Z</dcterms:created>
  <dcterms:modified xsi:type="dcterms:W3CDTF">2025-11-09T16:17:01Z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0x010100867D657BFBA35945B3F08057C1D72EB8</vt:lpwstr>
  </property>
</Properties>
</file>