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7"/>
  </p:notesMasterIdLst>
  <p:sldIdLst>
    <p:sldId id="256" r:id="rId5"/>
    <p:sldId id="923" r:id="rId6"/>
    <p:sldId id="924" r:id="rId7"/>
    <p:sldId id="518" r:id="rId8"/>
    <p:sldId id="517" r:id="rId9"/>
    <p:sldId id="829" r:id="rId10"/>
    <p:sldId id="866" r:id="rId11"/>
    <p:sldId id="901" r:id="rId12"/>
    <p:sldId id="903" r:id="rId13"/>
    <p:sldId id="869" r:id="rId14"/>
    <p:sldId id="904" r:id="rId15"/>
    <p:sldId id="925" r:id="rId16"/>
    <p:sldId id="905" r:id="rId17"/>
    <p:sldId id="906" r:id="rId18"/>
    <p:sldId id="907" r:id="rId19"/>
    <p:sldId id="908" r:id="rId20"/>
    <p:sldId id="909" r:id="rId21"/>
    <p:sldId id="926" r:id="rId22"/>
    <p:sldId id="928" r:id="rId23"/>
    <p:sldId id="927" r:id="rId24"/>
    <p:sldId id="910" r:id="rId25"/>
    <p:sldId id="911" r:id="rId26"/>
    <p:sldId id="929" r:id="rId27"/>
    <p:sldId id="933" r:id="rId28"/>
    <p:sldId id="931" r:id="rId29"/>
    <p:sldId id="930" r:id="rId30"/>
    <p:sldId id="932" r:id="rId31"/>
    <p:sldId id="934" r:id="rId32"/>
    <p:sldId id="935" r:id="rId33"/>
    <p:sldId id="936" r:id="rId34"/>
    <p:sldId id="937" r:id="rId35"/>
    <p:sldId id="938" r:id="rId36"/>
    <p:sldId id="939" r:id="rId37"/>
    <p:sldId id="940" r:id="rId38"/>
    <p:sldId id="941" r:id="rId39"/>
    <p:sldId id="942" r:id="rId40"/>
    <p:sldId id="912" r:id="rId41"/>
    <p:sldId id="921" r:id="rId42"/>
    <p:sldId id="922" r:id="rId43"/>
    <p:sldId id="944" r:id="rId44"/>
    <p:sldId id="946" r:id="rId45"/>
    <p:sldId id="947" r:id="rId46"/>
    <p:sldId id="945" r:id="rId47"/>
    <p:sldId id="943" r:id="rId48"/>
    <p:sldId id="920" r:id="rId49"/>
    <p:sldId id="914" r:id="rId50"/>
    <p:sldId id="915" r:id="rId51"/>
    <p:sldId id="916" r:id="rId52"/>
    <p:sldId id="917" r:id="rId53"/>
    <p:sldId id="918" r:id="rId54"/>
    <p:sldId id="919" r:id="rId55"/>
    <p:sldId id="948" r:id="rId56"/>
    <p:sldId id="949" r:id="rId57"/>
    <p:sldId id="950" r:id="rId58"/>
    <p:sldId id="951" r:id="rId59"/>
    <p:sldId id="952" r:id="rId60"/>
    <p:sldId id="953" r:id="rId61"/>
    <p:sldId id="955" r:id="rId62"/>
    <p:sldId id="956" r:id="rId63"/>
    <p:sldId id="957" r:id="rId64"/>
    <p:sldId id="958" r:id="rId65"/>
    <p:sldId id="954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256"/>
            <p14:sldId id="923"/>
            <p14:sldId id="924"/>
            <p14:sldId id="518"/>
            <p14:sldId id="517"/>
            <p14:sldId id="829"/>
            <p14:sldId id="866"/>
            <p14:sldId id="901"/>
            <p14:sldId id="903"/>
            <p14:sldId id="869"/>
            <p14:sldId id="904"/>
            <p14:sldId id="925"/>
            <p14:sldId id="905"/>
            <p14:sldId id="906"/>
            <p14:sldId id="907"/>
            <p14:sldId id="908"/>
            <p14:sldId id="909"/>
            <p14:sldId id="926"/>
            <p14:sldId id="928"/>
            <p14:sldId id="927"/>
            <p14:sldId id="910"/>
            <p14:sldId id="911"/>
            <p14:sldId id="929"/>
            <p14:sldId id="933"/>
            <p14:sldId id="931"/>
            <p14:sldId id="930"/>
            <p14:sldId id="932"/>
            <p14:sldId id="934"/>
            <p14:sldId id="935"/>
            <p14:sldId id="936"/>
            <p14:sldId id="937"/>
            <p14:sldId id="938"/>
            <p14:sldId id="939"/>
            <p14:sldId id="940"/>
            <p14:sldId id="941"/>
            <p14:sldId id="942"/>
            <p14:sldId id="912"/>
            <p14:sldId id="921"/>
            <p14:sldId id="922"/>
            <p14:sldId id="944"/>
            <p14:sldId id="946"/>
            <p14:sldId id="947"/>
            <p14:sldId id="945"/>
            <p14:sldId id="943"/>
            <p14:sldId id="920"/>
            <p14:sldId id="914"/>
            <p14:sldId id="915"/>
            <p14:sldId id="916"/>
            <p14:sldId id="917"/>
            <p14:sldId id="918"/>
            <p14:sldId id="919"/>
            <p14:sldId id="948"/>
            <p14:sldId id="949"/>
            <p14:sldId id="950"/>
            <p14:sldId id="951"/>
            <p14:sldId id="952"/>
            <p14:sldId id="953"/>
            <p14:sldId id="955"/>
            <p14:sldId id="956"/>
            <p14:sldId id="957"/>
            <p14:sldId id="958"/>
            <p14:sldId id="9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BF9000"/>
    <a:srgbClr val="D5B158"/>
    <a:srgbClr val="E8CC6D"/>
    <a:srgbClr val="C8B97C"/>
    <a:srgbClr val="5A6D65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2B00A-8E59-42AE-A686-206A7AD94BE5}" v="67" dt="2024-05-12T15:30:22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82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81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illegas Valerio" userId="8ada793c76dcd6b1" providerId="LiveId" clId="{22F5B8C0-95B1-4DAF-A10F-12CA8A14E89F}"/>
    <pc:docChg chg="undo redo custSel addSld delSld modSld sldOrd modSection">
      <pc:chgData name="Enrique Villegas Valerio" userId="8ada793c76dcd6b1" providerId="LiveId" clId="{22F5B8C0-95B1-4DAF-A10F-12CA8A14E89F}" dt="2024-04-28T16:31:03.471" v="3170" actId="1076"/>
      <pc:docMkLst>
        <pc:docMk/>
      </pc:docMkLst>
      <pc:sldChg chg="modSp mod">
        <pc:chgData name="Enrique Villegas Valerio" userId="8ada793c76dcd6b1" providerId="LiveId" clId="{22F5B8C0-95B1-4DAF-A10F-12CA8A14E89F}" dt="2024-04-28T13:45:01.911" v="2147" actId="20577"/>
        <pc:sldMkLst>
          <pc:docMk/>
          <pc:sldMk cId="2459707463" sldId="517"/>
        </pc:sldMkLst>
        <pc:spChg chg="mod">
          <ac:chgData name="Enrique Villegas Valerio" userId="8ada793c76dcd6b1" providerId="LiveId" clId="{22F5B8C0-95B1-4DAF-A10F-12CA8A14E89F}" dt="2024-04-28T13:45:01.911" v="2147" actId="20577"/>
          <ac:spMkLst>
            <pc:docMk/>
            <pc:sldMk cId="2459707463" sldId="517"/>
            <ac:spMk id="3" creationId="{F83FCBC4-22A5-47A6-4825-B2DAAEE92F0C}"/>
          </ac:spMkLst>
        </pc:spChg>
      </pc:sldChg>
      <pc:sldChg chg="modSp mod ord">
        <pc:chgData name="Enrique Villegas Valerio" userId="8ada793c76dcd6b1" providerId="LiveId" clId="{22F5B8C0-95B1-4DAF-A10F-12CA8A14E89F}" dt="2024-04-28T16:31:03.471" v="3170" actId="1076"/>
        <pc:sldMkLst>
          <pc:docMk/>
          <pc:sldMk cId="59613358" sldId="518"/>
        </pc:sldMkLst>
        <pc:spChg chg="mod">
          <ac:chgData name="Enrique Villegas Valerio" userId="8ada793c76dcd6b1" providerId="LiveId" clId="{22F5B8C0-95B1-4DAF-A10F-12CA8A14E89F}" dt="2024-04-28T16:31:03.471" v="3170" actId="1076"/>
          <ac:spMkLst>
            <pc:docMk/>
            <pc:sldMk cId="59613358" sldId="518"/>
            <ac:spMk id="3" creationId="{CA07F423-46C6-CDD8-E4AD-233D53E2809D}"/>
          </ac:spMkLst>
        </pc:spChg>
        <pc:spChg chg="mod">
          <ac:chgData name="Enrique Villegas Valerio" userId="8ada793c76dcd6b1" providerId="LiveId" clId="{22F5B8C0-95B1-4DAF-A10F-12CA8A14E89F}" dt="2024-04-28T16:31:03.471" v="3170" actId="1076"/>
          <ac:spMkLst>
            <pc:docMk/>
            <pc:sldMk cId="59613358" sldId="518"/>
            <ac:spMk id="4" creationId="{64DD97DD-43D3-F5D3-B4EE-BD7F9628B26B}"/>
          </ac:spMkLst>
        </pc:spChg>
      </pc:sldChg>
      <pc:sldChg chg="modSp mod">
        <pc:chgData name="Enrique Villegas Valerio" userId="8ada793c76dcd6b1" providerId="LiveId" clId="{22F5B8C0-95B1-4DAF-A10F-12CA8A14E89F}" dt="2024-04-28T12:46:20.105" v="1756" actId="20577"/>
        <pc:sldMkLst>
          <pc:docMk/>
          <pc:sldMk cId="3565370651" sldId="619"/>
        </pc:sldMkLst>
        <pc:spChg chg="mod">
          <ac:chgData name="Enrique Villegas Valerio" userId="8ada793c76dcd6b1" providerId="LiveId" clId="{22F5B8C0-95B1-4DAF-A10F-12CA8A14E89F}" dt="2024-04-28T12:46:14.406" v="1749"/>
          <ac:spMkLst>
            <pc:docMk/>
            <pc:sldMk cId="3565370651" sldId="619"/>
            <ac:spMk id="2" creationId="{F9514DA0-BE75-5888-FE06-2837D81A98C5}"/>
          </ac:spMkLst>
        </pc:spChg>
        <pc:spChg chg="mod">
          <ac:chgData name="Enrique Villegas Valerio" userId="8ada793c76dcd6b1" providerId="LiveId" clId="{22F5B8C0-95B1-4DAF-A10F-12CA8A14E89F}" dt="2024-04-28T12:46:20.105" v="1756" actId="20577"/>
          <ac:spMkLst>
            <pc:docMk/>
            <pc:sldMk cId="3565370651" sldId="619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863978871" sldId="648"/>
        </pc:sldMkLst>
      </pc:sldChg>
      <pc:sldChg chg="del">
        <pc:chgData name="Enrique Villegas Valerio" userId="8ada793c76dcd6b1" providerId="LiveId" clId="{22F5B8C0-95B1-4DAF-A10F-12CA8A14E89F}" dt="2024-04-28T03:22:57.550" v="1" actId="47"/>
        <pc:sldMkLst>
          <pc:docMk/>
          <pc:sldMk cId="3493310682" sldId="696"/>
        </pc:sldMkLst>
      </pc:sldChg>
      <pc:sldChg chg="del">
        <pc:chgData name="Enrique Villegas Valerio" userId="8ada793c76dcd6b1" providerId="LiveId" clId="{22F5B8C0-95B1-4DAF-A10F-12CA8A14E89F}" dt="2024-04-28T12:01:37.630" v="1240" actId="47"/>
        <pc:sldMkLst>
          <pc:docMk/>
          <pc:sldMk cId="1624671987" sldId="697"/>
        </pc:sldMkLst>
      </pc:sldChg>
      <pc:sldChg chg="del">
        <pc:chgData name="Enrique Villegas Valerio" userId="8ada793c76dcd6b1" providerId="LiveId" clId="{22F5B8C0-95B1-4DAF-A10F-12CA8A14E89F}" dt="2024-04-28T13:11:43.537" v="1762" actId="47"/>
        <pc:sldMkLst>
          <pc:docMk/>
          <pc:sldMk cId="3807254055" sldId="698"/>
        </pc:sldMkLst>
      </pc:sldChg>
      <pc:sldChg chg="del">
        <pc:chgData name="Enrique Villegas Valerio" userId="8ada793c76dcd6b1" providerId="LiveId" clId="{22F5B8C0-95B1-4DAF-A10F-12CA8A14E89F}" dt="2024-04-28T13:11:43.537" v="1762" actId="47"/>
        <pc:sldMkLst>
          <pc:docMk/>
          <pc:sldMk cId="11573337" sldId="699"/>
        </pc:sldMkLst>
      </pc:sldChg>
      <pc:sldChg chg="del">
        <pc:chgData name="Enrique Villegas Valerio" userId="8ada793c76dcd6b1" providerId="LiveId" clId="{22F5B8C0-95B1-4DAF-A10F-12CA8A14E89F}" dt="2024-04-28T13:11:43.537" v="1762" actId="47"/>
        <pc:sldMkLst>
          <pc:docMk/>
          <pc:sldMk cId="207412264" sldId="70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152918895" sldId="70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635178873" sldId="70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905916967" sldId="70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823826177" sldId="70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187357223" sldId="70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881579910" sldId="70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969524156" sldId="70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069940102" sldId="70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778528371" sldId="709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61501848" sldId="71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257577453" sldId="71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341645576" sldId="71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372110217" sldId="71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827792804" sldId="71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676365126" sldId="71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742796102" sldId="71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786523329" sldId="71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579347164" sldId="71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756163945" sldId="719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729316981" sldId="72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376233568" sldId="72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888237764" sldId="72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261628322" sldId="72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050137477" sldId="72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080344541" sldId="72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175835528" sldId="72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186402150" sldId="729"/>
        </pc:sldMkLst>
      </pc:sldChg>
      <pc:sldChg chg="modSp del mod">
        <pc:chgData name="Enrique Villegas Valerio" userId="8ada793c76dcd6b1" providerId="LiveId" clId="{22F5B8C0-95B1-4DAF-A10F-12CA8A14E89F}" dt="2024-04-28T13:47:46.531" v="2217" actId="47"/>
        <pc:sldMkLst>
          <pc:docMk/>
          <pc:sldMk cId="858109033" sldId="730"/>
        </pc:sldMkLst>
        <pc:spChg chg="mod">
          <ac:chgData name="Enrique Villegas Valerio" userId="8ada793c76dcd6b1" providerId="LiveId" clId="{22F5B8C0-95B1-4DAF-A10F-12CA8A14E89F}" dt="2024-04-28T13:45:48.774" v="2156" actId="20577"/>
          <ac:spMkLst>
            <pc:docMk/>
            <pc:sldMk cId="858109033" sldId="730"/>
            <ac:spMk id="3" creationId="{CA07F423-46C6-CDD8-E4AD-233D53E2809D}"/>
          </ac:spMkLst>
        </pc:spChg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942090785" sldId="73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627965699" sldId="73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681979810" sldId="73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699387487" sldId="73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014141131" sldId="73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599747815" sldId="73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2847906" sldId="73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17723856" sldId="73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129015968" sldId="739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255978089" sldId="74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845828418" sldId="74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562662680" sldId="74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031900184" sldId="74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954507347" sldId="74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08355803" sldId="74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623102239" sldId="74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227108644" sldId="74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844220400" sldId="74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615206711" sldId="749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955606564" sldId="75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795727232" sldId="75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07501430" sldId="75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681378688" sldId="75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03894514" sldId="75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97649183" sldId="75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093056462" sldId="75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429242866" sldId="75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838995400" sldId="75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594748842" sldId="759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988940524" sldId="76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457925784" sldId="76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489304264" sldId="76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951377007" sldId="76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843221620" sldId="76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036406417" sldId="76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558599693" sldId="76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881164162" sldId="76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072409482" sldId="769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431892705" sldId="770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518094582" sldId="771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4274744633" sldId="772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2786650950" sldId="773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500486157" sldId="774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631565729" sldId="775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272485913" sldId="776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3545591661" sldId="777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301569592" sldId="778"/>
        </pc:sldMkLst>
      </pc:sldChg>
      <pc:sldChg chg="del">
        <pc:chgData name="Enrique Villegas Valerio" userId="8ada793c76dcd6b1" providerId="LiveId" clId="{22F5B8C0-95B1-4DAF-A10F-12CA8A14E89F}" dt="2024-04-28T13:45:44.955" v="2148" actId="47"/>
        <pc:sldMkLst>
          <pc:docMk/>
          <pc:sldMk cId="1256220797" sldId="779"/>
        </pc:sldMkLst>
      </pc:sldChg>
      <pc:sldChg chg="del">
        <pc:chgData name="Enrique Villegas Valerio" userId="8ada793c76dcd6b1" providerId="LiveId" clId="{22F5B8C0-95B1-4DAF-A10F-12CA8A14E89F}" dt="2024-04-28T03:22:55.501" v="0" actId="47"/>
        <pc:sldMkLst>
          <pc:docMk/>
          <pc:sldMk cId="595888006" sldId="780"/>
        </pc:sldMkLst>
      </pc:sldChg>
      <pc:sldChg chg="addSp modSp new">
        <pc:chgData name="Enrique Villegas Valerio" userId="8ada793c76dcd6b1" providerId="LiveId" clId="{22F5B8C0-95B1-4DAF-A10F-12CA8A14E89F}" dt="2024-04-28T03:23:59.761" v="12" actId="14100"/>
        <pc:sldMkLst>
          <pc:docMk/>
          <pc:sldMk cId="844771429" sldId="780"/>
        </pc:sldMkLst>
        <pc:picChg chg="add mod">
          <ac:chgData name="Enrique Villegas Valerio" userId="8ada793c76dcd6b1" providerId="LiveId" clId="{22F5B8C0-95B1-4DAF-A10F-12CA8A14E89F}" dt="2024-04-28T03:23:59.761" v="12" actId="14100"/>
          <ac:picMkLst>
            <pc:docMk/>
            <pc:sldMk cId="844771429" sldId="780"/>
            <ac:picMk id="1026" creationId="{E4C28187-14E9-BE54-F05D-779CB355D4CB}"/>
          </ac:picMkLst>
        </pc:picChg>
      </pc:sldChg>
      <pc:sldChg chg="modSp add">
        <pc:chgData name="Enrique Villegas Valerio" userId="8ada793c76dcd6b1" providerId="LiveId" clId="{22F5B8C0-95B1-4DAF-A10F-12CA8A14E89F}" dt="2024-04-28T03:23:51.809" v="11" actId="18131"/>
        <pc:sldMkLst>
          <pc:docMk/>
          <pc:sldMk cId="844270561" sldId="781"/>
        </pc:sldMkLst>
        <pc:picChg chg="mod">
          <ac:chgData name="Enrique Villegas Valerio" userId="8ada793c76dcd6b1" providerId="LiveId" clId="{22F5B8C0-95B1-4DAF-A10F-12CA8A14E89F}" dt="2024-04-28T03:23:51.809" v="11" actId="18131"/>
          <ac:picMkLst>
            <pc:docMk/>
            <pc:sldMk cId="844270561" sldId="781"/>
            <ac:picMk id="1026" creationId="{E4C28187-14E9-BE54-F05D-779CB355D4CB}"/>
          </ac:picMkLst>
        </pc:picChg>
      </pc:sldChg>
      <pc:sldChg chg="addSp delSp modSp new mod chgLayout">
        <pc:chgData name="Enrique Villegas Valerio" userId="8ada793c76dcd6b1" providerId="LiveId" clId="{22F5B8C0-95B1-4DAF-A10F-12CA8A14E89F}" dt="2024-04-28T04:42:05.073" v="659" actId="478"/>
        <pc:sldMkLst>
          <pc:docMk/>
          <pc:sldMk cId="2087936639" sldId="782"/>
        </pc:sldMkLst>
        <pc:spChg chg="add del">
          <ac:chgData name="Enrique Villegas Valerio" userId="8ada793c76dcd6b1" providerId="LiveId" clId="{22F5B8C0-95B1-4DAF-A10F-12CA8A14E89F}" dt="2024-04-28T04:33:14.643" v="23" actId="22"/>
          <ac:spMkLst>
            <pc:docMk/>
            <pc:sldMk cId="2087936639" sldId="782"/>
            <ac:spMk id="5" creationId="{E819FF35-2A03-18D8-C502-25E11C4FEFF4}"/>
          </ac:spMkLst>
        </pc:spChg>
        <pc:spChg chg="add mod">
          <ac:chgData name="Enrique Villegas Valerio" userId="8ada793c76dcd6b1" providerId="LiveId" clId="{22F5B8C0-95B1-4DAF-A10F-12CA8A14E89F}" dt="2024-04-28T04:39:39.752" v="539" actId="1038"/>
          <ac:spMkLst>
            <pc:docMk/>
            <pc:sldMk cId="2087936639" sldId="782"/>
            <ac:spMk id="6" creationId="{38D63825-ADEE-B658-26DD-D522C2C0DD8B}"/>
          </ac:spMkLst>
        </pc:spChg>
        <pc:spChg chg="add del mod">
          <ac:chgData name="Enrique Villegas Valerio" userId="8ada793c76dcd6b1" providerId="LiveId" clId="{22F5B8C0-95B1-4DAF-A10F-12CA8A14E89F}" dt="2024-04-28T04:37:57.038" v="373" actId="47"/>
          <ac:spMkLst>
            <pc:docMk/>
            <pc:sldMk cId="2087936639" sldId="782"/>
            <ac:spMk id="7" creationId="{CA4F695F-5937-72B8-A646-52445A2C3105}"/>
          </ac:spMkLst>
        </pc:spChg>
        <pc:spChg chg="add del mod">
          <ac:chgData name="Enrique Villegas Valerio" userId="8ada793c76dcd6b1" providerId="LiveId" clId="{22F5B8C0-95B1-4DAF-A10F-12CA8A14E89F}" dt="2024-04-28T04:39:39.752" v="539" actId="1038"/>
          <ac:spMkLst>
            <pc:docMk/>
            <pc:sldMk cId="2087936639" sldId="782"/>
            <ac:spMk id="9" creationId="{D4E21D2C-0BC2-C6D1-6994-B8FECE1D9356}"/>
          </ac:spMkLst>
        </pc:spChg>
        <pc:spChg chg="add del mod">
          <ac:chgData name="Enrique Villegas Valerio" userId="8ada793c76dcd6b1" providerId="LiveId" clId="{22F5B8C0-95B1-4DAF-A10F-12CA8A14E89F}" dt="2024-04-28T04:42:05.073" v="659" actId="478"/>
          <ac:spMkLst>
            <pc:docMk/>
            <pc:sldMk cId="2087936639" sldId="782"/>
            <ac:spMk id="10" creationId="{53C7DBE5-5021-6E92-D2A1-DFF743F4A66E}"/>
          </ac:spMkLst>
        </pc:spChg>
        <pc:spChg chg="add mod">
          <ac:chgData name="Enrique Villegas Valerio" userId="8ada793c76dcd6b1" providerId="LiveId" clId="{22F5B8C0-95B1-4DAF-A10F-12CA8A14E89F}" dt="2024-04-28T04:39:47.315" v="547"/>
          <ac:spMkLst>
            <pc:docMk/>
            <pc:sldMk cId="2087936639" sldId="782"/>
            <ac:spMk id="11" creationId="{10204212-72CE-CCE9-B47E-795719788E89}"/>
          </ac:spMkLst>
        </pc:spChg>
        <pc:picChg chg="add mod">
          <ac:chgData name="Enrique Villegas Valerio" userId="8ada793c76dcd6b1" providerId="LiveId" clId="{22F5B8C0-95B1-4DAF-A10F-12CA8A14E89F}" dt="2024-04-28T04:38:55.932" v="515" actId="1036"/>
          <ac:picMkLst>
            <pc:docMk/>
            <pc:sldMk cId="2087936639" sldId="782"/>
            <ac:picMk id="3" creationId="{DEC719AF-65EA-EBBA-BA4F-38E211C9A7DA}"/>
          </ac:picMkLst>
        </pc:picChg>
      </pc:sldChg>
      <pc:sldChg chg="addSp delSp modSp add mod">
        <pc:chgData name="Enrique Villegas Valerio" userId="8ada793c76dcd6b1" providerId="LiveId" clId="{22F5B8C0-95B1-4DAF-A10F-12CA8A14E89F}" dt="2024-04-28T05:03:27.652" v="898" actId="21"/>
        <pc:sldMkLst>
          <pc:docMk/>
          <pc:sldMk cId="604872742" sldId="783"/>
        </pc:sldMkLst>
        <pc:spChg chg="add del">
          <ac:chgData name="Enrique Villegas Valerio" userId="8ada793c76dcd6b1" providerId="LiveId" clId="{22F5B8C0-95B1-4DAF-A10F-12CA8A14E89F}" dt="2024-04-28T05:03:27.652" v="898" actId="21"/>
          <ac:spMkLst>
            <pc:docMk/>
            <pc:sldMk cId="604872742" sldId="783"/>
            <ac:spMk id="6" creationId="{38D63825-ADEE-B658-26DD-D522C2C0DD8B}"/>
          </ac:spMkLst>
        </pc:spChg>
        <pc:spChg chg="mod">
          <ac:chgData name="Enrique Villegas Valerio" userId="8ada793c76dcd6b1" providerId="LiveId" clId="{22F5B8C0-95B1-4DAF-A10F-12CA8A14E89F}" dt="2024-04-28T04:42:09.521" v="668" actId="1035"/>
          <ac:spMkLst>
            <pc:docMk/>
            <pc:sldMk cId="604872742" sldId="783"/>
            <ac:spMk id="10" creationId="{53C7DBE5-5021-6E92-D2A1-DFF743F4A66E}"/>
          </ac:spMkLst>
        </pc:spChg>
      </pc:sldChg>
      <pc:sldChg chg="new del">
        <pc:chgData name="Enrique Villegas Valerio" userId="8ada793c76dcd6b1" providerId="LiveId" clId="{22F5B8C0-95B1-4DAF-A10F-12CA8A14E89F}" dt="2024-04-28T04:37:57.429" v="374" actId="680"/>
        <pc:sldMkLst>
          <pc:docMk/>
          <pc:sldMk cId="3388704265" sldId="783"/>
        </pc:sldMkLst>
      </pc:sldChg>
      <pc:sldChg chg="addSp delSp modSp new mod">
        <pc:chgData name="Enrique Villegas Valerio" userId="8ada793c76dcd6b1" providerId="LiveId" clId="{22F5B8C0-95B1-4DAF-A10F-12CA8A14E89F}" dt="2024-04-28T05:07:11.347" v="1097" actId="1076"/>
        <pc:sldMkLst>
          <pc:docMk/>
          <pc:sldMk cId="3505741251" sldId="784"/>
        </pc:sldMkLst>
        <pc:spChg chg="add mod">
          <ac:chgData name="Enrique Villegas Valerio" userId="8ada793c76dcd6b1" providerId="LiveId" clId="{22F5B8C0-95B1-4DAF-A10F-12CA8A14E89F}" dt="2024-04-28T05:06:23.825" v="1088" actId="1036"/>
          <ac:spMkLst>
            <pc:docMk/>
            <pc:sldMk cId="3505741251" sldId="784"/>
            <ac:spMk id="17" creationId="{38D63825-ADEE-B658-26DD-D522C2C0DD8B}"/>
          </ac:spMkLst>
        </pc:spChg>
        <pc:picChg chg="add mod">
          <ac:chgData name="Enrique Villegas Valerio" userId="8ada793c76dcd6b1" providerId="LiveId" clId="{22F5B8C0-95B1-4DAF-A10F-12CA8A14E89F}" dt="2024-04-28T05:06:34.464" v="1090" actId="1076"/>
          <ac:picMkLst>
            <pc:docMk/>
            <pc:sldMk cId="3505741251" sldId="784"/>
            <ac:picMk id="3" creationId="{CA698DB0-867D-2DCB-024C-5601778EFAF0}"/>
          </ac:picMkLst>
        </pc:picChg>
        <pc:picChg chg="add mod">
          <ac:chgData name="Enrique Villegas Valerio" userId="8ada793c76dcd6b1" providerId="LiveId" clId="{22F5B8C0-95B1-4DAF-A10F-12CA8A14E89F}" dt="2024-04-28T05:06:47.200" v="1092" actId="1076"/>
          <ac:picMkLst>
            <pc:docMk/>
            <pc:sldMk cId="3505741251" sldId="784"/>
            <ac:picMk id="5" creationId="{0B03D247-20D5-288C-6E1F-760CE5E22F59}"/>
          </ac:picMkLst>
        </pc:picChg>
        <pc:picChg chg="add mod modCrop">
          <ac:chgData name="Enrique Villegas Valerio" userId="8ada793c76dcd6b1" providerId="LiveId" clId="{22F5B8C0-95B1-4DAF-A10F-12CA8A14E89F}" dt="2024-04-28T05:07:11.347" v="1097" actId="1076"/>
          <ac:picMkLst>
            <pc:docMk/>
            <pc:sldMk cId="3505741251" sldId="784"/>
            <ac:picMk id="7" creationId="{29A92688-BB77-38EA-CFA8-34637EF93977}"/>
          </ac:picMkLst>
        </pc:picChg>
        <pc:picChg chg="add mod modCrop">
          <ac:chgData name="Enrique Villegas Valerio" userId="8ada793c76dcd6b1" providerId="LiveId" clId="{22F5B8C0-95B1-4DAF-A10F-12CA8A14E89F}" dt="2024-04-28T05:07:07.391" v="1096" actId="1076"/>
          <ac:picMkLst>
            <pc:docMk/>
            <pc:sldMk cId="3505741251" sldId="784"/>
            <ac:picMk id="9" creationId="{2C05C248-16DB-D305-E70A-968F3605A90D}"/>
          </ac:picMkLst>
        </pc:picChg>
        <pc:picChg chg="add mod modCrop">
          <ac:chgData name="Enrique Villegas Valerio" userId="8ada793c76dcd6b1" providerId="LiveId" clId="{22F5B8C0-95B1-4DAF-A10F-12CA8A14E89F}" dt="2024-04-28T05:06:56.731" v="1094" actId="14100"/>
          <ac:picMkLst>
            <pc:docMk/>
            <pc:sldMk cId="3505741251" sldId="784"/>
            <ac:picMk id="11" creationId="{2C376D56-2572-216A-5D19-8DBFB99BE181}"/>
          </ac:picMkLst>
        </pc:picChg>
        <pc:picChg chg="add mod modCrop">
          <ac:chgData name="Enrique Villegas Valerio" userId="8ada793c76dcd6b1" providerId="LiveId" clId="{22F5B8C0-95B1-4DAF-A10F-12CA8A14E89F}" dt="2024-04-28T05:06:40.542" v="1091" actId="1076"/>
          <ac:picMkLst>
            <pc:docMk/>
            <pc:sldMk cId="3505741251" sldId="784"/>
            <ac:picMk id="13" creationId="{781916B0-42A5-1110-54E8-B829971706BF}"/>
          </ac:picMkLst>
        </pc:picChg>
        <pc:picChg chg="add mod modCrop">
          <ac:chgData name="Enrique Villegas Valerio" userId="8ada793c76dcd6b1" providerId="LiveId" clId="{22F5B8C0-95B1-4DAF-A10F-12CA8A14E89F}" dt="2024-04-28T05:07:01.221" v="1095" actId="1076"/>
          <ac:picMkLst>
            <pc:docMk/>
            <pc:sldMk cId="3505741251" sldId="784"/>
            <ac:picMk id="15" creationId="{0AEE153D-EDE3-D378-341F-C84894B59DCB}"/>
          </ac:picMkLst>
        </pc:picChg>
        <pc:picChg chg="add mod">
          <ac:chgData name="Enrique Villegas Valerio" userId="8ada793c76dcd6b1" providerId="LiveId" clId="{22F5B8C0-95B1-4DAF-A10F-12CA8A14E89F}" dt="2024-04-28T05:03:06.940" v="881" actId="571"/>
          <ac:picMkLst>
            <pc:docMk/>
            <pc:sldMk cId="3505741251" sldId="784"/>
            <ac:picMk id="16" creationId="{A72C988B-7AA7-FA63-0FFE-CD978D2BD5FE}"/>
          </ac:picMkLst>
        </pc:picChg>
        <pc:picChg chg="add del mod">
          <ac:chgData name="Enrique Villegas Valerio" userId="8ada793c76dcd6b1" providerId="LiveId" clId="{22F5B8C0-95B1-4DAF-A10F-12CA8A14E89F}" dt="2024-04-28T04:48:01.631" v="673" actId="478"/>
          <ac:picMkLst>
            <pc:docMk/>
            <pc:sldMk cId="3505741251" sldId="784"/>
            <ac:picMk id="2050" creationId="{9326DCEB-FEE1-16AD-1CEB-748F25D154A5}"/>
          </ac:picMkLst>
        </pc:picChg>
      </pc:sldChg>
      <pc:sldChg chg="addSp delSp modSp add mod">
        <pc:chgData name="Enrique Villegas Valerio" userId="8ada793c76dcd6b1" providerId="LiveId" clId="{22F5B8C0-95B1-4DAF-A10F-12CA8A14E89F}" dt="2024-04-28T05:09:54.742" v="1142" actId="207"/>
        <pc:sldMkLst>
          <pc:docMk/>
          <pc:sldMk cId="103639252" sldId="785"/>
        </pc:sldMkLst>
        <pc:spChg chg="add del mod">
          <ac:chgData name="Enrique Villegas Valerio" userId="8ada793c76dcd6b1" providerId="LiveId" clId="{22F5B8C0-95B1-4DAF-A10F-12CA8A14E89F}" dt="2024-04-28T05:08:36.281" v="1134" actId="478"/>
          <ac:spMkLst>
            <pc:docMk/>
            <pc:sldMk cId="103639252" sldId="785"/>
            <ac:spMk id="2" creationId="{469B17F4-CF81-2DB0-6C04-31D328EC671F}"/>
          </ac:spMkLst>
        </pc:spChg>
        <pc:spChg chg="add mod">
          <ac:chgData name="Enrique Villegas Valerio" userId="8ada793c76dcd6b1" providerId="LiveId" clId="{22F5B8C0-95B1-4DAF-A10F-12CA8A14E89F}" dt="2024-04-28T05:09:54.742" v="1142" actId="207"/>
          <ac:spMkLst>
            <pc:docMk/>
            <pc:sldMk cId="103639252" sldId="785"/>
            <ac:spMk id="4" creationId="{404C0C95-F838-189C-C909-69F325E5E84C}"/>
          </ac:spMkLst>
        </pc:spChg>
        <pc:spChg chg="add del">
          <ac:chgData name="Enrique Villegas Valerio" userId="8ada793c76dcd6b1" providerId="LiveId" clId="{22F5B8C0-95B1-4DAF-A10F-12CA8A14E89F}" dt="2024-04-28T05:08:39.791" v="1136" actId="478"/>
          <ac:spMkLst>
            <pc:docMk/>
            <pc:sldMk cId="103639252" sldId="785"/>
            <ac:spMk id="17" creationId="{38D63825-ADEE-B658-26DD-D522C2C0DD8B}"/>
          </ac:spMkLst>
        </pc:spChg>
      </pc:sldChg>
      <pc:sldChg chg="addSp modSp add mod">
        <pc:chgData name="Enrique Villegas Valerio" userId="8ada793c76dcd6b1" providerId="LiveId" clId="{22F5B8C0-95B1-4DAF-A10F-12CA8A14E89F}" dt="2024-04-28T05:10:48.508" v="1156" actId="14100"/>
        <pc:sldMkLst>
          <pc:docMk/>
          <pc:sldMk cId="3995289765" sldId="786"/>
        </pc:sldMkLst>
        <pc:spChg chg="add mod">
          <ac:chgData name="Enrique Villegas Valerio" userId="8ada793c76dcd6b1" providerId="LiveId" clId="{22F5B8C0-95B1-4DAF-A10F-12CA8A14E89F}" dt="2024-04-28T05:10:16.501" v="1148" actId="14100"/>
          <ac:spMkLst>
            <pc:docMk/>
            <pc:sldMk cId="3995289765" sldId="786"/>
            <ac:spMk id="2" creationId="{B7520B30-31DA-55F2-F8B7-46843319E517}"/>
          </ac:spMkLst>
        </pc:spChg>
        <pc:spChg chg="mod">
          <ac:chgData name="Enrique Villegas Valerio" userId="8ada793c76dcd6b1" providerId="LiveId" clId="{22F5B8C0-95B1-4DAF-A10F-12CA8A14E89F}" dt="2024-04-28T05:10:09.773" v="1145" actId="14100"/>
          <ac:spMkLst>
            <pc:docMk/>
            <pc:sldMk cId="3995289765" sldId="786"/>
            <ac:spMk id="4" creationId="{404C0C95-F838-189C-C909-69F325E5E84C}"/>
          </ac:spMkLst>
        </pc:spChg>
        <pc:spChg chg="add mod">
          <ac:chgData name="Enrique Villegas Valerio" userId="8ada793c76dcd6b1" providerId="LiveId" clId="{22F5B8C0-95B1-4DAF-A10F-12CA8A14E89F}" dt="2024-04-28T05:10:48.508" v="1156" actId="14100"/>
          <ac:spMkLst>
            <pc:docMk/>
            <pc:sldMk cId="3995289765" sldId="786"/>
            <ac:spMk id="6" creationId="{14796592-FECD-867B-0BBC-6EBC2206FF4C}"/>
          </ac:spMkLst>
        </pc:spChg>
      </pc:sldChg>
      <pc:sldChg chg="addSp delSp modSp add mod">
        <pc:chgData name="Enrique Villegas Valerio" userId="8ada793c76dcd6b1" providerId="LiveId" clId="{22F5B8C0-95B1-4DAF-A10F-12CA8A14E89F}" dt="2024-04-28T05:11:34.465" v="1159" actId="14100"/>
        <pc:sldMkLst>
          <pc:docMk/>
          <pc:sldMk cId="3430709889" sldId="787"/>
        </pc:sldMkLst>
        <pc:spChg chg="mod">
          <ac:chgData name="Enrique Villegas Valerio" userId="8ada793c76dcd6b1" providerId="LiveId" clId="{22F5B8C0-95B1-4DAF-A10F-12CA8A14E89F}" dt="2024-04-28T05:11:34.465" v="1159" actId="14100"/>
          <ac:spMkLst>
            <pc:docMk/>
            <pc:sldMk cId="3430709889" sldId="787"/>
            <ac:spMk id="2" creationId="{B7520B30-31DA-55F2-F8B7-46843319E517}"/>
          </ac:spMkLst>
        </pc:spChg>
        <pc:spChg chg="mod">
          <ac:chgData name="Enrique Villegas Valerio" userId="8ada793c76dcd6b1" providerId="LiveId" clId="{22F5B8C0-95B1-4DAF-A10F-12CA8A14E89F}" dt="2024-04-28T05:10:24.750" v="1152" actId="14100"/>
          <ac:spMkLst>
            <pc:docMk/>
            <pc:sldMk cId="3430709889" sldId="787"/>
            <ac:spMk id="4" creationId="{404C0C95-F838-189C-C909-69F325E5E84C}"/>
          </ac:spMkLst>
        </pc:spChg>
        <pc:graphicFrameChg chg="add del modGraphic">
          <ac:chgData name="Enrique Villegas Valerio" userId="8ada793c76dcd6b1" providerId="LiveId" clId="{22F5B8C0-95B1-4DAF-A10F-12CA8A14E89F}" dt="2024-04-28T05:11:31.233" v="1158" actId="27309"/>
          <ac:graphicFrameMkLst>
            <pc:docMk/>
            <pc:sldMk cId="3430709889" sldId="787"/>
            <ac:graphicFrameMk id="8" creationId="{2B20000E-617B-E559-3755-1484A5846992}"/>
          </ac:graphicFrameMkLst>
        </pc:graphicFrameChg>
      </pc:sldChg>
      <pc:sldChg chg="addSp delSp modSp add del mod">
        <pc:chgData name="Enrique Villegas Valerio" userId="8ada793c76dcd6b1" providerId="LiveId" clId="{22F5B8C0-95B1-4DAF-A10F-12CA8A14E89F}" dt="2024-04-28T12:01:16.397" v="1239" actId="47"/>
        <pc:sldMkLst>
          <pc:docMk/>
          <pc:sldMk cId="3920010132" sldId="788"/>
        </pc:sldMkLst>
        <pc:spChg chg="add mod">
          <ac:chgData name="Enrique Villegas Valerio" userId="8ada793c76dcd6b1" providerId="LiveId" clId="{22F5B8C0-95B1-4DAF-A10F-12CA8A14E89F}" dt="2024-04-28T12:00:49.922" v="1238" actId="1036"/>
          <ac:spMkLst>
            <pc:docMk/>
            <pc:sldMk cId="3920010132" sldId="788"/>
            <ac:spMk id="8" creationId="{EAAFF532-D658-2F67-8FB8-25C1BCAE6C24}"/>
          </ac:spMkLst>
        </pc:spChg>
        <pc:spChg chg="mod">
          <ac:chgData name="Enrique Villegas Valerio" userId="8ada793c76dcd6b1" providerId="LiveId" clId="{22F5B8C0-95B1-4DAF-A10F-12CA8A14E89F}" dt="2024-04-28T11:59:51.005" v="1207" actId="1035"/>
          <ac:spMkLst>
            <pc:docMk/>
            <pc:sldMk cId="3920010132" sldId="788"/>
            <ac:spMk id="17" creationId="{38D63825-ADEE-B658-26DD-D522C2C0DD8B}"/>
          </ac:spMkLst>
        </pc:sp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3" creationId="{CA698DB0-867D-2DCB-024C-5601778EFAF0}"/>
          </ac:picMkLst>
        </pc:pic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5" creationId="{0B03D247-20D5-288C-6E1F-760CE5E22F59}"/>
          </ac:picMkLst>
        </pc:pic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7" creationId="{29A92688-BB77-38EA-CFA8-34637EF93977}"/>
          </ac:picMkLst>
        </pc:pic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9" creationId="{2C05C248-16DB-D305-E70A-968F3605A90D}"/>
          </ac:picMkLst>
        </pc:pic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11" creationId="{2C376D56-2572-216A-5D19-8DBFB99BE181}"/>
          </ac:picMkLst>
        </pc:pic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13" creationId="{781916B0-42A5-1110-54E8-B829971706BF}"/>
          </ac:picMkLst>
        </pc:picChg>
        <pc:picChg chg="mod">
          <ac:chgData name="Enrique Villegas Valerio" userId="8ada793c76dcd6b1" providerId="LiveId" clId="{22F5B8C0-95B1-4DAF-A10F-12CA8A14E89F}" dt="2024-04-28T11:59:51.005" v="1207" actId="1035"/>
          <ac:picMkLst>
            <pc:docMk/>
            <pc:sldMk cId="3920010132" sldId="788"/>
            <ac:picMk id="15" creationId="{0AEE153D-EDE3-D378-341F-C84894B59DCB}"/>
          </ac:picMkLst>
        </pc:picChg>
        <pc:cxnChg chg="add del mod">
          <ac:chgData name="Enrique Villegas Valerio" userId="8ada793c76dcd6b1" providerId="LiveId" clId="{22F5B8C0-95B1-4DAF-A10F-12CA8A14E89F}" dt="2024-04-28T12:00:20.271" v="1210" actId="478"/>
          <ac:cxnSpMkLst>
            <pc:docMk/>
            <pc:sldMk cId="3920010132" sldId="788"/>
            <ac:cxnSpMk id="4" creationId="{0E60C8AB-0FE1-97EB-8820-2361C51C7209}"/>
          </ac:cxnSpMkLst>
        </pc:cxnChg>
      </pc:sldChg>
      <pc:sldChg chg="add">
        <pc:chgData name="Enrique Villegas Valerio" userId="8ada793c76dcd6b1" providerId="LiveId" clId="{22F5B8C0-95B1-4DAF-A10F-12CA8A14E89F}" dt="2024-04-28T12:02:06.269" v="1241"/>
        <pc:sldMkLst>
          <pc:docMk/>
          <pc:sldMk cId="4212743176" sldId="788"/>
        </pc:sldMkLst>
      </pc:sldChg>
      <pc:sldChg chg="addSp modSp new mod modClrScheme modAnim chgLayout">
        <pc:chgData name="Enrique Villegas Valerio" userId="8ada793c76dcd6b1" providerId="LiveId" clId="{22F5B8C0-95B1-4DAF-A10F-12CA8A14E89F}" dt="2024-04-28T13:00:03.763" v="1759" actId="27636"/>
        <pc:sldMkLst>
          <pc:docMk/>
          <pc:sldMk cId="1786013269" sldId="789"/>
        </pc:sldMkLst>
        <pc:spChg chg="add mod">
          <ac:chgData name="Enrique Villegas Valerio" userId="8ada793c76dcd6b1" providerId="LiveId" clId="{22F5B8C0-95B1-4DAF-A10F-12CA8A14E89F}" dt="2024-04-28T12:18:43.383" v="1370" actId="1035"/>
          <ac:spMkLst>
            <pc:docMk/>
            <pc:sldMk cId="1786013269" sldId="789"/>
            <ac:spMk id="2" creationId="{814C8737-E0AB-3173-5B12-997883A142F9}"/>
          </ac:spMkLst>
        </pc:spChg>
        <pc:spChg chg="add mod">
          <ac:chgData name="Enrique Villegas Valerio" userId="8ada793c76dcd6b1" providerId="LiveId" clId="{22F5B8C0-95B1-4DAF-A10F-12CA8A14E89F}" dt="2024-04-28T13:00:03.763" v="1759" actId="27636"/>
          <ac:spMkLst>
            <pc:docMk/>
            <pc:sldMk cId="1786013269" sldId="789"/>
            <ac:spMk id="3" creationId="{327EDC76-3BEB-FCFA-278C-B106143CA2F0}"/>
          </ac:spMkLst>
        </pc:spChg>
      </pc:sldChg>
      <pc:sldChg chg="add modAnim">
        <pc:chgData name="Enrique Villegas Valerio" userId="8ada793c76dcd6b1" providerId="LiveId" clId="{22F5B8C0-95B1-4DAF-A10F-12CA8A14E89F}" dt="2024-04-28T13:00:13.213" v="1760"/>
        <pc:sldMkLst>
          <pc:docMk/>
          <pc:sldMk cId="1435731666" sldId="790"/>
        </pc:sldMkLst>
      </pc:sldChg>
      <pc:sldChg chg="addSp delSp modSp add mod">
        <pc:chgData name="Enrique Villegas Valerio" userId="8ada793c76dcd6b1" providerId="LiveId" clId="{22F5B8C0-95B1-4DAF-A10F-12CA8A14E89F}" dt="2024-04-28T14:07:49.301" v="2640" actId="255"/>
        <pc:sldMkLst>
          <pc:docMk/>
          <pc:sldMk cId="4258264916" sldId="791"/>
        </pc:sldMkLst>
        <pc:spChg chg="mod">
          <ac:chgData name="Enrique Villegas Valerio" userId="8ada793c76dcd6b1" providerId="LiveId" clId="{22F5B8C0-95B1-4DAF-A10F-12CA8A14E89F}" dt="2024-04-28T13:29:50.108" v="1952" actId="1038"/>
          <ac:spMkLst>
            <pc:docMk/>
            <pc:sldMk cId="4258264916" sldId="791"/>
            <ac:spMk id="6" creationId="{38D63825-ADEE-B658-26DD-D522C2C0DD8B}"/>
          </ac:spMkLst>
        </pc:spChg>
        <pc:spChg chg="mod">
          <ac:chgData name="Enrique Villegas Valerio" userId="8ada793c76dcd6b1" providerId="LiveId" clId="{22F5B8C0-95B1-4DAF-A10F-12CA8A14E89F}" dt="2024-04-28T14:07:49.301" v="2640" actId="255"/>
          <ac:spMkLst>
            <pc:docMk/>
            <pc:sldMk cId="4258264916" sldId="791"/>
            <ac:spMk id="9" creationId="{D4E21D2C-0BC2-C6D1-6994-B8FECE1D9356}"/>
          </ac:spMkLst>
        </pc:spChg>
        <pc:spChg chg="mod">
          <ac:chgData name="Enrique Villegas Valerio" userId="8ada793c76dcd6b1" providerId="LiveId" clId="{22F5B8C0-95B1-4DAF-A10F-12CA8A14E89F}" dt="2024-04-28T13:29:38.254" v="1926" actId="20577"/>
          <ac:spMkLst>
            <pc:docMk/>
            <pc:sldMk cId="4258264916" sldId="791"/>
            <ac:spMk id="10" creationId="{53C7DBE5-5021-6E92-D2A1-DFF743F4A66E}"/>
          </ac:spMkLst>
        </pc:spChg>
        <pc:picChg chg="add del mod">
          <ac:chgData name="Enrique Villegas Valerio" userId="8ada793c76dcd6b1" providerId="LiveId" clId="{22F5B8C0-95B1-4DAF-A10F-12CA8A14E89F}" dt="2024-04-28T13:29:25.042" v="1900" actId="14100"/>
          <ac:picMkLst>
            <pc:docMk/>
            <pc:sldMk cId="4258264916" sldId="791"/>
            <ac:picMk id="3" creationId="{DEC719AF-65EA-EBBA-BA4F-38E211C9A7DA}"/>
          </ac:picMkLst>
        </pc:picChg>
      </pc:sldChg>
      <pc:sldChg chg="addSp delSp modSp add mod">
        <pc:chgData name="Enrique Villegas Valerio" userId="8ada793c76dcd6b1" providerId="LiveId" clId="{22F5B8C0-95B1-4DAF-A10F-12CA8A14E89F}" dt="2024-04-28T13:52:48.934" v="2325" actId="14100"/>
        <pc:sldMkLst>
          <pc:docMk/>
          <pc:sldMk cId="2901455891" sldId="792"/>
        </pc:sldMkLst>
        <pc:spChg chg="mod">
          <ac:chgData name="Enrique Villegas Valerio" userId="8ada793c76dcd6b1" providerId="LiveId" clId="{22F5B8C0-95B1-4DAF-A10F-12CA8A14E89F}" dt="2024-04-28T13:46:47.392" v="2182" actId="1037"/>
          <ac:spMkLst>
            <pc:docMk/>
            <pc:sldMk cId="2901455891" sldId="792"/>
            <ac:spMk id="6" creationId="{38D63825-ADEE-B658-26DD-D522C2C0DD8B}"/>
          </ac:spMkLst>
        </pc:spChg>
        <pc:spChg chg="mod">
          <ac:chgData name="Enrique Villegas Valerio" userId="8ada793c76dcd6b1" providerId="LiveId" clId="{22F5B8C0-95B1-4DAF-A10F-12CA8A14E89F}" dt="2024-04-28T13:52:48.934" v="2325" actId="14100"/>
          <ac:spMkLst>
            <pc:docMk/>
            <pc:sldMk cId="2901455891" sldId="792"/>
            <ac:spMk id="9" creationId="{D4E21D2C-0BC2-C6D1-6994-B8FECE1D9356}"/>
          </ac:spMkLst>
        </pc:spChg>
        <pc:spChg chg="del">
          <ac:chgData name="Enrique Villegas Valerio" userId="8ada793c76dcd6b1" providerId="LiveId" clId="{22F5B8C0-95B1-4DAF-A10F-12CA8A14E89F}" dt="2024-04-28T13:46:02.019" v="2167" actId="478"/>
          <ac:spMkLst>
            <pc:docMk/>
            <pc:sldMk cId="2901455891" sldId="792"/>
            <ac:spMk id="10" creationId="{53C7DBE5-5021-6E92-D2A1-DFF743F4A66E}"/>
          </ac:spMkLst>
        </pc:spChg>
        <pc:picChg chg="mod">
          <ac:chgData name="Enrique Villegas Valerio" userId="8ada793c76dcd6b1" providerId="LiveId" clId="{22F5B8C0-95B1-4DAF-A10F-12CA8A14E89F}" dt="2024-04-28T13:47:30.506" v="2214" actId="1037"/>
          <ac:picMkLst>
            <pc:docMk/>
            <pc:sldMk cId="2901455891" sldId="792"/>
            <ac:picMk id="3" creationId="{DEC719AF-65EA-EBBA-BA4F-38E211C9A7DA}"/>
          </ac:picMkLst>
        </pc:picChg>
        <pc:cxnChg chg="add mod ord">
          <ac:chgData name="Enrique Villegas Valerio" userId="8ada793c76dcd6b1" providerId="LiveId" clId="{22F5B8C0-95B1-4DAF-A10F-12CA8A14E89F}" dt="2024-04-28T13:52:43.844" v="2324" actId="167"/>
          <ac:cxnSpMkLst>
            <pc:docMk/>
            <pc:sldMk cId="2901455891" sldId="792"/>
            <ac:cxnSpMk id="4" creationId="{60FA49EF-07F2-9084-9E7E-2AAA998D2EDB}"/>
          </ac:cxnSpMkLst>
        </pc:cxnChg>
        <pc:cxnChg chg="add mod ord">
          <ac:chgData name="Enrique Villegas Valerio" userId="8ada793c76dcd6b1" providerId="LiveId" clId="{22F5B8C0-95B1-4DAF-A10F-12CA8A14E89F}" dt="2024-04-28T13:52:43.844" v="2324" actId="167"/>
          <ac:cxnSpMkLst>
            <pc:docMk/>
            <pc:sldMk cId="2901455891" sldId="792"/>
            <ac:cxnSpMk id="5" creationId="{ACCBBAF2-4F36-3918-D88E-A6FE7BA94BE1}"/>
          </ac:cxnSpMkLst>
        </pc:cxnChg>
      </pc:sldChg>
      <pc:sldChg chg="modSp add mod">
        <pc:chgData name="Enrique Villegas Valerio" userId="8ada793c76dcd6b1" providerId="LiveId" clId="{22F5B8C0-95B1-4DAF-A10F-12CA8A14E89F}" dt="2024-04-28T13:49:39.121" v="2279" actId="404"/>
        <pc:sldMkLst>
          <pc:docMk/>
          <pc:sldMk cId="3946533360" sldId="793"/>
        </pc:sldMkLst>
        <pc:spChg chg="mod">
          <ac:chgData name="Enrique Villegas Valerio" userId="8ada793c76dcd6b1" providerId="LiveId" clId="{22F5B8C0-95B1-4DAF-A10F-12CA8A14E89F}" dt="2024-04-28T13:49:39.121" v="2279" actId="404"/>
          <ac:spMkLst>
            <pc:docMk/>
            <pc:sldMk cId="3946533360" sldId="793"/>
            <ac:spMk id="2" creationId="{F9514DA0-BE75-5888-FE06-2837D81A98C5}"/>
          </ac:spMkLst>
        </pc:spChg>
        <pc:spChg chg="mod">
          <ac:chgData name="Enrique Villegas Valerio" userId="8ada793c76dcd6b1" providerId="LiveId" clId="{22F5B8C0-95B1-4DAF-A10F-12CA8A14E89F}" dt="2024-04-28T13:48:06.720" v="2238" actId="20577"/>
          <ac:spMkLst>
            <pc:docMk/>
            <pc:sldMk cId="3946533360" sldId="793"/>
            <ac:spMk id="3" creationId="{7C68BD49-EB98-945B-E1DB-FD4A8FC66606}"/>
          </ac:spMkLst>
        </pc:spChg>
      </pc:sldChg>
      <pc:sldChg chg="add del">
        <pc:chgData name="Enrique Villegas Valerio" userId="8ada793c76dcd6b1" providerId="LiveId" clId="{22F5B8C0-95B1-4DAF-A10F-12CA8A14E89F}" dt="2024-04-28T13:47:42.712" v="2216" actId="47"/>
        <pc:sldMkLst>
          <pc:docMk/>
          <pc:sldMk cId="4082521832" sldId="793"/>
        </pc:sldMkLst>
      </pc:sldChg>
      <pc:sldChg chg="modSp add mod">
        <pc:chgData name="Enrique Villegas Valerio" userId="8ada793c76dcd6b1" providerId="LiveId" clId="{22F5B8C0-95B1-4DAF-A10F-12CA8A14E89F}" dt="2024-04-28T13:50:00.165" v="2291" actId="403"/>
        <pc:sldMkLst>
          <pc:docMk/>
          <pc:sldMk cId="1000114867" sldId="794"/>
        </pc:sldMkLst>
        <pc:spChg chg="mod">
          <ac:chgData name="Enrique Villegas Valerio" userId="8ada793c76dcd6b1" providerId="LiveId" clId="{22F5B8C0-95B1-4DAF-A10F-12CA8A14E89F}" dt="2024-04-28T13:50:00.165" v="2291" actId="403"/>
          <ac:spMkLst>
            <pc:docMk/>
            <pc:sldMk cId="1000114867" sldId="794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0:12.064" v="2293" actId="21"/>
        <pc:sldMkLst>
          <pc:docMk/>
          <pc:sldMk cId="3262090529" sldId="795"/>
        </pc:sldMkLst>
        <pc:spChg chg="mod">
          <ac:chgData name="Enrique Villegas Valerio" userId="8ada793c76dcd6b1" providerId="LiveId" clId="{22F5B8C0-95B1-4DAF-A10F-12CA8A14E89F}" dt="2024-04-28T13:50:12.064" v="2293" actId="21"/>
          <ac:spMkLst>
            <pc:docMk/>
            <pc:sldMk cId="3262090529" sldId="795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0:27.406" v="2296" actId="6549"/>
        <pc:sldMkLst>
          <pc:docMk/>
          <pc:sldMk cId="3025495549" sldId="796"/>
        </pc:sldMkLst>
        <pc:spChg chg="mod">
          <ac:chgData name="Enrique Villegas Valerio" userId="8ada793c76dcd6b1" providerId="LiveId" clId="{22F5B8C0-95B1-4DAF-A10F-12CA8A14E89F}" dt="2024-04-28T13:50:27.406" v="2296" actId="6549"/>
          <ac:spMkLst>
            <pc:docMk/>
            <pc:sldMk cId="3025495549" sldId="79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0:41.139" v="2301" actId="6549"/>
        <pc:sldMkLst>
          <pc:docMk/>
          <pc:sldMk cId="1784524731" sldId="797"/>
        </pc:sldMkLst>
        <pc:spChg chg="mod">
          <ac:chgData name="Enrique Villegas Valerio" userId="8ada793c76dcd6b1" providerId="LiveId" clId="{22F5B8C0-95B1-4DAF-A10F-12CA8A14E89F}" dt="2024-04-28T13:50:41.139" v="2301" actId="6549"/>
          <ac:spMkLst>
            <pc:docMk/>
            <pc:sldMk cId="1784524731" sldId="797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0:50.310" v="2304" actId="20577"/>
        <pc:sldMkLst>
          <pc:docMk/>
          <pc:sldMk cId="356014255" sldId="798"/>
        </pc:sldMkLst>
        <pc:spChg chg="mod">
          <ac:chgData name="Enrique Villegas Valerio" userId="8ada793c76dcd6b1" providerId="LiveId" clId="{22F5B8C0-95B1-4DAF-A10F-12CA8A14E89F}" dt="2024-04-28T13:50:50.310" v="2304" actId="20577"/>
          <ac:spMkLst>
            <pc:docMk/>
            <pc:sldMk cId="356014255" sldId="798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0:59.640" v="2307" actId="20577"/>
        <pc:sldMkLst>
          <pc:docMk/>
          <pc:sldMk cId="3196637841" sldId="799"/>
        </pc:sldMkLst>
        <pc:spChg chg="mod">
          <ac:chgData name="Enrique Villegas Valerio" userId="8ada793c76dcd6b1" providerId="LiveId" clId="{22F5B8C0-95B1-4DAF-A10F-12CA8A14E89F}" dt="2024-04-28T13:50:59.640" v="2307" actId="20577"/>
          <ac:spMkLst>
            <pc:docMk/>
            <pc:sldMk cId="3196637841" sldId="799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1:02.097" v="2308"/>
        <pc:sldMkLst>
          <pc:docMk/>
          <pc:sldMk cId="2051497863" sldId="800"/>
        </pc:sldMkLst>
        <pc:spChg chg="mod">
          <ac:chgData name="Enrique Villegas Valerio" userId="8ada793c76dcd6b1" providerId="LiveId" clId="{22F5B8C0-95B1-4DAF-A10F-12CA8A14E89F}" dt="2024-04-28T13:51:02.097" v="2308"/>
          <ac:spMkLst>
            <pc:docMk/>
            <pc:sldMk cId="2051497863" sldId="800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3:29.015" v="2384" actId="1036"/>
        <pc:sldMkLst>
          <pc:docMk/>
          <pc:sldMk cId="590356718" sldId="801"/>
        </pc:sldMkLst>
        <pc:spChg chg="mod">
          <ac:chgData name="Enrique Villegas Valerio" userId="8ada793c76dcd6b1" providerId="LiveId" clId="{22F5B8C0-95B1-4DAF-A10F-12CA8A14E89F}" dt="2024-04-28T13:53:29.015" v="2384" actId="1036"/>
          <ac:spMkLst>
            <pc:docMk/>
            <pc:sldMk cId="590356718" sldId="801"/>
            <ac:spMk id="6" creationId="{38D63825-ADEE-B658-26DD-D522C2C0DD8B}"/>
          </ac:spMkLst>
        </pc:spChg>
      </pc:sldChg>
      <pc:sldChg chg="modSp add mod">
        <pc:chgData name="Enrique Villegas Valerio" userId="8ada793c76dcd6b1" providerId="LiveId" clId="{22F5B8C0-95B1-4DAF-A10F-12CA8A14E89F}" dt="2024-04-28T13:53:57.168" v="2436" actId="1036"/>
        <pc:sldMkLst>
          <pc:docMk/>
          <pc:sldMk cId="2487368170" sldId="802"/>
        </pc:sldMkLst>
        <pc:spChg chg="mod">
          <ac:chgData name="Enrique Villegas Valerio" userId="8ada793c76dcd6b1" providerId="LiveId" clId="{22F5B8C0-95B1-4DAF-A10F-12CA8A14E89F}" dt="2024-04-28T13:53:57.168" v="2436" actId="1036"/>
          <ac:spMkLst>
            <pc:docMk/>
            <pc:sldMk cId="2487368170" sldId="802"/>
            <ac:spMk id="6" creationId="{38D63825-ADEE-B658-26DD-D522C2C0DD8B}"/>
          </ac:spMkLst>
        </pc:spChg>
        <pc:spChg chg="mod">
          <ac:chgData name="Enrique Villegas Valerio" userId="8ada793c76dcd6b1" providerId="LiveId" clId="{22F5B8C0-95B1-4DAF-A10F-12CA8A14E89F}" dt="2024-04-28T13:53:45.151" v="2416" actId="20577"/>
          <ac:spMkLst>
            <pc:docMk/>
            <pc:sldMk cId="2487368170" sldId="802"/>
            <ac:spMk id="9" creationId="{D4E21D2C-0BC2-C6D1-6994-B8FECE1D9356}"/>
          </ac:spMkLst>
        </pc:spChg>
      </pc:sldChg>
      <pc:sldChg chg="modSp add mod">
        <pc:chgData name="Enrique Villegas Valerio" userId="8ada793c76dcd6b1" providerId="LiveId" clId="{22F5B8C0-95B1-4DAF-A10F-12CA8A14E89F}" dt="2024-04-28T13:56:13.022" v="2479" actId="403"/>
        <pc:sldMkLst>
          <pc:docMk/>
          <pc:sldMk cId="3973288802" sldId="803"/>
        </pc:sldMkLst>
        <pc:spChg chg="mod">
          <ac:chgData name="Enrique Villegas Valerio" userId="8ada793c76dcd6b1" providerId="LiveId" clId="{22F5B8C0-95B1-4DAF-A10F-12CA8A14E89F}" dt="2024-04-28T13:56:13.022" v="2479" actId="403"/>
          <ac:spMkLst>
            <pc:docMk/>
            <pc:sldMk cId="3973288802" sldId="803"/>
            <ac:spMk id="2" creationId="{F9514DA0-BE75-5888-FE06-2837D81A98C5}"/>
          </ac:spMkLst>
        </pc:spChg>
        <pc:spChg chg="mod">
          <ac:chgData name="Enrique Villegas Valerio" userId="8ada793c76dcd6b1" providerId="LiveId" clId="{22F5B8C0-95B1-4DAF-A10F-12CA8A14E89F}" dt="2024-04-28T13:54:17.894" v="2448" actId="20577"/>
          <ac:spMkLst>
            <pc:docMk/>
            <pc:sldMk cId="3973288802" sldId="803"/>
            <ac:spMk id="3" creationId="{7C68BD49-EB98-945B-E1DB-FD4A8FC66606}"/>
          </ac:spMkLst>
        </pc:spChg>
      </pc:sldChg>
      <pc:sldChg chg="add del">
        <pc:chgData name="Enrique Villegas Valerio" userId="8ada793c76dcd6b1" providerId="LiveId" clId="{22F5B8C0-95B1-4DAF-A10F-12CA8A14E89F}" dt="2024-04-28T13:54:34.855" v="2455" actId="47"/>
        <pc:sldMkLst>
          <pc:docMk/>
          <pc:sldMk cId="195379057" sldId="804"/>
        </pc:sldMkLst>
      </pc:sldChg>
      <pc:sldChg chg="modSp add mod">
        <pc:chgData name="Enrique Villegas Valerio" userId="8ada793c76dcd6b1" providerId="LiveId" clId="{22F5B8C0-95B1-4DAF-A10F-12CA8A14E89F}" dt="2024-04-28T13:56:08.502" v="2477" actId="404"/>
        <pc:sldMkLst>
          <pc:docMk/>
          <pc:sldMk cId="1574303023" sldId="805"/>
        </pc:sldMkLst>
        <pc:spChg chg="mod">
          <ac:chgData name="Enrique Villegas Valerio" userId="8ada793c76dcd6b1" providerId="LiveId" clId="{22F5B8C0-95B1-4DAF-A10F-12CA8A14E89F}" dt="2024-04-28T13:56:08.502" v="2477" actId="404"/>
          <ac:spMkLst>
            <pc:docMk/>
            <pc:sldMk cId="1574303023" sldId="805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6:24.574" v="2487" actId="404"/>
        <pc:sldMkLst>
          <pc:docMk/>
          <pc:sldMk cId="2661484786" sldId="806"/>
        </pc:sldMkLst>
        <pc:spChg chg="mod">
          <ac:chgData name="Enrique Villegas Valerio" userId="8ada793c76dcd6b1" providerId="LiveId" clId="{22F5B8C0-95B1-4DAF-A10F-12CA8A14E89F}" dt="2024-04-28T13:56:24.574" v="2487" actId="404"/>
          <ac:spMkLst>
            <pc:docMk/>
            <pc:sldMk cId="2661484786" sldId="80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6:29.771" v="2492" actId="404"/>
        <pc:sldMkLst>
          <pc:docMk/>
          <pc:sldMk cId="1693290513" sldId="807"/>
        </pc:sldMkLst>
        <pc:spChg chg="mod">
          <ac:chgData name="Enrique Villegas Valerio" userId="8ada793c76dcd6b1" providerId="LiveId" clId="{22F5B8C0-95B1-4DAF-A10F-12CA8A14E89F}" dt="2024-04-28T13:56:29.771" v="2492" actId="404"/>
          <ac:spMkLst>
            <pc:docMk/>
            <pc:sldMk cId="1693290513" sldId="807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7:48.828" v="2538" actId="404"/>
        <pc:sldMkLst>
          <pc:docMk/>
          <pc:sldMk cId="989918681" sldId="808"/>
        </pc:sldMkLst>
        <pc:spChg chg="mod">
          <ac:chgData name="Enrique Villegas Valerio" userId="8ada793c76dcd6b1" providerId="LiveId" clId="{22F5B8C0-95B1-4DAF-A10F-12CA8A14E89F}" dt="2024-04-28T13:57:48.828" v="2538" actId="404"/>
          <ac:spMkLst>
            <pc:docMk/>
            <pc:sldMk cId="989918681" sldId="808"/>
            <ac:spMk id="2" creationId="{F9514DA0-BE75-5888-FE06-2837D81A98C5}"/>
          </ac:spMkLst>
        </pc:spChg>
        <pc:spChg chg="mod">
          <ac:chgData name="Enrique Villegas Valerio" userId="8ada793c76dcd6b1" providerId="LiveId" clId="{22F5B8C0-95B1-4DAF-A10F-12CA8A14E89F}" dt="2024-04-28T13:57:08.413" v="2505" actId="20577"/>
          <ac:spMkLst>
            <pc:docMk/>
            <pc:sldMk cId="989918681" sldId="808"/>
            <ac:spMk id="3" creationId="{7C68BD49-EB98-945B-E1DB-FD4A8FC66606}"/>
          </ac:spMkLst>
        </pc:spChg>
      </pc:sldChg>
      <pc:sldChg chg="modSp add mod">
        <pc:chgData name="Enrique Villegas Valerio" userId="8ada793c76dcd6b1" providerId="LiveId" clId="{22F5B8C0-95B1-4DAF-A10F-12CA8A14E89F}" dt="2024-04-28T13:58:05.614" v="2546" actId="404"/>
        <pc:sldMkLst>
          <pc:docMk/>
          <pc:sldMk cId="1911771170" sldId="809"/>
        </pc:sldMkLst>
        <pc:spChg chg="mod">
          <ac:chgData name="Enrique Villegas Valerio" userId="8ada793c76dcd6b1" providerId="LiveId" clId="{22F5B8C0-95B1-4DAF-A10F-12CA8A14E89F}" dt="2024-04-28T13:58:05.614" v="2546" actId="404"/>
          <ac:spMkLst>
            <pc:docMk/>
            <pc:sldMk cId="1911771170" sldId="809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8:17.815" v="2551" actId="404"/>
        <pc:sldMkLst>
          <pc:docMk/>
          <pc:sldMk cId="1746866315" sldId="810"/>
        </pc:sldMkLst>
        <pc:spChg chg="mod">
          <ac:chgData name="Enrique Villegas Valerio" userId="8ada793c76dcd6b1" providerId="LiveId" clId="{22F5B8C0-95B1-4DAF-A10F-12CA8A14E89F}" dt="2024-04-28T13:58:17.815" v="2551" actId="404"/>
          <ac:spMkLst>
            <pc:docMk/>
            <pc:sldMk cId="1746866315" sldId="810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8:28.197" v="2558" actId="404"/>
        <pc:sldMkLst>
          <pc:docMk/>
          <pc:sldMk cId="3947541278" sldId="811"/>
        </pc:sldMkLst>
        <pc:spChg chg="mod">
          <ac:chgData name="Enrique Villegas Valerio" userId="8ada793c76dcd6b1" providerId="LiveId" clId="{22F5B8C0-95B1-4DAF-A10F-12CA8A14E89F}" dt="2024-04-28T13:58:28.197" v="2558" actId="404"/>
          <ac:spMkLst>
            <pc:docMk/>
            <pc:sldMk cId="3947541278" sldId="811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8:43.442" v="2565" actId="20577"/>
        <pc:sldMkLst>
          <pc:docMk/>
          <pc:sldMk cId="324215022" sldId="812"/>
        </pc:sldMkLst>
        <pc:spChg chg="mod">
          <ac:chgData name="Enrique Villegas Valerio" userId="8ada793c76dcd6b1" providerId="LiveId" clId="{22F5B8C0-95B1-4DAF-A10F-12CA8A14E89F}" dt="2024-04-28T13:58:43.442" v="2565" actId="20577"/>
          <ac:spMkLst>
            <pc:docMk/>
            <pc:sldMk cId="324215022" sldId="812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8:58.154" v="2573" actId="404"/>
        <pc:sldMkLst>
          <pc:docMk/>
          <pc:sldMk cId="4121420967" sldId="813"/>
        </pc:sldMkLst>
        <pc:spChg chg="mod">
          <ac:chgData name="Enrique Villegas Valerio" userId="8ada793c76dcd6b1" providerId="LiveId" clId="{22F5B8C0-95B1-4DAF-A10F-12CA8A14E89F}" dt="2024-04-28T13:58:58.154" v="2573" actId="404"/>
          <ac:spMkLst>
            <pc:docMk/>
            <pc:sldMk cId="4121420967" sldId="813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9:14.623" v="2581" actId="403"/>
        <pc:sldMkLst>
          <pc:docMk/>
          <pc:sldMk cId="4201804204" sldId="814"/>
        </pc:sldMkLst>
        <pc:spChg chg="mod">
          <ac:chgData name="Enrique Villegas Valerio" userId="8ada793c76dcd6b1" providerId="LiveId" clId="{22F5B8C0-95B1-4DAF-A10F-12CA8A14E89F}" dt="2024-04-28T13:59:14.623" v="2581" actId="403"/>
          <ac:spMkLst>
            <pc:docMk/>
            <pc:sldMk cId="4201804204" sldId="814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9:30.585" v="2589" actId="20577"/>
        <pc:sldMkLst>
          <pc:docMk/>
          <pc:sldMk cId="2772547099" sldId="815"/>
        </pc:sldMkLst>
        <pc:spChg chg="mod">
          <ac:chgData name="Enrique Villegas Valerio" userId="8ada793c76dcd6b1" providerId="LiveId" clId="{22F5B8C0-95B1-4DAF-A10F-12CA8A14E89F}" dt="2024-04-28T13:59:30.585" v="2589" actId="20577"/>
          <ac:spMkLst>
            <pc:docMk/>
            <pc:sldMk cId="2772547099" sldId="815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9:42.409" v="2597" actId="404"/>
        <pc:sldMkLst>
          <pc:docMk/>
          <pc:sldMk cId="1503717159" sldId="816"/>
        </pc:sldMkLst>
        <pc:spChg chg="mod">
          <ac:chgData name="Enrique Villegas Valerio" userId="8ada793c76dcd6b1" providerId="LiveId" clId="{22F5B8C0-95B1-4DAF-A10F-12CA8A14E89F}" dt="2024-04-28T13:59:42.409" v="2597" actId="404"/>
          <ac:spMkLst>
            <pc:docMk/>
            <pc:sldMk cId="1503717159" sldId="81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3:59:53.426" v="2603" actId="403"/>
        <pc:sldMkLst>
          <pc:docMk/>
          <pc:sldMk cId="423649578" sldId="817"/>
        </pc:sldMkLst>
        <pc:spChg chg="mod">
          <ac:chgData name="Enrique Villegas Valerio" userId="8ada793c76dcd6b1" providerId="LiveId" clId="{22F5B8C0-95B1-4DAF-A10F-12CA8A14E89F}" dt="2024-04-28T13:59:53.426" v="2603" actId="403"/>
          <ac:spMkLst>
            <pc:docMk/>
            <pc:sldMk cId="423649578" sldId="817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4:00:03.585" v="2610" actId="404"/>
        <pc:sldMkLst>
          <pc:docMk/>
          <pc:sldMk cId="990598927" sldId="818"/>
        </pc:sldMkLst>
        <pc:spChg chg="mod">
          <ac:chgData name="Enrique Villegas Valerio" userId="8ada793c76dcd6b1" providerId="LiveId" clId="{22F5B8C0-95B1-4DAF-A10F-12CA8A14E89F}" dt="2024-04-28T14:00:03.585" v="2610" actId="404"/>
          <ac:spMkLst>
            <pc:docMk/>
            <pc:sldMk cId="990598927" sldId="818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22F5B8C0-95B1-4DAF-A10F-12CA8A14E89F}" dt="2024-04-28T14:00:14.540" v="2619" actId="403"/>
        <pc:sldMkLst>
          <pc:docMk/>
          <pc:sldMk cId="3473694671" sldId="819"/>
        </pc:sldMkLst>
        <pc:spChg chg="mod">
          <ac:chgData name="Enrique Villegas Valerio" userId="8ada793c76dcd6b1" providerId="LiveId" clId="{22F5B8C0-95B1-4DAF-A10F-12CA8A14E89F}" dt="2024-04-28T14:00:14.540" v="2619" actId="403"/>
          <ac:spMkLst>
            <pc:docMk/>
            <pc:sldMk cId="3473694671" sldId="819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22F5B8C0-95B1-4DAF-A10F-12CA8A14E89F}" dt="2024-04-28T14:00:23.976" v="2628" actId="404"/>
        <pc:sldMkLst>
          <pc:docMk/>
          <pc:sldMk cId="3868965010" sldId="820"/>
        </pc:sldMkLst>
        <pc:spChg chg="mod">
          <ac:chgData name="Enrique Villegas Valerio" userId="8ada793c76dcd6b1" providerId="LiveId" clId="{22F5B8C0-95B1-4DAF-A10F-12CA8A14E89F}" dt="2024-04-28T14:00:23.976" v="2628" actId="404"/>
          <ac:spMkLst>
            <pc:docMk/>
            <pc:sldMk cId="3868965010" sldId="820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22F5B8C0-95B1-4DAF-A10F-12CA8A14E89F}" dt="2024-04-28T14:00:30.440" v="2631" actId="404"/>
        <pc:sldMkLst>
          <pc:docMk/>
          <pc:sldMk cId="633259460" sldId="821"/>
        </pc:sldMkLst>
        <pc:spChg chg="mod">
          <ac:chgData name="Enrique Villegas Valerio" userId="8ada793c76dcd6b1" providerId="LiveId" clId="{22F5B8C0-95B1-4DAF-A10F-12CA8A14E89F}" dt="2024-04-28T14:00:30.440" v="2631" actId="404"/>
          <ac:spMkLst>
            <pc:docMk/>
            <pc:sldMk cId="633259460" sldId="821"/>
            <ac:spMk id="2" creationId="{F9514DA0-BE75-5888-FE06-2837D81A98C5}"/>
          </ac:spMkLst>
        </pc:spChg>
      </pc:sldChg>
      <pc:sldChg chg="modSp new mod">
        <pc:chgData name="Enrique Villegas Valerio" userId="8ada793c76dcd6b1" providerId="LiveId" clId="{22F5B8C0-95B1-4DAF-A10F-12CA8A14E89F}" dt="2024-04-28T14:25:46.443" v="2648"/>
        <pc:sldMkLst>
          <pc:docMk/>
          <pc:sldMk cId="3041985796" sldId="822"/>
        </pc:sldMkLst>
        <pc:spChg chg="mod">
          <ac:chgData name="Enrique Villegas Valerio" userId="8ada793c76dcd6b1" providerId="LiveId" clId="{22F5B8C0-95B1-4DAF-A10F-12CA8A14E89F}" dt="2024-04-28T14:25:44.158" v="2647" actId="20577"/>
          <ac:spMkLst>
            <pc:docMk/>
            <pc:sldMk cId="3041985796" sldId="822"/>
            <ac:spMk id="2" creationId="{21C19AB3-DC77-7A61-DFC4-04ED3B0DF271}"/>
          </ac:spMkLst>
        </pc:spChg>
        <pc:spChg chg="mod">
          <ac:chgData name="Enrique Villegas Valerio" userId="8ada793c76dcd6b1" providerId="LiveId" clId="{22F5B8C0-95B1-4DAF-A10F-12CA8A14E89F}" dt="2024-04-28T14:25:46.443" v="2648"/>
          <ac:spMkLst>
            <pc:docMk/>
            <pc:sldMk cId="3041985796" sldId="822"/>
            <ac:spMk id="3" creationId="{4408AE14-38BD-2FC2-F559-6388CA7FFE33}"/>
          </ac:spMkLst>
        </pc:spChg>
      </pc:sldChg>
      <pc:sldChg chg="modSp new mod">
        <pc:chgData name="Enrique Villegas Valerio" userId="8ada793c76dcd6b1" providerId="LiveId" clId="{22F5B8C0-95B1-4DAF-A10F-12CA8A14E89F}" dt="2024-04-28T14:58:35.059" v="2663" actId="20577"/>
        <pc:sldMkLst>
          <pc:docMk/>
          <pc:sldMk cId="3166838634" sldId="823"/>
        </pc:sldMkLst>
        <pc:spChg chg="mod">
          <ac:chgData name="Enrique Villegas Valerio" userId="8ada793c76dcd6b1" providerId="LiveId" clId="{22F5B8C0-95B1-4DAF-A10F-12CA8A14E89F}" dt="2024-04-28T14:56:28.161" v="2650"/>
          <ac:spMkLst>
            <pc:docMk/>
            <pc:sldMk cId="3166838634" sldId="823"/>
            <ac:spMk id="2" creationId="{08C2C37B-322F-C03A-1EC7-A12747C8766C}"/>
          </ac:spMkLst>
        </pc:spChg>
        <pc:spChg chg="mod">
          <ac:chgData name="Enrique Villegas Valerio" userId="8ada793c76dcd6b1" providerId="LiveId" clId="{22F5B8C0-95B1-4DAF-A10F-12CA8A14E89F}" dt="2024-04-28T14:58:35.059" v="2663" actId="20577"/>
          <ac:spMkLst>
            <pc:docMk/>
            <pc:sldMk cId="3166838634" sldId="823"/>
            <ac:spMk id="3" creationId="{0C830458-31CC-46B4-2493-C75C66BE0730}"/>
          </ac:spMkLst>
        </pc:spChg>
      </pc:sldChg>
      <pc:sldChg chg="modSp new mod">
        <pc:chgData name="Enrique Villegas Valerio" userId="8ada793c76dcd6b1" providerId="LiveId" clId="{22F5B8C0-95B1-4DAF-A10F-12CA8A14E89F}" dt="2024-04-28T14:58:44.142" v="2673"/>
        <pc:sldMkLst>
          <pc:docMk/>
          <pc:sldMk cId="1621122901" sldId="824"/>
        </pc:sldMkLst>
        <pc:spChg chg="mod">
          <ac:chgData name="Enrique Villegas Valerio" userId="8ada793c76dcd6b1" providerId="LiveId" clId="{22F5B8C0-95B1-4DAF-A10F-12CA8A14E89F}" dt="2024-04-28T14:58:43.045" v="2672" actId="404"/>
          <ac:spMkLst>
            <pc:docMk/>
            <pc:sldMk cId="1621122901" sldId="824"/>
            <ac:spMk id="2" creationId="{10CD002D-8027-7B43-56EC-BB4FFD530D54}"/>
          </ac:spMkLst>
        </pc:spChg>
        <pc:spChg chg="mod">
          <ac:chgData name="Enrique Villegas Valerio" userId="8ada793c76dcd6b1" providerId="LiveId" clId="{22F5B8C0-95B1-4DAF-A10F-12CA8A14E89F}" dt="2024-04-28T14:58:44.142" v="2673"/>
          <ac:spMkLst>
            <pc:docMk/>
            <pc:sldMk cId="1621122901" sldId="824"/>
            <ac:spMk id="3" creationId="{22B9A071-FDB7-64AB-8F03-42DD8F532D0B}"/>
          </ac:spMkLst>
        </pc:spChg>
      </pc:sldChg>
      <pc:sldChg chg="new del">
        <pc:chgData name="Enrique Villegas Valerio" userId="8ada793c76dcd6b1" providerId="LiveId" clId="{22F5B8C0-95B1-4DAF-A10F-12CA8A14E89F}" dt="2024-04-28T15:09:49.140" v="2675" actId="680"/>
        <pc:sldMkLst>
          <pc:docMk/>
          <pc:sldMk cId="2092298519" sldId="825"/>
        </pc:sldMkLst>
      </pc:sldChg>
      <pc:sldChg chg="addSp delSp modSp new del mod modClrScheme chgLayout">
        <pc:chgData name="Enrique Villegas Valerio" userId="8ada793c76dcd6b1" providerId="LiveId" clId="{22F5B8C0-95B1-4DAF-A10F-12CA8A14E89F}" dt="2024-04-28T15:54:33.364" v="2993" actId="47"/>
        <pc:sldMkLst>
          <pc:docMk/>
          <pc:sldMk cId="3836335942" sldId="825"/>
        </pc:sldMkLst>
        <pc:spChg chg="del mod ord">
          <ac:chgData name="Enrique Villegas Valerio" userId="8ada793c76dcd6b1" providerId="LiveId" clId="{22F5B8C0-95B1-4DAF-A10F-12CA8A14E89F}" dt="2024-04-28T15:09:55.487" v="2677" actId="700"/>
          <ac:spMkLst>
            <pc:docMk/>
            <pc:sldMk cId="3836335942" sldId="825"/>
            <ac:spMk id="2" creationId="{A75B5C3C-ED85-94D7-10C6-28E2BE93BC4E}"/>
          </ac:spMkLst>
        </pc:spChg>
        <pc:spChg chg="del">
          <ac:chgData name="Enrique Villegas Valerio" userId="8ada793c76dcd6b1" providerId="LiveId" clId="{22F5B8C0-95B1-4DAF-A10F-12CA8A14E89F}" dt="2024-04-28T15:09:55.487" v="2677" actId="700"/>
          <ac:spMkLst>
            <pc:docMk/>
            <pc:sldMk cId="3836335942" sldId="825"/>
            <ac:spMk id="3" creationId="{90AB3AF6-7FA2-00D7-46A5-DC6BF6A9620E}"/>
          </ac:spMkLst>
        </pc:spChg>
        <pc:spChg chg="add mod ord">
          <ac:chgData name="Enrique Villegas Valerio" userId="8ada793c76dcd6b1" providerId="LiveId" clId="{22F5B8C0-95B1-4DAF-A10F-12CA8A14E89F}" dt="2024-04-28T15:10:11.744" v="2758" actId="20577"/>
          <ac:spMkLst>
            <pc:docMk/>
            <pc:sldMk cId="3836335942" sldId="825"/>
            <ac:spMk id="4" creationId="{90A85515-295E-DD5D-53E5-37E10D935596}"/>
          </ac:spMkLst>
        </pc:spChg>
      </pc:sldChg>
      <pc:sldChg chg="delSp modSp add mod">
        <pc:chgData name="Enrique Villegas Valerio" userId="8ada793c76dcd6b1" providerId="LiveId" clId="{22F5B8C0-95B1-4DAF-A10F-12CA8A14E89F}" dt="2024-04-28T15:11:20.535" v="2860" actId="1036"/>
        <pc:sldMkLst>
          <pc:docMk/>
          <pc:sldMk cId="1420300942" sldId="826"/>
        </pc:sldMkLst>
        <pc:spChg chg="mod">
          <ac:chgData name="Enrique Villegas Valerio" userId="8ada793c76dcd6b1" providerId="LiveId" clId="{22F5B8C0-95B1-4DAF-A10F-12CA8A14E89F}" dt="2024-04-28T15:11:20.535" v="2860" actId="1036"/>
          <ac:spMkLst>
            <pc:docMk/>
            <pc:sldMk cId="1420300942" sldId="826"/>
            <ac:spMk id="6" creationId="{38D63825-ADEE-B658-26DD-D522C2C0DD8B}"/>
          </ac:spMkLst>
        </pc:spChg>
        <pc:spChg chg="del">
          <ac:chgData name="Enrique Villegas Valerio" userId="8ada793c76dcd6b1" providerId="LiveId" clId="{22F5B8C0-95B1-4DAF-A10F-12CA8A14E89F}" dt="2024-04-28T15:10:45.501" v="2777" actId="478"/>
          <ac:spMkLst>
            <pc:docMk/>
            <pc:sldMk cId="1420300942" sldId="826"/>
            <ac:spMk id="9" creationId="{D4E21D2C-0BC2-C6D1-6994-B8FECE1D9356}"/>
          </ac:spMkLst>
        </pc:spChg>
        <pc:cxnChg chg="mod">
          <ac:chgData name="Enrique Villegas Valerio" userId="8ada793c76dcd6b1" providerId="LiveId" clId="{22F5B8C0-95B1-4DAF-A10F-12CA8A14E89F}" dt="2024-04-28T15:11:18.750" v="2857" actId="1035"/>
          <ac:cxnSpMkLst>
            <pc:docMk/>
            <pc:sldMk cId="1420300942" sldId="826"/>
            <ac:cxnSpMk id="4" creationId="{60FA49EF-07F2-9084-9E7E-2AAA998D2EDB}"/>
          </ac:cxnSpMkLst>
        </pc:cxnChg>
        <pc:cxnChg chg="mod">
          <ac:chgData name="Enrique Villegas Valerio" userId="8ada793c76dcd6b1" providerId="LiveId" clId="{22F5B8C0-95B1-4DAF-A10F-12CA8A14E89F}" dt="2024-04-28T15:11:18.750" v="2857" actId="1035"/>
          <ac:cxnSpMkLst>
            <pc:docMk/>
            <pc:sldMk cId="1420300942" sldId="826"/>
            <ac:cxnSpMk id="5" creationId="{ACCBBAF2-4F36-3918-D88E-A6FE7BA94BE1}"/>
          </ac:cxnSpMkLst>
        </pc:cxnChg>
      </pc:sldChg>
      <pc:sldChg chg="new del">
        <pc:chgData name="Enrique Villegas Valerio" userId="8ada793c76dcd6b1" providerId="LiveId" clId="{22F5B8C0-95B1-4DAF-A10F-12CA8A14E89F}" dt="2024-04-28T15:54:12.158" v="2986" actId="47"/>
        <pc:sldMkLst>
          <pc:docMk/>
          <pc:sldMk cId="2207891005" sldId="827"/>
        </pc:sldMkLst>
      </pc:sldChg>
      <pc:sldChg chg="modSp add mod modAnim">
        <pc:chgData name="Enrique Villegas Valerio" userId="8ada793c76dcd6b1" providerId="LiveId" clId="{22F5B8C0-95B1-4DAF-A10F-12CA8A14E89F}" dt="2024-04-28T16:26:27.258" v="3005"/>
        <pc:sldMkLst>
          <pc:docMk/>
          <pc:sldMk cId="3080816854" sldId="828"/>
        </pc:sldMkLst>
        <pc:spChg chg="mod">
          <ac:chgData name="Enrique Villegas Valerio" userId="8ada793c76dcd6b1" providerId="LiveId" clId="{22F5B8C0-95B1-4DAF-A10F-12CA8A14E89F}" dt="2024-04-28T15:11:52.892" v="2900" actId="20577"/>
          <ac:spMkLst>
            <pc:docMk/>
            <pc:sldMk cId="3080816854" sldId="828"/>
            <ac:spMk id="2" creationId="{814C8737-E0AB-3173-5B12-997883A142F9}"/>
          </ac:spMkLst>
        </pc:spChg>
        <pc:spChg chg="mod">
          <ac:chgData name="Enrique Villegas Valerio" userId="8ada793c76dcd6b1" providerId="LiveId" clId="{22F5B8C0-95B1-4DAF-A10F-12CA8A14E89F}" dt="2024-04-28T16:26:27.258" v="3005"/>
          <ac:spMkLst>
            <pc:docMk/>
            <pc:sldMk cId="3080816854" sldId="828"/>
            <ac:spMk id="3" creationId="{327EDC76-3BEB-FCFA-278C-B106143CA2F0}"/>
          </ac:spMkLst>
        </pc:spChg>
      </pc:sldChg>
      <pc:sldChg chg="modSp add mod">
        <pc:chgData name="Enrique Villegas Valerio" userId="8ada793c76dcd6b1" providerId="LiveId" clId="{22F5B8C0-95B1-4DAF-A10F-12CA8A14E89F}" dt="2024-04-28T15:54:28.289" v="2992" actId="403"/>
        <pc:sldMkLst>
          <pc:docMk/>
          <pc:sldMk cId="534621278" sldId="829"/>
        </pc:sldMkLst>
        <pc:spChg chg="mod">
          <ac:chgData name="Enrique Villegas Valerio" userId="8ada793c76dcd6b1" providerId="LiveId" clId="{22F5B8C0-95B1-4DAF-A10F-12CA8A14E89F}" dt="2024-04-28T15:54:28.289" v="2992" actId="403"/>
          <ac:spMkLst>
            <pc:docMk/>
            <pc:sldMk cId="534621278" sldId="829"/>
            <ac:spMk id="4" creationId="{90A85515-295E-DD5D-53E5-37E10D935596}"/>
          </ac:spMkLst>
        </pc:spChg>
      </pc:sldChg>
      <pc:sldChg chg="add ord">
        <pc:chgData name="Enrique Villegas Valerio" userId="8ada793c76dcd6b1" providerId="LiveId" clId="{22F5B8C0-95B1-4DAF-A10F-12CA8A14E89F}" dt="2024-04-28T15:54:37.261" v="2996"/>
        <pc:sldMkLst>
          <pc:docMk/>
          <pc:sldMk cId="2770664574" sldId="830"/>
        </pc:sldMkLst>
      </pc:sldChg>
      <pc:sldChg chg="modSp add mod">
        <pc:chgData name="Enrique Villegas Valerio" userId="8ada793c76dcd6b1" providerId="LiveId" clId="{22F5B8C0-95B1-4DAF-A10F-12CA8A14E89F}" dt="2024-04-28T16:29:24.063" v="3017" actId="404"/>
        <pc:sldMkLst>
          <pc:docMk/>
          <pc:sldMk cId="3583129053" sldId="831"/>
        </pc:sldMkLst>
        <pc:spChg chg="mod">
          <ac:chgData name="Enrique Villegas Valerio" userId="8ada793c76dcd6b1" providerId="LiveId" clId="{22F5B8C0-95B1-4DAF-A10F-12CA8A14E89F}" dt="2024-04-28T16:29:24.063" v="3017" actId="404"/>
          <ac:spMkLst>
            <pc:docMk/>
            <pc:sldMk cId="3583129053" sldId="831"/>
            <ac:spMk id="4" creationId="{90A85515-295E-DD5D-53E5-37E10D935596}"/>
          </ac:spMkLst>
        </pc:spChg>
      </pc:sldChg>
      <pc:sldChg chg="add del">
        <pc:chgData name="Enrique Villegas Valerio" userId="8ada793c76dcd6b1" providerId="LiveId" clId="{22F5B8C0-95B1-4DAF-A10F-12CA8A14E89F}" dt="2024-04-28T16:29:07.775" v="3008"/>
        <pc:sldMkLst>
          <pc:docMk/>
          <pc:sldMk cId="3390470705" sldId="832"/>
        </pc:sldMkLst>
      </pc:sldChg>
    </pc:docChg>
  </pc:docChgLst>
  <pc:docChgLst>
    <pc:chgData name="Enrique Villegas Valerio" userId="8ada793c76dcd6b1" providerId="LiveId" clId="{E032FAA1-94AB-4635-89A2-8715A6BCFE7A}"/>
    <pc:docChg chg="undo custSel addSld delSld modSld sldOrd modSection">
      <pc:chgData name="Enrique Villegas Valerio" userId="8ada793c76dcd6b1" providerId="LiveId" clId="{E032FAA1-94AB-4635-89A2-8715A6BCFE7A}" dt="2024-05-05T17:10:14.301" v="1454" actId="207"/>
      <pc:docMkLst>
        <pc:docMk/>
      </pc:docMkLst>
      <pc:sldChg chg="modSp mod">
        <pc:chgData name="Enrique Villegas Valerio" userId="8ada793c76dcd6b1" providerId="LiveId" clId="{E032FAA1-94AB-4635-89A2-8715A6BCFE7A}" dt="2024-05-05T13:55:04.112" v="978" actId="20577"/>
        <pc:sldMkLst>
          <pc:docMk/>
          <pc:sldMk cId="2459707463" sldId="517"/>
        </pc:sldMkLst>
        <pc:spChg chg="mod">
          <ac:chgData name="Enrique Villegas Valerio" userId="8ada793c76dcd6b1" providerId="LiveId" clId="{E032FAA1-94AB-4635-89A2-8715A6BCFE7A}" dt="2024-05-05T13:55:04.112" v="978" actId="20577"/>
          <ac:spMkLst>
            <pc:docMk/>
            <pc:sldMk cId="2459707463" sldId="517"/>
            <ac:spMk id="3" creationId="{F83FCBC4-22A5-47A6-4825-B2DAAEE92F0C}"/>
          </ac:spMkLst>
        </pc:spChg>
      </pc:sldChg>
      <pc:sldChg chg="modSp mod ord">
        <pc:chgData name="Enrique Villegas Valerio" userId="8ada793c76dcd6b1" providerId="LiveId" clId="{E032FAA1-94AB-4635-89A2-8715A6BCFE7A}" dt="2024-05-05T13:31:59.593" v="530" actId="20577"/>
        <pc:sldMkLst>
          <pc:docMk/>
          <pc:sldMk cId="59613358" sldId="518"/>
        </pc:sldMkLst>
        <pc:spChg chg="mod">
          <ac:chgData name="Enrique Villegas Valerio" userId="8ada793c76dcd6b1" providerId="LiveId" clId="{E032FAA1-94AB-4635-89A2-8715A6BCFE7A}" dt="2024-05-05T12:59:55.066" v="127"/>
          <ac:spMkLst>
            <pc:docMk/>
            <pc:sldMk cId="59613358" sldId="518"/>
            <ac:spMk id="3" creationId="{CA07F423-46C6-CDD8-E4AD-233D53E2809D}"/>
          </ac:spMkLst>
        </pc:spChg>
        <pc:spChg chg="mod">
          <ac:chgData name="Enrique Villegas Valerio" userId="8ada793c76dcd6b1" providerId="LiveId" clId="{E032FAA1-94AB-4635-89A2-8715A6BCFE7A}" dt="2024-05-05T13:31:59.593" v="530" actId="20577"/>
          <ac:spMkLst>
            <pc:docMk/>
            <pc:sldMk cId="59613358" sldId="518"/>
            <ac:spMk id="4" creationId="{64DD97DD-43D3-F5D3-B4EE-BD7F9628B26B}"/>
          </ac:spMkLst>
        </pc:spChg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3565370651" sldId="619"/>
        </pc:sldMkLst>
      </pc:sldChg>
      <pc:sldChg chg="del">
        <pc:chgData name="Enrique Villegas Valerio" userId="8ada793c76dcd6b1" providerId="LiveId" clId="{E032FAA1-94AB-4635-89A2-8715A6BCFE7A}" dt="2024-05-05T12:58:29.553" v="0" actId="47"/>
        <pc:sldMkLst>
          <pc:docMk/>
          <pc:sldMk cId="844771429" sldId="780"/>
        </pc:sldMkLst>
      </pc:sldChg>
      <pc:sldChg chg="del">
        <pc:chgData name="Enrique Villegas Valerio" userId="8ada793c76dcd6b1" providerId="LiveId" clId="{E032FAA1-94AB-4635-89A2-8715A6BCFE7A}" dt="2024-05-05T12:58:29.553" v="0" actId="47"/>
        <pc:sldMkLst>
          <pc:docMk/>
          <pc:sldMk cId="844270561" sldId="781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2087936639" sldId="782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604872742" sldId="783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3505741251" sldId="784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103639252" sldId="785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3995289765" sldId="786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3430709889" sldId="787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4212743176" sldId="788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1786013269" sldId="789"/>
        </pc:sldMkLst>
      </pc:sldChg>
      <pc:sldChg chg="del">
        <pc:chgData name="Enrique Villegas Valerio" userId="8ada793c76dcd6b1" providerId="LiveId" clId="{E032FAA1-94AB-4635-89A2-8715A6BCFE7A}" dt="2024-05-05T13:08:37.278" v="371" actId="47"/>
        <pc:sldMkLst>
          <pc:docMk/>
          <pc:sldMk cId="1435731666" sldId="790"/>
        </pc:sldMkLst>
      </pc:sldChg>
      <pc:sldChg chg="modSp mod">
        <pc:chgData name="Enrique Villegas Valerio" userId="8ada793c76dcd6b1" providerId="LiveId" clId="{E032FAA1-94AB-4635-89A2-8715A6BCFE7A}" dt="2024-05-05T13:30:15.834" v="526" actId="1036"/>
        <pc:sldMkLst>
          <pc:docMk/>
          <pc:sldMk cId="4258264916" sldId="791"/>
        </pc:sldMkLst>
        <pc:spChg chg="mod">
          <ac:chgData name="Enrique Villegas Valerio" userId="8ada793c76dcd6b1" providerId="LiveId" clId="{E032FAA1-94AB-4635-89A2-8715A6BCFE7A}" dt="2024-05-05T13:30:15.834" v="526" actId="1036"/>
          <ac:spMkLst>
            <pc:docMk/>
            <pc:sldMk cId="4258264916" sldId="791"/>
            <ac:spMk id="6" creationId="{38D63825-ADEE-B658-26DD-D522C2C0DD8B}"/>
          </ac:spMkLst>
        </pc:spChg>
        <pc:spChg chg="mod">
          <ac:chgData name="Enrique Villegas Valerio" userId="8ada793c76dcd6b1" providerId="LiveId" clId="{E032FAA1-94AB-4635-89A2-8715A6BCFE7A}" dt="2024-05-05T13:30:15.834" v="526" actId="1036"/>
          <ac:spMkLst>
            <pc:docMk/>
            <pc:sldMk cId="4258264916" sldId="791"/>
            <ac:spMk id="9" creationId="{D4E21D2C-0BC2-C6D1-6994-B8FECE1D9356}"/>
          </ac:spMkLst>
        </pc:spChg>
        <pc:spChg chg="mod">
          <ac:chgData name="Enrique Villegas Valerio" userId="8ada793c76dcd6b1" providerId="LiveId" clId="{E032FAA1-94AB-4635-89A2-8715A6BCFE7A}" dt="2024-05-05T13:30:11.155" v="510" actId="1035"/>
          <ac:spMkLst>
            <pc:docMk/>
            <pc:sldMk cId="4258264916" sldId="791"/>
            <ac:spMk id="10" creationId="{53C7DBE5-5021-6E92-D2A1-DFF743F4A66E}"/>
          </ac:spMkLst>
        </pc:spChg>
        <pc:picChg chg="mod">
          <ac:chgData name="Enrique Villegas Valerio" userId="8ada793c76dcd6b1" providerId="LiveId" clId="{E032FAA1-94AB-4635-89A2-8715A6BCFE7A}" dt="2024-05-05T13:30:15.834" v="526" actId="1036"/>
          <ac:picMkLst>
            <pc:docMk/>
            <pc:sldMk cId="4258264916" sldId="791"/>
            <ac:picMk id="3" creationId="{DEC719AF-65EA-EBBA-BA4F-38E211C9A7DA}"/>
          </ac:picMkLst>
        </pc:picChg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2901455891" sldId="792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946533360" sldId="793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000114867" sldId="794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262090529" sldId="795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025495549" sldId="796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784524731" sldId="797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56014255" sldId="798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196637841" sldId="799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2051497863" sldId="800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590356718" sldId="801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2487368170" sldId="802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973288802" sldId="803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574303023" sldId="805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2661484786" sldId="806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693290513" sldId="807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989918681" sldId="808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911771170" sldId="809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746866315" sldId="810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947541278" sldId="811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24215022" sldId="812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4121420967" sldId="813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4201804204" sldId="814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2772547099" sldId="815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503717159" sldId="816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423649578" sldId="817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990598927" sldId="818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473694671" sldId="819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868965010" sldId="820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633259460" sldId="821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041985796" sldId="822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166838634" sldId="823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621122901" sldId="824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1420300942" sldId="826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080816854" sldId="828"/>
        </pc:sldMkLst>
      </pc:sldChg>
      <pc:sldChg chg="addSp modSp mod">
        <pc:chgData name="Enrique Villegas Valerio" userId="8ada793c76dcd6b1" providerId="LiveId" clId="{E032FAA1-94AB-4635-89A2-8715A6BCFE7A}" dt="2024-05-05T13:53:25.413" v="780"/>
        <pc:sldMkLst>
          <pc:docMk/>
          <pc:sldMk cId="534621278" sldId="829"/>
        </pc:sldMkLst>
        <pc:spChg chg="add mod">
          <ac:chgData name="Enrique Villegas Valerio" userId="8ada793c76dcd6b1" providerId="LiveId" clId="{E032FAA1-94AB-4635-89A2-8715A6BCFE7A}" dt="2024-05-05T13:53:11.389" v="778" actId="1035"/>
          <ac:spMkLst>
            <pc:docMk/>
            <pc:sldMk cId="534621278" sldId="829"/>
            <ac:spMk id="2" creationId="{C47C4E7A-958F-82CD-9F72-F0F577A39DD3}"/>
          </ac:spMkLst>
        </pc:spChg>
        <pc:spChg chg="add mod">
          <ac:chgData name="Enrique Villegas Valerio" userId="8ada793c76dcd6b1" providerId="LiveId" clId="{E032FAA1-94AB-4635-89A2-8715A6BCFE7A}" dt="2024-05-05T13:53:25.413" v="780"/>
          <ac:spMkLst>
            <pc:docMk/>
            <pc:sldMk cId="534621278" sldId="829"/>
            <ac:spMk id="3" creationId="{E7316C8D-3792-D00D-AF9B-148C0C6DBBCF}"/>
          </ac:spMkLst>
        </pc:spChg>
        <pc:spChg chg="mod">
          <ac:chgData name="Enrique Villegas Valerio" userId="8ada793c76dcd6b1" providerId="LiveId" clId="{E032FAA1-94AB-4635-89A2-8715A6BCFE7A}" dt="2024-05-05T13:53:11.389" v="778" actId="1035"/>
          <ac:spMkLst>
            <pc:docMk/>
            <pc:sldMk cId="534621278" sldId="829"/>
            <ac:spMk id="4" creationId="{90A85515-295E-DD5D-53E5-37E10D935596}"/>
          </ac:spMkLst>
        </pc:spChg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2770664574" sldId="830"/>
        </pc:sldMkLst>
      </pc:sldChg>
      <pc:sldChg chg="del">
        <pc:chgData name="Enrique Villegas Valerio" userId="8ada793c76dcd6b1" providerId="LiveId" clId="{E032FAA1-94AB-4635-89A2-8715A6BCFE7A}" dt="2024-05-05T13:53:22.311" v="779" actId="47"/>
        <pc:sldMkLst>
          <pc:docMk/>
          <pc:sldMk cId="3583129053" sldId="831"/>
        </pc:sldMkLst>
      </pc:sldChg>
      <pc:sldChg chg="modSp new mod">
        <pc:chgData name="Enrique Villegas Valerio" userId="8ada793c76dcd6b1" providerId="LiveId" clId="{E032FAA1-94AB-4635-89A2-8715A6BCFE7A}" dt="2024-05-05T13:01:29.529" v="169" actId="404"/>
        <pc:sldMkLst>
          <pc:docMk/>
          <pc:sldMk cId="3536739249" sldId="832"/>
        </pc:sldMkLst>
        <pc:spChg chg="mod">
          <ac:chgData name="Enrique Villegas Valerio" userId="8ada793c76dcd6b1" providerId="LiveId" clId="{E032FAA1-94AB-4635-89A2-8715A6BCFE7A}" dt="2024-05-05T13:01:29.529" v="169" actId="404"/>
          <ac:spMkLst>
            <pc:docMk/>
            <pc:sldMk cId="3536739249" sldId="832"/>
            <ac:spMk id="2" creationId="{77529486-7CE6-E93A-10EB-DBA3AEB48CB6}"/>
          </ac:spMkLst>
        </pc:spChg>
        <pc:spChg chg="mod">
          <ac:chgData name="Enrique Villegas Valerio" userId="8ada793c76dcd6b1" providerId="LiveId" clId="{E032FAA1-94AB-4635-89A2-8715A6BCFE7A}" dt="2024-05-05T13:00:26.962" v="143" actId="20577"/>
          <ac:spMkLst>
            <pc:docMk/>
            <pc:sldMk cId="3536739249" sldId="832"/>
            <ac:spMk id="3" creationId="{FE7227F2-B6D7-1F38-5157-B357E6705D49}"/>
          </ac:spMkLst>
        </pc:spChg>
      </pc:sldChg>
      <pc:sldChg chg="modSp add mod">
        <pc:chgData name="Enrique Villegas Valerio" userId="8ada793c76dcd6b1" providerId="LiveId" clId="{E032FAA1-94AB-4635-89A2-8715A6BCFE7A}" dt="2024-05-05T13:01:44.979" v="175" actId="404"/>
        <pc:sldMkLst>
          <pc:docMk/>
          <pc:sldMk cId="2785186112" sldId="833"/>
        </pc:sldMkLst>
        <pc:spChg chg="mod">
          <ac:chgData name="Enrique Villegas Valerio" userId="8ada793c76dcd6b1" providerId="LiveId" clId="{E032FAA1-94AB-4635-89A2-8715A6BCFE7A}" dt="2024-05-05T13:01:44.979" v="175" actId="404"/>
          <ac:spMkLst>
            <pc:docMk/>
            <pc:sldMk cId="2785186112" sldId="833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2:23.255" v="197" actId="27636"/>
        <pc:sldMkLst>
          <pc:docMk/>
          <pc:sldMk cId="3652691584" sldId="834"/>
        </pc:sldMkLst>
        <pc:spChg chg="mod">
          <ac:chgData name="Enrique Villegas Valerio" userId="8ada793c76dcd6b1" providerId="LiveId" clId="{E032FAA1-94AB-4635-89A2-8715A6BCFE7A}" dt="2024-05-05T13:02:23.255" v="197" actId="27636"/>
          <ac:spMkLst>
            <pc:docMk/>
            <pc:sldMk cId="3652691584" sldId="834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826837085" sldId="835"/>
        </pc:sldMkLst>
      </pc:sldChg>
      <pc:sldChg chg="modSp add mod">
        <pc:chgData name="Enrique Villegas Valerio" userId="8ada793c76dcd6b1" providerId="LiveId" clId="{E032FAA1-94AB-4635-89A2-8715A6BCFE7A}" dt="2024-05-05T13:02:33.293" v="202" actId="20577"/>
        <pc:sldMkLst>
          <pc:docMk/>
          <pc:sldMk cId="2995431684" sldId="835"/>
        </pc:sldMkLst>
        <pc:spChg chg="mod">
          <ac:chgData name="Enrique Villegas Valerio" userId="8ada793c76dcd6b1" providerId="LiveId" clId="{E032FAA1-94AB-4635-89A2-8715A6BCFE7A}" dt="2024-05-05T13:02:33.293" v="202" actId="20577"/>
          <ac:spMkLst>
            <pc:docMk/>
            <pc:sldMk cId="2995431684" sldId="835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744537526" sldId="836"/>
        </pc:sldMkLst>
      </pc:sldChg>
      <pc:sldChg chg="modSp add mod">
        <pc:chgData name="Enrique Villegas Valerio" userId="8ada793c76dcd6b1" providerId="LiveId" clId="{E032FAA1-94AB-4635-89A2-8715A6BCFE7A}" dt="2024-05-05T13:02:41.640" v="207" actId="20577"/>
        <pc:sldMkLst>
          <pc:docMk/>
          <pc:sldMk cId="1609649749" sldId="836"/>
        </pc:sldMkLst>
        <pc:spChg chg="mod">
          <ac:chgData name="Enrique Villegas Valerio" userId="8ada793c76dcd6b1" providerId="LiveId" clId="{E032FAA1-94AB-4635-89A2-8715A6BCFE7A}" dt="2024-05-05T13:02:41.640" v="207" actId="20577"/>
          <ac:spMkLst>
            <pc:docMk/>
            <pc:sldMk cId="1609649749" sldId="836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2:49.169" v="212" actId="20577"/>
        <pc:sldMkLst>
          <pc:docMk/>
          <pc:sldMk cId="2309560276" sldId="837"/>
        </pc:sldMkLst>
        <pc:spChg chg="mod">
          <ac:chgData name="Enrique Villegas Valerio" userId="8ada793c76dcd6b1" providerId="LiveId" clId="{E032FAA1-94AB-4635-89A2-8715A6BCFE7A}" dt="2024-05-05T13:02:49.169" v="212" actId="20577"/>
          <ac:spMkLst>
            <pc:docMk/>
            <pc:sldMk cId="2309560276" sldId="837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4077479853" sldId="837"/>
        </pc:sldMkLst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379081080" sldId="838"/>
        </pc:sldMkLst>
      </pc:sldChg>
      <pc:sldChg chg="modSp add mod">
        <pc:chgData name="Enrique Villegas Valerio" userId="8ada793c76dcd6b1" providerId="LiveId" clId="{E032FAA1-94AB-4635-89A2-8715A6BCFE7A}" dt="2024-05-05T13:02:57.198" v="217" actId="20577"/>
        <pc:sldMkLst>
          <pc:docMk/>
          <pc:sldMk cId="2573225748" sldId="838"/>
        </pc:sldMkLst>
        <pc:spChg chg="mod">
          <ac:chgData name="Enrique Villegas Valerio" userId="8ada793c76dcd6b1" providerId="LiveId" clId="{E032FAA1-94AB-4635-89A2-8715A6BCFE7A}" dt="2024-05-05T13:02:57.198" v="217" actId="20577"/>
          <ac:spMkLst>
            <pc:docMk/>
            <pc:sldMk cId="2573225748" sldId="838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3:05.759" v="222" actId="20577"/>
        <pc:sldMkLst>
          <pc:docMk/>
          <pc:sldMk cId="247617713" sldId="839"/>
        </pc:sldMkLst>
        <pc:spChg chg="mod">
          <ac:chgData name="Enrique Villegas Valerio" userId="8ada793c76dcd6b1" providerId="LiveId" clId="{E032FAA1-94AB-4635-89A2-8715A6BCFE7A}" dt="2024-05-05T13:03:05.759" v="222" actId="20577"/>
          <ac:spMkLst>
            <pc:docMk/>
            <pc:sldMk cId="247617713" sldId="839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2988727066" sldId="839"/>
        </pc:sldMkLst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873472670" sldId="840"/>
        </pc:sldMkLst>
      </pc:sldChg>
      <pc:sldChg chg="modSp add mod">
        <pc:chgData name="Enrique Villegas Valerio" userId="8ada793c76dcd6b1" providerId="LiveId" clId="{E032FAA1-94AB-4635-89A2-8715A6BCFE7A}" dt="2024-05-05T13:03:13.320" v="226" actId="20577"/>
        <pc:sldMkLst>
          <pc:docMk/>
          <pc:sldMk cId="2465368603" sldId="840"/>
        </pc:sldMkLst>
        <pc:spChg chg="mod">
          <ac:chgData name="Enrique Villegas Valerio" userId="8ada793c76dcd6b1" providerId="LiveId" clId="{E032FAA1-94AB-4635-89A2-8715A6BCFE7A}" dt="2024-05-05T13:03:13.320" v="226" actId="20577"/>
          <ac:spMkLst>
            <pc:docMk/>
            <pc:sldMk cId="2465368603" sldId="840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511900205" sldId="841"/>
        </pc:sldMkLst>
      </pc:sldChg>
      <pc:sldChg chg="modSp add mod">
        <pc:chgData name="Enrique Villegas Valerio" userId="8ada793c76dcd6b1" providerId="LiveId" clId="{E032FAA1-94AB-4635-89A2-8715A6BCFE7A}" dt="2024-05-05T13:03:22.356" v="231" actId="20577"/>
        <pc:sldMkLst>
          <pc:docMk/>
          <pc:sldMk cId="3797822175" sldId="841"/>
        </pc:sldMkLst>
        <pc:spChg chg="mod">
          <ac:chgData name="Enrique Villegas Valerio" userId="8ada793c76dcd6b1" providerId="LiveId" clId="{E032FAA1-94AB-4635-89A2-8715A6BCFE7A}" dt="2024-05-05T13:03:22.356" v="231" actId="20577"/>
          <ac:spMkLst>
            <pc:docMk/>
            <pc:sldMk cId="3797822175" sldId="841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3:29.108" v="235" actId="20577"/>
        <pc:sldMkLst>
          <pc:docMk/>
          <pc:sldMk cId="1767456720" sldId="842"/>
        </pc:sldMkLst>
        <pc:spChg chg="mod">
          <ac:chgData name="Enrique Villegas Valerio" userId="8ada793c76dcd6b1" providerId="LiveId" clId="{E032FAA1-94AB-4635-89A2-8715A6BCFE7A}" dt="2024-05-05T13:03:29.108" v="235" actId="20577"/>
          <ac:spMkLst>
            <pc:docMk/>
            <pc:sldMk cId="1767456720" sldId="842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3723237774" sldId="842"/>
        </pc:sldMkLst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3404523856" sldId="843"/>
        </pc:sldMkLst>
      </pc:sldChg>
      <pc:sldChg chg="modSp add mod">
        <pc:chgData name="Enrique Villegas Valerio" userId="8ada793c76dcd6b1" providerId="LiveId" clId="{E032FAA1-94AB-4635-89A2-8715A6BCFE7A}" dt="2024-05-05T13:03:36.174" v="240" actId="27636"/>
        <pc:sldMkLst>
          <pc:docMk/>
          <pc:sldMk cId="4117957842" sldId="843"/>
        </pc:sldMkLst>
        <pc:spChg chg="mod">
          <ac:chgData name="Enrique Villegas Valerio" userId="8ada793c76dcd6b1" providerId="LiveId" clId="{E032FAA1-94AB-4635-89A2-8715A6BCFE7A}" dt="2024-05-05T13:03:36.174" v="240" actId="27636"/>
          <ac:spMkLst>
            <pc:docMk/>
            <pc:sldMk cId="4117957842" sldId="843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2966807676" sldId="844"/>
        </pc:sldMkLst>
      </pc:sldChg>
      <pc:sldChg chg="modSp add mod">
        <pc:chgData name="Enrique Villegas Valerio" userId="8ada793c76dcd6b1" providerId="LiveId" clId="{E032FAA1-94AB-4635-89A2-8715A6BCFE7A}" dt="2024-05-05T13:03:49.261" v="245" actId="27636"/>
        <pc:sldMkLst>
          <pc:docMk/>
          <pc:sldMk cId="4236908447" sldId="844"/>
        </pc:sldMkLst>
        <pc:spChg chg="mod">
          <ac:chgData name="Enrique Villegas Valerio" userId="8ada793c76dcd6b1" providerId="LiveId" clId="{E032FAA1-94AB-4635-89A2-8715A6BCFE7A}" dt="2024-05-05T13:03:49.261" v="245" actId="27636"/>
          <ac:spMkLst>
            <pc:docMk/>
            <pc:sldMk cId="4236908447" sldId="844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519904237" sldId="845"/>
        </pc:sldMkLst>
      </pc:sldChg>
      <pc:sldChg chg="modSp add mod">
        <pc:chgData name="Enrique Villegas Valerio" userId="8ada793c76dcd6b1" providerId="LiveId" clId="{E032FAA1-94AB-4635-89A2-8715A6BCFE7A}" dt="2024-05-05T13:03:55.872" v="249" actId="20577"/>
        <pc:sldMkLst>
          <pc:docMk/>
          <pc:sldMk cId="1583383626" sldId="845"/>
        </pc:sldMkLst>
        <pc:spChg chg="mod">
          <ac:chgData name="Enrique Villegas Valerio" userId="8ada793c76dcd6b1" providerId="LiveId" clId="{E032FAA1-94AB-4635-89A2-8715A6BCFE7A}" dt="2024-05-05T13:03:55.872" v="249" actId="20577"/>
          <ac:spMkLst>
            <pc:docMk/>
            <pc:sldMk cId="1583383626" sldId="845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4:08.656" v="256" actId="27636"/>
        <pc:sldMkLst>
          <pc:docMk/>
          <pc:sldMk cId="365691714" sldId="846"/>
        </pc:sldMkLst>
        <pc:spChg chg="mod">
          <ac:chgData name="Enrique Villegas Valerio" userId="8ada793c76dcd6b1" providerId="LiveId" clId="{E032FAA1-94AB-4635-89A2-8715A6BCFE7A}" dt="2024-05-05T13:04:08.656" v="256" actId="27636"/>
          <ac:spMkLst>
            <pc:docMk/>
            <pc:sldMk cId="365691714" sldId="846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3169784654" sldId="846"/>
        </pc:sldMkLst>
      </pc:sldChg>
      <pc:sldChg chg="modSp add mod">
        <pc:chgData name="Enrique Villegas Valerio" userId="8ada793c76dcd6b1" providerId="LiveId" clId="{E032FAA1-94AB-4635-89A2-8715A6BCFE7A}" dt="2024-05-05T13:04:18.697" v="258" actId="20577"/>
        <pc:sldMkLst>
          <pc:docMk/>
          <pc:sldMk cId="101028251" sldId="847"/>
        </pc:sldMkLst>
        <pc:spChg chg="mod">
          <ac:chgData name="Enrique Villegas Valerio" userId="8ada793c76dcd6b1" providerId="LiveId" clId="{E032FAA1-94AB-4635-89A2-8715A6BCFE7A}" dt="2024-05-05T13:04:18.697" v="258" actId="20577"/>
          <ac:spMkLst>
            <pc:docMk/>
            <pc:sldMk cId="101028251" sldId="847"/>
            <ac:spMk id="2" creationId="{77529486-7CE6-E93A-10EB-DBA3AEB48CB6}"/>
          </ac:spMkLst>
        </pc:spChg>
      </pc:sldChg>
      <pc:sldChg chg="add del">
        <pc:chgData name="Enrique Villegas Valerio" userId="8ada793c76dcd6b1" providerId="LiveId" clId="{E032FAA1-94AB-4635-89A2-8715A6BCFE7A}" dt="2024-05-05T13:02:01.871" v="180" actId="47"/>
        <pc:sldMkLst>
          <pc:docMk/>
          <pc:sldMk cId="877800849" sldId="847"/>
        </pc:sldMkLst>
      </pc:sldChg>
      <pc:sldChg chg="modSp add mod ord">
        <pc:chgData name="Enrique Villegas Valerio" userId="8ada793c76dcd6b1" providerId="LiveId" clId="{E032FAA1-94AB-4635-89A2-8715A6BCFE7A}" dt="2024-05-05T13:05:48.982" v="299" actId="27636"/>
        <pc:sldMkLst>
          <pc:docMk/>
          <pc:sldMk cId="3728904327" sldId="848"/>
        </pc:sldMkLst>
        <pc:spChg chg="mod">
          <ac:chgData name="Enrique Villegas Valerio" userId="8ada793c76dcd6b1" providerId="LiveId" clId="{E032FAA1-94AB-4635-89A2-8715A6BCFE7A}" dt="2024-05-05T13:05:48.982" v="299" actId="27636"/>
          <ac:spMkLst>
            <pc:docMk/>
            <pc:sldMk cId="3728904327" sldId="848"/>
            <ac:spMk id="2" creationId="{77529486-7CE6-E93A-10EB-DBA3AEB48CB6}"/>
          </ac:spMkLst>
        </pc:spChg>
        <pc:spChg chg="mod">
          <ac:chgData name="Enrique Villegas Valerio" userId="8ada793c76dcd6b1" providerId="LiveId" clId="{E032FAA1-94AB-4635-89A2-8715A6BCFE7A}" dt="2024-05-05T13:04:38.260" v="264" actId="20577"/>
          <ac:spMkLst>
            <pc:docMk/>
            <pc:sldMk cId="3728904327" sldId="848"/>
            <ac:spMk id="3" creationId="{FE7227F2-B6D7-1F38-5157-B357E6705D49}"/>
          </ac:spMkLst>
        </pc:spChg>
      </pc:sldChg>
      <pc:sldChg chg="modSp add mod">
        <pc:chgData name="Enrique Villegas Valerio" userId="8ada793c76dcd6b1" providerId="LiveId" clId="{E032FAA1-94AB-4635-89A2-8715A6BCFE7A}" dt="2024-05-05T13:05:56.746" v="304" actId="20577"/>
        <pc:sldMkLst>
          <pc:docMk/>
          <pc:sldMk cId="1729703089" sldId="849"/>
        </pc:sldMkLst>
        <pc:spChg chg="mod">
          <ac:chgData name="Enrique Villegas Valerio" userId="8ada793c76dcd6b1" providerId="LiveId" clId="{E032FAA1-94AB-4635-89A2-8715A6BCFE7A}" dt="2024-05-05T13:05:56.746" v="304" actId="20577"/>
          <ac:spMkLst>
            <pc:docMk/>
            <pc:sldMk cId="1729703089" sldId="849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6:04.744" v="309" actId="20577"/>
        <pc:sldMkLst>
          <pc:docMk/>
          <pc:sldMk cId="1539941843" sldId="850"/>
        </pc:sldMkLst>
        <pc:spChg chg="mod">
          <ac:chgData name="Enrique Villegas Valerio" userId="8ada793c76dcd6b1" providerId="LiveId" clId="{E032FAA1-94AB-4635-89A2-8715A6BCFE7A}" dt="2024-05-05T13:06:04.744" v="309" actId="20577"/>
          <ac:spMkLst>
            <pc:docMk/>
            <pc:sldMk cId="1539941843" sldId="850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6:13.385" v="314" actId="27636"/>
        <pc:sldMkLst>
          <pc:docMk/>
          <pc:sldMk cId="896530974" sldId="851"/>
        </pc:sldMkLst>
        <pc:spChg chg="mod">
          <ac:chgData name="Enrique Villegas Valerio" userId="8ada793c76dcd6b1" providerId="LiveId" clId="{E032FAA1-94AB-4635-89A2-8715A6BCFE7A}" dt="2024-05-05T13:06:13.385" v="314" actId="27636"/>
          <ac:spMkLst>
            <pc:docMk/>
            <pc:sldMk cId="896530974" sldId="851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6:30.572" v="318" actId="20577"/>
        <pc:sldMkLst>
          <pc:docMk/>
          <pc:sldMk cId="69233139" sldId="852"/>
        </pc:sldMkLst>
        <pc:spChg chg="mod">
          <ac:chgData name="Enrique Villegas Valerio" userId="8ada793c76dcd6b1" providerId="LiveId" clId="{E032FAA1-94AB-4635-89A2-8715A6BCFE7A}" dt="2024-05-05T13:06:30.572" v="318" actId="20577"/>
          <ac:spMkLst>
            <pc:docMk/>
            <pc:sldMk cId="69233139" sldId="852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6:38.917" v="323" actId="27636"/>
        <pc:sldMkLst>
          <pc:docMk/>
          <pc:sldMk cId="836048541" sldId="853"/>
        </pc:sldMkLst>
        <pc:spChg chg="mod">
          <ac:chgData name="Enrique Villegas Valerio" userId="8ada793c76dcd6b1" providerId="LiveId" clId="{E032FAA1-94AB-4635-89A2-8715A6BCFE7A}" dt="2024-05-05T13:06:38.917" v="323" actId="27636"/>
          <ac:spMkLst>
            <pc:docMk/>
            <pc:sldMk cId="836048541" sldId="853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6:46.753" v="328" actId="20577"/>
        <pc:sldMkLst>
          <pc:docMk/>
          <pc:sldMk cId="1129915679" sldId="854"/>
        </pc:sldMkLst>
        <pc:spChg chg="mod">
          <ac:chgData name="Enrique Villegas Valerio" userId="8ada793c76dcd6b1" providerId="LiveId" clId="{E032FAA1-94AB-4635-89A2-8715A6BCFE7A}" dt="2024-05-05T13:06:46.753" v="328" actId="20577"/>
          <ac:spMkLst>
            <pc:docMk/>
            <pc:sldMk cId="1129915679" sldId="854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6:54.210" v="332" actId="20577"/>
        <pc:sldMkLst>
          <pc:docMk/>
          <pc:sldMk cId="1980646767" sldId="855"/>
        </pc:sldMkLst>
        <pc:spChg chg="mod">
          <ac:chgData name="Enrique Villegas Valerio" userId="8ada793c76dcd6b1" providerId="LiveId" clId="{E032FAA1-94AB-4635-89A2-8715A6BCFE7A}" dt="2024-05-05T13:06:54.210" v="332" actId="20577"/>
          <ac:spMkLst>
            <pc:docMk/>
            <pc:sldMk cId="1980646767" sldId="855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04.567" v="337" actId="27636"/>
        <pc:sldMkLst>
          <pc:docMk/>
          <pc:sldMk cId="125414740" sldId="856"/>
        </pc:sldMkLst>
        <pc:spChg chg="mod">
          <ac:chgData name="Enrique Villegas Valerio" userId="8ada793c76dcd6b1" providerId="LiveId" clId="{E032FAA1-94AB-4635-89A2-8715A6BCFE7A}" dt="2024-05-05T13:07:04.567" v="337" actId="27636"/>
          <ac:spMkLst>
            <pc:docMk/>
            <pc:sldMk cId="125414740" sldId="856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12.288" v="342" actId="27636"/>
        <pc:sldMkLst>
          <pc:docMk/>
          <pc:sldMk cId="304965874" sldId="857"/>
        </pc:sldMkLst>
        <pc:spChg chg="mod">
          <ac:chgData name="Enrique Villegas Valerio" userId="8ada793c76dcd6b1" providerId="LiveId" clId="{E032FAA1-94AB-4635-89A2-8715A6BCFE7A}" dt="2024-05-05T13:07:12.288" v="342" actId="27636"/>
          <ac:spMkLst>
            <pc:docMk/>
            <pc:sldMk cId="304965874" sldId="857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19.631" v="346" actId="20577"/>
        <pc:sldMkLst>
          <pc:docMk/>
          <pc:sldMk cId="286052974" sldId="858"/>
        </pc:sldMkLst>
        <pc:spChg chg="mod">
          <ac:chgData name="Enrique Villegas Valerio" userId="8ada793c76dcd6b1" providerId="LiveId" clId="{E032FAA1-94AB-4635-89A2-8715A6BCFE7A}" dt="2024-05-05T13:07:19.631" v="346" actId="20577"/>
          <ac:spMkLst>
            <pc:docMk/>
            <pc:sldMk cId="286052974" sldId="858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26.330" v="351" actId="27636"/>
        <pc:sldMkLst>
          <pc:docMk/>
          <pc:sldMk cId="2650228616" sldId="859"/>
        </pc:sldMkLst>
        <pc:spChg chg="mod">
          <ac:chgData name="Enrique Villegas Valerio" userId="8ada793c76dcd6b1" providerId="LiveId" clId="{E032FAA1-94AB-4635-89A2-8715A6BCFE7A}" dt="2024-05-05T13:07:26.330" v="351" actId="27636"/>
          <ac:spMkLst>
            <pc:docMk/>
            <pc:sldMk cId="2650228616" sldId="859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32.248" v="356" actId="20577"/>
        <pc:sldMkLst>
          <pc:docMk/>
          <pc:sldMk cId="646148306" sldId="860"/>
        </pc:sldMkLst>
        <pc:spChg chg="mod">
          <ac:chgData name="Enrique Villegas Valerio" userId="8ada793c76dcd6b1" providerId="LiveId" clId="{E032FAA1-94AB-4635-89A2-8715A6BCFE7A}" dt="2024-05-05T13:07:32.248" v="356" actId="20577"/>
          <ac:spMkLst>
            <pc:docMk/>
            <pc:sldMk cId="646148306" sldId="860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40.535" v="361" actId="20577"/>
        <pc:sldMkLst>
          <pc:docMk/>
          <pc:sldMk cId="2530010680" sldId="861"/>
        </pc:sldMkLst>
        <pc:spChg chg="mod">
          <ac:chgData name="Enrique Villegas Valerio" userId="8ada793c76dcd6b1" providerId="LiveId" clId="{E032FAA1-94AB-4635-89A2-8715A6BCFE7A}" dt="2024-05-05T13:07:40.535" v="361" actId="20577"/>
          <ac:spMkLst>
            <pc:docMk/>
            <pc:sldMk cId="2530010680" sldId="861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46.892" v="366" actId="27636"/>
        <pc:sldMkLst>
          <pc:docMk/>
          <pc:sldMk cId="38938754" sldId="862"/>
        </pc:sldMkLst>
        <pc:spChg chg="mod">
          <ac:chgData name="Enrique Villegas Valerio" userId="8ada793c76dcd6b1" providerId="LiveId" clId="{E032FAA1-94AB-4635-89A2-8715A6BCFE7A}" dt="2024-05-05T13:07:46.892" v="366" actId="27636"/>
          <ac:spMkLst>
            <pc:docMk/>
            <pc:sldMk cId="38938754" sldId="862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3:07:53.984" v="369" actId="6549"/>
        <pc:sldMkLst>
          <pc:docMk/>
          <pc:sldMk cId="3790337049" sldId="863"/>
        </pc:sldMkLst>
        <pc:spChg chg="mod">
          <ac:chgData name="Enrique Villegas Valerio" userId="8ada793c76dcd6b1" providerId="LiveId" clId="{E032FAA1-94AB-4635-89A2-8715A6BCFE7A}" dt="2024-05-05T13:07:53.984" v="369" actId="6549"/>
          <ac:spMkLst>
            <pc:docMk/>
            <pc:sldMk cId="3790337049" sldId="863"/>
            <ac:spMk id="2" creationId="{77529486-7CE6-E93A-10EB-DBA3AEB48CB6}"/>
          </ac:spMkLst>
        </pc:spChg>
      </pc:sldChg>
      <pc:sldChg chg="new del">
        <pc:chgData name="Enrique Villegas Valerio" userId="8ada793c76dcd6b1" providerId="LiveId" clId="{E032FAA1-94AB-4635-89A2-8715A6BCFE7A}" dt="2024-05-05T13:09:30.918" v="380" actId="680"/>
        <pc:sldMkLst>
          <pc:docMk/>
          <pc:sldMk cId="986624313" sldId="864"/>
        </pc:sldMkLst>
      </pc:sldChg>
      <pc:sldChg chg="addSp modSp new del mod ord">
        <pc:chgData name="Enrique Villegas Valerio" userId="8ada793c76dcd6b1" providerId="LiveId" clId="{E032FAA1-94AB-4635-89A2-8715A6BCFE7A}" dt="2024-05-05T13:18:07.801" v="387" actId="47"/>
        <pc:sldMkLst>
          <pc:docMk/>
          <pc:sldMk cId="1154244698" sldId="864"/>
        </pc:sldMkLst>
        <pc:picChg chg="add mod">
          <ac:chgData name="Enrique Villegas Valerio" userId="8ada793c76dcd6b1" providerId="LiveId" clId="{E032FAA1-94AB-4635-89A2-8715A6BCFE7A}" dt="2024-05-05T13:10:11.997" v="386" actId="1076"/>
          <ac:picMkLst>
            <pc:docMk/>
            <pc:sldMk cId="1154244698" sldId="864"/>
            <ac:picMk id="3" creationId="{180CC391-04D8-B973-3795-21EAC79E059B}"/>
          </ac:picMkLst>
        </pc:picChg>
      </pc:sldChg>
      <pc:sldChg chg="addSp delSp modSp add mod ord">
        <pc:chgData name="Enrique Villegas Valerio" userId="8ada793c76dcd6b1" providerId="LiveId" clId="{E032FAA1-94AB-4635-89A2-8715A6BCFE7A}" dt="2024-05-05T13:29:13.019" v="488" actId="207"/>
        <pc:sldMkLst>
          <pc:docMk/>
          <pc:sldMk cId="2412385355" sldId="864"/>
        </pc:sldMkLst>
        <pc:spChg chg="del">
          <ac:chgData name="Enrique Villegas Valerio" userId="8ada793c76dcd6b1" providerId="LiveId" clId="{E032FAA1-94AB-4635-89A2-8715A6BCFE7A}" dt="2024-05-05T13:24:38.718" v="395" actId="478"/>
          <ac:spMkLst>
            <pc:docMk/>
            <pc:sldMk cId="2412385355" sldId="864"/>
            <ac:spMk id="2" creationId="{B0D08076-5D69-7E8E-18D5-536187914F89}"/>
          </ac:spMkLst>
        </pc:spChg>
        <pc:spChg chg="mod">
          <ac:chgData name="Enrique Villegas Valerio" userId="8ada793c76dcd6b1" providerId="LiveId" clId="{E032FAA1-94AB-4635-89A2-8715A6BCFE7A}" dt="2024-05-05T13:29:13.019" v="488" actId="207"/>
          <ac:spMkLst>
            <pc:docMk/>
            <pc:sldMk cId="2412385355" sldId="864"/>
            <ac:spMk id="3" creationId="{F83FCBC4-22A5-47A6-4825-B2DAAEE92F0C}"/>
          </ac:spMkLst>
        </pc:spChg>
        <pc:spChg chg="add del mod">
          <ac:chgData name="Enrique Villegas Valerio" userId="8ada793c76dcd6b1" providerId="LiveId" clId="{E032FAA1-94AB-4635-89A2-8715A6BCFE7A}" dt="2024-05-05T13:26:53.124" v="478" actId="478"/>
          <ac:spMkLst>
            <pc:docMk/>
            <pc:sldMk cId="2412385355" sldId="864"/>
            <ac:spMk id="5" creationId="{E36B4F0E-1CAB-B053-C13E-EC543205B65A}"/>
          </ac:spMkLst>
        </pc:spChg>
      </pc:sldChg>
      <pc:sldChg chg="add del">
        <pc:chgData name="Enrique Villegas Valerio" userId="8ada793c76dcd6b1" providerId="LiveId" clId="{E032FAA1-94AB-4635-89A2-8715A6BCFE7A}" dt="2024-05-05T13:08:00.814" v="370" actId="47"/>
        <pc:sldMkLst>
          <pc:docMk/>
          <pc:sldMk cId="2522401820" sldId="864"/>
        </pc:sldMkLst>
      </pc:sldChg>
      <pc:sldChg chg="modSp add mod">
        <pc:chgData name="Enrique Villegas Valerio" userId="8ada793c76dcd6b1" providerId="LiveId" clId="{E032FAA1-94AB-4635-89A2-8715A6BCFE7A}" dt="2024-05-05T13:29:16.650" v="489" actId="207"/>
        <pc:sldMkLst>
          <pc:docMk/>
          <pc:sldMk cId="590142208" sldId="865"/>
        </pc:sldMkLst>
        <pc:spChg chg="mod">
          <ac:chgData name="Enrique Villegas Valerio" userId="8ada793c76dcd6b1" providerId="LiveId" clId="{E032FAA1-94AB-4635-89A2-8715A6BCFE7A}" dt="2024-05-05T13:29:16.650" v="489" actId="207"/>
          <ac:spMkLst>
            <pc:docMk/>
            <pc:sldMk cId="590142208" sldId="865"/>
            <ac:spMk id="3" creationId="{F83FCBC4-22A5-47A6-4825-B2DAAEE92F0C}"/>
          </ac:spMkLst>
        </pc:spChg>
      </pc:sldChg>
      <pc:sldChg chg="add del">
        <pc:chgData name="Enrique Villegas Valerio" userId="8ada793c76dcd6b1" providerId="LiveId" clId="{E032FAA1-94AB-4635-89A2-8715A6BCFE7A}" dt="2024-05-05T13:08:00.814" v="370" actId="47"/>
        <pc:sldMkLst>
          <pc:docMk/>
          <pc:sldMk cId="4031288887" sldId="865"/>
        </pc:sldMkLst>
      </pc:sldChg>
      <pc:sldChg chg="add del">
        <pc:chgData name="Enrique Villegas Valerio" userId="8ada793c76dcd6b1" providerId="LiveId" clId="{E032FAA1-94AB-4635-89A2-8715A6BCFE7A}" dt="2024-05-05T13:08:00.814" v="370" actId="47"/>
        <pc:sldMkLst>
          <pc:docMk/>
          <pc:sldMk cId="1386423894" sldId="866"/>
        </pc:sldMkLst>
      </pc:sldChg>
      <pc:sldChg chg="add">
        <pc:chgData name="Enrique Villegas Valerio" userId="8ada793c76dcd6b1" providerId="LiveId" clId="{E032FAA1-94AB-4635-89A2-8715A6BCFE7A}" dt="2024-05-05T13:29:02.531" v="487"/>
        <pc:sldMkLst>
          <pc:docMk/>
          <pc:sldMk cId="1488646014" sldId="866"/>
        </pc:sldMkLst>
      </pc:sldChg>
      <pc:sldChg chg="add del">
        <pc:chgData name="Enrique Villegas Valerio" userId="8ada793c76dcd6b1" providerId="LiveId" clId="{E032FAA1-94AB-4635-89A2-8715A6BCFE7A}" dt="2024-05-05T13:08:00.814" v="370" actId="47"/>
        <pc:sldMkLst>
          <pc:docMk/>
          <pc:sldMk cId="154187095" sldId="867"/>
        </pc:sldMkLst>
      </pc:sldChg>
      <pc:sldChg chg="add">
        <pc:chgData name="Enrique Villegas Valerio" userId="8ada793c76dcd6b1" providerId="LiveId" clId="{E032FAA1-94AB-4635-89A2-8715A6BCFE7A}" dt="2024-05-05T13:53:30.022" v="781"/>
        <pc:sldMkLst>
          <pc:docMk/>
          <pc:sldMk cId="3100401972" sldId="867"/>
        </pc:sldMkLst>
      </pc:sldChg>
      <pc:sldChg chg="add">
        <pc:chgData name="Enrique Villegas Valerio" userId="8ada793c76dcd6b1" providerId="LiveId" clId="{E032FAA1-94AB-4635-89A2-8715A6BCFE7A}" dt="2024-05-05T13:53:30.022" v="781"/>
        <pc:sldMkLst>
          <pc:docMk/>
          <pc:sldMk cId="3414420303" sldId="868"/>
        </pc:sldMkLst>
      </pc:sldChg>
      <pc:sldChg chg="add del">
        <pc:chgData name="Enrique Villegas Valerio" userId="8ada793c76dcd6b1" providerId="LiveId" clId="{E032FAA1-94AB-4635-89A2-8715A6BCFE7A}" dt="2024-05-05T13:08:00.814" v="370" actId="47"/>
        <pc:sldMkLst>
          <pc:docMk/>
          <pc:sldMk cId="3653901633" sldId="868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1647521383" sldId="869"/>
        </pc:sldMkLst>
      </pc:sldChg>
      <pc:sldChg chg="add del">
        <pc:chgData name="Enrique Villegas Valerio" userId="8ada793c76dcd6b1" providerId="LiveId" clId="{E032FAA1-94AB-4635-89A2-8715A6BCFE7A}" dt="2024-05-05T13:08:00.814" v="370" actId="47"/>
        <pc:sldMkLst>
          <pc:docMk/>
          <pc:sldMk cId="2250999896" sldId="869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950625075" sldId="870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033499343" sldId="871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1476819983" sldId="872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534282412" sldId="873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503368202" sldId="874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1827912655" sldId="875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4292161740" sldId="876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691278251" sldId="877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788386912" sldId="878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08303445" sldId="879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784876309" sldId="880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549914823" sldId="881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781185736" sldId="882"/>
        </pc:sldMkLst>
      </pc:sldChg>
      <pc:sldChg chg="modSp add mod">
        <pc:chgData name="Enrique Villegas Valerio" userId="8ada793c76dcd6b1" providerId="LiveId" clId="{E032FAA1-94AB-4635-89A2-8715A6BCFE7A}" dt="2024-05-05T15:07:37.312" v="1299" actId="13926"/>
        <pc:sldMkLst>
          <pc:docMk/>
          <pc:sldMk cId="3473375010" sldId="883"/>
        </pc:sldMkLst>
        <pc:spChg chg="mod">
          <ac:chgData name="Enrique Villegas Valerio" userId="8ada793c76dcd6b1" providerId="LiveId" clId="{E032FAA1-94AB-4635-89A2-8715A6BCFE7A}" dt="2024-05-05T15:07:37.312" v="1299" actId="13926"/>
          <ac:spMkLst>
            <pc:docMk/>
            <pc:sldMk cId="3473375010" sldId="883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5:07:52.230" v="1302" actId="27636"/>
        <pc:sldMkLst>
          <pc:docMk/>
          <pc:sldMk cId="3108654727" sldId="884"/>
        </pc:sldMkLst>
        <pc:spChg chg="mod">
          <ac:chgData name="Enrique Villegas Valerio" userId="8ada793c76dcd6b1" providerId="LiveId" clId="{E032FAA1-94AB-4635-89A2-8715A6BCFE7A}" dt="2024-05-05T15:07:52.230" v="1302" actId="27636"/>
          <ac:spMkLst>
            <pc:docMk/>
            <pc:sldMk cId="3108654727" sldId="884"/>
            <ac:spMk id="2" creationId="{77529486-7CE6-E93A-10EB-DBA3AEB48CB6}"/>
          </ac:spMkLst>
        </pc:spChg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291039801" sldId="885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55527962" sldId="886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528327035" sldId="887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300972029" sldId="888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4213182938" sldId="889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323678892" sldId="890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569485138" sldId="891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115132714" sldId="892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574819092" sldId="893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1292795655" sldId="894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893847215" sldId="895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4075181906" sldId="896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52022662" sldId="897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2239390177" sldId="898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3705786041" sldId="899"/>
        </pc:sldMkLst>
      </pc:sldChg>
      <pc:sldChg chg="add">
        <pc:chgData name="Enrique Villegas Valerio" userId="8ada793c76dcd6b1" providerId="LiveId" clId="{E032FAA1-94AB-4635-89A2-8715A6BCFE7A}" dt="2024-05-05T13:53:43.149" v="782"/>
        <pc:sldMkLst>
          <pc:docMk/>
          <pc:sldMk cId="1243910615" sldId="900"/>
        </pc:sldMkLst>
      </pc:sldChg>
      <pc:sldChg chg="modSp add mod">
        <pc:chgData name="Enrique Villegas Valerio" userId="8ada793c76dcd6b1" providerId="LiveId" clId="{E032FAA1-94AB-4635-89A2-8715A6BCFE7A}" dt="2024-05-05T13:54:49.977" v="953" actId="1035"/>
        <pc:sldMkLst>
          <pc:docMk/>
          <pc:sldMk cId="292152553" sldId="901"/>
        </pc:sldMkLst>
        <pc:spChg chg="mod">
          <ac:chgData name="Enrique Villegas Valerio" userId="8ada793c76dcd6b1" providerId="LiveId" clId="{E032FAA1-94AB-4635-89A2-8715A6BCFE7A}" dt="2024-05-05T13:54:49.977" v="953" actId="1035"/>
          <ac:spMkLst>
            <pc:docMk/>
            <pc:sldMk cId="292152553" sldId="901"/>
            <ac:spMk id="3" creationId="{CA07F423-46C6-CDD8-E4AD-233D53E2809D}"/>
          </ac:spMkLst>
        </pc:spChg>
        <pc:spChg chg="mod">
          <ac:chgData name="Enrique Villegas Valerio" userId="8ada793c76dcd6b1" providerId="LiveId" clId="{E032FAA1-94AB-4635-89A2-8715A6BCFE7A}" dt="2024-05-05T13:54:46.466" v="943" actId="1035"/>
          <ac:spMkLst>
            <pc:docMk/>
            <pc:sldMk cId="292152553" sldId="901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E032FAA1-94AB-4635-89A2-8715A6BCFE7A}" dt="2024-05-05T13:55:28.752" v="990" actId="20577"/>
        <pc:sldMkLst>
          <pc:docMk/>
          <pc:sldMk cId="1400044676" sldId="902"/>
        </pc:sldMkLst>
        <pc:spChg chg="mod">
          <ac:chgData name="Enrique Villegas Valerio" userId="8ada793c76dcd6b1" providerId="LiveId" clId="{E032FAA1-94AB-4635-89A2-8715A6BCFE7A}" dt="2024-05-05T13:55:28.752" v="990" actId="20577"/>
          <ac:spMkLst>
            <pc:docMk/>
            <pc:sldMk cId="1400044676" sldId="902"/>
            <ac:spMk id="4" creationId="{64DD97DD-43D3-F5D3-B4EE-BD7F9628B26B}"/>
          </ac:spMkLst>
        </pc:spChg>
      </pc:sldChg>
      <pc:sldChg chg="addSp delSp modSp new mod ord modClrScheme chgLayout">
        <pc:chgData name="Enrique Villegas Valerio" userId="8ada793c76dcd6b1" providerId="LiveId" clId="{E032FAA1-94AB-4635-89A2-8715A6BCFE7A}" dt="2024-05-05T14:03:51.178" v="1130"/>
        <pc:sldMkLst>
          <pc:docMk/>
          <pc:sldMk cId="881655602" sldId="903"/>
        </pc:sldMkLst>
        <pc:spChg chg="del mod ord">
          <ac:chgData name="Enrique Villegas Valerio" userId="8ada793c76dcd6b1" providerId="LiveId" clId="{E032FAA1-94AB-4635-89A2-8715A6BCFE7A}" dt="2024-05-05T14:01:48.441" v="992" actId="700"/>
          <ac:spMkLst>
            <pc:docMk/>
            <pc:sldMk cId="881655602" sldId="903"/>
            <ac:spMk id="2" creationId="{B210E0B9-A044-4AE6-B71A-2B0F3FD2710F}"/>
          </ac:spMkLst>
        </pc:spChg>
        <pc:spChg chg="del">
          <ac:chgData name="Enrique Villegas Valerio" userId="8ada793c76dcd6b1" providerId="LiveId" clId="{E032FAA1-94AB-4635-89A2-8715A6BCFE7A}" dt="2024-05-05T14:01:48.441" v="992" actId="700"/>
          <ac:spMkLst>
            <pc:docMk/>
            <pc:sldMk cId="881655602" sldId="903"/>
            <ac:spMk id="3" creationId="{3B27B49B-3B0A-4F35-BA09-443458618A80}"/>
          </ac:spMkLst>
        </pc:spChg>
        <pc:spChg chg="add mod ord">
          <ac:chgData name="Enrique Villegas Valerio" userId="8ada793c76dcd6b1" providerId="LiveId" clId="{E032FAA1-94AB-4635-89A2-8715A6BCFE7A}" dt="2024-05-05T14:03:07.611" v="1124" actId="1035"/>
          <ac:spMkLst>
            <pc:docMk/>
            <pc:sldMk cId="881655602" sldId="903"/>
            <ac:spMk id="4" creationId="{29ED747A-4ECA-25AA-E717-B5F043467DA2}"/>
          </ac:spMkLst>
        </pc:spChg>
        <pc:spChg chg="add mod">
          <ac:chgData name="Enrique Villegas Valerio" userId="8ada793c76dcd6b1" providerId="LiveId" clId="{E032FAA1-94AB-4635-89A2-8715A6BCFE7A}" dt="2024-05-05T14:03:07.611" v="1124" actId="1035"/>
          <ac:spMkLst>
            <pc:docMk/>
            <pc:sldMk cId="881655602" sldId="903"/>
            <ac:spMk id="5" creationId="{7A4D72EA-2ADC-FEE9-B42F-93E4F7A37574}"/>
          </ac:spMkLst>
        </pc:spChg>
      </pc:sldChg>
      <pc:sldChg chg="modSp add mod">
        <pc:chgData name="Enrique Villegas Valerio" userId="8ada793c76dcd6b1" providerId="LiveId" clId="{E032FAA1-94AB-4635-89A2-8715A6BCFE7A}" dt="2024-05-05T14:04:54.071" v="1195" actId="20577"/>
        <pc:sldMkLst>
          <pc:docMk/>
          <pc:sldMk cId="3479837082" sldId="904"/>
        </pc:sldMkLst>
        <pc:spChg chg="mod">
          <ac:chgData name="Enrique Villegas Valerio" userId="8ada793c76dcd6b1" providerId="LiveId" clId="{E032FAA1-94AB-4635-89A2-8715A6BCFE7A}" dt="2024-05-05T14:04:33.457" v="1184" actId="20577"/>
          <ac:spMkLst>
            <pc:docMk/>
            <pc:sldMk cId="3479837082" sldId="904"/>
            <ac:spMk id="4" creationId="{29ED747A-4ECA-25AA-E717-B5F043467DA2}"/>
          </ac:spMkLst>
        </pc:spChg>
        <pc:spChg chg="mod">
          <ac:chgData name="Enrique Villegas Valerio" userId="8ada793c76dcd6b1" providerId="LiveId" clId="{E032FAA1-94AB-4635-89A2-8715A6BCFE7A}" dt="2024-05-05T14:04:54.071" v="1195" actId="20577"/>
          <ac:spMkLst>
            <pc:docMk/>
            <pc:sldMk cId="3479837082" sldId="904"/>
            <ac:spMk id="5" creationId="{7A4D72EA-2ADC-FEE9-B42F-93E4F7A37574}"/>
          </ac:spMkLst>
        </pc:spChg>
      </pc:sldChg>
      <pc:sldChg chg="new del">
        <pc:chgData name="Enrique Villegas Valerio" userId="8ada793c76dcd6b1" providerId="LiveId" clId="{E032FAA1-94AB-4635-89A2-8715A6BCFE7A}" dt="2024-05-05T14:04:03.305" v="1132" actId="680"/>
        <pc:sldMkLst>
          <pc:docMk/>
          <pc:sldMk cId="3972930359" sldId="904"/>
        </pc:sldMkLst>
      </pc:sldChg>
      <pc:sldChg chg="modSp add mod">
        <pc:chgData name="Enrique Villegas Valerio" userId="8ada793c76dcd6b1" providerId="LiveId" clId="{E032FAA1-94AB-4635-89A2-8715A6BCFE7A}" dt="2024-05-05T14:05:42.605" v="1210" actId="20577"/>
        <pc:sldMkLst>
          <pc:docMk/>
          <pc:sldMk cId="2846153453" sldId="905"/>
        </pc:sldMkLst>
        <pc:spChg chg="mod">
          <ac:chgData name="Enrique Villegas Valerio" userId="8ada793c76dcd6b1" providerId="LiveId" clId="{E032FAA1-94AB-4635-89A2-8715A6BCFE7A}" dt="2024-05-05T14:05:37.496" v="1197"/>
          <ac:spMkLst>
            <pc:docMk/>
            <pc:sldMk cId="2846153453" sldId="905"/>
            <ac:spMk id="4" creationId="{29ED747A-4ECA-25AA-E717-B5F043467DA2}"/>
          </ac:spMkLst>
        </pc:spChg>
        <pc:spChg chg="mod">
          <ac:chgData name="Enrique Villegas Valerio" userId="8ada793c76dcd6b1" providerId="LiveId" clId="{E032FAA1-94AB-4635-89A2-8715A6BCFE7A}" dt="2024-05-05T14:05:42.605" v="1210" actId="20577"/>
          <ac:spMkLst>
            <pc:docMk/>
            <pc:sldMk cId="2846153453" sldId="905"/>
            <ac:spMk id="5" creationId="{7A4D72EA-2ADC-FEE9-B42F-93E4F7A37574}"/>
          </ac:spMkLst>
        </pc:spChg>
      </pc:sldChg>
      <pc:sldChg chg="modSp new mod">
        <pc:chgData name="Enrique Villegas Valerio" userId="8ada793c76dcd6b1" providerId="LiveId" clId="{E032FAA1-94AB-4635-89A2-8715A6BCFE7A}" dt="2024-05-05T14:26:16.769" v="1235" actId="20577"/>
        <pc:sldMkLst>
          <pc:docMk/>
          <pc:sldMk cId="4271460579" sldId="906"/>
        </pc:sldMkLst>
        <pc:spChg chg="mod">
          <ac:chgData name="Enrique Villegas Valerio" userId="8ada793c76dcd6b1" providerId="LiveId" clId="{E032FAA1-94AB-4635-89A2-8715A6BCFE7A}" dt="2024-05-05T14:26:16.769" v="1235" actId="20577"/>
          <ac:spMkLst>
            <pc:docMk/>
            <pc:sldMk cId="4271460579" sldId="906"/>
            <ac:spMk id="2" creationId="{3AF17F48-6787-3F50-0C93-9206DBCA46BB}"/>
          </ac:spMkLst>
        </pc:spChg>
        <pc:spChg chg="mod">
          <ac:chgData name="Enrique Villegas Valerio" userId="8ada793c76dcd6b1" providerId="LiveId" clId="{E032FAA1-94AB-4635-89A2-8715A6BCFE7A}" dt="2024-05-05T14:25:43.994" v="1224" actId="20577"/>
          <ac:spMkLst>
            <pc:docMk/>
            <pc:sldMk cId="4271460579" sldId="906"/>
            <ac:spMk id="3" creationId="{741E2E80-E1C3-0C42-B130-981826453F04}"/>
          </ac:spMkLst>
        </pc:spChg>
      </pc:sldChg>
      <pc:sldChg chg="modSp add mod">
        <pc:chgData name="Enrique Villegas Valerio" userId="8ada793c76dcd6b1" providerId="LiveId" clId="{E032FAA1-94AB-4635-89A2-8715A6BCFE7A}" dt="2024-05-05T14:26:36.032" v="1240" actId="27636"/>
        <pc:sldMkLst>
          <pc:docMk/>
          <pc:sldMk cId="2618388638" sldId="907"/>
        </pc:sldMkLst>
        <pc:spChg chg="mod">
          <ac:chgData name="Enrique Villegas Valerio" userId="8ada793c76dcd6b1" providerId="LiveId" clId="{E032FAA1-94AB-4635-89A2-8715A6BCFE7A}" dt="2024-05-05T14:26:36.032" v="1240" actId="27636"/>
          <ac:spMkLst>
            <pc:docMk/>
            <pc:sldMk cId="2618388638" sldId="907"/>
            <ac:spMk id="2" creationId="{3AF17F48-6787-3F50-0C93-9206DBCA46BB}"/>
          </ac:spMkLst>
        </pc:spChg>
      </pc:sldChg>
      <pc:sldChg chg="modSp add mod">
        <pc:chgData name="Enrique Villegas Valerio" userId="8ada793c76dcd6b1" providerId="LiveId" clId="{E032FAA1-94AB-4635-89A2-8715A6BCFE7A}" dt="2024-05-05T14:26:44.200" v="1243" actId="21"/>
        <pc:sldMkLst>
          <pc:docMk/>
          <pc:sldMk cId="1702209836" sldId="908"/>
        </pc:sldMkLst>
        <pc:spChg chg="mod">
          <ac:chgData name="Enrique Villegas Valerio" userId="8ada793c76dcd6b1" providerId="LiveId" clId="{E032FAA1-94AB-4635-89A2-8715A6BCFE7A}" dt="2024-05-05T14:26:44.200" v="1243" actId="21"/>
          <ac:spMkLst>
            <pc:docMk/>
            <pc:sldMk cId="1702209836" sldId="908"/>
            <ac:spMk id="2" creationId="{3AF17F48-6787-3F50-0C93-9206DBCA46BB}"/>
          </ac:spMkLst>
        </pc:spChg>
      </pc:sldChg>
      <pc:sldChg chg="modSp add mod">
        <pc:chgData name="Enrique Villegas Valerio" userId="8ada793c76dcd6b1" providerId="LiveId" clId="{E032FAA1-94AB-4635-89A2-8715A6BCFE7A}" dt="2024-05-05T14:26:53.466" v="1246" actId="21"/>
        <pc:sldMkLst>
          <pc:docMk/>
          <pc:sldMk cId="4270352069" sldId="909"/>
        </pc:sldMkLst>
        <pc:spChg chg="mod">
          <ac:chgData name="Enrique Villegas Valerio" userId="8ada793c76dcd6b1" providerId="LiveId" clId="{E032FAA1-94AB-4635-89A2-8715A6BCFE7A}" dt="2024-05-05T14:26:53.466" v="1246" actId="21"/>
          <ac:spMkLst>
            <pc:docMk/>
            <pc:sldMk cId="4270352069" sldId="909"/>
            <ac:spMk id="2" creationId="{3AF17F48-6787-3F50-0C93-9206DBCA46BB}"/>
          </ac:spMkLst>
        </pc:spChg>
      </pc:sldChg>
      <pc:sldChg chg="modSp add mod">
        <pc:chgData name="Enrique Villegas Valerio" userId="8ada793c76dcd6b1" providerId="LiveId" clId="{E032FAA1-94AB-4635-89A2-8715A6BCFE7A}" dt="2024-05-05T14:27:00.543" v="1250" actId="27636"/>
        <pc:sldMkLst>
          <pc:docMk/>
          <pc:sldMk cId="2604598461" sldId="910"/>
        </pc:sldMkLst>
        <pc:spChg chg="mod">
          <ac:chgData name="Enrique Villegas Valerio" userId="8ada793c76dcd6b1" providerId="LiveId" clId="{E032FAA1-94AB-4635-89A2-8715A6BCFE7A}" dt="2024-05-05T14:27:00.543" v="1250" actId="27636"/>
          <ac:spMkLst>
            <pc:docMk/>
            <pc:sldMk cId="2604598461" sldId="910"/>
            <ac:spMk id="2" creationId="{3AF17F48-6787-3F50-0C93-9206DBCA46BB}"/>
          </ac:spMkLst>
        </pc:spChg>
      </pc:sldChg>
      <pc:sldChg chg="modSp add mod">
        <pc:chgData name="Enrique Villegas Valerio" userId="8ada793c76dcd6b1" providerId="LiveId" clId="{E032FAA1-94AB-4635-89A2-8715A6BCFE7A}" dt="2024-05-05T14:27:09.389" v="1253" actId="21"/>
        <pc:sldMkLst>
          <pc:docMk/>
          <pc:sldMk cId="2635506552" sldId="911"/>
        </pc:sldMkLst>
        <pc:spChg chg="mod">
          <ac:chgData name="Enrique Villegas Valerio" userId="8ada793c76dcd6b1" providerId="LiveId" clId="{E032FAA1-94AB-4635-89A2-8715A6BCFE7A}" dt="2024-05-05T14:27:09.389" v="1253" actId="21"/>
          <ac:spMkLst>
            <pc:docMk/>
            <pc:sldMk cId="2635506552" sldId="911"/>
            <ac:spMk id="2" creationId="{3AF17F48-6787-3F50-0C93-9206DBCA46BB}"/>
          </ac:spMkLst>
        </pc:spChg>
      </pc:sldChg>
      <pc:sldChg chg="modSp add mod">
        <pc:chgData name="Enrique Villegas Valerio" userId="8ada793c76dcd6b1" providerId="LiveId" clId="{E032FAA1-94AB-4635-89A2-8715A6BCFE7A}" dt="2024-05-05T14:27:11.494" v="1254"/>
        <pc:sldMkLst>
          <pc:docMk/>
          <pc:sldMk cId="3878574394" sldId="912"/>
        </pc:sldMkLst>
        <pc:spChg chg="mod">
          <ac:chgData name="Enrique Villegas Valerio" userId="8ada793c76dcd6b1" providerId="LiveId" clId="{E032FAA1-94AB-4635-89A2-8715A6BCFE7A}" dt="2024-05-05T14:27:11.494" v="1254"/>
          <ac:spMkLst>
            <pc:docMk/>
            <pc:sldMk cId="3878574394" sldId="912"/>
            <ac:spMk id="2" creationId="{3AF17F48-6787-3F50-0C93-9206DBCA46BB}"/>
          </ac:spMkLst>
        </pc:spChg>
      </pc:sldChg>
      <pc:sldChg chg="modSp new mod">
        <pc:chgData name="Enrique Villegas Valerio" userId="8ada793c76dcd6b1" providerId="LiveId" clId="{E032FAA1-94AB-4635-89A2-8715A6BCFE7A}" dt="2024-05-05T14:46:25.773" v="1282" actId="404"/>
        <pc:sldMkLst>
          <pc:docMk/>
          <pc:sldMk cId="757017198" sldId="913"/>
        </pc:sldMkLst>
        <pc:spChg chg="mod">
          <ac:chgData name="Enrique Villegas Valerio" userId="8ada793c76dcd6b1" providerId="LiveId" clId="{E032FAA1-94AB-4635-89A2-8715A6BCFE7A}" dt="2024-05-05T14:46:25.773" v="1282" actId="404"/>
          <ac:spMkLst>
            <pc:docMk/>
            <pc:sldMk cId="757017198" sldId="913"/>
            <ac:spMk id="2" creationId="{5CC9CA60-88DD-65A8-5A5A-A1069C872242}"/>
          </ac:spMkLst>
        </pc:spChg>
        <pc:spChg chg="mod">
          <ac:chgData name="Enrique Villegas Valerio" userId="8ada793c76dcd6b1" providerId="LiveId" clId="{E032FAA1-94AB-4635-89A2-8715A6BCFE7A}" dt="2024-05-05T14:46:07.557" v="1272" actId="20577"/>
          <ac:spMkLst>
            <pc:docMk/>
            <pc:sldMk cId="757017198" sldId="913"/>
            <ac:spMk id="3" creationId="{B5121C73-6B71-0B9D-DA22-188144587916}"/>
          </ac:spMkLst>
        </pc:spChg>
      </pc:sldChg>
      <pc:sldChg chg="modSp add mod">
        <pc:chgData name="Enrique Villegas Valerio" userId="8ada793c76dcd6b1" providerId="LiveId" clId="{E032FAA1-94AB-4635-89A2-8715A6BCFE7A}" dt="2024-05-05T14:47:17.358" v="1298" actId="13926"/>
        <pc:sldMkLst>
          <pc:docMk/>
          <pc:sldMk cId="2511669740" sldId="914"/>
        </pc:sldMkLst>
        <pc:spChg chg="mod">
          <ac:chgData name="Enrique Villegas Valerio" userId="8ada793c76dcd6b1" providerId="LiveId" clId="{E032FAA1-94AB-4635-89A2-8715A6BCFE7A}" dt="2024-05-05T14:47:17.358" v="1298" actId="13926"/>
          <ac:spMkLst>
            <pc:docMk/>
            <pc:sldMk cId="2511669740" sldId="914"/>
            <ac:spMk id="2" creationId="{5CC9CA60-88DD-65A8-5A5A-A1069C872242}"/>
          </ac:spMkLst>
        </pc:spChg>
      </pc:sldChg>
      <pc:sldChg chg="modSp add mod">
        <pc:chgData name="Enrique Villegas Valerio" userId="8ada793c76dcd6b1" providerId="LiveId" clId="{E032FAA1-94AB-4635-89A2-8715A6BCFE7A}" dt="2024-05-05T14:46:36.318" v="1293" actId="20577"/>
        <pc:sldMkLst>
          <pc:docMk/>
          <pc:sldMk cId="2832981323" sldId="915"/>
        </pc:sldMkLst>
        <pc:spChg chg="mod">
          <ac:chgData name="Enrique Villegas Valerio" userId="8ada793c76dcd6b1" providerId="LiveId" clId="{E032FAA1-94AB-4635-89A2-8715A6BCFE7A}" dt="2024-05-05T14:46:36.318" v="1293" actId="20577"/>
          <ac:spMkLst>
            <pc:docMk/>
            <pc:sldMk cId="2832981323" sldId="915"/>
            <ac:spMk id="2" creationId="{5CC9CA60-88DD-65A8-5A5A-A1069C872242}"/>
          </ac:spMkLst>
        </pc:spChg>
      </pc:sldChg>
      <pc:sldChg chg="modSp add mod">
        <pc:chgData name="Enrique Villegas Valerio" userId="8ada793c76dcd6b1" providerId="LiveId" clId="{E032FAA1-94AB-4635-89A2-8715A6BCFE7A}" dt="2024-05-05T15:08:07.572" v="1307" actId="403"/>
        <pc:sldMkLst>
          <pc:docMk/>
          <pc:sldMk cId="3972651551" sldId="916"/>
        </pc:sldMkLst>
        <pc:spChg chg="mod">
          <ac:chgData name="Enrique Villegas Valerio" userId="8ada793c76dcd6b1" providerId="LiveId" clId="{E032FAA1-94AB-4635-89A2-8715A6BCFE7A}" dt="2024-05-05T15:08:07.572" v="1307" actId="403"/>
          <ac:spMkLst>
            <pc:docMk/>
            <pc:sldMk cId="3972651551" sldId="916"/>
            <ac:spMk id="2" creationId="{77529486-7CE6-E93A-10EB-DBA3AEB48CB6}"/>
          </ac:spMkLst>
        </pc:spChg>
      </pc:sldChg>
      <pc:sldChg chg="modSp add mod">
        <pc:chgData name="Enrique Villegas Valerio" userId="8ada793c76dcd6b1" providerId="LiveId" clId="{E032FAA1-94AB-4635-89A2-8715A6BCFE7A}" dt="2024-05-05T15:21:58.627" v="1316"/>
        <pc:sldMkLst>
          <pc:docMk/>
          <pc:sldMk cId="2059971235" sldId="917"/>
        </pc:sldMkLst>
        <pc:spChg chg="mod">
          <ac:chgData name="Enrique Villegas Valerio" userId="8ada793c76dcd6b1" providerId="LiveId" clId="{E032FAA1-94AB-4635-89A2-8715A6BCFE7A}" dt="2024-05-05T15:21:55.004" v="1313" actId="21"/>
          <ac:spMkLst>
            <pc:docMk/>
            <pc:sldMk cId="2059971235" sldId="917"/>
            <ac:spMk id="4" creationId="{29ED747A-4ECA-25AA-E717-B5F043467DA2}"/>
          </ac:spMkLst>
        </pc:spChg>
        <pc:spChg chg="mod">
          <ac:chgData name="Enrique Villegas Valerio" userId="8ada793c76dcd6b1" providerId="LiveId" clId="{E032FAA1-94AB-4635-89A2-8715A6BCFE7A}" dt="2024-05-05T15:21:58.627" v="1316"/>
          <ac:spMkLst>
            <pc:docMk/>
            <pc:sldMk cId="2059971235" sldId="917"/>
            <ac:spMk id="5" creationId="{7A4D72EA-2ADC-FEE9-B42F-93E4F7A37574}"/>
          </ac:spMkLst>
        </pc:spChg>
      </pc:sldChg>
      <pc:sldChg chg="modSp add mod">
        <pc:chgData name="Enrique Villegas Valerio" userId="8ada793c76dcd6b1" providerId="LiveId" clId="{E032FAA1-94AB-4635-89A2-8715A6BCFE7A}" dt="2024-05-05T15:22:24.356" v="1348" actId="20577"/>
        <pc:sldMkLst>
          <pc:docMk/>
          <pc:sldMk cId="1087634335" sldId="918"/>
        </pc:sldMkLst>
        <pc:spChg chg="mod">
          <ac:chgData name="Enrique Villegas Valerio" userId="8ada793c76dcd6b1" providerId="LiveId" clId="{E032FAA1-94AB-4635-89A2-8715A6BCFE7A}" dt="2024-05-05T15:22:12.266" v="1341" actId="20577"/>
          <ac:spMkLst>
            <pc:docMk/>
            <pc:sldMk cId="1087634335" sldId="918"/>
            <ac:spMk id="4" creationId="{29ED747A-4ECA-25AA-E717-B5F043467DA2}"/>
          </ac:spMkLst>
        </pc:spChg>
        <pc:spChg chg="mod">
          <ac:chgData name="Enrique Villegas Valerio" userId="8ada793c76dcd6b1" providerId="LiveId" clId="{E032FAA1-94AB-4635-89A2-8715A6BCFE7A}" dt="2024-05-05T15:22:24.356" v="1348" actId="20577"/>
          <ac:spMkLst>
            <pc:docMk/>
            <pc:sldMk cId="1087634335" sldId="918"/>
            <ac:spMk id="5" creationId="{7A4D72EA-2ADC-FEE9-B42F-93E4F7A37574}"/>
          </ac:spMkLst>
        </pc:spChg>
      </pc:sldChg>
      <pc:sldChg chg="modSp add mod ord">
        <pc:chgData name="Enrique Villegas Valerio" userId="8ada793c76dcd6b1" providerId="LiveId" clId="{E032FAA1-94AB-4635-89A2-8715A6BCFE7A}" dt="2024-05-05T16:20:11.129" v="1406" actId="20577"/>
        <pc:sldMkLst>
          <pc:docMk/>
          <pc:sldMk cId="3325595187" sldId="919"/>
        </pc:sldMkLst>
        <pc:spChg chg="mod">
          <ac:chgData name="Enrique Villegas Valerio" userId="8ada793c76dcd6b1" providerId="LiveId" clId="{E032FAA1-94AB-4635-89A2-8715A6BCFE7A}" dt="2024-05-05T15:24:48.538" v="1404" actId="20577"/>
          <ac:spMkLst>
            <pc:docMk/>
            <pc:sldMk cId="3325595187" sldId="919"/>
            <ac:spMk id="2" creationId="{77529486-7CE6-E93A-10EB-DBA3AEB48CB6}"/>
          </ac:spMkLst>
        </pc:spChg>
        <pc:spChg chg="mod">
          <ac:chgData name="Enrique Villegas Valerio" userId="8ada793c76dcd6b1" providerId="LiveId" clId="{E032FAA1-94AB-4635-89A2-8715A6BCFE7A}" dt="2024-05-05T16:20:11.129" v="1406" actId="20577"/>
          <ac:spMkLst>
            <pc:docMk/>
            <pc:sldMk cId="3325595187" sldId="919"/>
            <ac:spMk id="3" creationId="{FE7227F2-B6D7-1F38-5157-B357E6705D49}"/>
          </ac:spMkLst>
        </pc:spChg>
      </pc:sldChg>
      <pc:sldChg chg="new del">
        <pc:chgData name="Enrique Villegas Valerio" userId="8ada793c76dcd6b1" providerId="LiveId" clId="{E032FAA1-94AB-4635-89A2-8715A6BCFE7A}" dt="2024-05-05T15:22:36.325" v="1350" actId="680"/>
        <pc:sldMkLst>
          <pc:docMk/>
          <pc:sldMk cId="3964731107" sldId="919"/>
        </pc:sldMkLst>
      </pc:sldChg>
      <pc:sldChg chg="modSp add mod">
        <pc:chgData name="Enrique Villegas Valerio" userId="8ada793c76dcd6b1" providerId="LiveId" clId="{E032FAA1-94AB-4635-89A2-8715A6BCFE7A}" dt="2024-05-05T17:05:03.756" v="1448" actId="207"/>
        <pc:sldMkLst>
          <pc:docMk/>
          <pc:sldMk cId="2606544073" sldId="920"/>
        </pc:sldMkLst>
        <pc:spChg chg="mod">
          <ac:chgData name="Enrique Villegas Valerio" userId="8ada793c76dcd6b1" providerId="LiveId" clId="{E032FAA1-94AB-4635-89A2-8715A6BCFE7A}" dt="2024-05-05T17:05:03.756" v="1448" actId="207"/>
          <ac:spMkLst>
            <pc:docMk/>
            <pc:sldMk cId="2606544073" sldId="920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E032FAA1-94AB-4635-89A2-8715A6BCFE7A}" dt="2024-05-05T17:05:11.266" v="1451" actId="207"/>
        <pc:sldMkLst>
          <pc:docMk/>
          <pc:sldMk cId="1127511821" sldId="921"/>
        </pc:sldMkLst>
        <pc:spChg chg="mod">
          <ac:chgData name="Enrique Villegas Valerio" userId="8ada793c76dcd6b1" providerId="LiveId" clId="{E032FAA1-94AB-4635-89A2-8715A6BCFE7A}" dt="2024-05-05T17:05:11.266" v="1451" actId="207"/>
          <ac:spMkLst>
            <pc:docMk/>
            <pc:sldMk cId="1127511821" sldId="921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E032FAA1-94AB-4635-89A2-8715A6BCFE7A}" dt="2024-05-05T17:09:59.357" v="1452" actId="207"/>
        <pc:sldMkLst>
          <pc:docMk/>
          <pc:sldMk cId="3763550959" sldId="922"/>
        </pc:sldMkLst>
        <pc:spChg chg="mod">
          <ac:chgData name="Enrique Villegas Valerio" userId="8ada793c76dcd6b1" providerId="LiveId" clId="{E032FAA1-94AB-4635-89A2-8715A6BCFE7A}" dt="2024-05-05T17:09:59.357" v="1452" actId="207"/>
          <ac:spMkLst>
            <pc:docMk/>
            <pc:sldMk cId="3763550959" sldId="922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E032FAA1-94AB-4635-89A2-8715A6BCFE7A}" dt="2024-05-05T17:10:14.301" v="1454" actId="207"/>
        <pc:sldMkLst>
          <pc:docMk/>
          <pc:sldMk cId="838211649" sldId="923"/>
        </pc:sldMkLst>
        <pc:spChg chg="mod">
          <ac:chgData name="Enrique Villegas Valerio" userId="8ada793c76dcd6b1" providerId="LiveId" clId="{E032FAA1-94AB-4635-89A2-8715A6BCFE7A}" dt="2024-05-05T17:10:14.301" v="1454" actId="207"/>
          <ac:spMkLst>
            <pc:docMk/>
            <pc:sldMk cId="838211649" sldId="923"/>
            <ac:spMk id="3" creationId="{F83FCBC4-22A5-47A6-4825-B2DAAEE92F0C}"/>
          </ac:spMkLst>
        </pc:spChg>
      </pc:sldChg>
      <pc:sldChg chg="add">
        <pc:chgData name="Enrique Villegas Valerio" userId="8ada793c76dcd6b1" providerId="LiveId" clId="{E032FAA1-94AB-4635-89A2-8715A6BCFE7A}" dt="2024-05-05T17:10:03.374" v="1453"/>
        <pc:sldMkLst>
          <pc:docMk/>
          <pc:sldMk cId="3185970094" sldId="924"/>
        </pc:sldMkLst>
      </pc:sldChg>
    </pc:docChg>
  </pc:docChgLst>
  <pc:docChgLst>
    <pc:chgData name="Enrique Villegas Valerio" userId="8ada793c76dcd6b1" providerId="LiveId" clId="{4F72B00A-8E59-42AE-A686-206A7AD94BE5}"/>
    <pc:docChg chg="undo redo custSel addSld delSld modSld sldOrd addSection delSection modSection">
      <pc:chgData name="Enrique Villegas Valerio" userId="8ada793c76dcd6b1" providerId="LiveId" clId="{4F72B00A-8E59-42AE-A686-206A7AD94BE5}" dt="2024-05-12T15:31:39.353" v="1982" actId="403"/>
      <pc:docMkLst>
        <pc:docMk/>
      </pc:docMkLst>
      <pc:sldChg chg="modSp mod">
        <pc:chgData name="Enrique Villegas Valerio" userId="8ada793c76dcd6b1" providerId="LiveId" clId="{4F72B00A-8E59-42AE-A686-206A7AD94BE5}" dt="2024-05-12T13:44:19.399" v="1085" actId="20577"/>
        <pc:sldMkLst>
          <pc:docMk/>
          <pc:sldMk cId="2459707463" sldId="517"/>
        </pc:sldMkLst>
        <pc:spChg chg="mod">
          <ac:chgData name="Enrique Villegas Valerio" userId="8ada793c76dcd6b1" providerId="LiveId" clId="{4F72B00A-8E59-42AE-A686-206A7AD94BE5}" dt="2024-05-12T13:44:19.399" v="1085" actId="20577"/>
          <ac:spMkLst>
            <pc:docMk/>
            <pc:sldMk cId="2459707463" sldId="517"/>
            <ac:spMk id="3" creationId="{F83FCBC4-22A5-47A6-4825-B2DAAEE92F0C}"/>
          </ac:spMkLst>
        </pc:spChg>
      </pc:sldChg>
      <pc:sldChg chg="modSp mod ord">
        <pc:chgData name="Enrique Villegas Valerio" userId="8ada793c76dcd6b1" providerId="LiveId" clId="{4F72B00A-8E59-42AE-A686-206A7AD94BE5}" dt="2024-05-12T13:21:28.639" v="888" actId="1036"/>
        <pc:sldMkLst>
          <pc:docMk/>
          <pc:sldMk cId="59613358" sldId="518"/>
        </pc:sldMkLst>
        <pc:spChg chg="mod">
          <ac:chgData name="Enrique Villegas Valerio" userId="8ada793c76dcd6b1" providerId="LiveId" clId="{4F72B00A-8E59-42AE-A686-206A7AD94BE5}" dt="2024-05-12T13:21:28.639" v="888" actId="1036"/>
          <ac:spMkLst>
            <pc:docMk/>
            <pc:sldMk cId="59613358" sldId="518"/>
            <ac:spMk id="3" creationId="{CA07F423-46C6-CDD8-E4AD-233D53E2809D}"/>
          </ac:spMkLst>
        </pc:spChg>
        <pc:spChg chg="mod">
          <ac:chgData name="Enrique Villegas Valerio" userId="8ada793c76dcd6b1" providerId="LiveId" clId="{4F72B00A-8E59-42AE-A686-206A7AD94BE5}" dt="2024-05-12T13:21:20.541" v="873" actId="947"/>
          <ac:spMkLst>
            <pc:docMk/>
            <pc:sldMk cId="59613358" sldId="518"/>
            <ac:spMk id="4" creationId="{64DD97DD-43D3-F5D3-B4EE-BD7F9628B26B}"/>
          </ac:spMkLst>
        </pc:spChg>
      </pc:sldChg>
      <pc:sldChg chg="del">
        <pc:chgData name="Enrique Villegas Valerio" userId="8ada793c76dcd6b1" providerId="LiveId" clId="{4F72B00A-8E59-42AE-A686-206A7AD94BE5}" dt="2024-05-12T02:56:26.954" v="2" actId="47"/>
        <pc:sldMkLst>
          <pc:docMk/>
          <pc:sldMk cId="4258264916" sldId="791"/>
        </pc:sldMkLst>
      </pc:sldChg>
      <pc:sldChg chg="addSp delSp modSp mod ord modClrScheme chgLayout">
        <pc:chgData name="Enrique Villegas Valerio" userId="8ada793c76dcd6b1" providerId="LiveId" clId="{4F72B00A-8E59-42AE-A686-206A7AD94BE5}" dt="2024-05-12T13:40:03.907" v="1051" actId="20577"/>
        <pc:sldMkLst>
          <pc:docMk/>
          <pc:sldMk cId="534621278" sldId="829"/>
        </pc:sldMkLst>
        <pc:spChg chg="del mod">
          <ac:chgData name="Enrique Villegas Valerio" userId="8ada793c76dcd6b1" providerId="LiveId" clId="{4F72B00A-8E59-42AE-A686-206A7AD94BE5}" dt="2024-05-12T13:39:07.793" v="1019" actId="478"/>
          <ac:spMkLst>
            <pc:docMk/>
            <pc:sldMk cId="534621278" sldId="829"/>
            <ac:spMk id="2" creationId="{C47C4E7A-958F-82CD-9F72-F0F577A39DD3}"/>
          </ac:spMkLst>
        </pc:spChg>
        <pc:spChg chg="add mod">
          <ac:chgData name="Enrique Villegas Valerio" userId="8ada793c76dcd6b1" providerId="LiveId" clId="{4F72B00A-8E59-42AE-A686-206A7AD94BE5}" dt="2024-05-12T13:40:03.907" v="1051" actId="20577"/>
          <ac:spMkLst>
            <pc:docMk/>
            <pc:sldMk cId="534621278" sldId="829"/>
            <ac:spMk id="3" creationId="{AF2F0F34-C83A-FF2D-A63A-82EB0E959971}"/>
          </ac:spMkLst>
        </pc:spChg>
        <pc:spChg chg="del mod ord">
          <ac:chgData name="Enrique Villegas Valerio" userId="8ada793c76dcd6b1" providerId="LiveId" clId="{4F72B00A-8E59-42AE-A686-206A7AD94BE5}" dt="2024-05-12T13:39:42.294" v="1046" actId="478"/>
          <ac:spMkLst>
            <pc:docMk/>
            <pc:sldMk cId="534621278" sldId="829"/>
            <ac:spMk id="4" creationId="{90A85515-295E-DD5D-53E5-37E10D935596}"/>
          </ac:spMkLst>
        </pc:spChg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536739249" sldId="832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785186112" sldId="833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652691584" sldId="834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995431684" sldId="835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609649749" sldId="836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309560276" sldId="837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573225748" sldId="838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47617713" sldId="839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465368603" sldId="840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797822175" sldId="841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767456720" sldId="842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4117957842" sldId="843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4236908447" sldId="844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583383626" sldId="845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65691714" sldId="846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01028251" sldId="847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728904327" sldId="848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729703089" sldId="849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539941843" sldId="850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896530974" sldId="851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69233139" sldId="852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836048541" sldId="853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129915679" sldId="854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980646767" sldId="855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125414740" sldId="856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04965874" sldId="857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86052974" sldId="858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650228616" sldId="859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646148306" sldId="860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2530010680" sldId="861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8938754" sldId="862"/>
        </pc:sldMkLst>
      </pc:sldChg>
      <pc:sldChg chg="del">
        <pc:chgData name="Enrique Villegas Valerio" userId="8ada793c76dcd6b1" providerId="LiveId" clId="{4F72B00A-8E59-42AE-A686-206A7AD94BE5}" dt="2024-05-12T02:56:11.331" v="0" actId="47"/>
        <pc:sldMkLst>
          <pc:docMk/>
          <pc:sldMk cId="3790337049" sldId="863"/>
        </pc:sldMkLst>
      </pc:sldChg>
      <pc:sldChg chg="del">
        <pc:chgData name="Enrique Villegas Valerio" userId="8ada793c76dcd6b1" providerId="LiveId" clId="{4F72B00A-8E59-42AE-A686-206A7AD94BE5}" dt="2024-05-12T02:56:23.674" v="1" actId="47"/>
        <pc:sldMkLst>
          <pc:docMk/>
          <pc:sldMk cId="2412385355" sldId="864"/>
        </pc:sldMkLst>
      </pc:sldChg>
      <pc:sldChg chg="del">
        <pc:chgData name="Enrique Villegas Valerio" userId="8ada793c76dcd6b1" providerId="LiveId" clId="{4F72B00A-8E59-42AE-A686-206A7AD94BE5}" dt="2024-05-12T02:56:23.674" v="1" actId="47"/>
        <pc:sldMkLst>
          <pc:docMk/>
          <pc:sldMk cId="590142208" sldId="865"/>
        </pc:sldMkLst>
      </pc:sldChg>
      <pc:sldChg chg="ord">
        <pc:chgData name="Enrique Villegas Valerio" userId="8ada793c76dcd6b1" providerId="LiveId" clId="{4F72B00A-8E59-42AE-A686-206A7AD94BE5}" dt="2024-05-12T13:34:50.541" v="890"/>
        <pc:sldMkLst>
          <pc:docMk/>
          <pc:sldMk cId="1488646014" sldId="866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100401972" sldId="867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414420303" sldId="868"/>
        </pc:sldMkLst>
      </pc:sldChg>
      <pc:sldChg chg="modSp add del mod">
        <pc:chgData name="Enrique Villegas Valerio" userId="8ada793c76dcd6b1" providerId="LiveId" clId="{4F72B00A-8E59-42AE-A686-206A7AD94BE5}" dt="2024-05-12T13:45:20.320" v="1107" actId="403"/>
        <pc:sldMkLst>
          <pc:docMk/>
          <pc:sldMk cId="1647521383" sldId="869"/>
        </pc:sldMkLst>
        <pc:spChg chg="mod">
          <ac:chgData name="Enrique Villegas Valerio" userId="8ada793c76dcd6b1" providerId="LiveId" clId="{4F72B00A-8E59-42AE-A686-206A7AD94BE5}" dt="2024-05-12T13:45:20.320" v="1107" actId="403"/>
          <ac:spMkLst>
            <pc:docMk/>
            <pc:sldMk cId="1647521383" sldId="869"/>
            <ac:spMk id="2" creationId="{77529486-7CE6-E93A-10EB-DBA3AEB48CB6}"/>
          </ac:spMkLst>
        </pc:spChg>
        <pc:spChg chg="mod">
          <ac:chgData name="Enrique Villegas Valerio" userId="8ada793c76dcd6b1" providerId="LiveId" clId="{4F72B00A-8E59-42AE-A686-206A7AD94BE5}" dt="2024-05-12T03:08:15.243" v="353" actId="20577"/>
          <ac:spMkLst>
            <pc:docMk/>
            <pc:sldMk cId="1647521383" sldId="869"/>
            <ac:spMk id="3" creationId="{FE7227F2-B6D7-1F38-5157-B357E6705D49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950625075" sldId="870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033499343" sldId="871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476819983" sldId="872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534282412" sldId="873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503368202" sldId="874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827912655" sldId="875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4292161740" sldId="876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691278251" sldId="877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788386912" sldId="878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08303445" sldId="879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784876309" sldId="880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549914823" sldId="881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781185736" sldId="882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473375010" sldId="883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108654727" sldId="884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291039801" sldId="885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55527962" sldId="886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528327035" sldId="887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300972029" sldId="888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4213182938" sldId="889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323678892" sldId="890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569485138" sldId="891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115132714" sldId="892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574819092" sldId="893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292795655" sldId="894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893847215" sldId="895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4075181906" sldId="896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52022662" sldId="897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239390177" sldId="898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705786041" sldId="899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243910615" sldId="900"/>
        </pc:sldMkLst>
      </pc:sldChg>
      <pc:sldChg chg="modSp mod">
        <pc:chgData name="Enrique Villegas Valerio" userId="8ada793c76dcd6b1" providerId="LiveId" clId="{4F72B00A-8E59-42AE-A686-206A7AD94BE5}" dt="2024-05-12T14:56:16.251" v="1845" actId="1035"/>
        <pc:sldMkLst>
          <pc:docMk/>
          <pc:sldMk cId="292152553" sldId="901"/>
        </pc:sldMkLst>
        <pc:spChg chg="mod">
          <ac:chgData name="Enrique Villegas Valerio" userId="8ada793c76dcd6b1" providerId="LiveId" clId="{4F72B00A-8E59-42AE-A686-206A7AD94BE5}" dt="2024-05-12T14:56:16.251" v="1845" actId="1035"/>
          <ac:spMkLst>
            <pc:docMk/>
            <pc:sldMk cId="292152553" sldId="901"/>
            <ac:spMk id="3" creationId="{CA07F423-46C6-CDD8-E4AD-233D53E2809D}"/>
          </ac:spMkLst>
        </pc:spChg>
        <pc:spChg chg="mod">
          <ac:chgData name="Enrique Villegas Valerio" userId="8ada793c76dcd6b1" providerId="LiveId" clId="{4F72B00A-8E59-42AE-A686-206A7AD94BE5}" dt="2024-05-12T13:44:07.524" v="1075" actId="20577"/>
          <ac:spMkLst>
            <pc:docMk/>
            <pc:sldMk cId="292152553" sldId="901"/>
            <ac:spMk id="4" creationId="{64DD97DD-43D3-F5D3-B4EE-BD7F9628B26B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400044676" sldId="902"/>
        </pc:sldMkLst>
      </pc:sldChg>
      <pc:sldChg chg="modSp mod">
        <pc:chgData name="Enrique Villegas Valerio" userId="8ada793c76dcd6b1" providerId="LiveId" clId="{4F72B00A-8E59-42AE-A686-206A7AD94BE5}" dt="2024-05-12T13:47:05.716" v="1145" actId="20577"/>
        <pc:sldMkLst>
          <pc:docMk/>
          <pc:sldMk cId="881655602" sldId="903"/>
        </pc:sldMkLst>
        <pc:spChg chg="mod">
          <ac:chgData name="Enrique Villegas Valerio" userId="8ada793c76dcd6b1" providerId="LiveId" clId="{4F72B00A-8E59-42AE-A686-206A7AD94BE5}" dt="2024-05-12T13:44:58.403" v="1086" actId="20577"/>
          <ac:spMkLst>
            <pc:docMk/>
            <pc:sldMk cId="881655602" sldId="903"/>
            <ac:spMk id="4" creationId="{29ED747A-4ECA-25AA-E717-B5F043467DA2}"/>
          </ac:spMkLst>
        </pc:spChg>
        <pc:spChg chg="mod">
          <ac:chgData name="Enrique Villegas Valerio" userId="8ada793c76dcd6b1" providerId="LiveId" clId="{4F72B00A-8E59-42AE-A686-206A7AD94BE5}" dt="2024-05-12T13:47:05.716" v="1145" actId="20577"/>
          <ac:spMkLst>
            <pc:docMk/>
            <pc:sldMk cId="881655602" sldId="903"/>
            <ac:spMk id="5" creationId="{7A4D72EA-2ADC-FEE9-B42F-93E4F7A37574}"/>
          </ac:spMkLst>
        </pc:spChg>
      </pc:sldChg>
      <pc:sldChg chg="addSp delSp modSp new mod">
        <pc:chgData name="Enrique Villegas Valerio" userId="8ada793c76dcd6b1" providerId="LiveId" clId="{4F72B00A-8E59-42AE-A686-206A7AD94BE5}" dt="2024-05-12T03:08:45.895" v="380" actId="20577"/>
        <pc:sldMkLst>
          <pc:docMk/>
          <pc:sldMk cId="2708648020" sldId="904"/>
        </pc:sldMkLst>
        <pc:spChg chg="mod">
          <ac:chgData name="Enrique Villegas Valerio" userId="8ada793c76dcd6b1" providerId="LiveId" clId="{4F72B00A-8E59-42AE-A686-206A7AD94BE5}" dt="2024-05-12T03:08:40.202" v="368"/>
          <ac:spMkLst>
            <pc:docMk/>
            <pc:sldMk cId="2708648020" sldId="904"/>
            <ac:spMk id="2" creationId="{F4A5C7A1-A975-736A-C200-5447D1A8C564}"/>
          </ac:spMkLst>
        </pc:spChg>
        <pc:spChg chg="mod">
          <ac:chgData name="Enrique Villegas Valerio" userId="8ada793c76dcd6b1" providerId="LiveId" clId="{4F72B00A-8E59-42AE-A686-206A7AD94BE5}" dt="2024-05-12T03:08:45.895" v="380" actId="20577"/>
          <ac:spMkLst>
            <pc:docMk/>
            <pc:sldMk cId="2708648020" sldId="904"/>
            <ac:spMk id="3" creationId="{B0E11FE7-7C2D-410A-B020-DB6F27654B6F}"/>
          </ac:spMkLst>
        </pc:spChg>
        <pc:spChg chg="add del mod">
          <ac:chgData name="Enrique Villegas Valerio" userId="8ada793c76dcd6b1" providerId="LiveId" clId="{4F72B00A-8E59-42AE-A686-206A7AD94BE5}" dt="2024-05-12T03:08:39.501" v="367" actId="22"/>
          <ac:spMkLst>
            <pc:docMk/>
            <pc:sldMk cId="2708648020" sldId="904"/>
            <ac:spMk id="5" creationId="{E50D41A0-0C3B-5A79-1209-801584D7985B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479837082" sldId="904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846153453" sldId="905"/>
        </pc:sldMkLst>
      </pc:sldChg>
      <pc:sldChg chg="modSp new mod">
        <pc:chgData name="Enrique Villegas Valerio" userId="8ada793c76dcd6b1" providerId="LiveId" clId="{4F72B00A-8E59-42AE-A686-206A7AD94BE5}" dt="2024-05-12T03:11:44.737" v="411" actId="27636"/>
        <pc:sldMkLst>
          <pc:docMk/>
          <pc:sldMk cId="3336324340" sldId="905"/>
        </pc:sldMkLst>
        <pc:spChg chg="mod">
          <ac:chgData name="Enrique Villegas Valerio" userId="8ada793c76dcd6b1" providerId="LiveId" clId="{4F72B00A-8E59-42AE-A686-206A7AD94BE5}" dt="2024-05-12T03:11:44.737" v="411" actId="27636"/>
          <ac:spMkLst>
            <pc:docMk/>
            <pc:sldMk cId="3336324340" sldId="905"/>
            <ac:spMk id="2" creationId="{712CB0D5-C5D6-7775-295D-BA878707758F}"/>
          </ac:spMkLst>
        </pc:spChg>
        <pc:spChg chg="mod">
          <ac:chgData name="Enrique Villegas Valerio" userId="8ada793c76dcd6b1" providerId="LiveId" clId="{4F72B00A-8E59-42AE-A686-206A7AD94BE5}" dt="2024-05-12T03:11:23.976" v="400" actId="20577"/>
          <ac:spMkLst>
            <pc:docMk/>
            <pc:sldMk cId="3336324340" sldId="905"/>
            <ac:spMk id="3" creationId="{F2B21CAC-0E4A-73A7-9E8E-5EA58BF79BC1}"/>
          </ac:spMkLst>
        </pc:spChg>
      </pc:sldChg>
      <pc:sldChg chg="modSp add mod">
        <pc:chgData name="Enrique Villegas Valerio" userId="8ada793c76dcd6b1" providerId="LiveId" clId="{4F72B00A-8E59-42AE-A686-206A7AD94BE5}" dt="2024-05-12T03:11:56.803" v="418" actId="404"/>
        <pc:sldMkLst>
          <pc:docMk/>
          <pc:sldMk cId="3829495155" sldId="906"/>
        </pc:sldMkLst>
        <pc:spChg chg="mod">
          <ac:chgData name="Enrique Villegas Valerio" userId="8ada793c76dcd6b1" providerId="LiveId" clId="{4F72B00A-8E59-42AE-A686-206A7AD94BE5}" dt="2024-05-12T03:11:56.803" v="418" actId="404"/>
          <ac:spMkLst>
            <pc:docMk/>
            <pc:sldMk cId="3829495155" sldId="906"/>
            <ac:spMk id="2" creationId="{712CB0D5-C5D6-7775-295D-BA878707758F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4271460579" sldId="906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618388638" sldId="907"/>
        </pc:sldMkLst>
      </pc:sldChg>
      <pc:sldChg chg="modSp add mod">
        <pc:chgData name="Enrique Villegas Valerio" userId="8ada793c76dcd6b1" providerId="LiveId" clId="{4F72B00A-8E59-42AE-A686-206A7AD94BE5}" dt="2024-05-12T03:12:02.928" v="423" actId="27636"/>
        <pc:sldMkLst>
          <pc:docMk/>
          <pc:sldMk cId="3219049139" sldId="907"/>
        </pc:sldMkLst>
        <pc:spChg chg="mod">
          <ac:chgData name="Enrique Villegas Valerio" userId="8ada793c76dcd6b1" providerId="LiveId" clId="{4F72B00A-8E59-42AE-A686-206A7AD94BE5}" dt="2024-05-12T03:12:02.928" v="423" actId="27636"/>
          <ac:spMkLst>
            <pc:docMk/>
            <pc:sldMk cId="3219049139" sldId="907"/>
            <ac:spMk id="2" creationId="{712CB0D5-C5D6-7775-295D-BA878707758F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702209836" sldId="908"/>
        </pc:sldMkLst>
      </pc:sldChg>
      <pc:sldChg chg="modSp add mod">
        <pc:chgData name="Enrique Villegas Valerio" userId="8ada793c76dcd6b1" providerId="LiveId" clId="{4F72B00A-8E59-42AE-A686-206A7AD94BE5}" dt="2024-05-12T03:12:04.969" v="425" actId="27636"/>
        <pc:sldMkLst>
          <pc:docMk/>
          <pc:sldMk cId="3348854786" sldId="908"/>
        </pc:sldMkLst>
        <pc:spChg chg="mod">
          <ac:chgData name="Enrique Villegas Valerio" userId="8ada793c76dcd6b1" providerId="LiveId" clId="{4F72B00A-8E59-42AE-A686-206A7AD94BE5}" dt="2024-05-12T03:12:04.969" v="425" actId="27636"/>
          <ac:spMkLst>
            <pc:docMk/>
            <pc:sldMk cId="3348854786" sldId="908"/>
            <ac:spMk id="2" creationId="{712CB0D5-C5D6-7775-295D-BA878707758F}"/>
          </ac:spMkLst>
        </pc:spChg>
      </pc:sldChg>
      <pc:sldChg chg="addSp delSp modSp new mod modClrScheme chgLayout">
        <pc:chgData name="Enrique Villegas Valerio" userId="8ada793c76dcd6b1" providerId="LiveId" clId="{4F72B00A-8E59-42AE-A686-206A7AD94BE5}" dt="2024-05-12T13:59:27.536" v="1180" actId="20577"/>
        <pc:sldMkLst>
          <pc:docMk/>
          <pc:sldMk cId="2704496737" sldId="909"/>
        </pc:sldMkLst>
        <pc:spChg chg="del mod ord">
          <ac:chgData name="Enrique Villegas Valerio" userId="8ada793c76dcd6b1" providerId="LiveId" clId="{4F72B00A-8E59-42AE-A686-206A7AD94BE5}" dt="2024-05-12T03:33:40.687" v="427" actId="700"/>
          <ac:spMkLst>
            <pc:docMk/>
            <pc:sldMk cId="2704496737" sldId="909"/>
            <ac:spMk id="2" creationId="{F25EF633-5E32-D1F5-5941-3BB16DB7D437}"/>
          </ac:spMkLst>
        </pc:spChg>
        <pc:spChg chg="del">
          <ac:chgData name="Enrique Villegas Valerio" userId="8ada793c76dcd6b1" providerId="LiveId" clId="{4F72B00A-8E59-42AE-A686-206A7AD94BE5}" dt="2024-05-12T03:33:40.687" v="427" actId="700"/>
          <ac:spMkLst>
            <pc:docMk/>
            <pc:sldMk cId="2704496737" sldId="909"/>
            <ac:spMk id="3" creationId="{BC24342F-6424-7444-08CA-DEFDD21CC32A}"/>
          </ac:spMkLst>
        </pc:spChg>
        <pc:spChg chg="add mod ord">
          <ac:chgData name="Enrique Villegas Valerio" userId="8ada793c76dcd6b1" providerId="LiveId" clId="{4F72B00A-8E59-42AE-A686-206A7AD94BE5}" dt="2024-05-12T13:59:27.536" v="1180" actId="20577"/>
          <ac:spMkLst>
            <pc:docMk/>
            <pc:sldMk cId="2704496737" sldId="909"/>
            <ac:spMk id="4" creationId="{0A0715B7-2447-FAFD-9A81-479596F53EC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4270352069" sldId="909"/>
        </pc:sldMkLst>
      </pc:sldChg>
      <pc:sldChg chg="modSp add mod">
        <pc:chgData name="Enrique Villegas Valerio" userId="8ada793c76dcd6b1" providerId="LiveId" clId="{4F72B00A-8E59-42AE-A686-206A7AD94BE5}" dt="2024-05-12T03:35:14.796" v="464" actId="404"/>
        <pc:sldMkLst>
          <pc:docMk/>
          <pc:sldMk cId="384507728" sldId="910"/>
        </pc:sldMkLst>
        <pc:spChg chg="mod">
          <ac:chgData name="Enrique Villegas Valerio" userId="8ada793c76dcd6b1" providerId="LiveId" clId="{4F72B00A-8E59-42AE-A686-206A7AD94BE5}" dt="2024-05-12T03:35:14.796" v="464" actId="404"/>
          <ac:spMkLst>
            <pc:docMk/>
            <pc:sldMk cId="384507728" sldId="910"/>
            <ac:spMk id="2" creationId="{712CB0D5-C5D6-7775-295D-BA878707758F}"/>
          </ac:spMkLst>
        </pc:spChg>
        <pc:spChg chg="mod">
          <ac:chgData name="Enrique Villegas Valerio" userId="8ada793c76dcd6b1" providerId="LiveId" clId="{4F72B00A-8E59-42AE-A686-206A7AD94BE5}" dt="2024-05-12T03:34:55.131" v="448" actId="20577"/>
          <ac:spMkLst>
            <pc:docMk/>
            <pc:sldMk cId="384507728" sldId="910"/>
            <ac:spMk id="3" creationId="{F2B21CAC-0E4A-73A7-9E8E-5EA58BF79BC1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604598461" sldId="910"/>
        </pc:sldMkLst>
      </pc:sldChg>
      <pc:sldChg chg="new del">
        <pc:chgData name="Enrique Villegas Valerio" userId="8ada793c76dcd6b1" providerId="LiveId" clId="{4F72B00A-8E59-42AE-A686-206A7AD94BE5}" dt="2024-05-12T03:34:04.725" v="431" actId="680"/>
        <pc:sldMkLst>
          <pc:docMk/>
          <pc:sldMk cId="4190866537" sldId="910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635506552" sldId="911"/>
        </pc:sldMkLst>
      </pc:sldChg>
      <pc:sldChg chg="modSp new mod">
        <pc:chgData name="Enrique Villegas Valerio" userId="8ada793c76dcd6b1" providerId="LiveId" clId="{4F72B00A-8E59-42AE-A686-206A7AD94BE5}" dt="2024-05-12T03:47:57.834" v="482" actId="20577"/>
        <pc:sldMkLst>
          <pc:docMk/>
          <pc:sldMk cId="3472003486" sldId="911"/>
        </pc:sldMkLst>
        <pc:spChg chg="mod">
          <ac:chgData name="Enrique Villegas Valerio" userId="8ada793c76dcd6b1" providerId="LiveId" clId="{4F72B00A-8E59-42AE-A686-206A7AD94BE5}" dt="2024-05-12T03:47:51.735" v="470" actId="20577"/>
          <ac:spMkLst>
            <pc:docMk/>
            <pc:sldMk cId="3472003486" sldId="911"/>
            <ac:spMk id="2" creationId="{7B9B81B3-2724-6DA1-2527-D1F44D5DE91E}"/>
          </ac:spMkLst>
        </pc:spChg>
        <pc:spChg chg="mod">
          <ac:chgData name="Enrique Villegas Valerio" userId="8ada793c76dcd6b1" providerId="LiveId" clId="{4F72B00A-8E59-42AE-A686-206A7AD94BE5}" dt="2024-05-12T03:47:57.834" v="482" actId="20577"/>
          <ac:spMkLst>
            <pc:docMk/>
            <pc:sldMk cId="3472003486" sldId="911"/>
            <ac:spMk id="3" creationId="{DEDE7B36-88DB-6463-5E4C-A779CA5464F2}"/>
          </ac:spMkLst>
        </pc:spChg>
      </pc:sldChg>
      <pc:sldChg chg="modSp add mod">
        <pc:chgData name="Enrique Villegas Valerio" userId="8ada793c76dcd6b1" providerId="LiveId" clId="{4F72B00A-8E59-42AE-A686-206A7AD94BE5}" dt="2024-05-12T04:32:30.181" v="647" actId="1036"/>
        <pc:sldMkLst>
          <pc:docMk/>
          <pc:sldMk cId="1005575967" sldId="912"/>
        </pc:sldMkLst>
        <pc:spChg chg="mod">
          <ac:chgData name="Enrique Villegas Valerio" userId="8ada793c76dcd6b1" providerId="LiveId" clId="{4F72B00A-8E59-42AE-A686-206A7AD94BE5}" dt="2024-05-12T04:32:30.181" v="647" actId="1036"/>
          <ac:spMkLst>
            <pc:docMk/>
            <pc:sldMk cId="1005575967" sldId="912"/>
            <ac:spMk id="2" creationId="{C47C4E7A-958F-82CD-9F72-F0F577A39DD3}"/>
          </ac:spMkLst>
        </pc:spChg>
        <pc:spChg chg="mod">
          <ac:chgData name="Enrique Villegas Valerio" userId="8ada793c76dcd6b1" providerId="LiveId" clId="{4F72B00A-8E59-42AE-A686-206A7AD94BE5}" dt="2024-05-12T04:32:30.181" v="647" actId="1036"/>
          <ac:spMkLst>
            <pc:docMk/>
            <pc:sldMk cId="1005575967" sldId="912"/>
            <ac:spMk id="4" creationId="{90A85515-295E-DD5D-53E5-37E10D935596}"/>
          </ac:spMkLst>
        </pc:spChg>
      </pc:sldChg>
      <pc:sldChg chg="new del">
        <pc:chgData name="Enrique Villegas Valerio" userId="8ada793c76dcd6b1" providerId="LiveId" clId="{4F72B00A-8E59-42AE-A686-206A7AD94BE5}" dt="2024-05-12T04:31:19.702" v="486" actId="680"/>
        <pc:sldMkLst>
          <pc:docMk/>
          <pc:sldMk cId="1779426510" sldId="912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878574394" sldId="912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757017198" sldId="913"/>
        </pc:sldMkLst>
      </pc:sldChg>
      <pc:sldChg chg="modSp add del mod">
        <pc:chgData name="Enrique Villegas Valerio" userId="8ada793c76dcd6b1" providerId="LiveId" clId="{4F72B00A-8E59-42AE-A686-206A7AD94BE5}" dt="2024-05-12T14:47:38.114" v="1754" actId="47"/>
        <pc:sldMkLst>
          <pc:docMk/>
          <pc:sldMk cId="945304702" sldId="913"/>
        </pc:sldMkLst>
        <pc:spChg chg="mod">
          <ac:chgData name="Enrique Villegas Valerio" userId="8ada793c76dcd6b1" providerId="LiveId" clId="{4F72B00A-8E59-42AE-A686-206A7AD94BE5}" dt="2024-05-12T04:33:20.672" v="659" actId="20577"/>
          <ac:spMkLst>
            <pc:docMk/>
            <pc:sldMk cId="945304702" sldId="913"/>
            <ac:spMk id="4" creationId="{29ED747A-4ECA-25AA-E717-B5F043467DA2}"/>
          </ac:spMkLst>
        </pc:spChg>
        <pc:spChg chg="mod">
          <ac:chgData name="Enrique Villegas Valerio" userId="8ada793c76dcd6b1" providerId="LiveId" clId="{4F72B00A-8E59-42AE-A686-206A7AD94BE5}" dt="2024-05-12T04:33:06.962" v="653"/>
          <ac:spMkLst>
            <pc:docMk/>
            <pc:sldMk cId="945304702" sldId="913"/>
            <ac:spMk id="5" creationId="{7A4D72EA-2ADC-FEE9-B42F-93E4F7A37574}"/>
          </ac:spMkLst>
        </pc:spChg>
      </pc:sldChg>
      <pc:sldChg chg="add del">
        <pc:chgData name="Enrique Villegas Valerio" userId="8ada793c76dcd6b1" providerId="LiveId" clId="{4F72B00A-8E59-42AE-A686-206A7AD94BE5}" dt="2024-05-12T04:31:18.165" v="485"/>
        <pc:sldMkLst>
          <pc:docMk/>
          <pc:sldMk cId="1722395513" sldId="913"/>
        </pc:sldMkLst>
      </pc:sldChg>
      <pc:sldChg chg="modSp add mod">
        <pc:chgData name="Enrique Villegas Valerio" userId="8ada793c76dcd6b1" providerId="LiveId" clId="{4F72B00A-8E59-42AE-A686-206A7AD94BE5}" dt="2024-05-12T04:36:36.578" v="711" actId="20577"/>
        <pc:sldMkLst>
          <pc:docMk/>
          <pc:sldMk cId="152067843" sldId="914"/>
        </pc:sldMkLst>
        <pc:spChg chg="mod">
          <ac:chgData name="Enrique Villegas Valerio" userId="8ada793c76dcd6b1" providerId="LiveId" clId="{4F72B00A-8E59-42AE-A686-206A7AD94BE5}" dt="2024-05-12T04:36:36.578" v="711" actId="20577"/>
          <ac:spMkLst>
            <pc:docMk/>
            <pc:sldMk cId="152067843" sldId="914"/>
            <ac:spMk id="2" creationId="{7B9B81B3-2724-6DA1-2527-D1F44D5DE91E}"/>
          </ac:spMkLst>
        </pc:spChg>
        <pc:spChg chg="mod">
          <ac:chgData name="Enrique Villegas Valerio" userId="8ada793c76dcd6b1" providerId="LiveId" clId="{4F72B00A-8E59-42AE-A686-206A7AD94BE5}" dt="2024-05-12T04:33:45.528" v="676"/>
          <ac:spMkLst>
            <pc:docMk/>
            <pc:sldMk cId="152067843" sldId="914"/>
            <ac:spMk id="3" creationId="{DEDE7B36-88DB-6463-5E4C-A779CA5464F2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511669740" sldId="914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832981323" sldId="915"/>
        </pc:sldMkLst>
      </pc:sldChg>
      <pc:sldChg chg="modSp add mod">
        <pc:chgData name="Enrique Villegas Valerio" userId="8ada793c76dcd6b1" providerId="LiveId" clId="{4F72B00A-8E59-42AE-A686-206A7AD94BE5}" dt="2024-05-12T04:36:45.689" v="714" actId="20577"/>
        <pc:sldMkLst>
          <pc:docMk/>
          <pc:sldMk cId="3263910486" sldId="915"/>
        </pc:sldMkLst>
        <pc:spChg chg="mod">
          <ac:chgData name="Enrique Villegas Valerio" userId="8ada793c76dcd6b1" providerId="LiveId" clId="{4F72B00A-8E59-42AE-A686-206A7AD94BE5}" dt="2024-05-12T04:36:45.689" v="714" actId="20577"/>
          <ac:spMkLst>
            <pc:docMk/>
            <pc:sldMk cId="3263910486" sldId="915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972651551" sldId="916"/>
        </pc:sldMkLst>
      </pc:sldChg>
      <pc:sldChg chg="modSp add mod">
        <pc:chgData name="Enrique Villegas Valerio" userId="8ada793c76dcd6b1" providerId="LiveId" clId="{4F72B00A-8E59-42AE-A686-206A7AD94BE5}" dt="2024-05-12T04:36:54.620" v="717" actId="20577"/>
        <pc:sldMkLst>
          <pc:docMk/>
          <pc:sldMk cId="3995859919" sldId="916"/>
        </pc:sldMkLst>
        <pc:spChg chg="mod">
          <ac:chgData name="Enrique Villegas Valerio" userId="8ada793c76dcd6b1" providerId="LiveId" clId="{4F72B00A-8E59-42AE-A686-206A7AD94BE5}" dt="2024-05-12T04:36:54.620" v="717" actId="20577"/>
          <ac:spMkLst>
            <pc:docMk/>
            <pc:sldMk cId="3995859919" sldId="916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059971235" sldId="917"/>
        </pc:sldMkLst>
      </pc:sldChg>
      <pc:sldChg chg="modSp add mod">
        <pc:chgData name="Enrique Villegas Valerio" userId="8ada793c76dcd6b1" providerId="LiveId" clId="{4F72B00A-8E59-42AE-A686-206A7AD94BE5}" dt="2024-05-12T04:37:11.073" v="720" actId="20577"/>
        <pc:sldMkLst>
          <pc:docMk/>
          <pc:sldMk cId="3668296622" sldId="917"/>
        </pc:sldMkLst>
        <pc:spChg chg="mod">
          <ac:chgData name="Enrique Villegas Valerio" userId="8ada793c76dcd6b1" providerId="LiveId" clId="{4F72B00A-8E59-42AE-A686-206A7AD94BE5}" dt="2024-05-12T04:37:11.073" v="720" actId="20577"/>
          <ac:spMkLst>
            <pc:docMk/>
            <pc:sldMk cId="3668296622" sldId="917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087634335" sldId="918"/>
        </pc:sldMkLst>
      </pc:sldChg>
      <pc:sldChg chg="modSp add mod">
        <pc:chgData name="Enrique Villegas Valerio" userId="8ada793c76dcd6b1" providerId="LiveId" clId="{4F72B00A-8E59-42AE-A686-206A7AD94BE5}" dt="2024-05-12T04:37:17.023" v="723" actId="20577"/>
        <pc:sldMkLst>
          <pc:docMk/>
          <pc:sldMk cId="2043419028" sldId="918"/>
        </pc:sldMkLst>
        <pc:spChg chg="mod">
          <ac:chgData name="Enrique Villegas Valerio" userId="8ada793c76dcd6b1" providerId="LiveId" clId="{4F72B00A-8E59-42AE-A686-206A7AD94BE5}" dt="2024-05-12T04:37:17.023" v="723" actId="20577"/>
          <ac:spMkLst>
            <pc:docMk/>
            <pc:sldMk cId="2043419028" sldId="918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325595187" sldId="919"/>
        </pc:sldMkLst>
      </pc:sldChg>
      <pc:sldChg chg="modSp add mod">
        <pc:chgData name="Enrique Villegas Valerio" userId="8ada793c76dcd6b1" providerId="LiveId" clId="{4F72B00A-8E59-42AE-A686-206A7AD94BE5}" dt="2024-05-12T04:37:24.663" v="726" actId="404"/>
        <pc:sldMkLst>
          <pc:docMk/>
          <pc:sldMk cId="3915450092" sldId="919"/>
        </pc:sldMkLst>
        <pc:spChg chg="mod">
          <ac:chgData name="Enrique Villegas Valerio" userId="8ada793c76dcd6b1" providerId="LiveId" clId="{4F72B00A-8E59-42AE-A686-206A7AD94BE5}" dt="2024-05-12T04:37:24.663" v="726" actId="404"/>
          <ac:spMkLst>
            <pc:docMk/>
            <pc:sldMk cId="3915450092" sldId="919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2606544073" sldId="920"/>
        </pc:sldMkLst>
      </pc:sldChg>
      <pc:sldChg chg="modSp add mod ord">
        <pc:chgData name="Enrique Villegas Valerio" userId="8ada793c76dcd6b1" providerId="LiveId" clId="{4F72B00A-8E59-42AE-A686-206A7AD94BE5}" dt="2024-05-12T04:36:28.937" v="708" actId="6549"/>
        <pc:sldMkLst>
          <pc:docMk/>
          <pc:sldMk cId="2934424232" sldId="920"/>
        </pc:sldMkLst>
        <pc:spChg chg="mod">
          <ac:chgData name="Enrique Villegas Valerio" userId="8ada793c76dcd6b1" providerId="LiveId" clId="{4F72B00A-8E59-42AE-A686-206A7AD94BE5}" dt="2024-05-12T04:36:28.937" v="708" actId="6549"/>
          <ac:spMkLst>
            <pc:docMk/>
            <pc:sldMk cId="2934424232" sldId="920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1127511821" sldId="921"/>
        </pc:sldMkLst>
      </pc:sldChg>
      <pc:sldChg chg="modSp add mod">
        <pc:chgData name="Enrique Villegas Valerio" userId="8ada793c76dcd6b1" providerId="LiveId" clId="{4F72B00A-8E59-42AE-A686-206A7AD94BE5}" dt="2024-05-12T04:41:14.927" v="741" actId="20577"/>
        <pc:sldMkLst>
          <pc:docMk/>
          <pc:sldMk cId="1878106623" sldId="921"/>
        </pc:sldMkLst>
        <pc:spChg chg="mod">
          <ac:chgData name="Enrique Villegas Valerio" userId="8ada793c76dcd6b1" providerId="LiveId" clId="{4F72B00A-8E59-42AE-A686-206A7AD94BE5}" dt="2024-05-12T04:41:14.927" v="741" actId="20577"/>
          <ac:spMkLst>
            <pc:docMk/>
            <pc:sldMk cId="1878106623" sldId="921"/>
            <ac:spMk id="2" creationId="{7B9B81B3-2724-6DA1-2527-D1F44D5DE91E}"/>
          </ac:spMkLst>
        </pc:spChg>
        <pc:spChg chg="mod">
          <ac:chgData name="Enrique Villegas Valerio" userId="8ada793c76dcd6b1" providerId="LiveId" clId="{4F72B00A-8E59-42AE-A686-206A7AD94BE5}" dt="2024-05-12T04:41:10.131" v="737" actId="20577"/>
          <ac:spMkLst>
            <pc:docMk/>
            <pc:sldMk cId="1878106623" sldId="921"/>
            <ac:spMk id="3" creationId="{DEDE7B36-88DB-6463-5E4C-A779CA5464F2}"/>
          </ac:spMkLst>
        </pc:spChg>
      </pc:sldChg>
      <pc:sldChg chg="modSp new mod">
        <pc:chgData name="Enrique Villegas Valerio" userId="8ada793c76dcd6b1" providerId="LiveId" clId="{4F72B00A-8E59-42AE-A686-206A7AD94BE5}" dt="2024-05-12T04:44:13.174" v="763" actId="404"/>
        <pc:sldMkLst>
          <pc:docMk/>
          <pc:sldMk cId="2418867756" sldId="922"/>
        </pc:sldMkLst>
        <pc:spChg chg="mod">
          <ac:chgData name="Enrique Villegas Valerio" userId="8ada793c76dcd6b1" providerId="LiveId" clId="{4F72B00A-8E59-42AE-A686-206A7AD94BE5}" dt="2024-05-12T04:44:13.174" v="763" actId="404"/>
          <ac:spMkLst>
            <pc:docMk/>
            <pc:sldMk cId="2418867756" sldId="922"/>
            <ac:spMk id="2" creationId="{6A8F2C3D-572B-8130-12D9-E2F657DABD20}"/>
          </ac:spMkLst>
        </pc:spChg>
        <pc:spChg chg="mod">
          <ac:chgData name="Enrique Villegas Valerio" userId="8ada793c76dcd6b1" providerId="LiveId" clId="{4F72B00A-8E59-42AE-A686-206A7AD94BE5}" dt="2024-05-12T04:44:09.464" v="761" actId="20577"/>
          <ac:spMkLst>
            <pc:docMk/>
            <pc:sldMk cId="2418867756" sldId="922"/>
            <ac:spMk id="3" creationId="{1ABC0ECE-E24D-3B1A-6B9D-FA4A5E476C15}"/>
          </ac:spMkLst>
        </pc:sp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763550959" sldId="922"/>
        </pc:sldMkLst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838211649" sldId="923"/>
        </pc:sldMkLst>
      </pc:sldChg>
      <pc:sldChg chg="addSp modSp new mod setBg chgLayout">
        <pc:chgData name="Enrique Villegas Valerio" userId="8ada793c76dcd6b1" providerId="LiveId" clId="{4F72B00A-8E59-42AE-A686-206A7AD94BE5}" dt="2024-05-12T12:03:52.200" v="856" actId="26606"/>
        <pc:sldMkLst>
          <pc:docMk/>
          <pc:sldMk cId="1310773960" sldId="923"/>
        </pc:sldMkLst>
        <pc:spChg chg="add">
          <ac:chgData name="Enrique Villegas Valerio" userId="8ada793c76dcd6b1" providerId="LiveId" clId="{4F72B00A-8E59-42AE-A686-206A7AD94BE5}" dt="2024-05-12T12:02:44.402" v="851"/>
          <ac:spMkLst>
            <pc:docMk/>
            <pc:sldMk cId="1310773960" sldId="923"/>
            <ac:spMk id="2" creationId="{3B72E472-8EED-EE9C-AA4A-D3DF2104F217}"/>
          </ac:spMkLst>
        </pc:spChg>
        <pc:spChg chg="add ord">
          <ac:chgData name="Enrique Villegas Valerio" userId="8ada793c76dcd6b1" providerId="LiveId" clId="{4F72B00A-8E59-42AE-A686-206A7AD94BE5}" dt="2024-05-12T12:03:52.200" v="856" actId="26606"/>
          <ac:spMkLst>
            <pc:docMk/>
            <pc:sldMk cId="1310773960" sldId="923"/>
            <ac:spMk id="3" creationId="{7225D425-DBD4-EEE3-8463-7AA71C0544B3}"/>
          </ac:spMkLst>
        </pc:spChg>
        <pc:spChg chg="add">
          <ac:chgData name="Enrique Villegas Valerio" userId="8ada793c76dcd6b1" providerId="LiveId" clId="{4F72B00A-8E59-42AE-A686-206A7AD94BE5}" dt="2024-05-12T12:03:52.200" v="856" actId="26606"/>
          <ac:spMkLst>
            <pc:docMk/>
            <pc:sldMk cId="1310773960" sldId="923"/>
            <ac:spMk id="10" creationId="{42A4FC2C-047E-45A5-965D-8E1E3BF09BC6}"/>
          </ac:spMkLst>
        </pc:spChg>
        <pc:picChg chg="add mod">
          <ac:chgData name="Enrique Villegas Valerio" userId="8ada793c76dcd6b1" providerId="LiveId" clId="{4F72B00A-8E59-42AE-A686-206A7AD94BE5}" dt="2024-05-12T12:03:52.200" v="856" actId="26606"/>
          <ac:picMkLst>
            <pc:docMk/>
            <pc:sldMk cId="1310773960" sldId="923"/>
            <ac:picMk id="5" creationId="{B80DE8FD-9EF8-9EC9-5876-EBD4D34F9DC3}"/>
          </ac:picMkLst>
        </pc:picChg>
      </pc:sldChg>
      <pc:sldChg chg="add del">
        <pc:chgData name="Enrique Villegas Valerio" userId="8ada793c76dcd6b1" providerId="LiveId" clId="{4F72B00A-8E59-42AE-A686-206A7AD94BE5}" dt="2024-05-12T03:08:03.642" v="349" actId="47"/>
        <pc:sldMkLst>
          <pc:docMk/>
          <pc:sldMk cId="3185970094" sldId="924"/>
        </pc:sldMkLst>
      </pc:sldChg>
      <pc:sldChg chg="modSp add mod">
        <pc:chgData name="Enrique Villegas Valerio" userId="8ada793c76dcd6b1" providerId="LiveId" clId="{4F72B00A-8E59-42AE-A686-206A7AD94BE5}" dt="2024-05-12T13:20:32.393" v="858"/>
        <pc:sldMkLst>
          <pc:docMk/>
          <pc:sldMk cId="3491487561" sldId="924"/>
        </pc:sldMkLst>
        <pc:spChg chg="mod">
          <ac:chgData name="Enrique Villegas Valerio" userId="8ada793c76dcd6b1" providerId="LiveId" clId="{4F72B00A-8E59-42AE-A686-206A7AD94BE5}" dt="2024-05-12T13:20:32.393" v="858"/>
          <ac:spMkLst>
            <pc:docMk/>
            <pc:sldMk cId="3491487561" sldId="924"/>
            <ac:spMk id="4" creationId="{0A0715B7-2447-FAFD-9A81-479596F53ECE}"/>
          </ac:spMkLst>
        </pc:spChg>
      </pc:sldChg>
      <pc:sldChg chg="modSp add mod">
        <pc:chgData name="Enrique Villegas Valerio" userId="8ada793c76dcd6b1" providerId="LiveId" clId="{4F72B00A-8E59-42AE-A686-206A7AD94BE5}" dt="2024-05-12T13:46:57.325" v="1143" actId="20577"/>
        <pc:sldMkLst>
          <pc:docMk/>
          <pc:sldMk cId="3596939094" sldId="925"/>
        </pc:sldMkLst>
        <pc:spChg chg="mod">
          <ac:chgData name="Enrique Villegas Valerio" userId="8ada793c76dcd6b1" providerId="LiveId" clId="{4F72B00A-8E59-42AE-A686-206A7AD94BE5}" dt="2024-05-12T13:46:47.014" v="1135" actId="20577"/>
          <ac:spMkLst>
            <pc:docMk/>
            <pc:sldMk cId="3596939094" sldId="925"/>
            <ac:spMk id="4" creationId="{29ED747A-4ECA-25AA-E717-B5F043467DA2}"/>
          </ac:spMkLst>
        </pc:spChg>
        <pc:spChg chg="mod">
          <ac:chgData name="Enrique Villegas Valerio" userId="8ada793c76dcd6b1" providerId="LiveId" clId="{4F72B00A-8E59-42AE-A686-206A7AD94BE5}" dt="2024-05-12T13:46:57.325" v="1143" actId="20577"/>
          <ac:spMkLst>
            <pc:docMk/>
            <pc:sldMk cId="3596939094" sldId="925"/>
            <ac:spMk id="5" creationId="{7A4D72EA-2ADC-FEE9-B42F-93E4F7A37574}"/>
          </ac:spMkLst>
        </pc:spChg>
      </pc:sldChg>
      <pc:sldChg chg="modSp add mod">
        <pc:chgData name="Enrique Villegas Valerio" userId="8ada793c76dcd6b1" providerId="LiveId" clId="{4F72B00A-8E59-42AE-A686-206A7AD94BE5}" dt="2024-05-12T14:01:34.421" v="1186" actId="20577"/>
        <pc:sldMkLst>
          <pc:docMk/>
          <pc:sldMk cId="2698640594" sldId="926"/>
        </pc:sldMkLst>
        <pc:spChg chg="mod">
          <ac:chgData name="Enrique Villegas Valerio" userId="8ada793c76dcd6b1" providerId="LiveId" clId="{4F72B00A-8E59-42AE-A686-206A7AD94BE5}" dt="2024-05-12T14:01:34.421" v="1186" actId="20577"/>
          <ac:spMkLst>
            <pc:docMk/>
            <pc:sldMk cId="2698640594" sldId="926"/>
            <ac:spMk id="4" creationId="{0A0715B7-2447-FAFD-9A81-479596F53ECE}"/>
          </ac:spMkLst>
        </pc:spChg>
      </pc:sldChg>
      <pc:sldChg chg="add">
        <pc:chgData name="Enrique Villegas Valerio" userId="8ada793c76dcd6b1" providerId="LiveId" clId="{4F72B00A-8E59-42AE-A686-206A7AD94BE5}" dt="2024-05-12T13:58:50.080" v="1147"/>
        <pc:sldMkLst>
          <pc:docMk/>
          <pc:sldMk cId="2133800662" sldId="927"/>
        </pc:sldMkLst>
      </pc:sldChg>
      <pc:sldChg chg="addSp delSp modSp new mod setBg modClrScheme chgLayout">
        <pc:chgData name="Enrique Villegas Valerio" userId="8ada793c76dcd6b1" providerId="LiveId" clId="{4F72B00A-8E59-42AE-A686-206A7AD94BE5}" dt="2024-05-12T14:02:15.598" v="1197" actId="18131"/>
        <pc:sldMkLst>
          <pc:docMk/>
          <pc:sldMk cId="2848361841" sldId="928"/>
        </pc:sldMkLst>
        <pc:spChg chg="del">
          <ac:chgData name="Enrique Villegas Valerio" userId="8ada793c76dcd6b1" providerId="LiveId" clId="{4F72B00A-8E59-42AE-A686-206A7AD94BE5}" dt="2024-05-12T14:01:40.067" v="1188" actId="700"/>
          <ac:spMkLst>
            <pc:docMk/>
            <pc:sldMk cId="2848361841" sldId="928"/>
            <ac:spMk id="2" creationId="{ECC65963-09CA-9828-E582-CA8A9D598925}"/>
          </ac:spMkLst>
        </pc:spChg>
        <pc:spChg chg="add">
          <ac:chgData name="Enrique Villegas Valerio" userId="8ada793c76dcd6b1" providerId="LiveId" clId="{4F72B00A-8E59-42AE-A686-206A7AD94BE5}" dt="2024-05-12T14:01:43.596" v="1190" actId="26606"/>
          <ac:spMkLst>
            <pc:docMk/>
            <pc:sldMk cId="2848361841" sldId="928"/>
            <ac:spMk id="2055" creationId="{42A4FC2C-047E-45A5-965D-8E1E3BF09BC6}"/>
          </ac:spMkLst>
        </pc:spChg>
        <pc:picChg chg="add mod">
          <ac:chgData name="Enrique Villegas Valerio" userId="8ada793c76dcd6b1" providerId="LiveId" clId="{4F72B00A-8E59-42AE-A686-206A7AD94BE5}" dt="2024-05-12T14:02:15.598" v="1197" actId="18131"/>
          <ac:picMkLst>
            <pc:docMk/>
            <pc:sldMk cId="2848361841" sldId="928"/>
            <ac:picMk id="2050" creationId="{475AAE06-FEDA-9B1C-3A04-0CB552F3D697}"/>
          </ac:picMkLst>
        </pc:picChg>
      </pc:sldChg>
      <pc:sldChg chg="addSp delSp modSp new mod modClrScheme chgLayout">
        <pc:chgData name="Enrique Villegas Valerio" userId="8ada793c76dcd6b1" providerId="LiveId" clId="{4F72B00A-8E59-42AE-A686-206A7AD94BE5}" dt="2024-05-12T14:10:08.406" v="1204" actId="1076"/>
        <pc:sldMkLst>
          <pc:docMk/>
          <pc:sldMk cId="4113730720" sldId="929"/>
        </pc:sldMkLst>
        <pc:spChg chg="del">
          <ac:chgData name="Enrique Villegas Valerio" userId="8ada793c76dcd6b1" providerId="LiveId" clId="{4F72B00A-8E59-42AE-A686-206A7AD94BE5}" dt="2024-05-12T14:09:43.245" v="1199" actId="700"/>
          <ac:spMkLst>
            <pc:docMk/>
            <pc:sldMk cId="4113730720" sldId="929"/>
            <ac:spMk id="2" creationId="{7DFB631E-92E1-6CFD-E20F-4FE3910B3C81}"/>
          </ac:spMkLst>
        </pc:spChg>
        <pc:spChg chg="del">
          <ac:chgData name="Enrique Villegas Valerio" userId="8ada793c76dcd6b1" providerId="LiveId" clId="{4F72B00A-8E59-42AE-A686-206A7AD94BE5}" dt="2024-05-12T14:09:43.245" v="1199" actId="700"/>
          <ac:spMkLst>
            <pc:docMk/>
            <pc:sldMk cId="4113730720" sldId="929"/>
            <ac:spMk id="3" creationId="{6F1C720E-28B4-7702-7F4E-10A10D5A3561}"/>
          </ac:spMkLst>
        </pc:spChg>
        <pc:picChg chg="add mod">
          <ac:chgData name="Enrique Villegas Valerio" userId="8ada793c76dcd6b1" providerId="LiveId" clId="{4F72B00A-8E59-42AE-A686-206A7AD94BE5}" dt="2024-05-12T14:10:08.406" v="1204" actId="1076"/>
          <ac:picMkLst>
            <pc:docMk/>
            <pc:sldMk cId="4113730720" sldId="929"/>
            <ac:picMk id="3074" creationId="{7317E217-E6EF-67E6-0A5E-DB81568E155D}"/>
          </ac:picMkLst>
        </pc:picChg>
      </pc:sldChg>
      <pc:sldChg chg="addSp modSp new mod setBg">
        <pc:chgData name="Enrique Villegas Valerio" userId="8ada793c76dcd6b1" providerId="LiveId" clId="{4F72B00A-8E59-42AE-A686-206A7AD94BE5}" dt="2024-05-12T14:17:03.870" v="1255" actId="26606"/>
        <pc:sldMkLst>
          <pc:docMk/>
          <pc:sldMk cId="697540057" sldId="930"/>
        </pc:sldMkLst>
        <pc:spChg chg="add ord">
          <ac:chgData name="Enrique Villegas Valerio" userId="8ada793c76dcd6b1" providerId="LiveId" clId="{4F72B00A-8E59-42AE-A686-206A7AD94BE5}" dt="2024-05-12T14:17:03.870" v="1255" actId="26606"/>
          <ac:spMkLst>
            <pc:docMk/>
            <pc:sldMk cId="697540057" sldId="930"/>
            <ac:spMk id="2" creationId="{D50EE501-5AEF-7F5F-8AEB-DE45A44A5E30}"/>
          </ac:spMkLst>
        </pc:spChg>
        <pc:spChg chg="add">
          <ac:chgData name="Enrique Villegas Valerio" userId="8ada793c76dcd6b1" providerId="LiveId" clId="{4F72B00A-8E59-42AE-A686-206A7AD94BE5}" dt="2024-05-12T14:17:03.870" v="1255" actId="26606"/>
          <ac:spMkLst>
            <pc:docMk/>
            <pc:sldMk cId="697540057" sldId="930"/>
            <ac:spMk id="9" creationId="{42A4FC2C-047E-45A5-965D-8E1E3BF09BC6}"/>
          </ac:spMkLst>
        </pc:spChg>
        <pc:picChg chg="add mod">
          <ac:chgData name="Enrique Villegas Valerio" userId="8ada793c76dcd6b1" providerId="LiveId" clId="{4F72B00A-8E59-42AE-A686-206A7AD94BE5}" dt="2024-05-12T14:17:03.870" v="1255" actId="26606"/>
          <ac:picMkLst>
            <pc:docMk/>
            <pc:sldMk cId="697540057" sldId="930"/>
            <ac:picMk id="4" creationId="{91870A1F-4242-F42D-98B5-F5525043776C}"/>
          </ac:picMkLst>
        </pc:picChg>
      </pc:sldChg>
      <pc:sldChg chg="modSp add mod">
        <pc:chgData name="Enrique Villegas Valerio" userId="8ada793c76dcd6b1" providerId="LiveId" clId="{4F72B00A-8E59-42AE-A686-206A7AD94BE5}" dt="2024-05-12T14:16:28.277" v="1250" actId="20577"/>
        <pc:sldMkLst>
          <pc:docMk/>
          <pc:sldMk cId="268146151" sldId="931"/>
        </pc:sldMkLst>
        <pc:spChg chg="mod">
          <ac:chgData name="Enrique Villegas Valerio" userId="8ada793c76dcd6b1" providerId="LiveId" clId="{4F72B00A-8E59-42AE-A686-206A7AD94BE5}" dt="2024-05-12T14:16:28.277" v="1250" actId="20577"/>
          <ac:spMkLst>
            <pc:docMk/>
            <pc:sldMk cId="268146151" sldId="931"/>
            <ac:spMk id="4" creationId="{0A0715B7-2447-FAFD-9A81-479596F53ECE}"/>
          </ac:spMkLst>
        </pc:spChg>
      </pc:sldChg>
      <pc:sldChg chg="addSp modSp new mod setBg">
        <pc:chgData name="Enrique Villegas Valerio" userId="8ada793c76dcd6b1" providerId="LiveId" clId="{4F72B00A-8E59-42AE-A686-206A7AD94BE5}" dt="2024-05-12T14:21:02.757" v="1259" actId="18131"/>
        <pc:sldMkLst>
          <pc:docMk/>
          <pc:sldMk cId="3839718346" sldId="932"/>
        </pc:sldMkLst>
        <pc:spChg chg="add">
          <ac:chgData name="Enrique Villegas Valerio" userId="8ada793c76dcd6b1" providerId="LiveId" clId="{4F72B00A-8E59-42AE-A686-206A7AD94BE5}" dt="2024-05-12T14:20:54.386" v="1258" actId="26606"/>
          <ac:spMkLst>
            <pc:docMk/>
            <pc:sldMk cId="3839718346" sldId="932"/>
            <ac:spMk id="5127" creationId="{42A4FC2C-047E-45A5-965D-8E1E3BF09BC6}"/>
          </ac:spMkLst>
        </pc:spChg>
        <pc:picChg chg="add mod">
          <ac:chgData name="Enrique Villegas Valerio" userId="8ada793c76dcd6b1" providerId="LiveId" clId="{4F72B00A-8E59-42AE-A686-206A7AD94BE5}" dt="2024-05-12T14:21:02.757" v="1259" actId="18131"/>
          <ac:picMkLst>
            <pc:docMk/>
            <pc:sldMk cId="3839718346" sldId="932"/>
            <ac:picMk id="5122" creationId="{1F757584-5B87-1275-45AF-3652352B1D82}"/>
          </ac:picMkLst>
        </pc:picChg>
      </pc:sldChg>
      <pc:sldChg chg="modSp add mod ord">
        <pc:chgData name="Enrique Villegas Valerio" userId="8ada793c76dcd6b1" providerId="LiveId" clId="{4F72B00A-8E59-42AE-A686-206A7AD94BE5}" dt="2024-05-12T14:21:33.671" v="1300"/>
        <pc:sldMkLst>
          <pc:docMk/>
          <pc:sldMk cId="272607784" sldId="933"/>
        </pc:sldMkLst>
        <pc:spChg chg="mod">
          <ac:chgData name="Enrique Villegas Valerio" userId="8ada793c76dcd6b1" providerId="LiveId" clId="{4F72B00A-8E59-42AE-A686-206A7AD94BE5}" dt="2024-05-12T14:21:29.814" v="1298" actId="20577"/>
          <ac:spMkLst>
            <pc:docMk/>
            <pc:sldMk cId="272607784" sldId="933"/>
            <ac:spMk id="4" creationId="{0A0715B7-2447-FAFD-9A81-479596F53ECE}"/>
          </ac:spMkLst>
        </pc:spChg>
      </pc:sldChg>
      <pc:sldChg chg="modSp add mod">
        <pc:chgData name="Enrique Villegas Valerio" userId="8ada793c76dcd6b1" providerId="LiveId" clId="{4F72B00A-8E59-42AE-A686-206A7AD94BE5}" dt="2024-05-12T14:22:16.809" v="1384" actId="20577"/>
        <pc:sldMkLst>
          <pc:docMk/>
          <pc:sldMk cId="3247280604" sldId="934"/>
        </pc:sldMkLst>
        <pc:spChg chg="mod">
          <ac:chgData name="Enrique Villegas Valerio" userId="8ada793c76dcd6b1" providerId="LiveId" clId="{4F72B00A-8E59-42AE-A686-206A7AD94BE5}" dt="2024-05-12T14:22:16.809" v="1384" actId="20577"/>
          <ac:spMkLst>
            <pc:docMk/>
            <pc:sldMk cId="3247280604" sldId="934"/>
            <ac:spMk id="4" creationId="{0A0715B7-2447-FAFD-9A81-479596F53ECE}"/>
          </ac:spMkLst>
        </pc:spChg>
      </pc:sldChg>
      <pc:sldChg chg="modSp add mod">
        <pc:chgData name="Enrique Villegas Valerio" userId="8ada793c76dcd6b1" providerId="LiveId" clId="{4F72B00A-8E59-42AE-A686-206A7AD94BE5}" dt="2024-05-12T14:24:47.832" v="1419"/>
        <pc:sldMkLst>
          <pc:docMk/>
          <pc:sldMk cId="2391026026" sldId="935"/>
        </pc:sldMkLst>
        <pc:spChg chg="mod">
          <ac:chgData name="Enrique Villegas Valerio" userId="8ada793c76dcd6b1" providerId="LiveId" clId="{4F72B00A-8E59-42AE-A686-206A7AD94BE5}" dt="2024-05-12T14:24:45.829" v="1418" actId="20577"/>
          <ac:spMkLst>
            <pc:docMk/>
            <pc:sldMk cId="2391026026" sldId="935"/>
            <ac:spMk id="2" creationId="{7B9B81B3-2724-6DA1-2527-D1F44D5DE91E}"/>
          </ac:spMkLst>
        </pc:spChg>
        <pc:spChg chg="mod">
          <ac:chgData name="Enrique Villegas Valerio" userId="8ada793c76dcd6b1" providerId="LiveId" clId="{4F72B00A-8E59-42AE-A686-206A7AD94BE5}" dt="2024-05-12T14:24:47.832" v="1419"/>
          <ac:spMkLst>
            <pc:docMk/>
            <pc:sldMk cId="2391026026" sldId="935"/>
            <ac:spMk id="3" creationId="{DEDE7B36-88DB-6463-5E4C-A779CA5464F2}"/>
          </ac:spMkLst>
        </pc:spChg>
      </pc:sldChg>
      <pc:sldChg chg="modSp new mod">
        <pc:chgData name="Enrique Villegas Valerio" userId="8ada793c76dcd6b1" providerId="LiveId" clId="{4F72B00A-8E59-42AE-A686-206A7AD94BE5}" dt="2024-05-12T14:24:57.308" v="1424"/>
        <pc:sldMkLst>
          <pc:docMk/>
          <pc:sldMk cId="1785233407" sldId="936"/>
        </pc:sldMkLst>
        <pc:spChg chg="mod">
          <ac:chgData name="Enrique Villegas Valerio" userId="8ada793c76dcd6b1" providerId="LiveId" clId="{4F72B00A-8E59-42AE-A686-206A7AD94BE5}" dt="2024-05-12T14:24:54.485" v="1423" actId="27636"/>
          <ac:spMkLst>
            <pc:docMk/>
            <pc:sldMk cId="1785233407" sldId="936"/>
            <ac:spMk id="2" creationId="{6DF8D2E7-D7A6-B297-D562-584800C5560A}"/>
          </ac:spMkLst>
        </pc:spChg>
        <pc:spChg chg="mod">
          <ac:chgData name="Enrique Villegas Valerio" userId="8ada793c76dcd6b1" providerId="LiveId" clId="{4F72B00A-8E59-42AE-A686-206A7AD94BE5}" dt="2024-05-12T14:24:57.308" v="1424"/>
          <ac:spMkLst>
            <pc:docMk/>
            <pc:sldMk cId="1785233407" sldId="936"/>
            <ac:spMk id="3" creationId="{7C2FBD43-AAFB-4F7E-7D13-41F5BB2BE30B}"/>
          </ac:spMkLst>
        </pc:spChg>
      </pc:sldChg>
      <pc:sldChg chg="modSp new mod">
        <pc:chgData name="Enrique Villegas Valerio" userId="8ada793c76dcd6b1" providerId="LiveId" clId="{4F72B00A-8E59-42AE-A686-206A7AD94BE5}" dt="2024-05-12T14:25:04.526" v="1428"/>
        <pc:sldMkLst>
          <pc:docMk/>
          <pc:sldMk cId="1156869125" sldId="937"/>
        </pc:sldMkLst>
        <pc:spChg chg="mod">
          <ac:chgData name="Enrique Villegas Valerio" userId="8ada793c76dcd6b1" providerId="LiveId" clId="{4F72B00A-8E59-42AE-A686-206A7AD94BE5}" dt="2024-05-12T14:25:03.025" v="1427" actId="27636"/>
          <ac:spMkLst>
            <pc:docMk/>
            <pc:sldMk cId="1156869125" sldId="937"/>
            <ac:spMk id="2" creationId="{DCC9CED3-E4B3-A29D-A185-55B8F0AB14FD}"/>
          </ac:spMkLst>
        </pc:spChg>
        <pc:spChg chg="mod">
          <ac:chgData name="Enrique Villegas Valerio" userId="8ada793c76dcd6b1" providerId="LiveId" clId="{4F72B00A-8E59-42AE-A686-206A7AD94BE5}" dt="2024-05-12T14:25:04.526" v="1428"/>
          <ac:spMkLst>
            <pc:docMk/>
            <pc:sldMk cId="1156869125" sldId="937"/>
            <ac:spMk id="3" creationId="{D55E1011-5E61-F99F-C3ED-3E3AD491ABD9}"/>
          </ac:spMkLst>
        </pc:spChg>
      </pc:sldChg>
      <pc:sldChg chg="modSp new mod">
        <pc:chgData name="Enrique Villegas Valerio" userId="8ada793c76dcd6b1" providerId="LiveId" clId="{4F72B00A-8E59-42AE-A686-206A7AD94BE5}" dt="2024-05-12T14:25:14.033" v="1432"/>
        <pc:sldMkLst>
          <pc:docMk/>
          <pc:sldMk cId="3542463431" sldId="938"/>
        </pc:sldMkLst>
        <pc:spChg chg="mod">
          <ac:chgData name="Enrique Villegas Valerio" userId="8ada793c76dcd6b1" providerId="LiveId" clId="{4F72B00A-8E59-42AE-A686-206A7AD94BE5}" dt="2024-05-12T14:25:12.578" v="1431" actId="20577"/>
          <ac:spMkLst>
            <pc:docMk/>
            <pc:sldMk cId="3542463431" sldId="938"/>
            <ac:spMk id="2" creationId="{4F76BE23-FD37-A468-9683-CA082A1A7FAE}"/>
          </ac:spMkLst>
        </pc:spChg>
        <pc:spChg chg="mod">
          <ac:chgData name="Enrique Villegas Valerio" userId="8ada793c76dcd6b1" providerId="LiveId" clId="{4F72B00A-8E59-42AE-A686-206A7AD94BE5}" dt="2024-05-12T14:25:14.033" v="1432"/>
          <ac:spMkLst>
            <pc:docMk/>
            <pc:sldMk cId="3542463431" sldId="938"/>
            <ac:spMk id="3" creationId="{C7259D5B-8F8C-672C-3F04-84AAF648279B}"/>
          </ac:spMkLst>
        </pc:spChg>
      </pc:sldChg>
      <pc:sldChg chg="modSp new mod">
        <pc:chgData name="Enrique Villegas Valerio" userId="8ada793c76dcd6b1" providerId="LiveId" clId="{4F72B00A-8E59-42AE-A686-206A7AD94BE5}" dt="2024-05-12T14:25:21.185" v="1435"/>
        <pc:sldMkLst>
          <pc:docMk/>
          <pc:sldMk cId="378101243" sldId="939"/>
        </pc:sldMkLst>
        <pc:spChg chg="mod">
          <ac:chgData name="Enrique Villegas Valerio" userId="8ada793c76dcd6b1" providerId="LiveId" clId="{4F72B00A-8E59-42AE-A686-206A7AD94BE5}" dt="2024-05-12T14:25:19.903" v="1434" actId="20577"/>
          <ac:spMkLst>
            <pc:docMk/>
            <pc:sldMk cId="378101243" sldId="939"/>
            <ac:spMk id="2" creationId="{FF4A543F-5710-7111-7252-5AC76EC3536E}"/>
          </ac:spMkLst>
        </pc:spChg>
        <pc:spChg chg="mod">
          <ac:chgData name="Enrique Villegas Valerio" userId="8ada793c76dcd6b1" providerId="LiveId" clId="{4F72B00A-8E59-42AE-A686-206A7AD94BE5}" dt="2024-05-12T14:25:21.185" v="1435"/>
          <ac:spMkLst>
            <pc:docMk/>
            <pc:sldMk cId="378101243" sldId="939"/>
            <ac:spMk id="3" creationId="{03B3CB4A-58E4-80C6-BC98-3E89010EA78B}"/>
          </ac:spMkLst>
        </pc:spChg>
      </pc:sldChg>
      <pc:sldChg chg="new del">
        <pc:chgData name="Enrique Villegas Valerio" userId="8ada793c76dcd6b1" providerId="LiveId" clId="{4F72B00A-8E59-42AE-A686-206A7AD94BE5}" dt="2024-05-12T14:24:38.601" v="1416" actId="47"/>
        <pc:sldMkLst>
          <pc:docMk/>
          <pc:sldMk cId="1370938495" sldId="940"/>
        </pc:sldMkLst>
      </pc:sldChg>
      <pc:sldChg chg="modSp add mod">
        <pc:chgData name="Enrique Villegas Valerio" userId="8ada793c76dcd6b1" providerId="LiveId" clId="{4F72B00A-8E59-42AE-A686-206A7AD94BE5}" dt="2024-05-12T14:26:16.844" v="1453" actId="20577"/>
        <pc:sldMkLst>
          <pc:docMk/>
          <pc:sldMk cId="1621793258" sldId="940"/>
        </pc:sldMkLst>
        <pc:spChg chg="mod">
          <ac:chgData name="Enrique Villegas Valerio" userId="8ada793c76dcd6b1" providerId="LiveId" clId="{4F72B00A-8E59-42AE-A686-206A7AD94BE5}" dt="2024-05-12T14:26:16.844" v="1453" actId="20577"/>
          <ac:spMkLst>
            <pc:docMk/>
            <pc:sldMk cId="1621793258" sldId="940"/>
            <ac:spMk id="4" creationId="{0A0715B7-2447-FAFD-9A81-479596F53ECE}"/>
          </ac:spMkLst>
        </pc:spChg>
      </pc:sldChg>
      <pc:sldChg chg="modSp add mod">
        <pc:chgData name="Enrique Villegas Valerio" userId="8ada793c76dcd6b1" providerId="LiveId" clId="{4F72B00A-8E59-42AE-A686-206A7AD94BE5}" dt="2024-05-12T14:34:25.472" v="1467" actId="20577"/>
        <pc:sldMkLst>
          <pc:docMk/>
          <pc:sldMk cId="3068604008" sldId="941"/>
        </pc:sldMkLst>
        <pc:spChg chg="mod">
          <ac:chgData name="Enrique Villegas Valerio" userId="8ada793c76dcd6b1" providerId="LiveId" clId="{4F72B00A-8E59-42AE-A686-206A7AD94BE5}" dt="2024-05-12T14:34:18.156" v="1456" actId="27636"/>
          <ac:spMkLst>
            <pc:docMk/>
            <pc:sldMk cId="3068604008" sldId="941"/>
            <ac:spMk id="2" creationId="{FF4A543F-5710-7111-7252-5AC76EC3536E}"/>
          </ac:spMkLst>
        </pc:spChg>
        <pc:spChg chg="mod">
          <ac:chgData name="Enrique Villegas Valerio" userId="8ada793c76dcd6b1" providerId="LiveId" clId="{4F72B00A-8E59-42AE-A686-206A7AD94BE5}" dt="2024-05-12T14:34:25.472" v="1467" actId="20577"/>
          <ac:spMkLst>
            <pc:docMk/>
            <pc:sldMk cId="3068604008" sldId="941"/>
            <ac:spMk id="3" creationId="{03B3CB4A-58E4-80C6-BC98-3E89010EA78B}"/>
          </ac:spMkLst>
        </pc:spChg>
      </pc:sldChg>
      <pc:sldChg chg="modSp new mod">
        <pc:chgData name="Enrique Villegas Valerio" userId="8ada793c76dcd6b1" providerId="LiveId" clId="{4F72B00A-8E59-42AE-A686-206A7AD94BE5}" dt="2024-05-12T14:34:59.857" v="1492" actId="404"/>
        <pc:sldMkLst>
          <pc:docMk/>
          <pc:sldMk cId="1603185056" sldId="942"/>
        </pc:sldMkLst>
        <pc:spChg chg="mod">
          <ac:chgData name="Enrique Villegas Valerio" userId="8ada793c76dcd6b1" providerId="LiveId" clId="{4F72B00A-8E59-42AE-A686-206A7AD94BE5}" dt="2024-05-12T14:34:59.857" v="1492" actId="404"/>
          <ac:spMkLst>
            <pc:docMk/>
            <pc:sldMk cId="1603185056" sldId="942"/>
            <ac:spMk id="2" creationId="{8E9A307E-2BE0-E0B0-579B-E57210CB3611}"/>
          </ac:spMkLst>
        </pc:spChg>
        <pc:spChg chg="mod">
          <ac:chgData name="Enrique Villegas Valerio" userId="8ada793c76dcd6b1" providerId="LiveId" clId="{4F72B00A-8E59-42AE-A686-206A7AD94BE5}" dt="2024-05-12T14:34:46.834" v="1481" actId="20577"/>
          <ac:spMkLst>
            <pc:docMk/>
            <pc:sldMk cId="1603185056" sldId="942"/>
            <ac:spMk id="3" creationId="{1BE13EB4-2822-67F6-DE9C-5279ED5556CB}"/>
          </ac:spMkLst>
        </pc:spChg>
      </pc:sldChg>
      <pc:sldChg chg="modSp add mod">
        <pc:chgData name="Enrique Villegas Valerio" userId="8ada793c76dcd6b1" providerId="LiveId" clId="{4F72B00A-8E59-42AE-A686-206A7AD94BE5}" dt="2024-05-12T14:37:13.792" v="1630" actId="20577"/>
        <pc:sldMkLst>
          <pc:docMk/>
          <pc:sldMk cId="3696431612" sldId="943"/>
        </pc:sldMkLst>
        <pc:spChg chg="mod">
          <ac:chgData name="Enrique Villegas Valerio" userId="8ada793c76dcd6b1" providerId="LiveId" clId="{4F72B00A-8E59-42AE-A686-206A7AD94BE5}" dt="2024-05-12T14:37:00.373" v="1619" actId="1035"/>
          <ac:spMkLst>
            <pc:docMk/>
            <pc:sldMk cId="3696431612" sldId="943"/>
            <ac:spMk id="3" creationId="{CA07F423-46C6-CDD8-E4AD-233D53E2809D}"/>
          </ac:spMkLst>
        </pc:spChg>
        <pc:spChg chg="mod">
          <ac:chgData name="Enrique Villegas Valerio" userId="8ada793c76dcd6b1" providerId="LiveId" clId="{4F72B00A-8E59-42AE-A686-206A7AD94BE5}" dt="2024-05-12T14:37:13.792" v="1630" actId="20577"/>
          <ac:spMkLst>
            <pc:docMk/>
            <pc:sldMk cId="3696431612" sldId="943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4F72B00A-8E59-42AE-A686-206A7AD94BE5}" dt="2024-05-12T14:40:36.201" v="1711" actId="20577"/>
        <pc:sldMkLst>
          <pc:docMk/>
          <pc:sldMk cId="2843951207" sldId="944"/>
        </pc:sldMkLst>
        <pc:spChg chg="mod">
          <ac:chgData name="Enrique Villegas Valerio" userId="8ada793c76dcd6b1" providerId="LiveId" clId="{4F72B00A-8E59-42AE-A686-206A7AD94BE5}" dt="2024-05-12T14:40:36.201" v="1711" actId="20577"/>
          <ac:spMkLst>
            <pc:docMk/>
            <pc:sldMk cId="2843951207" sldId="944"/>
            <ac:spMk id="4" creationId="{0A0715B7-2447-FAFD-9A81-479596F53ECE}"/>
          </ac:spMkLst>
        </pc:spChg>
      </pc:sldChg>
      <pc:sldChg chg="add">
        <pc:chgData name="Enrique Villegas Valerio" userId="8ada793c76dcd6b1" providerId="LiveId" clId="{4F72B00A-8E59-42AE-A686-206A7AD94BE5}" dt="2024-05-12T14:40:25.131" v="1677"/>
        <pc:sldMkLst>
          <pc:docMk/>
          <pc:sldMk cId="348852409" sldId="945"/>
        </pc:sldMkLst>
      </pc:sldChg>
      <pc:sldChg chg="modSp add mod">
        <pc:chgData name="Enrique Villegas Valerio" userId="8ada793c76dcd6b1" providerId="LiveId" clId="{4F72B00A-8E59-42AE-A686-206A7AD94BE5}" dt="2024-05-12T14:41:03.535" v="1752" actId="404"/>
        <pc:sldMkLst>
          <pc:docMk/>
          <pc:sldMk cId="4104369363" sldId="946"/>
        </pc:sldMkLst>
        <pc:spChg chg="mod">
          <ac:chgData name="Enrique Villegas Valerio" userId="8ada793c76dcd6b1" providerId="LiveId" clId="{4F72B00A-8E59-42AE-A686-206A7AD94BE5}" dt="2024-05-12T14:41:03.535" v="1752" actId="404"/>
          <ac:spMkLst>
            <pc:docMk/>
            <pc:sldMk cId="4104369363" sldId="946"/>
            <ac:spMk id="4" creationId="{0A0715B7-2447-FAFD-9A81-479596F53ECE}"/>
          </ac:spMkLst>
        </pc:spChg>
      </pc:sldChg>
      <pc:sldChg chg="add">
        <pc:chgData name="Enrique Villegas Valerio" userId="8ada793c76dcd6b1" providerId="LiveId" clId="{4F72B00A-8E59-42AE-A686-206A7AD94BE5}" dt="2024-05-12T14:41:20.678" v="1753"/>
        <pc:sldMkLst>
          <pc:docMk/>
          <pc:sldMk cId="2286883072" sldId="947"/>
        </pc:sldMkLst>
      </pc:sldChg>
      <pc:sldChg chg="modSp add mod">
        <pc:chgData name="Enrique Villegas Valerio" userId="8ada793c76dcd6b1" providerId="LiveId" clId="{4F72B00A-8E59-42AE-A686-206A7AD94BE5}" dt="2024-05-12T14:47:55.977" v="1756"/>
        <pc:sldMkLst>
          <pc:docMk/>
          <pc:sldMk cId="2165699088" sldId="948"/>
        </pc:sldMkLst>
        <pc:spChg chg="mod">
          <ac:chgData name="Enrique Villegas Valerio" userId="8ada793c76dcd6b1" providerId="LiveId" clId="{4F72B00A-8E59-42AE-A686-206A7AD94BE5}" dt="2024-05-12T14:47:55.977" v="1756"/>
          <ac:spMkLst>
            <pc:docMk/>
            <pc:sldMk cId="2165699088" sldId="948"/>
            <ac:spMk id="4" creationId="{90A85515-295E-DD5D-53E5-37E10D935596}"/>
          </ac:spMkLst>
        </pc:spChg>
      </pc:sldChg>
      <pc:sldChg chg="modSp add del mod">
        <pc:chgData name="Enrique Villegas Valerio" userId="8ada793c76dcd6b1" providerId="LiveId" clId="{4F72B00A-8E59-42AE-A686-206A7AD94BE5}" dt="2024-05-12T14:55:29.020" v="1766" actId="47"/>
        <pc:sldMkLst>
          <pc:docMk/>
          <pc:sldMk cId="1120275881" sldId="949"/>
        </pc:sldMkLst>
        <pc:spChg chg="mod">
          <ac:chgData name="Enrique Villegas Valerio" userId="8ada793c76dcd6b1" providerId="LiveId" clId="{4F72B00A-8E59-42AE-A686-206A7AD94BE5}" dt="2024-05-12T14:55:17.613" v="1765" actId="20577"/>
          <ac:spMkLst>
            <pc:docMk/>
            <pc:sldMk cId="1120275881" sldId="949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4F72B00A-8E59-42AE-A686-206A7AD94BE5}" dt="2024-05-12T14:55:56.709" v="1825" actId="20577"/>
        <pc:sldMkLst>
          <pc:docMk/>
          <pc:sldMk cId="1265506304" sldId="949"/>
        </pc:sldMkLst>
        <pc:spChg chg="mod">
          <ac:chgData name="Enrique Villegas Valerio" userId="8ada793c76dcd6b1" providerId="LiveId" clId="{4F72B00A-8E59-42AE-A686-206A7AD94BE5}" dt="2024-05-12T14:55:45.374" v="1803" actId="1036"/>
          <ac:spMkLst>
            <pc:docMk/>
            <pc:sldMk cId="1265506304" sldId="949"/>
            <ac:spMk id="3" creationId="{CA07F423-46C6-CDD8-E4AD-233D53E2809D}"/>
          </ac:spMkLst>
        </pc:spChg>
        <pc:spChg chg="mod">
          <ac:chgData name="Enrique Villegas Valerio" userId="8ada793c76dcd6b1" providerId="LiveId" clId="{4F72B00A-8E59-42AE-A686-206A7AD94BE5}" dt="2024-05-12T14:55:56.709" v="1825" actId="20577"/>
          <ac:spMkLst>
            <pc:docMk/>
            <pc:sldMk cId="1265506304" sldId="949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4F72B00A-8E59-42AE-A686-206A7AD94BE5}" dt="2024-05-12T14:56:53.500" v="1865" actId="20577"/>
        <pc:sldMkLst>
          <pc:docMk/>
          <pc:sldMk cId="1187758366" sldId="950"/>
        </pc:sldMkLst>
        <pc:spChg chg="mod">
          <ac:chgData name="Enrique Villegas Valerio" userId="8ada793c76dcd6b1" providerId="LiveId" clId="{4F72B00A-8E59-42AE-A686-206A7AD94BE5}" dt="2024-05-12T14:56:42.900" v="1859" actId="20577"/>
          <ac:spMkLst>
            <pc:docMk/>
            <pc:sldMk cId="1187758366" sldId="950"/>
            <ac:spMk id="2" creationId="{7B9B81B3-2724-6DA1-2527-D1F44D5DE91E}"/>
          </ac:spMkLst>
        </pc:spChg>
        <pc:spChg chg="mod">
          <ac:chgData name="Enrique Villegas Valerio" userId="8ada793c76dcd6b1" providerId="LiveId" clId="{4F72B00A-8E59-42AE-A686-206A7AD94BE5}" dt="2024-05-12T14:56:53.500" v="1865" actId="20577"/>
          <ac:spMkLst>
            <pc:docMk/>
            <pc:sldMk cId="1187758366" sldId="950"/>
            <ac:spMk id="3" creationId="{DEDE7B36-88DB-6463-5E4C-A779CA5464F2}"/>
          </ac:spMkLst>
        </pc:spChg>
      </pc:sldChg>
      <pc:sldChg chg="addSp delSp modSp add mod">
        <pc:chgData name="Enrique Villegas Valerio" userId="8ada793c76dcd6b1" providerId="LiveId" clId="{4F72B00A-8E59-42AE-A686-206A7AD94BE5}" dt="2024-05-12T15:06:09.349" v="1928" actId="1036"/>
        <pc:sldMkLst>
          <pc:docMk/>
          <pc:sldMk cId="4041023986" sldId="951"/>
        </pc:sldMkLst>
        <pc:spChg chg="mod">
          <ac:chgData name="Enrique Villegas Valerio" userId="8ada793c76dcd6b1" providerId="LiveId" clId="{4F72B00A-8E59-42AE-A686-206A7AD94BE5}" dt="2024-05-12T15:06:09.349" v="1928" actId="1036"/>
          <ac:spMkLst>
            <pc:docMk/>
            <pc:sldMk cId="4041023986" sldId="951"/>
            <ac:spMk id="3" creationId="{CA07F423-46C6-CDD8-E4AD-233D53E2809D}"/>
          </ac:spMkLst>
        </pc:spChg>
        <pc:spChg chg="mod">
          <ac:chgData name="Enrique Villegas Valerio" userId="8ada793c76dcd6b1" providerId="LiveId" clId="{4F72B00A-8E59-42AE-A686-206A7AD94BE5}" dt="2024-05-12T15:06:09.349" v="1928" actId="1036"/>
          <ac:spMkLst>
            <pc:docMk/>
            <pc:sldMk cId="4041023986" sldId="951"/>
            <ac:spMk id="4" creationId="{64DD97DD-43D3-F5D3-B4EE-BD7F9628B26B}"/>
          </ac:spMkLst>
        </pc:spChg>
        <pc:picChg chg="add del">
          <ac:chgData name="Enrique Villegas Valerio" userId="8ada793c76dcd6b1" providerId="LiveId" clId="{4F72B00A-8E59-42AE-A686-206A7AD94BE5}" dt="2024-05-12T15:05:33.779" v="1868" actId="22"/>
          <ac:picMkLst>
            <pc:docMk/>
            <pc:sldMk cId="4041023986" sldId="951"/>
            <ac:picMk id="5" creationId="{200624D0-AC7A-C323-3B31-1B09A5529A61}"/>
          </ac:picMkLst>
        </pc:picChg>
      </pc:sldChg>
      <pc:sldChg chg="add">
        <pc:chgData name="Enrique Villegas Valerio" userId="8ada793c76dcd6b1" providerId="LiveId" clId="{4F72B00A-8E59-42AE-A686-206A7AD94BE5}" dt="2024-05-12T15:05:46.468" v="1869"/>
        <pc:sldMkLst>
          <pc:docMk/>
          <pc:sldMk cId="1474778394" sldId="952"/>
        </pc:sldMkLst>
      </pc:sldChg>
      <pc:sldChg chg="add">
        <pc:chgData name="Enrique Villegas Valerio" userId="8ada793c76dcd6b1" providerId="LiveId" clId="{4F72B00A-8E59-42AE-A686-206A7AD94BE5}" dt="2024-05-12T15:05:46.468" v="1869"/>
        <pc:sldMkLst>
          <pc:docMk/>
          <pc:sldMk cId="1679454903" sldId="953"/>
        </pc:sldMkLst>
      </pc:sldChg>
      <pc:sldChg chg="new">
        <pc:chgData name="Enrique Villegas Valerio" userId="8ada793c76dcd6b1" providerId="LiveId" clId="{4F72B00A-8E59-42AE-A686-206A7AD94BE5}" dt="2024-05-12T15:29:25.856" v="1929" actId="680"/>
        <pc:sldMkLst>
          <pc:docMk/>
          <pc:sldMk cId="2960598573" sldId="954"/>
        </pc:sldMkLst>
      </pc:sldChg>
      <pc:sldChg chg="modSp add mod">
        <pc:chgData name="Enrique Villegas Valerio" userId="8ada793c76dcd6b1" providerId="LiveId" clId="{4F72B00A-8E59-42AE-A686-206A7AD94BE5}" dt="2024-05-12T15:29:52.673" v="1936" actId="20577"/>
        <pc:sldMkLst>
          <pc:docMk/>
          <pc:sldMk cId="3450398742" sldId="955"/>
        </pc:sldMkLst>
        <pc:spChg chg="mod">
          <ac:chgData name="Enrique Villegas Valerio" userId="8ada793c76dcd6b1" providerId="LiveId" clId="{4F72B00A-8E59-42AE-A686-206A7AD94BE5}" dt="2024-05-12T15:29:52.673" v="1936" actId="20577"/>
          <ac:spMkLst>
            <pc:docMk/>
            <pc:sldMk cId="3450398742" sldId="955"/>
            <ac:spMk id="3" creationId="{AF2F0F34-C83A-FF2D-A63A-82EB0E959971}"/>
          </ac:spMkLst>
        </pc:spChg>
      </pc:sldChg>
      <pc:sldChg chg="add del">
        <pc:chgData name="Enrique Villegas Valerio" userId="8ada793c76dcd6b1" providerId="LiveId" clId="{4F72B00A-8E59-42AE-A686-206A7AD94BE5}" dt="2024-05-12T15:29:37.364" v="1932"/>
        <pc:sldMkLst>
          <pc:docMk/>
          <pc:sldMk cId="3284302299" sldId="956"/>
        </pc:sldMkLst>
      </pc:sldChg>
      <pc:sldChg chg="modSp add mod">
        <pc:chgData name="Enrique Villegas Valerio" userId="8ada793c76dcd6b1" providerId="LiveId" clId="{4F72B00A-8E59-42AE-A686-206A7AD94BE5}" dt="2024-05-12T15:31:39.353" v="1982" actId="403"/>
        <pc:sldMkLst>
          <pc:docMk/>
          <pc:sldMk cId="4047806162" sldId="956"/>
        </pc:sldMkLst>
        <pc:spChg chg="mod">
          <ac:chgData name="Enrique Villegas Valerio" userId="8ada793c76dcd6b1" providerId="LiveId" clId="{4F72B00A-8E59-42AE-A686-206A7AD94BE5}" dt="2024-05-12T15:31:39.353" v="1982" actId="403"/>
          <ac:spMkLst>
            <pc:docMk/>
            <pc:sldMk cId="4047806162" sldId="956"/>
            <ac:spMk id="2" creationId="{7B9B81B3-2724-6DA1-2527-D1F44D5DE91E}"/>
          </ac:spMkLst>
        </pc:spChg>
        <pc:spChg chg="mod">
          <ac:chgData name="Enrique Villegas Valerio" userId="8ada793c76dcd6b1" providerId="LiveId" clId="{4F72B00A-8E59-42AE-A686-206A7AD94BE5}" dt="2024-05-12T15:30:12.724" v="1953" actId="20577"/>
          <ac:spMkLst>
            <pc:docMk/>
            <pc:sldMk cId="4047806162" sldId="956"/>
            <ac:spMk id="3" creationId="{DEDE7B36-88DB-6463-5E4C-A779CA5464F2}"/>
          </ac:spMkLst>
        </pc:spChg>
      </pc:sldChg>
      <pc:sldChg chg="modSp add mod">
        <pc:chgData name="Enrique Villegas Valerio" userId="8ada793c76dcd6b1" providerId="LiveId" clId="{4F72B00A-8E59-42AE-A686-206A7AD94BE5}" dt="2024-05-12T15:31:23.465" v="1976" actId="20577"/>
        <pc:sldMkLst>
          <pc:docMk/>
          <pc:sldMk cId="961884854" sldId="957"/>
        </pc:sldMkLst>
        <pc:spChg chg="mod">
          <ac:chgData name="Enrique Villegas Valerio" userId="8ada793c76dcd6b1" providerId="LiveId" clId="{4F72B00A-8E59-42AE-A686-206A7AD94BE5}" dt="2024-05-12T15:31:23.465" v="1976" actId="20577"/>
          <ac:spMkLst>
            <pc:docMk/>
            <pc:sldMk cId="961884854" sldId="957"/>
            <ac:spMk id="2" creationId="{7B9B81B3-2724-6DA1-2527-D1F44D5DE91E}"/>
          </ac:spMkLst>
        </pc:spChg>
      </pc:sldChg>
      <pc:sldChg chg="modSp add mod">
        <pc:chgData name="Enrique Villegas Valerio" userId="8ada793c76dcd6b1" providerId="LiveId" clId="{4F72B00A-8E59-42AE-A686-206A7AD94BE5}" dt="2024-05-12T15:31:26.016" v="1977"/>
        <pc:sldMkLst>
          <pc:docMk/>
          <pc:sldMk cId="1602580187" sldId="958"/>
        </pc:sldMkLst>
        <pc:spChg chg="mod">
          <ac:chgData name="Enrique Villegas Valerio" userId="8ada793c76dcd6b1" providerId="LiveId" clId="{4F72B00A-8E59-42AE-A686-206A7AD94BE5}" dt="2024-05-12T15:31:26.016" v="1977"/>
          <ac:spMkLst>
            <pc:docMk/>
            <pc:sldMk cId="1602580187" sldId="958"/>
            <ac:spMk id="2" creationId="{7B9B81B3-2724-6DA1-2527-D1F44D5DE91E}"/>
          </ac:spMkLst>
        </pc:spChg>
      </pc:sldChg>
      <pc:sldChg chg="add del">
        <pc:chgData name="Enrique Villegas Valerio" userId="8ada793c76dcd6b1" providerId="LiveId" clId="{4F72B00A-8E59-42AE-A686-206A7AD94BE5}" dt="2024-05-12T15:31:28.647" v="1978" actId="47"/>
        <pc:sldMkLst>
          <pc:docMk/>
          <pc:sldMk cId="3956180606" sldId="959"/>
        </pc:sldMkLst>
      </pc:sldChg>
      <pc:sldChg chg="add del">
        <pc:chgData name="Enrique Villegas Valerio" userId="8ada793c76dcd6b1" providerId="LiveId" clId="{4F72B00A-8E59-42AE-A686-206A7AD94BE5}" dt="2024-05-12T15:31:29.713" v="1979" actId="47"/>
        <pc:sldMkLst>
          <pc:docMk/>
          <pc:sldMk cId="2315508734" sldId="960"/>
        </pc:sldMkLst>
      </pc:sldChg>
    </pc:docChg>
  </pc:docChgLst>
  <pc:docChgLst>
    <pc:chgData name="Enrique Villegas Valerio" userId="8ada793c76dcd6b1" providerId="LiveId" clId="{CDC2C08B-765D-41C0-A2C7-AC4B25AAD00D}"/>
    <pc:docChg chg="undo custSel addSld delSld modSld sldOrd modMainMaster modSection">
      <pc:chgData name="Enrique Villegas Valerio" userId="8ada793c76dcd6b1" providerId="LiveId" clId="{CDC2C08B-765D-41C0-A2C7-AC4B25AAD00D}" dt="2024-04-24T18:59:27.990" v="3294" actId="1366"/>
      <pc:docMkLst>
        <pc:docMk/>
      </pc:docMkLst>
      <pc:sldChg chg="modSp mod">
        <pc:chgData name="Enrique Villegas Valerio" userId="8ada793c76dcd6b1" providerId="LiveId" clId="{CDC2C08B-765D-41C0-A2C7-AC4B25AAD00D}" dt="2024-04-21T15:10:44.722" v="2555"/>
        <pc:sldMkLst>
          <pc:docMk/>
          <pc:sldMk cId="2459707463" sldId="517"/>
        </pc:sldMkLst>
        <pc:spChg chg="mod">
          <ac:chgData name="Enrique Villegas Valerio" userId="8ada793c76dcd6b1" providerId="LiveId" clId="{CDC2C08B-765D-41C0-A2C7-AC4B25AAD00D}" dt="2024-04-21T15:10:44.722" v="2555"/>
          <ac:spMkLst>
            <pc:docMk/>
            <pc:sldMk cId="2459707463" sldId="517"/>
            <ac:spMk id="3" creationId="{F83FCBC4-22A5-47A6-4825-B2DAAEE92F0C}"/>
          </ac:spMkLst>
        </pc:spChg>
      </pc:sldChg>
      <pc:sldChg chg="modSp mod ord">
        <pc:chgData name="Enrique Villegas Valerio" userId="8ada793c76dcd6b1" providerId="LiveId" clId="{CDC2C08B-765D-41C0-A2C7-AC4B25AAD00D}" dt="2024-04-21T12:02:42.356" v="1666" actId="1036"/>
        <pc:sldMkLst>
          <pc:docMk/>
          <pc:sldMk cId="59613358" sldId="518"/>
        </pc:sldMkLst>
        <pc:spChg chg="mod">
          <ac:chgData name="Enrique Villegas Valerio" userId="8ada793c76dcd6b1" providerId="LiveId" clId="{CDC2C08B-765D-41C0-A2C7-AC4B25AAD00D}" dt="2024-04-21T12:02:13.942" v="1649" actId="207"/>
          <ac:spMkLst>
            <pc:docMk/>
            <pc:sldMk cId="59613358" sldId="518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2:02:42.356" v="1666" actId="1036"/>
          <ac:spMkLst>
            <pc:docMk/>
            <pc:sldMk cId="59613358" sldId="518"/>
            <ac:spMk id="4" creationId="{64DD97DD-43D3-F5D3-B4EE-BD7F9628B26B}"/>
          </ac:spMkLst>
        </pc:spChg>
      </pc:sldChg>
      <pc:sldChg chg="modSp mod ord">
        <pc:chgData name="Enrique Villegas Valerio" userId="8ada793c76dcd6b1" providerId="LiveId" clId="{CDC2C08B-765D-41C0-A2C7-AC4B25AAD00D}" dt="2024-04-21T11:55:10.977" v="1470" actId="20577"/>
        <pc:sldMkLst>
          <pc:docMk/>
          <pc:sldMk cId="3565370651" sldId="619"/>
        </pc:sldMkLst>
        <pc:spChg chg="mod">
          <ac:chgData name="Enrique Villegas Valerio" userId="8ada793c76dcd6b1" providerId="LiveId" clId="{CDC2C08B-765D-41C0-A2C7-AC4B25AAD00D}" dt="2024-04-21T11:55:06.141" v="1459"/>
          <ac:spMkLst>
            <pc:docMk/>
            <pc:sldMk cId="3565370651" sldId="619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21T11:55:10.977" v="1470" actId="20577"/>
          <ac:spMkLst>
            <pc:docMk/>
            <pc:sldMk cId="3565370651" sldId="619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727271413" sldId="620"/>
        </pc:sldMkLst>
      </pc:sldChg>
      <pc:sldChg chg="del">
        <pc:chgData name="Enrique Villegas Valerio" userId="8ada793c76dcd6b1" providerId="LiveId" clId="{CDC2C08B-765D-41C0-A2C7-AC4B25AAD00D}" dt="2024-04-07T12:46:16.938" v="15" actId="47"/>
        <pc:sldMkLst>
          <pc:docMk/>
          <pc:sldMk cId="3487798009" sldId="621"/>
        </pc:sldMkLst>
      </pc:sldChg>
      <pc:sldChg chg="del">
        <pc:chgData name="Enrique Villegas Valerio" userId="8ada793c76dcd6b1" providerId="LiveId" clId="{CDC2C08B-765D-41C0-A2C7-AC4B25AAD00D}" dt="2024-04-07T12:49:03.118" v="23" actId="47"/>
        <pc:sldMkLst>
          <pc:docMk/>
          <pc:sldMk cId="3718908424" sldId="622"/>
        </pc:sldMkLst>
      </pc:sldChg>
      <pc:sldChg chg="del">
        <pc:chgData name="Enrique Villegas Valerio" userId="8ada793c76dcd6b1" providerId="LiveId" clId="{CDC2C08B-765D-41C0-A2C7-AC4B25AAD00D}" dt="2024-04-07T12:46:04.303" v="1" actId="47"/>
        <pc:sldMkLst>
          <pc:docMk/>
          <pc:sldMk cId="4148459029" sldId="623"/>
        </pc:sldMkLst>
      </pc:sldChg>
      <pc:sldChg chg="del">
        <pc:chgData name="Enrique Villegas Valerio" userId="8ada793c76dcd6b1" providerId="LiveId" clId="{CDC2C08B-765D-41C0-A2C7-AC4B25AAD00D}" dt="2024-04-07T12:46:02.473" v="0" actId="47"/>
        <pc:sldMkLst>
          <pc:docMk/>
          <pc:sldMk cId="3308717625" sldId="624"/>
        </pc:sldMkLst>
      </pc:sldChg>
      <pc:sldChg chg="del">
        <pc:chgData name="Enrique Villegas Valerio" userId="8ada793c76dcd6b1" providerId="LiveId" clId="{CDC2C08B-765D-41C0-A2C7-AC4B25AAD00D}" dt="2024-04-07T12:46:05.292" v="2" actId="47"/>
        <pc:sldMkLst>
          <pc:docMk/>
          <pc:sldMk cId="3948492993" sldId="625"/>
        </pc:sldMkLst>
      </pc:sldChg>
      <pc:sldChg chg="del">
        <pc:chgData name="Enrique Villegas Valerio" userId="8ada793c76dcd6b1" providerId="LiveId" clId="{CDC2C08B-765D-41C0-A2C7-AC4B25AAD00D}" dt="2024-04-07T12:46:06.713" v="3" actId="47"/>
        <pc:sldMkLst>
          <pc:docMk/>
          <pc:sldMk cId="2406067261" sldId="627"/>
        </pc:sldMkLst>
      </pc:sldChg>
      <pc:sldChg chg="del">
        <pc:chgData name="Enrique Villegas Valerio" userId="8ada793c76dcd6b1" providerId="LiveId" clId="{CDC2C08B-765D-41C0-A2C7-AC4B25AAD00D}" dt="2024-04-07T12:46:07.666" v="4" actId="47"/>
        <pc:sldMkLst>
          <pc:docMk/>
          <pc:sldMk cId="3541811059" sldId="629"/>
        </pc:sldMkLst>
      </pc:sldChg>
      <pc:sldChg chg="del">
        <pc:chgData name="Enrique Villegas Valerio" userId="8ada793c76dcd6b1" providerId="LiveId" clId="{CDC2C08B-765D-41C0-A2C7-AC4B25AAD00D}" dt="2024-04-07T12:46:08.352" v="5" actId="47"/>
        <pc:sldMkLst>
          <pc:docMk/>
          <pc:sldMk cId="3489231012" sldId="630"/>
        </pc:sldMkLst>
      </pc:sldChg>
      <pc:sldChg chg="del">
        <pc:chgData name="Enrique Villegas Valerio" userId="8ada793c76dcd6b1" providerId="LiveId" clId="{CDC2C08B-765D-41C0-A2C7-AC4B25AAD00D}" dt="2024-04-07T12:46:10.406" v="7" actId="47"/>
        <pc:sldMkLst>
          <pc:docMk/>
          <pc:sldMk cId="2496932168" sldId="631"/>
        </pc:sldMkLst>
      </pc:sldChg>
      <pc:sldChg chg="del">
        <pc:chgData name="Enrique Villegas Valerio" userId="8ada793c76dcd6b1" providerId="LiveId" clId="{CDC2C08B-765D-41C0-A2C7-AC4B25AAD00D}" dt="2024-04-07T12:46:11.172" v="8" actId="47"/>
        <pc:sldMkLst>
          <pc:docMk/>
          <pc:sldMk cId="1655910859" sldId="632"/>
        </pc:sldMkLst>
      </pc:sldChg>
      <pc:sldChg chg="del">
        <pc:chgData name="Enrique Villegas Valerio" userId="8ada793c76dcd6b1" providerId="LiveId" clId="{CDC2C08B-765D-41C0-A2C7-AC4B25AAD00D}" dt="2024-04-07T12:46:11.744" v="9" actId="47"/>
        <pc:sldMkLst>
          <pc:docMk/>
          <pc:sldMk cId="2159040137" sldId="633"/>
        </pc:sldMkLst>
      </pc:sldChg>
      <pc:sldChg chg="del">
        <pc:chgData name="Enrique Villegas Valerio" userId="8ada793c76dcd6b1" providerId="LiveId" clId="{CDC2C08B-765D-41C0-A2C7-AC4B25AAD00D}" dt="2024-04-07T12:46:12.282" v="10" actId="47"/>
        <pc:sldMkLst>
          <pc:docMk/>
          <pc:sldMk cId="3660709600" sldId="634"/>
        </pc:sldMkLst>
      </pc:sldChg>
      <pc:sldChg chg="del">
        <pc:chgData name="Enrique Villegas Valerio" userId="8ada793c76dcd6b1" providerId="LiveId" clId="{CDC2C08B-765D-41C0-A2C7-AC4B25AAD00D}" dt="2024-04-07T12:46:12.857" v="11" actId="47"/>
        <pc:sldMkLst>
          <pc:docMk/>
          <pc:sldMk cId="2463502322" sldId="635"/>
        </pc:sldMkLst>
      </pc:sldChg>
      <pc:sldChg chg="del">
        <pc:chgData name="Enrique Villegas Valerio" userId="8ada793c76dcd6b1" providerId="LiveId" clId="{CDC2C08B-765D-41C0-A2C7-AC4B25AAD00D}" dt="2024-04-07T12:46:13.363" v="12" actId="47"/>
        <pc:sldMkLst>
          <pc:docMk/>
          <pc:sldMk cId="1820967091" sldId="638"/>
        </pc:sldMkLst>
      </pc:sldChg>
      <pc:sldChg chg="del">
        <pc:chgData name="Enrique Villegas Valerio" userId="8ada793c76dcd6b1" providerId="LiveId" clId="{CDC2C08B-765D-41C0-A2C7-AC4B25AAD00D}" dt="2024-04-07T12:46:09.551" v="6" actId="47"/>
        <pc:sldMkLst>
          <pc:docMk/>
          <pc:sldMk cId="1286045280" sldId="639"/>
        </pc:sldMkLst>
      </pc:sldChg>
      <pc:sldChg chg="del">
        <pc:chgData name="Enrique Villegas Valerio" userId="8ada793c76dcd6b1" providerId="LiveId" clId="{CDC2C08B-765D-41C0-A2C7-AC4B25AAD00D}" dt="2024-04-07T12:46:17.918" v="16" actId="47"/>
        <pc:sldMkLst>
          <pc:docMk/>
          <pc:sldMk cId="2842406516" sldId="640"/>
        </pc:sldMkLst>
      </pc:sldChg>
      <pc:sldChg chg="del">
        <pc:chgData name="Enrique Villegas Valerio" userId="8ada793c76dcd6b1" providerId="LiveId" clId="{CDC2C08B-765D-41C0-A2C7-AC4B25AAD00D}" dt="2024-04-07T12:46:14.368" v="13" actId="47"/>
        <pc:sldMkLst>
          <pc:docMk/>
          <pc:sldMk cId="1497405485" sldId="641"/>
        </pc:sldMkLst>
      </pc:sldChg>
      <pc:sldChg chg="del">
        <pc:chgData name="Enrique Villegas Valerio" userId="8ada793c76dcd6b1" providerId="LiveId" clId="{CDC2C08B-765D-41C0-A2C7-AC4B25AAD00D}" dt="2024-04-07T12:46:15.198" v="14" actId="47"/>
        <pc:sldMkLst>
          <pc:docMk/>
          <pc:sldMk cId="2995814007" sldId="642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463674693" sldId="643"/>
        </pc:sldMkLst>
      </pc:sldChg>
      <pc:sldChg chg="del">
        <pc:chgData name="Enrique Villegas Valerio" userId="8ada793c76dcd6b1" providerId="LiveId" clId="{CDC2C08B-765D-41C0-A2C7-AC4B25AAD00D}" dt="2024-04-07T12:46:19.888" v="17" actId="47"/>
        <pc:sldMkLst>
          <pc:docMk/>
          <pc:sldMk cId="879913515" sldId="644"/>
        </pc:sldMkLst>
      </pc:sldChg>
      <pc:sldChg chg="del">
        <pc:chgData name="Enrique Villegas Valerio" userId="8ada793c76dcd6b1" providerId="LiveId" clId="{CDC2C08B-765D-41C0-A2C7-AC4B25AAD00D}" dt="2024-04-07T12:46:33.555" v="18" actId="47"/>
        <pc:sldMkLst>
          <pc:docMk/>
          <pc:sldMk cId="2267134591" sldId="645"/>
        </pc:sldMkLst>
      </pc:sldChg>
      <pc:sldChg chg="del">
        <pc:chgData name="Enrique Villegas Valerio" userId="8ada793c76dcd6b1" providerId="LiveId" clId="{CDC2C08B-765D-41C0-A2C7-AC4B25AAD00D}" dt="2024-04-07T12:46:33.555" v="18" actId="47"/>
        <pc:sldMkLst>
          <pc:docMk/>
          <pc:sldMk cId="251748061" sldId="646"/>
        </pc:sldMkLst>
      </pc:sldChg>
      <pc:sldChg chg="del ord">
        <pc:chgData name="Enrique Villegas Valerio" userId="8ada793c76dcd6b1" providerId="LiveId" clId="{CDC2C08B-765D-41C0-A2C7-AC4B25AAD00D}" dt="2024-04-21T12:02:06.648" v="1647" actId="47"/>
        <pc:sldMkLst>
          <pc:docMk/>
          <pc:sldMk cId="2175877941" sldId="647"/>
        </pc:sldMkLst>
      </pc:sldChg>
      <pc:sldChg chg="modSp add mod">
        <pc:chgData name="Enrique Villegas Valerio" userId="8ada793c76dcd6b1" providerId="LiveId" clId="{CDC2C08B-765D-41C0-A2C7-AC4B25AAD00D}" dt="2024-04-21T12:14:59.075" v="1764" actId="207"/>
        <pc:sldMkLst>
          <pc:docMk/>
          <pc:sldMk cId="1863978871" sldId="648"/>
        </pc:sldMkLst>
        <pc:spChg chg="mod">
          <ac:chgData name="Enrique Villegas Valerio" userId="8ada793c76dcd6b1" providerId="LiveId" clId="{CDC2C08B-765D-41C0-A2C7-AC4B25AAD00D}" dt="2024-04-21T12:14:59.075" v="1764" actId="207"/>
          <ac:spMkLst>
            <pc:docMk/>
            <pc:sldMk cId="1863978871" sldId="648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21T12:03:48.580" v="1685" actId="20577"/>
          <ac:spMkLst>
            <pc:docMk/>
            <pc:sldMk cId="1863978871" sldId="648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536920399" sldId="648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195595564" sldId="649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710083402" sldId="649"/>
        </pc:sldMkLst>
        <pc:spChg chg="mod">
          <ac:chgData name="Enrique Villegas Valerio" userId="8ada793c76dcd6b1" providerId="LiveId" clId="{CDC2C08B-765D-41C0-A2C7-AC4B25AAD00D}" dt="2024-04-07T12:51:52.593" v="72" actId="404"/>
          <ac:spMkLst>
            <pc:docMk/>
            <pc:sldMk cId="3710083402" sldId="649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622716666" sldId="650"/>
        </pc:sldMkLst>
        <pc:spChg chg="mod">
          <ac:chgData name="Enrique Villegas Valerio" userId="8ada793c76dcd6b1" providerId="LiveId" clId="{CDC2C08B-765D-41C0-A2C7-AC4B25AAD00D}" dt="2024-04-07T13:25:12.997" v="108" actId="13926"/>
          <ac:spMkLst>
            <pc:docMk/>
            <pc:sldMk cId="3622716666" sldId="65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2:52:19.673" v="79" actId="20577"/>
          <ac:spMkLst>
            <pc:docMk/>
            <pc:sldMk cId="3622716666" sldId="650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742352768" sldId="650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65194930" sldId="651"/>
        </pc:sldMkLst>
        <pc:spChg chg="mod">
          <ac:chgData name="Enrique Villegas Valerio" userId="8ada793c76dcd6b1" providerId="LiveId" clId="{CDC2C08B-765D-41C0-A2C7-AC4B25AAD00D}" dt="2024-04-07T12:53:29.756" v="101" actId="20577"/>
          <ac:spMkLst>
            <pc:docMk/>
            <pc:sldMk cId="365194930" sldId="651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161172122" sldId="651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443738992" sldId="652"/>
        </pc:sldMkLst>
        <pc:spChg chg="mod">
          <ac:chgData name="Enrique Villegas Valerio" userId="8ada793c76dcd6b1" providerId="LiveId" clId="{CDC2C08B-765D-41C0-A2C7-AC4B25AAD00D}" dt="2024-04-07T13:29:45.293" v="124" actId="13926"/>
          <ac:spMkLst>
            <pc:docMk/>
            <pc:sldMk cId="443738992" sldId="652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420209562" sldId="652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925484648" sldId="653"/>
        </pc:sldMkLst>
        <pc:spChg chg="mod">
          <ac:chgData name="Enrique Villegas Valerio" userId="8ada793c76dcd6b1" providerId="LiveId" clId="{CDC2C08B-765D-41C0-A2C7-AC4B25AAD00D}" dt="2024-04-07T13:25:19.436" v="109" actId="13926"/>
          <ac:spMkLst>
            <pc:docMk/>
            <pc:sldMk cId="925484648" sldId="653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182268207" sldId="653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864149646" sldId="654"/>
        </pc:sldMkLst>
        <pc:spChg chg="mod">
          <ac:chgData name="Enrique Villegas Valerio" userId="8ada793c76dcd6b1" providerId="LiveId" clId="{CDC2C08B-765D-41C0-A2C7-AC4B25AAD00D}" dt="2024-04-07T13:25:31.991" v="111" actId="13926"/>
          <ac:spMkLst>
            <pc:docMk/>
            <pc:sldMk cId="1864149646" sldId="654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740941221" sldId="654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753382044" sldId="655"/>
        </pc:sldMkLst>
        <pc:spChg chg="mod">
          <ac:chgData name="Enrique Villegas Valerio" userId="8ada793c76dcd6b1" providerId="LiveId" clId="{CDC2C08B-765D-41C0-A2C7-AC4B25AAD00D}" dt="2024-04-07T13:25:38.111" v="112" actId="13926"/>
          <ac:spMkLst>
            <pc:docMk/>
            <pc:sldMk cId="1753382044" sldId="655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919253981" sldId="655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003372233" sldId="656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912443806" sldId="656"/>
        </pc:sldMkLst>
        <pc:spChg chg="mod">
          <ac:chgData name="Enrique Villegas Valerio" userId="8ada793c76dcd6b1" providerId="LiveId" clId="{CDC2C08B-765D-41C0-A2C7-AC4B25AAD00D}" dt="2024-04-07T13:29:07.913" v="118" actId="13926"/>
          <ac:spMkLst>
            <pc:docMk/>
            <pc:sldMk cId="2912443806" sldId="656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012075313" sldId="657"/>
        </pc:sldMkLst>
        <pc:spChg chg="mod">
          <ac:chgData name="Enrique Villegas Valerio" userId="8ada793c76dcd6b1" providerId="LiveId" clId="{CDC2C08B-765D-41C0-A2C7-AC4B25AAD00D}" dt="2024-04-07T13:29:12.888" v="119" actId="13926"/>
          <ac:spMkLst>
            <pc:docMk/>
            <pc:sldMk cId="1012075313" sldId="657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179037820" sldId="657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503147654" sldId="658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228153944" sldId="658"/>
        </pc:sldMkLst>
        <pc:spChg chg="mod">
          <ac:chgData name="Enrique Villegas Valerio" userId="8ada793c76dcd6b1" providerId="LiveId" clId="{CDC2C08B-765D-41C0-A2C7-AC4B25AAD00D}" dt="2024-04-07T13:29:18.398" v="120" actId="13926"/>
          <ac:spMkLst>
            <pc:docMk/>
            <pc:sldMk cId="3228153944" sldId="658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657496803" sldId="659"/>
        </pc:sldMkLst>
        <pc:spChg chg="mod">
          <ac:chgData name="Enrique Villegas Valerio" userId="8ada793c76dcd6b1" providerId="LiveId" clId="{CDC2C08B-765D-41C0-A2C7-AC4B25AAD00D}" dt="2024-04-07T13:29:29.248" v="121" actId="13926"/>
          <ac:spMkLst>
            <pc:docMk/>
            <pc:sldMk cId="2657496803" sldId="659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114409690" sldId="659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652998298" sldId="660"/>
        </pc:sldMkLst>
        <pc:spChg chg="mod">
          <ac:chgData name="Enrique Villegas Valerio" userId="8ada793c76dcd6b1" providerId="LiveId" clId="{CDC2C08B-765D-41C0-A2C7-AC4B25AAD00D}" dt="2024-04-07T13:29:34.809" v="122" actId="13926"/>
          <ac:spMkLst>
            <pc:docMk/>
            <pc:sldMk cId="652998298" sldId="660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276759801" sldId="660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440042760" sldId="661"/>
        </pc:sldMkLst>
      </pc:sldChg>
      <pc:sldChg chg="modSp new del mod">
        <pc:chgData name="Enrique Villegas Valerio" userId="8ada793c76dcd6b1" providerId="LiveId" clId="{CDC2C08B-765D-41C0-A2C7-AC4B25AAD00D}" dt="2024-04-21T12:02:06.648" v="1647" actId="47"/>
        <pc:sldMkLst>
          <pc:docMk/>
          <pc:sldMk cId="2526859485" sldId="661"/>
        </pc:sldMkLst>
        <pc:spChg chg="mod">
          <ac:chgData name="Enrique Villegas Valerio" userId="8ada793c76dcd6b1" providerId="LiveId" clId="{CDC2C08B-765D-41C0-A2C7-AC4B25AAD00D}" dt="2024-04-07T13:35:04.968" v="135" actId="5793"/>
          <ac:spMkLst>
            <pc:docMk/>
            <pc:sldMk cId="2526859485" sldId="661"/>
            <ac:spMk id="2" creationId="{BC6AA646-38E1-6B39-3BE2-246E5D7AD9F7}"/>
          </ac:spMkLst>
        </pc:spChg>
        <pc:spChg chg="mod">
          <ac:chgData name="Enrique Villegas Valerio" userId="8ada793c76dcd6b1" providerId="LiveId" clId="{CDC2C08B-765D-41C0-A2C7-AC4B25AAD00D}" dt="2024-04-07T13:35:10.568" v="145" actId="20577"/>
          <ac:spMkLst>
            <pc:docMk/>
            <pc:sldMk cId="2526859485" sldId="661"/>
            <ac:spMk id="3" creationId="{E8940C64-E738-A244-24D8-A04EA847B1E5}"/>
          </ac:spMkLst>
        </pc:spChg>
      </pc:sldChg>
      <pc:sldChg chg="add del">
        <pc:chgData name="Enrique Villegas Valerio" userId="8ada793c76dcd6b1" providerId="LiveId" clId="{CDC2C08B-765D-41C0-A2C7-AC4B25AAD00D}" dt="2024-04-07T13:29:50.969" v="125" actId="47"/>
        <pc:sldMkLst>
          <pc:docMk/>
          <pc:sldMk cId="4128707410" sldId="661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930791695" sldId="662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743986458" sldId="662"/>
        </pc:sldMkLst>
        <pc:spChg chg="mod">
          <ac:chgData name="Enrique Villegas Valerio" userId="8ada793c76dcd6b1" providerId="LiveId" clId="{CDC2C08B-765D-41C0-A2C7-AC4B25AAD00D}" dt="2024-04-07T13:38:09.054" v="163" actId="20577"/>
          <ac:spMkLst>
            <pc:docMk/>
            <pc:sldMk cId="3743986458" sldId="662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3:37:58.083" v="157" actId="20577"/>
          <ac:spMkLst>
            <pc:docMk/>
            <pc:sldMk cId="3743986458" sldId="662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775458845" sldId="663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811002914" sldId="663"/>
        </pc:sldMkLst>
        <pc:spChg chg="mod">
          <ac:chgData name="Enrique Villegas Valerio" userId="8ada793c76dcd6b1" providerId="LiveId" clId="{CDC2C08B-765D-41C0-A2C7-AC4B25AAD00D}" dt="2024-04-07T13:38:11.563" v="164"/>
          <ac:spMkLst>
            <pc:docMk/>
            <pc:sldMk cId="3811002914" sldId="663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758706162" sldId="664"/>
        </pc:sldMkLst>
        <pc:spChg chg="mod">
          <ac:chgData name="Enrique Villegas Valerio" userId="8ada793c76dcd6b1" providerId="LiveId" clId="{CDC2C08B-765D-41C0-A2C7-AC4B25AAD00D}" dt="2024-04-07T13:41:53.131" v="167" actId="6549"/>
          <ac:spMkLst>
            <pc:docMk/>
            <pc:sldMk cId="758706162" sldId="664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3:42:09.093" v="186" actId="20577"/>
          <ac:spMkLst>
            <pc:docMk/>
            <pc:sldMk cId="758706162" sldId="664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422998595" sldId="664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701962660" sldId="665"/>
        </pc:sldMkLst>
        <pc:spChg chg="mod">
          <ac:chgData name="Enrique Villegas Valerio" userId="8ada793c76dcd6b1" providerId="LiveId" clId="{CDC2C08B-765D-41C0-A2C7-AC4B25AAD00D}" dt="2024-04-07T13:54:13.110" v="417" actId="20577"/>
          <ac:spMkLst>
            <pc:docMk/>
            <pc:sldMk cId="3701962660" sldId="66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3:56:24.645" v="419" actId="20577"/>
          <ac:spMkLst>
            <pc:docMk/>
            <pc:sldMk cId="3701962660" sldId="665"/>
            <ac:spMk id="4" creationId="{64DD97DD-43D3-F5D3-B4EE-BD7F9628B26B}"/>
          </ac:spMkLst>
        </pc:spChg>
      </pc:sldChg>
      <pc:sldChg chg="new del">
        <pc:chgData name="Enrique Villegas Valerio" userId="8ada793c76dcd6b1" providerId="LiveId" clId="{CDC2C08B-765D-41C0-A2C7-AC4B25AAD00D}" dt="2024-04-07T14:03:25.162" v="422" actId="47"/>
        <pc:sldMkLst>
          <pc:docMk/>
          <pc:sldMk cId="3281568121" sldId="666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683895397" sldId="667"/>
        </pc:sldMkLst>
        <pc:spChg chg="mod">
          <ac:chgData name="Enrique Villegas Valerio" userId="8ada793c76dcd6b1" providerId="LiveId" clId="{CDC2C08B-765D-41C0-A2C7-AC4B25AAD00D}" dt="2024-04-07T14:04:00.383" v="442" actId="404"/>
          <ac:spMkLst>
            <pc:docMk/>
            <pc:sldMk cId="683895397" sldId="667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03:29.153" v="429" actId="20577"/>
          <ac:spMkLst>
            <pc:docMk/>
            <pc:sldMk cId="683895397" sldId="667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463523011" sldId="668"/>
        </pc:sldMkLst>
        <pc:spChg chg="mod">
          <ac:chgData name="Enrique Villegas Valerio" userId="8ada793c76dcd6b1" providerId="LiveId" clId="{CDC2C08B-765D-41C0-A2C7-AC4B25AAD00D}" dt="2024-04-07T14:04:05.343" v="445" actId="20577"/>
          <ac:spMkLst>
            <pc:docMk/>
            <pc:sldMk cId="3463523011" sldId="668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254322274" sldId="669"/>
        </pc:sldMkLst>
        <pc:spChg chg="mod">
          <ac:chgData name="Enrique Villegas Valerio" userId="8ada793c76dcd6b1" providerId="LiveId" clId="{CDC2C08B-765D-41C0-A2C7-AC4B25AAD00D}" dt="2024-04-07T14:04:08.334" v="447" actId="20577"/>
          <ac:spMkLst>
            <pc:docMk/>
            <pc:sldMk cId="3254322274" sldId="669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684307421" sldId="670"/>
        </pc:sldMkLst>
        <pc:spChg chg="mod">
          <ac:chgData name="Enrique Villegas Valerio" userId="8ada793c76dcd6b1" providerId="LiveId" clId="{CDC2C08B-765D-41C0-A2C7-AC4B25AAD00D}" dt="2024-04-07T14:10:09.614" v="465" actId="6549"/>
          <ac:spMkLst>
            <pc:docMk/>
            <pc:sldMk cId="1684307421" sldId="67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09:59.042" v="460" actId="20577"/>
          <ac:spMkLst>
            <pc:docMk/>
            <pc:sldMk cId="1684307421" sldId="670"/>
            <ac:spMk id="3" creationId="{7C68BD49-EB98-945B-E1DB-FD4A8FC66606}"/>
          </ac:spMkLst>
        </pc:spChg>
      </pc:sldChg>
      <pc:sldChg chg="new del">
        <pc:chgData name="Enrique Villegas Valerio" userId="8ada793c76dcd6b1" providerId="LiveId" clId="{CDC2C08B-765D-41C0-A2C7-AC4B25AAD00D}" dt="2024-04-07T14:09:38.703" v="449" actId="680"/>
        <pc:sldMkLst>
          <pc:docMk/>
          <pc:sldMk cId="3475689693" sldId="670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765843385" sldId="671"/>
        </pc:sldMkLst>
        <pc:spChg chg="mod">
          <ac:chgData name="Enrique Villegas Valerio" userId="8ada793c76dcd6b1" providerId="LiveId" clId="{CDC2C08B-765D-41C0-A2C7-AC4B25AAD00D}" dt="2024-04-07T14:11:01.186" v="487" actId="403"/>
          <ac:spMkLst>
            <pc:docMk/>
            <pc:sldMk cId="765843385" sldId="671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10:57.247" v="484"/>
          <ac:spMkLst>
            <pc:docMk/>
            <pc:sldMk cId="765843385" sldId="671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164278905" sldId="672"/>
        </pc:sldMkLst>
        <pc:spChg chg="mod">
          <ac:chgData name="Enrique Villegas Valerio" userId="8ada793c76dcd6b1" providerId="LiveId" clId="{CDC2C08B-765D-41C0-A2C7-AC4B25AAD00D}" dt="2024-04-07T14:38:10.209" v="495" actId="404"/>
          <ac:spMkLst>
            <pc:docMk/>
            <pc:sldMk cId="2164278905" sldId="672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38:17.903" v="498"/>
          <ac:spMkLst>
            <pc:docMk/>
            <pc:sldMk cId="2164278905" sldId="672"/>
            <ac:spMk id="3" creationId="{7C68BD49-EB98-945B-E1DB-FD4A8FC66606}"/>
          </ac:spMkLst>
        </pc:spChg>
      </pc:sldChg>
      <pc:sldChg chg="add del">
        <pc:chgData name="Enrique Villegas Valerio" userId="8ada793c76dcd6b1" providerId="LiveId" clId="{CDC2C08B-765D-41C0-A2C7-AC4B25AAD00D}" dt="2024-04-21T12:02:06.648" v="1647" actId="47"/>
        <pc:sldMkLst>
          <pc:docMk/>
          <pc:sldMk cId="932395896" sldId="673"/>
        </pc:sldMkLst>
      </pc:sldChg>
      <pc:sldChg chg="addSp delSp new del mod modClrScheme chgLayout">
        <pc:chgData name="Enrique Villegas Valerio" userId="8ada793c76dcd6b1" providerId="LiveId" clId="{CDC2C08B-765D-41C0-A2C7-AC4B25AAD00D}" dt="2024-04-21T12:02:06.648" v="1647" actId="47"/>
        <pc:sldMkLst>
          <pc:docMk/>
          <pc:sldMk cId="2362790315" sldId="674"/>
        </pc:sldMkLst>
        <pc:spChg chg="del">
          <ac:chgData name="Enrique Villegas Valerio" userId="8ada793c76dcd6b1" providerId="LiveId" clId="{CDC2C08B-765D-41C0-A2C7-AC4B25AAD00D}" dt="2024-04-07T14:46:07.365" v="501" actId="700"/>
          <ac:spMkLst>
            <pc:docMk/>
            <pc:sldMk cId="2362790315" sldId="674"/>
            <ac:spMk id="2" creationId="{5B0E44E3-76AA-F6AE-BA7B-32379C2ACEF0}"/>
          </ac:spMkLst>
        </pc:spChg>
        <pc:spChg chg="del">
          <ac:chgData name="Enrique Villegas Valerio" userId="8ada793c76dcd6b1" providerId="LiveId" clId="{CDC2C08B-765D-41C0-A2C7-AC4B25AAD00D}" dt="2024-04-07T14:46:07.365" v="501" actId="700"/>
          <ac:spMkLst>
            <pc:docMk/>
            <pc:sldMk cId="2362790315" sldId="674"/>
            <ac:spMk id="3" creationId="{01B0231B-4168-9F05-7D47-F854AB9F5DB9}"/>
          </ac:spMkLst>
        </pc:spChg>
        <pc:picChg chg="add">
          <ac:chgData name="Enrique Villegas Valerio" userId="8ada793c76dcd6b1" providerId="LiveId" clId="{CDC2C08B-765D-41C0-A2C7-AC4B25AAD00D}" dt="2024-04-07T14:46:08.390" v="502" actId="22"/>
          <ac:picMkLst>
            <pc:docMk/>
            <pc:sldMk cId="2362790315" sldId="674"/>
            <ac:picMk id="5" creationId="{E37B54F5-114E-2A1A-BBC0-6E11C3F76249}"/>
          </ac:picMkLst>
        </pc:pic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169214258" sldId="675"/>
        </pc:sldMkLst>
        <pc:spChg chg="mod">
          <ac:chgData name="Enrique Villegas Valerio" userId="8ada793c76dcd6b1" providerId="LiveId" clId="{CDC2C08B-765D-41C0-A2C7-AC4B25AAD00D}" dt="2024-04-07T14:50:33.095" v="523" actId="404"/>
          <ac:spMkLst>
            <pc:docMk/>
            <pc:sldMk cId="2169214258" sldId="675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50:30.375" v="522" actId="20577"/>
          <ac:spMkLst>
            <pc:docMk/>
            <pc:sldMk cId="2169214258" sldId="675"/>
            <ac:spMk id="3" creationId="{7C68BD49-EB98-945B-E1DB-FD4A8FC66606}"/>
          </ac:spMkLst>
        </pc:spChg>
      </pc:sldChg>
      <pc:sldChg chg="addSp delSp modSp new del mod modClrScheme chgLayout">
        <pc:chgData name="Enrique Villegas Valerio" userId="8ada793c76dcd6b1" providerId="LiveId" clId="{CDC2C08B-765D-41C0-A2C7-AC4B25AAD00D}" dt="2024-04-21T12:02:06.648" v="1647" actId="47"/>
        <pc:sldMkLst>
          <pc:docMk/>
          <pc:sldMk cId="1295296830" sldId="676"/>
        </pc:sldMkLst>
        <pc:spChg chg="del mod ord">
          <ac:chgData name="Enrique Villegas Valerio" userId="8ada793c76dcd6b1" providerId="LiveId" clId="{CDC2C08B-765D-41C0-A2C7-AC4B25AAD00D}" dt="2024-04-07T14:54:36.991" v="525" actId="700"/>
          <ac:spMkLst>
            <pc:docMk/>
            <pc:sldMk cId="1295296830" sldId="676"/>
            <ac:spMk id="2" creationId="{8DD77160-1DB5-A602-8E5A-6FC10DCEB4A1}"/>
          </ac:spMkLst>
        </pc:spChg>
        <pc:spChg chg="del mod ord">
          <ac:chgData name="Enrique Villegas Valerio" userId="8ada793c76dcd6b1" providerId="LiveId" clId="{CDC2C08B-765D-41C0-A2C7-AC4B25AAD00D}" dt="2024-04-07T14:54:36.991" v="525" actId="700"/>
          <ac:spMkLst>
            <pc:docMk/>
            <pc:sldMk cId="1295296830" sldId="676"/>
            <ac:spMk id="3" creationId="{C5B99A3A-DCEE-2083-4BD1-9DE320479B86}"/>
          </ac:spMkLst>
        </pc:spChg>
        <pc:spChg chg="add del mod ord">
          <ac:chgData name="Enrique Villegas Valerio" userId="8ada793c76dcd6b1" providerId="LiveId" clId="{CDC2C08B-765D-41C0-A2C7-AC4B25AAD00D}" dt="2024-04-07T14:57:57.297" v="774" actId="478"/>
          <ac:spMkLst>
            <pc:docMk/>
            <pc:sldMk cId="1295296830" sldId="676"/>
            <ac:spMk id="4" creationId="{6DF264A2-358D-8ABA-A616-A94D27E31065}"/>
          </ac:spMkLst>
        </pc:spChg>
        <pc:spChg chg="add del mod ord">
          <ac:chgData name="Enrique Villegas Valerio" userId="8ada793c76dcd6b1" providerId="LiveId" clId="{CDC2C08B-765D-41C0-A2C7-AC4B25AAD00D}" dt="2024-04-07T14:57:57.297" v="774" actId="478"/>
          <ac:spMkLst>
            <pc:docMk/>
            <pc:sldMk cId="1295296830" sldId="676"/>
            <ac:spMk id="5" creationId="{5BBBC5D0-A074-1268-3CCC-540ADD7F75A0}"/>
          </ac:spMkLst>
        </pc:spChg>
        <pc:spChg chg="add mod">
          <ac:chgData name="Enrique Villegas Valerio" userId="8ada793c76dcd6b1" providerId="LiveId" clId="{CDC2C08B-765D-41C0-A2C7-AC4B25AAD00D}" dt="2024-04-07T14:58:05.358" v="778"/>
          <ac:spMkLst>
            <pc:docMk/>
            <pc:sldMk cId="1295296830" sldId="676"/>
            <ac:spMk id="6" creationId="{35449903-F304-8B1E-5055-FE1FCBB35FDF}"/>
          </ac:spMkLst>
        </pc:spChg>
        <pc:spChg chg="add mod">
          <ac:chgData name="Enrique Villegas Valerio" userId="8ada793c76dcd6b1" providerId="LiveId" clId="{CDC2C08B-765D-41C0-A2C7-AC4B25AAD00D}" dt="2024-04-07T14:58:05.358" v="778"/>
          <ac:spMkLst>
            <pc:docMk/>
            <pc:sldMk cId="1295296830" sldId="676"/>
            <ac:spMk id="7" creationId="{4E8A90E3-55E2-D4B9-DDEE-5F667A9CE49C}"/>
          </ac:spMkLst>
        </pc:spChg>
        <pc:spChg chg="add mod">
          <ac:chgData name="Enrique Villegas Valerio" userId="8ada793c76dcd6b1" providerId="LiveId" clId="{CDC2C08B-765D-41C0-A2C7-AC4B25AAD00D}" dt="2024-04-07T14:58:27.473" v="797" actId="20577"/>
          <ac:spMkLst>
            <pc:docMk/>
            <pc:sldMk cId="1295296830" sldId="676"/>
            <ac:spMk id="9" creationId="{850DA090-261B-107F-7F1A-60CA4C65CA5A}"/>
          </ac:spMkLst>
        </pc:spChg>
        <pc:spChg chg="add del mod">
          <ac:chgData name="Enrique Villegas Valerio" userId="8ada793c76dcd6b1" providerId="LiveId" clId="{CDC2C08B-765D-41C0-A2C7-AC4B25AAD00D}" dt="2024-04-07T14:59:58.061" v="952" actId="478"/>
          <ac:spMkLst>
            <pc:docMk/>
            <pc:sldMk cId="1295296830" sldId="676"/>
            <ac:spMk id="10" creationId="{1D10651A-7732-2510-CF9F-BC2A35DBCB91}"/>
          </ac:spMkLst>
        </pc:spChg>
        <pc:spChg chg="add mod">
          <ac:chgData name="Enrique Villegas Valerio" userId="8ada793c76dcd6b1" providerId="LiveId" clId="{CDC2C08B-765D-41C0-A2C7-AC4B25AAD00D}" dt="2024-04-07T14:59:42.055" v="931" actId="1036"/>
          <ac:spMkLst>
            <pc:docMk/>
            <pc:sldMk cId="1295296830" sldId="676"/>
            <ac:spMk id="11" creationId="{AD8E98F4-B307-7515-3E94-262651A47113}"/>
          </ac:spMkLst>
        </pc:spChg>
        <pc:spChg chg="add del mod">
          <ac:chgData name="Enrique Villegas Valerio" userId="8ada793c76dcd6b1" providerId="LiveId" clId="{CDC2C08B-765D-41C0-A2C7-AC4B25AAD00D}" dt="2024-04-07T14:59:58.061" v="952" actId="478"/>
          <ac:spMkLst>
            <pc:docMk/>
            <pc:sldMk cId="1295296830" sldId="676"/>
            <ac:spMk id="12" creationId="{1DBB9608-8847-98D7-3597-2D9E69036C94}"/>
          </ac:spMkLst>
        </pc:spChg>
        <pc:picChg chg="add">
          <ac:chgData name="Enrique Villegas Valerio" userId="8ada793c76dcd6b1" providerId="LiveId" clId="{CDC2C08B-765D-41C0-A2C7-AC4B25AAD00D}" dt="2024-04-07T14:58:05.448" v="779"/>
          <ac:picMkLst>
            <pc:docMk/>
            <pc:sldMk cId="1295296830" sldId="676"/>
            <ac:picMk id="8" creationId="{E3A86A8F-A3F4-BC65-8910-1F0C6A66F68C}"/>
          </ac:picMkLst>
        </pc:picChg>
      </pc:sldChg>
      <pc:sldChg chg="delSp add del mod modAnim">
        <pc:chgData name="Enrique Villegas Valerio" userId="8ada793c76dcd6b1" providerId="LiveId" clId="{CDC2C08B-765D-41C0-A2C7-AC4B25AAD00D}" dt="2024-04-21T12:02:06.648" v="1647" actId="47"/>
        <pc:sldMkLst>
          <pc:docMk/>
          <pc:sldMk cId="170801458" sldId="677"/>
        </pc:sldMkLst>
        <pc:spChg chg="del">
          <ac:chgData name="Enrique Villegas Valerio" userId="8ada793c76dcd6b1" providerId="LiveId" clId="{CDC2C08B-765D-41C0-A2C7-AC4B25AAD00D}" dt="2024-04-07T15:00:00.961" v="953" actId="478"/>
          <ac:spMkLst>
            <pc:docMk/>
            <pc:sldMk cId="170801458" sldId="677"/>
            <ac:spMk id="12" creationId="{1DBB9608-8847-98D7-3597-2D9E69036C94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441119422" sldId="678"/>
        </pc:sldMkLst>
        <pc:spChg chg="mod">
          <ac:chgData name="Enrique Villegas Valerio" userId="8ada793c76dcd6b1" providerId="LiveId" clId="{CDC2C08B-765D-41C0-A2C7-AC4B25AAD00D}" dt="2024-04-07T15:00:08.548" v="964" actId="1037"/>
          <ac:spMkLst>
            <pc:docMk/>
            <pc:sldMk cId="3441119422" sldId="678"/>
            <ac:spMk id="12" creationId="{1DBB9608-8847-98D7-3597-2D9E69036C94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710820381" sldId="679"/>
        </pc:sldMkLst>
        <pc:spChg chg="mod">
          <ac:chgData name="Enrique Villegas Valerio" userId="8ada793c76dcd6b1" providerId="LiveId" clId="{CDC2C08B-765D-41C0-A2C7-AC4B25AAD00D}" dt="2024-04-07T15:02:06.485" v="985" actId="20577"/>
          <ac:spMkLst>
            <pc:docMk/>
            <pc:sldMk cId="2710820381" sldId="679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5:02:11.726" v="993" actId="20577"/>
          <ac:spMkLst>
            <pc:docMk/>
            <pc:sldMk cId="2710820381" sldId="679"/>
            <ac:spMk id="4" creationId="{64DD97DD-43D3-F5D3-B4EE-BD7F9628B26B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587180771" sldId="680"/>
        </pc:sldMkLst>
        <pc:spChg chg="mod">
          <ac:chgData name="Enrique Villegas Valerio" userId="8ada793c76dcd6b1" providerId="LiveId" clId="{CDC2C08B-765D-41C0-A2C7-AC4B25AAD00D}" dt="2024-04-07T15:11:33.172" v="1071" actId="20577"/>
          <ac:spMkLst>
            <pc:docMk/>
            <pc:sldMk cId="1587180771" sldId="68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5:10:33.100" v="1046" actId="20577"/>
          <ac:spMkLst>
            <pc:docMk/>
            <pc:sldMk cId="1587180771" sldId="680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650733549" sldId="681"/>
        </pc:sldMkLst>
        <pc:spChg chg="mod">
          <ac:chgData name="Enrique Villegas Valerio" userId="8ada793c76dcd6b1" providerId="LiveId" clId="{CDC2C08B-765D-41C0-A2C7-AC4B25AAD00D}" dt="2024-04-07T15:11:41.615" v="1074" actId="20577"/>
          <ac:spMkLst>
            <pc:docMk/>
            <pc:sldMk cId="2650733549" sldId="681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260251805" sldId="682"/>
        </pc:sldMkLst>
        <pc:spChg chg="mod">
          <ac:chgData name="Enrique Villegas Valerio" userId="8ada793c76dcd6b1" providerId="LiveId" clId="{CDC2C08B-765D-41C0-A2C7-AC4B25AAD00D}" dt="2024-04-07T15:11:47.847" v="1077" actId="20577"/>
          <ac:spMkLst>
            <pc:docMk/>
            <pc:sldMk cId="2260251805" sldId="682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214204123" sldId="683"/>
        </pc:sldMkLst>
        <pc:spChg chg="mod">
          <ac:chgData name="Enrique Villegas Valerio" userId="8ada793c76dcd6b1" providerId="LiveId" clId="{CDC2C08B-765D-41C0-A2C7-AC4B25AAD00D}" dt="2024-04-07T15:11:53.592" v="1080" actId="20577"/>
          <ac:spMkLst>
            <pc:docMk/>
            <pc:sldMk cId="2214204123" sldId="683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425344730" sldId="684"/>
        </pc:sldMkLst>
        <pc:spChg chg="mod">
          <ac:chgData name="Enrique Villegas Valerio" userId="8ada793c76dcd6b1" providerId="LiveId" clId="{CDC2C08B-765D-41C0-A2C7-AC4B25AAD00D}" dt="2024-04-07T15:12:00.205" v="1083" actId="20577"/>
          <ac:spMkLst>
            <pc:docMk/>
            <pc:sldMk cId="2425344730" sldId="684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139487378" sldId="685"/>
        </pc:sldMkLst>
        <pc:spChg chg="mod">
          <ac:chgData name="Enrique Villegas Valerio" userId="8ada793c76dcd6b1" providerId="LiveId" clId="{CDC2C08B-765D-41C0-A2C7-AC4B25AAD00D}" dt="2024-04-07T15:12:06.943" v="1086" actId="20577"/>
          <ac:spMkLst>
            <pc:docMk/>
            <pc:sldMk cId="1139487378" sldId="685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141107797" sldId="686"/>
        </pc:sldMkLst>
        <pc:spChg chg="mod">
          <ac:chgData name="Enrique Villegas Valerio" userId="8ada793c76dcd6b1" providerId="LiveId" clId="{CDC2C08B-765D-41C0-A2C7-AC4B25AAD00D}" dt="2024-04-07T15:12:12.578" v="1089" actId="20577"/>
          <ac:spMkLst>
            <pc:docMk/>
            <pc:sldMk cId="3141107797" sldId="686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484316165" sldId="687"/>
        </pc:sldMkLst>
        <pc:spChg chg="mod">
          <ac:chgData name="Enrique Villegas Valerio" userId="8ada793c76dcd6b1" providerId="LiveId" clId="{CDC2C08B-765D-41C0-A2C7-AC4B25AAD00D}" dt="2024-04-07T15:12:18.873" v="1092" actId="20577"/>
          <ac:spMkLst>
            <pc:docMk/>
            <pc:sldMk cId="484316165" sldId="687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432785095" sldId="688"/>
        </pc:sldMkLst>
        <pc:spChg chg="mod">
          <ac:chgData name="Enrique Villegas Valerio" userId="8ada793c76dcd6b1" providerId="LiveId" clId="{CDC2C08B-765D-41C0-A2C7-AC4B25AAD00D}" dt="2024-04-07T15:12:34.507" v="1096" actId="255"/>
          <ac:spMkLst>
            <pc:docMk/>
            <pc:sldMk cId="1432785095" sldId="688"/>
            <ac:spMk id="2" creationId="{F9514DA0-BE75-5888-FE06-2837D81A98C5}"/>
          </ac:spMkLst>
        </pc:spChg>
      </pc:sldChg>
      <pc:sldChg chg="add del">
        <pc:chgData name="Enrique Villegas Valerio" userId="8ada793c76dcd6b1" providerId="LiveId" clId="{CDC2C08B-765D-41C0-A2C7-AC4B25AAD00D}" dt="2024-04-21T12:02:06.648" v="1647" actId="47"/>
        <pc:sldMkLst>
          <pc:docMk/>
          <pc:sldMk cId="194887151" sldId="689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360183814" sldId="690"/>
        </pc:sldMkLst>
        <pc:spChg chg="mod">
          <ac:chgData name="Enrique Villegas Valerio" userId="8ada793c76dcd6b1" providerId="LiveId" clId="{CDC2C08B-765D-41C0-A2C7-AC4B25AAD00D}" dt="2024-04-07T16:11:07.044" v="1099"/>
          <ac:spMkLst>
            <pc:docMk/>
            <pc:sldMk cId="3360183814" sldId="69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6:11:15.898" v="1116" actId="20577"/>
          <ac:spMkLst>
            <pc:docMk/>
            <pc:sldMk cId="3360183814" sldId="690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864455291" sldId="691"/>
        </pc:sldMkLst>
        <pc:spChg chg="mod">
          <ac:chgData name="Enrique Villegas Valerio" userId="8ada793c76dcd6b1" providerId="LiveId" clId="{CDC2C08B-765D-41C0-A2C7-AC4B25AAD00D}" dt="2024-04-07T16:13:44.365" v="1143" actId="21"/>
          <ac:spMkLst>
            <pc:docMk/>
            <pc:sldMk cId="864455291" sldId="691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6:13:24.911" v="1135" actId="20577"/>
          <ac:spMkLst>
            <pc:docMk/>
            <pc:sldMk cId="864455291" sldId="691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922617798" sldId="692"/>
        </pc:sldMkLst>
        <pc:spChg chg="mod">
          <ac:chgData name="Enrique Villegas Valerio" userId="8ada793c76dcd6b1" providerId="LiveId" clId="{CDC2C08B-765D-41C0-A2C7-AC4B25AAD00D}" dt="2024-04-07T16:13:59.333" v="1145" actId="21"/>
          <ac:spMkLst>
            <pc:docMk/>
            <pc:sldMk cId="1922617798" sldId="692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204150675" sldId="693"/>
        </pc:sldMkLst>
        <pc:spChg chg="mod">
          <ac:chgData name="Enrique Villegas Valerio" userId="8ada793c76dcd6b1" providerId="LiveId" clId="{CDC2C08B-765D-41C0-A2C7-AC4B25AAD00D}" dt="2024-04-07T16:14:05.829" v="1147" actId="21"/>
          <ac:spMkLst>
            <pc:docMk/>
            <pc:sldMk cId="3204150675" sldId="693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915793057" sldId="694"/>
        </pc:sldMkLst>
        <pc:spChg chg="mod">
          <ac:chgData name="Enrique Villegas Valerio" userId="8ada793c76dcd6b1" providerId="LiveId" clId="{CDC2C08B-765D-41C0-A2C7-AC4B25AAD00D}" dt="2024-04-07T16:14:07.880" v="1148"/>
          <ac:spMkLst>
            <pc:docMk/>
            <pc:sldMk cId="1915793057" sldId="694"/>
            <ac:spMk id="2" creationId="{F9514DA0-BE75-5888-FE06-2837D81A98C5}"/>
          </ac:spMkLst>
        </pc:spChg>
      </pc:sldChg>
      <pc:sldChg chg="add del">
        <pc:chgData name="Enrique Villegas Valerio" userId="8ada793c76dcd6b1" providerId="LiveId" clId="{CDC2C08B-765D-41C0-A2C7-AC4B25AAD00D}" dt="2024-04-07T16:14:10.353" v="1149" actId="47"/>
        <pc:sldMkLst>
          <pc:docMk/>
          <pc:sldMk cId="285102020" sldId="695"/>
        </pc:sldMkLst>
      </pc:sldChg>
      <pc:sldChg chg="modSp add del mod">
        <pc:chgData name="Enrique Villegas Valerio" userId="8ada793c76dcd6b1" providerId="LiveId" clId="{CDC2C08B-765D-41C0-A2C7-AC4B25AAD00D}" dt="2024-04-21T13:40:16.303" v="2051" actId="47"/>
        <pc:sldMkLst>
          <pc:docMk/>
          <pc:sldMk cId="3123575682" sldId="695"/>
        </pc:sldMkLst>
        <pc:spChg chg="mod">
          <ac:chgData name="Enrique Villegas Valerio" userId="8ada793c76dcd6b1" providerId="LiveId" clId="{CDC2C08B-765D-41C0-A2C7-AC4B25AAD00D}" dt="2024-04-21T12:01:31.850" v="1642" actId="207"/>
          <ac:spMkLst>
            <pc:docMk/>
            <pc:sldMk cId="3123575682" sldId="69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2:03:35.622" v="1683" actId="20577"/>
          <ac:spMkLst>
            <pc:docMk/>
            <pc:sldMk cId="3123575682" sldId="695"/>
            <ac:spMk id="4" creationId="{64DD97DD-43D3-F5D3-B4EE-BD7F9628B26B}"/>
          </ac:spMkLst>
        </pc:spChg>
      </pc:sldChg>
      <pc:sldChg chg="new del">
        <pc:chgData name="Enrique Villegas Valerio" userId="8ada793c76dcd6b1" providerId="LiveId" clId="{CDC2C08B-765D-41C0-A2C7-AC4B25AAD00D}" dt="2024-04-21T11:41:33.138" v="1157" actId="680"/>
        <pc:sldMkLst>
          <pc:docMk/>
          <pc:sldMk cId="3468981113" sldId="695"/>
        </pc:sldMkLst>
      </pc:sldChg>
      <pc:sldChg chg="add del">
        <pc:chgData name="Enrique Villegas Valerio" userId="8ada793c76dcd6b1" providerId="LiveId" clId="{CDC2C08B-765D-41C0-A2C7-AC4B25AAD00D}" dt="2024-04-07T16:14:14.461" v="1150" actId="47"/>
        <pc:sldMkLst>
          <pc:docMk/>
          <pc:sldMk cId="1836793294" sldId="696"/>
        </pc:sldMkLst>
      </pc:sldChg>
      <pc:sldChg chg="addSp delSp modSp new mod">
        <pc:chgData name="Enrique Villegas Valerio" userId="8ada793c76dcd6b1" providerId="LiveId" clId="{CDC2C08B-765D-41C0-A2C7-AC4B25AAD00D}" dt="2024-04-21T11:52:54.138" v="1451" actId="1036"/>
        <pc:sldMkLst>
          <pc:docMk/>
          <pc:sldMk cId="3493310682" sldId="696"/>
        </pc:sldMkLst>
        <pc:spChg chg="add mod">
          <ac:chgData name="Enrique Villegas Valerio" userId="8ada793c76dcd6b1" providerId="LiveId" clId="{CDC2C08B-765D-41C0-A2C7-AC4B25AAD00D}" dt="2024-04-21T11:52:44.180" v="1444" actId="404"/>
          <ac:spMkLst>
            <pc:docMk/>
            <pc:sldMk cId="3493310682" sldId="696"/>
            <ac:spMk id="4" creationId="{0BC2F95A-B101-BD4F-1F9A-CE7CEA5A0BD8}"/>
          </ac:spMkLst>
        </pc:spChg>
        <pc:spChg chg="add mod ord">
          <ac:chgData name="Enrique Villegas Valerio" userId="8ada793c76dcd6b1" providerId="LiveId" clId="{CDC2C08B-765D-41C0-A2C7-AC4B25AAD00D}" dt="2024-04-21T11:52:35.902" v="1441" actId="14100"/>
          <ac:spMkLst>
            <pc:docMk/>
            <pc:sldMk cId="3493310682" sldId="696"/>
            <ac:spMk id="5" creationId="{5857E7BB-BD8C-1C22-6F94-5A3271E1384D}"/>
          </ac:spMkLst>
        </pc:spChg>
        <pc:spChg chg="add mod">
          <ac:chgData name="Enrique Villegas Valerio" userId="8ada793c76dcd6b1" providerId="LiveId" clId="{CDC2C08B-765D-41C0-A2C7-AC4B25AAD00D}" dt="2024-04-21T11:52:54.138" v="1451" actId="1036"/>
          <ac:spMkLst>
            <pc:docMk/>
            <pc:sldMk cId="3493310682" sldId="696"/>
            <ac:spMk id="6" creationId="{10809FDB-AC2C-DBA5-7B50-F0D0A60EB007}"/>
          </ac:spMkLst>
        </pc:spChg>
        <pc:picChg chg="add del mod modCrop">
          <ac:chgData name="Enrique Villegas Valerio" userId="8ada793c76dcd6b1" providerId="LiveId" clId="{CDC2C08B-765D-41C0-A2C7-AC4B25AAD00D}" dt="2024-04-21T11:51:34.350" v="1406" actId="732"/>
          <ac:picMkLst>
            <pc:docMk/>
            <pc:sldMk cId="3493310682" sldId="696"/>
            <ac:picMk id="3" creationId="{F8EBD500-7E4D-E3A0-BAC0-70D13E60BE48}"/>
          </ac:picMkLst>
        </pc:picChg>
      </pc:sldChg>
      <pc:sldChg chg="addSp modSp new mod ord setBg">
        <pc:chgData name="Enrique Villegas Valerio" userId="8ada793c76dcd6b1" providerId="LiveId" clId="{CDC2C08B-765D-41C0-A2C7-AC4B25AAD00D}" dt="2024-04-21T11:55:32.588" v="1474"/>
        <pc:sldMkLst>
          <pc:docMk/>
          <pc:sldMk cId="1624671987" sldId="697"/>
        </pc:sldMkLst>
        <pc:spChg chg="add">
          <ac:chgData name="Enrique Villegas Valerio" userId="8ada793c76dcd6b1" providerId="LiveId" clId="{CDC2C08B-765D-41C0-A2C7-AC4B25AAD00D}" dt="2024-04-21T11:54:32.081" v="1454" actId="26606"/>
          <ac:spMkLst>
            <pc:docMk/>
            <pc:sldMk cId="1624671987" sldId="697"/>
            <ac:spMk id="1031" creationId="{32BC26D8-82FB-445E-AA49-62A77D7C1EE0}"/>
          </ac:spMkLst>
        </pc:spChg>
        <pc:spChg chg="add">
          <ac:chgData name="Enrique Villegas Valerio" userId="8ada793c76dcd6b1" providerId="LiveId" clId="{CDC2C08B-765D-41C0-A2C7-AC4B25AAD00D}" dt="2024-04-21T11:54:32.081" v="1454" actId="26606"/>
          <ac:spMkLst>
            <pc:docMk/>
            <pc:sldMk cId="1624671987" sldId="697"/>
            <ac:spMk id="1033" creationId="{CB44330D-EA18-4254-AA95-EB49948539B8}"/>
          </ac:spMkLst>
        </pc:spChg>
        <pc:picChg chg="add mod">
          <ac:chgData name="Enrique Villegas Valerio" userId="8ada793c76dcd6b1" providerId="LiveId" clId="{CDC2C08B-765D-41C0-A2C7-AC4B25AAD00D}" dt="2024-04-21T11:55:00.145" v="1457" actId="27614"/>
          <ac:picMkLst>
            <pc:docMk/>
            <pc:sldMk cId="1624671987" sldId="697"/>
            <ac:picMk id="1026" creationId="{14452B05-4D2A-096E-5D37-DE2A37DE50DD}"/>
          </ac:picMkLst>
        </pc:picChg>
      </pc:sldChg>
      <pc:sldChg chg="add del">
        <pc:chgData name="Enrique Villegas Valerio" userId="8ada793c76dcd6b1" providerId="LiveId" clId="{CDC2C08B-765D-41C0-A2C7-AC4B25AAD00D}" dt="2024-04-07T16:14:15.492" v="1151" actId="47"/>
        <pc:sldMkLst>
          <pc:docMk/>
          <pc:sldMk cId="1922460567" sldId="697"/>
        </pc:sldMkLst>
      </pc:sldChg>
      <pc:sldChg chg="addSp delSp modSp add mod ord">
        <pc:chgData name="Enrique Villegas Valerio" userId="8ada793c76dcd6b1" providerId="LiveId" clId="{CDC2C08B-765D-41C0-A2C7-AC4B25AAD00D}" dt="2024-04-21T11:58:32.314" v="1525" actId="207"/>
        <pc:sldMkLst>
          <pc:docMk/>
          <pc:sldMk cId="3807254055" sldId="698"/>
        </pc:sldMkLst>
        <pc:spChg chg="del mod">
          <ac:chgData name="Enrique Villegas Valerio" userId="8ada793c76dcd6b1" providerId="LiveId" clId="{CDC2C08B-765D-41C0-A2C7-AC4B25AAD00D}" dt="2024-04-21T11:57:22.254" v="1510" actId="478"/>
          <ac:spMkLst>
            <pc:docMk/>
            <pc:sldMk cId="3807254055" sldId="698"/>
            <ac:spMk id="2" creationId="{B0D08076-5D69-7E8E-18D5-536187914F89}"/>
          </ac:spMkLst>
        </pc:spChg>
        <pc:spChg chg="mod">
          <ac:chgData name="Enrique Villegas Valerio" userId="8ada793c76dcd6b1" providerId="LiveId" clId="{CDC2C08B-765D-41C0-A2C7-AC4B25AAD00D}" dt="2024-04-21T11:58:32.314" v="1525" actId="207"/>
          <ac:spMkLst>
            <pc:docMk/>
            <pc:sldMk cId="3807254055" sldId="698"/>
            <ac:spMk id="3" creationId="{F83FCBC4-22A5-47A6-4825-B2DAAEE92F0C}"/>
          </ac:spMkLst>
        </pc:spChg>
        <pc:spChg chg="add del mod">
          <ac:chgData name="Enrique Villegas Valerio" userId="8ada793c76dcd6b1" providerId="LiveId" clId="{CDC2C08B-765D-41C0-A2C7-AC4B25AAD00D}" dt="2024-04-21T11:57:24.738" v="1511" actId="478"/>
          <ac:spMkLst>
            <pc:docMk/>
            <pc:sldMk cId="3807254055" sldId="698"/>
            <ac:spMk id="5" creationId="{F810AA2C-86A7-7D25-FF94-6995C104CB1C}"/>
          </ac:spMkLst>
        </pc:spChg>
      </pc:sldChg>
      <pc:sldChg chg="modSp add mod">
        <pc:chgData name="Enrique Villegas Valerio" userId="8ada793c76dcd6b1" providerId="LiveId" clId="{CDC2C08B-765D-41C0-A2C7-AC4B25AAD00D}" dt="2024-04-21T11:58:37.694" v="1526" actId="207"/>
        <pc:sldMkLst>
          <pc:docMk/>
          <pc:sldMk cId="11573337" sldId="699"/>
        </pc:sldMkLst>
        <pc:spChg chg="mod">
          <ac:chgData name="Enrique Villegas Valerio" userId="8ada793c76dcd6b1" providerId="LiveId" clId="{CDC2C08B-765D-41C0-A2C7-AC4B25AAD00D}" dt="2024-04-21T11:58:37.694" v="1526" actId="207"/>
          <ac:spMkLst>
            <pc:docMk/>
            <pc:sldMk cId="11573337" sldId="699"/>
            <ac:spMk id="3" creationId="{F83FCBC4-22A5-47A6-4825-B2DAAEE92F0C}"/>
          </ac:spMkLst>
        </pc:spChg>
      </pc:sldChg>
      <pc:sldChg chg="add del">
        <pc:chgData name="Enrique Villegas Valerio" userId="8ada793c76dcd6b1" providerId="LiveId" clId="{CDC2C08B-765D-41C0-A2C7-AC4B25AAD00D}" dt="2024-04-21T11:55:55.831" v="1477"/>
        <pc:sldMkLst>
          <pc:docMk/>
          <pc:sldMk cId="190088126" sldId="699"/>
        </pc:sldMkLst>
      </pc:sldChg>
      <pc:sldChg chg="add del">
        <pc:chgData name="Enrique Villegas Valerio" userId="8ada793c76dcd6b1" providerId="LiveId" clId="{CDC2C08B-765D-41C0-A2C7-AC4B25AAD00D}" dt="2024-04-21T11:57:51.131" v="1519"/>
        <pc:sldMkLst>
          <pc:docMk/>
          <pc:sldMk cId="653889853" sldId="699"/>
        </pc:sldMkLst>
      </pc:sldChg>
      <pc:sldChg chg="add del">
        <pc:chgData name="Enrique Villegas Valerio" userId="8ada793c76dcd6b1" providerId="LiveId" clId="{CDC2C08B-765D-41C0-A2C7-AC4B25AAD00D}" dt="2024-04-21T11:56:55.008" v="1499"/>
        <pc:sldMkLst>
          <pc:docMk/>
          <pc:sldMk cId="2293296899" sldId="699"/>
        </pc:sldMkLst>
      </pc:sldChg>
      <pc:sldChg chg="add">
        <pc:chgData name="Enrique Villegas Valerio" userId="8ada793c76dcd6b1" providerId="LiveId" clId="{CDC2C08B-765D-41C0-A2C7-AC4B25AAD00D}" dt="2024-04-21T11:58:18.116" v="1524"/>
        <pc:sldMkLst>
          <pc:docMk/>
          <pc:sldMk cId="207412264" sldId="700"/>
        </pc:sldMkLst>
      </pc:sldChg>
      <pc:sldChg chg="add del">
        <pc:chgData name="Enrique Villegas Valerio" userId="8ada793c76dcd6b1" providerId="LiveId" clId="{CDC2C08B-765D-41C0-A2C7-AC4B25AAD00D}" dt="2024-04-21T11:57:50.866" v="1518"/>
        <pc:sldMkLst>
          <pc:docMk/>
          <pc:sldMk cId="617658056" sldId="700"/>
        </pc:sldMkLst>
      </pc:sldChg>
      <pc:sldChg chg="delSp add setBg delDesignElem">
        <pc:chgData name="Enrique Villegas Valerio" userId="8ada793c76dcd6b1" providerId="LiveId" clId="{CDC2C08B-765D-41C0-A2C7-AC4B25AAD00D}" dt="2024-04-21T12:01:53.846" v="1646"/>
        <pc:sldMkLst>
          <pc:docMk/>
          <pc:sldMk cId="1152918895" sldId="701"/>
        </pc:sldMkLst>
        <pc:spChg chg="del">
          <ac:chgData name="Enrique Villegas Valerio" userId="8ada793c76dcd6b1" providerId="LiveId" clId="{CDC2C08B-765D-41C0-A2C7-AC4B25AAD00D}" dt="2024-04-21T12:01:53.846" v="1646"/>
          <ac:spMkLst>
            <pc:docMk/>
            <pc:sldMk cId="1152918895" sldId="701"/>
            <ac:spMk id="1031" creationId="{32BC26D8-82FB-445E-AA49-62A77D7C1EE0}"/>
          </ac:spMkLst>
        </pc:spChg>
        <pc:spChg chg="del">
          <ac:chgData name="Enrique Villegas Valerio" userId="8ada793c76dcd6b1" providerId="LiveId" clId="{CDC2C08B-765D-41C0-A2C7-AC4B25AAD00D}" dt="2024-04-21T12:01:53.846" v="1646"/>
          <ac:spMkLst>
            <pc:docMk/>
            <pc:sldMk cId="1152918895" sldId="701"/>
            <ac:spMk id="1033" creationId="{CB44330D-EA18-4254-AA95-EB49948539B8}"/>
          </ac:spMkLst>
        </pc:spChg>
      </pc:sldChg>
      <pc:sldChg chg="modSp add mod">
        <pc:chgData name="Enrique Villegas Valerio" userId="8ada793c76dcd6b1" providerId="LiveId" clId="{CDC2C08B-765D-41C0-A2C7-AC4B25AAD00D}" dt="2024-04-21T12:18:12.968" v="1765" actId="21"/>
        <pc:sldMkLst>
          <pc:docMk/>
          <pc:sldMk cId="635178873" sldId="702"/>
        </pc:sldMkLst>
        <pc:spChg chg="mod">
          <ac:chgData name="Enrique Villegas Valerio" userId="8ada793c76dcd6b1" providerId="LiveId" clId="{CDC2C08B-765D-41C0-A2C7-AC4B25AAD00D}" dt="2024-04-21T12:18:12.968" v="1765" actId="21"/>
          <ac:spMkLst>
            <pc:docMk/>
            <pc:sldMk cId="635178873" sldId="702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18:17.041" v="1766"/>
        <pc:sldMkLst>
          <pc:docMk/>
          <pc:sldMk cId="1905916967" sldId="703"/>
        </pc:sldMkLst>
        <pc:spChg chg="mod">
          <ac:chgData name="Enrique Villegas Valerio" userId="8ada793c76dcd6b1" providerId="LiveId" clId="{CDC2C08B-765D-41C0-A2C7-AC4B25AAD00D}" dt="2024-04-21T12:18:17.041" v="1766"/>
          <ac:spMkLst>
            <pc:docMk/>
            <pc:sldMk cId="1905916967" sldId="703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5:26.126" v="1710" actId="21"/>
        <pc:sldMkLst>
          <pc:docMk/>
          <pc:sldMk cId="2823826177" sldId="704"/>
        </pc:sldMkLst>
        <pc:spChg chg="mod">
          <ac:chgData name="Enrique Villegas Valerio" userId="8ada793c76dcd6b1" providerId="LiveId" clId="{CDC2C08B-765D-41C0-A2C7-AC4B25AAD00D}" dt="2024-04-21T12:05:26.126" v="1710" actId="21"/>
          <ac:spMkLst>
            <pc:docMk/>
            <pc:sldMk cId="2823826177" sldId="704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5:42.286" v="1714" actId="404"/>
        <pc:sldMkLst>
          <pc:docMk/>
          <pc:sldMk cId="1187357223" sldId="705"/>
        </pc:sldMkLst>
        <pc:spChg chg="mod">
          <ac:chgData name="Enrique Villegas Valerio" userId="8ada793c76dcd6b1" providerId="LiveId" clId="{CDC2C08B-765D-41C0-A2C7-AC4B25AAD00D}" dt="2024-04-21T12:05:42.286" v="1714" actId="404"/>
          <ac:spMkLst>
            <pc:docMk/>
            <pc:sldMk cId="1187357223" sldId="705"/>
            <ac:spMk id="2" creationId="{F9514DA0-BE75-5888-FE06-2837D81A98C5}"/>
          </ac:spMkLst>
        </pc:spChg>
      </pc:sldChg>
      <pc:sldChg chg="modSp add mod ord">
        <pc:chgData name="Enrique Villegas Valerio" userId="8ada793c76dcd6b1" providerId="LiveId" clId="{CDC2C08B-765D-41C0-A2C7-AC4B25AAD00D}" dt="2024-04-21T13:23:09.309" v="1898"/>
        <pc:sldMkLst>
          <pc:docMk/>
          <pc:sldMk cId="881579910" sldId="706"/>
        </pc:sldMkLst>
        <pc:spChg chg="mod">
          <ac:chgData name="Enrique Villegas Valerio" userId="8ada793c76dcd6b1" providerId="LiveId" clId="{CDC2C08B-765D-41C0-A2C7-AC4B25AAD00D}" dt="2024-04-21T12:06:01.340" v="1723" actId="20577"/>
          <ac:spMkLst>
            <pc:docMk/>
            <pc:sldMk cId="881579910" sldId="70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6:08.291" v="1726" actId="20577"/>
        <pc:sldMkLst>
          <pc:docMk/>
          <pc:sldMk cId="969524156" sldId="707"/>
        </pc:sldMkLst>
        <pc:spChg chg="mod">
          <ac:chgData name="Enrique Villegas Valerio" userId="8ada793c76dcd6b1" providerId="LiveId" clId="{CDC2C08B-765D-41C0-A2C7-AC4B25AAD00D}" dt="2024-04-21T12:06:08.291" v="1726" actId="20577"/>
          <ac:spMkLst>
            <pc:docMk/>
            <pc:sldMk cId="969524156" sldId="707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6:15.574" v="1729" actId="20577"/>
        <pc:sldMkLst>
          <pc:docMk/>
          <pc:sldMk cId="2069940102" sldId="708"/>
        </pc:sldMkLst>
        <pc:spChg chg="mod">
          <ac:chgData name="Enrique Villegas Valerio" userId="8ada793c76dcd6b1" providerId="LiveId" clId="{CDC2C08B-765D-41C0-A2C7-AC4B25AAD00D}" dt="2024-04-21T12:06:15.574" v="1729" actId="20577"/>
          <ac:spMkLst>
            <pc:docMk/>
            <pc:sldMk cId="2069940102" sldId="708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6:24.890" v="1731" actId="255"/>
        <pc:sldMkLst>
          <pc:docMk/>
          <pc:sldMk cId="1778528371" sldId="709"/>
        </pc:sldMkLst>
        <pc:spChg chg="mod">
          <ac:chgData name="Enrique Villegas Valerio" userId="8ada793c76dcd6b1" providerId="LiveId" clId="{CDC2C08B-765D-41C0-A2C7-AC4B25AAD00D}" dt="2024-04-21T12:06:24.890" v="1731" actId="255"/>
          <ac:spMkLst>
            <pc:docMk/>
            <pc:sldMk cId="1778528371" sldId="709"/>
            <ac:spMk id="2" creationId="{F9514DA0-BE75-5888-FE06-2837D81A98C5}"/>
          </ac:spMkLst>
        </pc:spChg>
      </pc:sldChg>
      <pc:sldChg chg="addSp delSp modSp new mod setBg modClrScheme chgLayout">
        <pc:chgData name="Enrique Villegas Valerio" userId="8ada793c76dcd6b1" providerId="LiveId" clId="{CDC2C08B-765D-41C0-A2C7-AC4B25AAD00D}" dt="2024-04-21T12:06:55.262" v="1740" actId="26606"/>
        <pc:sldMkLst>
          <pc:docMk/>
          <pc:sldMk cId="461501848" sldId="710"/>
        </pc:sldMkLst>
        <pc:spChg chg="del">
          <ac:chgData name="Enrique Villegas Valerio" userId="8ada793c76dcd6b1" providerId="LiveId" clId="{CDC2C08B-765D-41C0-A2C7-AC4B25AAD00D}" dt="2024-04-21T12:06:44.525" v="1734" actId="700"/>
          <ac:spMkLst>
            <pc:docMk/>
            <pc:sldMk cId="461501848" sldId="710"/>
            <ac:spMk id="2" creationId="{62DDFF34-462E-F3AA-D4F7-C4495ABAC035}"/>
          </ac:spMkLst>
        </pc:spChg>
        <pc:spChg chg="del">
          <ac:chgData name="Enrique Villegas Valerio" userId="8ada793c76dcd6b1" providerId="LiveId" clId="{CDC2C08B-765D-41C0-A2C7-AC4B25AAD00D}" dt="2024-04-21T12:06:44.525" v="1734" actId="700"/>
          <ac:spMkLst>
            <pc:docMk/>
            <pc:sldMk cId="461501848" sldId="710"/>
            <ac:spMk id="3" creationId="{AEDAB11D-E123-BF4B-1F82-FE3E31A953B7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0" creationId="{AB8C311F-7253-4AED-9701-7FC0708C41C7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2" creationId="{E2384209-CB15-4CDF-9D31-C44FD9A3F20D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4" creationId="{2633B3B5-CC90-43F0-8714-D31D1F3F0209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6" creationId="{A8D57A06-A426-446D-B02C-A2DC6B62E45E}"/>
          </ac:spMkLst>
        </pc:spChg>
        <pc:spChg chg="add">
          <ac:chgData name="Enrique Villegas Valerio" userId="8ada793c76dcd6b1" providerId="LiveId" clId="{CDC2C08B-765D-41C0-A2C7-AC4B25AAD00D}" dt="2024-04-21T12:06:55.262" v="1740" actId="26606"/>
          <ac:spMkLst>
            <pc:docMk/>
            <pc:sldMk cId="461501848" sldId="710"/>
            <ac:spMk id="18" creationId="{42A4FC2C-047E-45A5-965D-8E1E3BF09BC6}"/>
          </ac:spMkLst>
        </pc:spChg>
        <pc:picChg chg="add mod">
          <ac:chgData name="Enrique Villegas Valerio" userId="8ada793c76dcd6b1" providerId="LiveId" clId="{CDC2C08B-765D-41C0-A2C7-AC4B25AAD00D}" dt="2024-04-21T12:06:55.262" v="1740" actId="26606"/>
          <ac:picMkLst>
            <pc:docMk/>
            <pc:sldMk cId="461501848" sldId="710"/>
            <ac:picMk id="5" creationId="{9B799483-9F51-BA5D-F16E-DE36AE8DC512}"/>
          </ac:picMkLst>
        </pc:picChg>
      </pc:sldChg>
      <pc:sldChg chg="add del">
        <pc:chgData name="Enrique Villegas Valerio" userId="8ada793c76dcd6b1" providerId="LiveId" clId="{CDC2C08B-765D-41C0-A2C7-AC4B25AAD00D}" dt="2024-04-21T12:06:27.471" v="1732" actId="47"/>
        <pc:sldMkLst>
          <pc:docMk/>
          <pc:sldMk cId="2278693696" sldId="710"/>
        </pc:sldMkLst>
      </pc:sldChg>
      <pc:sldChg chg="addSp modSp new">
        <pc:chgData name="Enrique Villegas Valerio" userId="8ada793c76dcd6b1" providerId="LiveId" clId="{CDC2C08B-765D-41C0-A2C7-AC4B25AAD00D}" dt="2024-04-21T12:09:02.261" v="1752" actId="1076"/>
        <pc:sldMkLst>
          <pc:docMk/>
          <pc:sldMk cId="1257577453" sldId="711"/>
        </pc:sldMkLst>
        <pc:picChg chg="add mod">
          <ac:chgData name="Enrique Villegas Valerio" userId="8ada793c76dcd6b1" providerId="LiveId" clId="{CDC2C08B-765D-41C0-A2C7-AC4B25AAD00D}" dt="2024-04-21T12:08:21.095" v="1747"/>
          <ac:picMkLst>
            <pc:docMk/>
            <pc:sldMk cId="1257577453" sldId="711"/>
            <ac:picMk id="2050" creationId="{81541B47-592D-666C-993C-07195B03E223}"/>
          </ac:picMkLst>
        </pc:picChg>
        <pc:picChg chg="add mod">
          <ac:chgData name="Enrique Villegas Valerio" userId="8ada793c76dcd6b1" providerId="LiveId" clId="{CDC2C08B-765D-41C0-A2C7-AC4B25AAD00D}" dt="2024-04-21T12:09:02.261" v="1752" actId="1076"/>
          <ac:picMkLst>
            <pc:docMk/>
            <pc:sldMk cId="1257577453" sldId="711"/>
            <ac:picMk id="2052" creationId="{698D3FD8-2A5F-CDC2-0B4C-857EE27CA8EF}"/>
          </ac:picMkLst>
        </pc:picChg>
        <pc:picChg chg="add mod">
          <ac:chgData name="Enrique Villegas Valerio" userId="8ada793c76dcd6b1" providerId="LiveId" clId="{CDC2C08B-765D-41C0-A2C7-AC4B25AAD00D}" dt="2024-04-21T12:08:59.191" v="1751" actId="1076"/>
          <ac:picMkLst>
            <pc:docMk/>
            <pc:sldMk cId="1257577453" sldId="711"/>
            <ac:picMk id="2054" creationId="{768D0346-E983-B333-CD3A-8869D6DB8DB3}"/>
          </ac:picMkLst>
        </pc:picChg>
        <pc:picChg chg="add mod">
          <ac:chgData name="Enrique Villegas Valerio" userId="8ada793c76dcd6b1" providerId="LiveId" clId="{CDC2C08B-765D-41C0-A2C7-AC4B25AAD00D}" dt="2024-04-21T12:08:56.987" v="1750" actId="1076"/>
          <ac:picMkLst>
            <pc:docMk/>
            <pc:sldMk cId="1257577453" sldId="711"/>
            <ac:picMk id="2056" creationId="{08E5C36E-E9B3-DB5C-F239-4B5FE64921AF}"/>
          </ac:picMkLst>
        </pc:picChg>
      </pc:sldChg>
      <pc:sldChg chg="addSp delSp modSp new mod setBg">
        <pc:chgData name="Enrique Villegas Valerio" userId="8ada793c76dcd6b1" providerId="LiveId" clId="{CDC2C08B-765D-41C0-A2C7-AC4B25AAD00D}" dt="2024-04-21T12:12:05.544" v="1762" actId="26606"/>
        <pc:sldMkLst>
          <pc:docMk/>
          <pc:sldMk cId="2341645576" sldId="712"/>
        </pc:sldMkLst>
        <pc:spChg chg="add">
          <ac:chgData name="Enrique Villegas Valerio" userId="8ada793c76dcd6b1" providerId="LiveId" clId="{CDC2C08B-765D-41C0-A2C7-AC4B25AAD00D}" dt="2024-04-21T12:10:01.437" v="1754"/>
          <ac:spMkLst>
            <pc:docMk/>
            <pc:sldMk cId="2341645576" sldId="712"/>
            <ac:spMk id="2" creationId="{A9006434-BC6B-F82D-B7FF-8648FFDCDF02}"/>
          </ac:spMkLst>
        </pc:spChg>
        <pc:spChg chg="add del mod">
          <ac:chgData name="Enrique Villegas Valerio" userId="8ada793c76dcd6b1" providerId="LiveId" clId="{CDC2C08B-765D-41C0-A2C7-AC4B25AAD00D}" dt="2024-04-21T12:10:14.305" v="1757" actId="478"/>
          <ac:spMkLst>
            <pc:docMk/>
            <pc:sldMk cId="2341645576" sldId="712"/>
            <ac:spMk id="3" creationId="{48B1AC40-B690-1BBF-D328-DFDA68989692}"/>
          </ac:spMkLst>
        </pc:spChg>
        <pc:spChg chg="add">
          <ac:chgData name="Enrique Villegas Valerio" userId="8ada793c76dcd6b1" providerId="LiveId" clId="{CDC2C08B-765D-41C0-A2C7-AC4B25AAD00D}" dt="2024-04-21T12:10:25.030" v="1758"/>
          <ac:spMkLst>
            <pc:docMk/>
            <pc:sldMk cId="2341645576" sldId="712"/>
            <ac:spMk id="4" creationId="{8528931F-0E30-1EAD-F888-6C1E8A94FA72}"/>
          </ac:spMkLst>
        </pc:spChg>
        <pc:spChg chg="add del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11" creationId="{32BC26D8-82FB-445E-AA49-62A77D7C1EE0}"/>
          </ac:spMkLst>
        </pc:spChg>
        <pc:spChg chg="add del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13" creationId="{CB44330D-EA18-4254-AA95-EB49948539B8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18" creationId="{8950AD4C-6AF3-49F8-94E1-DBCAFB39478B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20" creationId="{2F0E00C3-4613-415F-BE3A-78FBAD9061C0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22" creationId="{8DBEAE55-3EA1-41D7-A212-5F7D8986C1F2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24" creationId="{CFC5F0E7-644F-4101-BE72-12825CF537E7}"/>
          </ac:spMkLst>
        </pc:spChg>
        <pc:picChg chg="add mod">
          <ac:chgData name="Enrique Villegas Valerio" userId="8ada793c76dcd6b1" providerId="LiveId" clId="{CDC2C08B-765D-41C0-A2C7-AC4B25AAD00D}" dt="2024-04-21T12:12:05.544" v="1762" actId="26606"/>
          <ac:picMkLst>
            <pc:docMk/>
            <pc:sldMk cId="2341645576" sldId="712"/>
            <ac:picMk id="6" creationId="{65439831-BD64-2D9D-802C-EDDF65E80BE0}"/>
          </ac:picMkLst>
        </pc:picChg>
      </pc:sldChg>
      <pc:sldChg chg="add">
        <pc:chgData name="Enrique Villegas Valerio" userId="8ada793c76dcd6b1" providerId="LiveId" clId="{CDC2C08B-765D-41C0-A2C7-AC4B25AAD00D}" dt="2024-04-21T12:14:47.914" v="1763"/>
        <pc:sldMkLst>
          <pc:docMk/>
          <pc:sldMk cId="2372110217" sldId="713"/>
        </pc:sldMkLst>
      </pc:sldChg>
      <pc:sldChg chg="modSp add mod">
        <pc:chgData name="Enrique Villegas Valerio" userId="8ada793c76dcd6b1" providerId="LiveId" clId="{CDC2C08B-765D-41C0-A2C7-AC4B25AAD00D}" dt="2024-04-21T12:20:41.526" v="1884" actId="20577"/>
        <pc:sldMkLst>
          <pc:docMk/>
          <pc:sldMk cId="1827792804" sldId="714"/>
        </pc:sldMkLst>
        <pc:spChg chg="mod">
          <ac:chgData name="Enrique Villegas Valerio" userId="8ada793c76dcd6b1" providerId="LiveId" clId="{CDC2C08B-765D-41C0-A2C7-AC4B25AAD00D}" dt="2024-04-21T12:20:41.526" v="1884" actId="20577"/>
          <ac:spMkLst>
            <pc:docMk/>
            <pc:sldMk cId="1827792804" sldId="714"/>
            <ac:spMk id="3" creationId="{F83FCBC4-22A5-47A6-4825-B2DAAEE92F0C}"/>
          </ac:spMkLst>
        </pc:spChg>
      </pc:sldChg>
      <pc:sldChg chg="modSp new mod">
        <pc:chgData name="Enrique Villegas Valerio" userId="8ada793c76dcd6b1" providerId="LiveId" clId="{CDC2C08B-765D-41C0-A2C7-AC4B25AAD00D}" dt="2024-04-21T12:49:45.021" v="1892" actId="27636"/>
        <pc:sldMkLst>
          <pc:docMk/>
          <pc:sldMk cId="2676365126" sldId="715"/>
        </pc:sldMkLst>
        <pc:spChg chg="mod">
          <ac:chgData name="Enrique Villegas Valerio" userId="8ada793c76dcd6b1" providerId="LiveId" clId="{CDC2C08B-765D-41C0-A2C7-AC4B25AAD00D}" dt="2024-04-21T12:49:45.021" v="1892" actId="27636"/>
          <ac:spMkLst>
            <pc:docMk/>
            <pc:sldMk cId="2676365126" sldId="715"/>
            <ac:spMk id="2" creationId="{6A900F9C-5506-5CAC-01F2-B9D9FE2E5FC3}"/>
          </ac:spMkLst>
        </pc:spChg>
        <pc:spChg chg="mod">
          <ac:chgData name="Enrique Villegas Valerio" userId="8ada793c76dcd6b1" providerId="LiveId" clId="{CDC2C08B-765D-41C0-A2C7-AC4B25AAD00D}" dt="2024-04-21T12:49:17.059" v="1886"/>
          <ac:spMkLst>
            <pc:docMk/>
            <pc:sldMk cId="2676365126" sldId="715"/>
            <ac:spMk id="3" creationId="{62C205F8-8C52-3B0B-27DA-B73EA7E0A268}"/>
          </ac:spMkLst>
        </pc:spChg>
      </pc:sldChg>
      <pc:sldChg chg="modSp add mod">
        <pc:chgData name="Enrique Villegas Valerio" userId="8ada793c76dcd6b1" providerId="LiveId" clId="{CDC2C08B-765D-41C0-A2C7-AC4B25AAD00D}" dt="2024-04-21T12:49:54.970" v="1895" actId="21"/>
        <pc:sldMkLst>
          <pc:docMk/>
          <pc:sldMk cId="742796102" sldId="716"/>
        </pc:sldMkLst>
        <pc:spChg chg="mod">
          <ac:chgData name="Enrique Villegas Valerio" userId="8ada793c76dcd6b1" providerId="LiveId" clId="{CDC2C08B-765D-41C0-A2C7-AC4B25AAD00D}" dt="2024-04-21T12:49:54.970" v="1895" actId="21"/>
          <ac:spMkLst>
            <pc:docMk/>
            <pc:sldMk cId="742796102" sldId="716"/>
            <ac:spMk id="2" creationId="{6A900F9C-5506-5CAC-01F2-B9D9FE2E5FC3}"/>
          </ac:spMkLst>
        </pc:spChg>
      </pc:sldChg>
      <pc:sldChg chg="modSp add mod">
        <pc:chgData name="Enrique Villegas Valerio" userId="8ada793c76dcd6b1" providerId="LiveId" clId="{CDC2C08B-765D-41C0-A2C7-AC4B25AAD00D}" dt="2024-04-21T12:50:03.982" v="1896"/>
        <pc:sldMkLst>
          <pc:docMk/>
          <pc:sldMk cId="1786523329" sldId="717"/>
        </pc:sldMkLst>
        <pc:spChg chg="mod">
          <ac:chgData name="Enrique Villegas Valerio" userId="8ada793c76dcd6b1" providerId="LiveId" clId="{CDC2C08B-765D-41C0-A2C7-AC4B25AAD00D}" dt="2024-04-21T12:50:03.982" v="1896"/>
          <ac:spMkLst>
            <pc:docMk/>
            <pc:sldMk cId="1786523329" sldId="717"/>
            <ac:spMk id="2" creationId="{6A900F9C-5506-5CAC-01F2-B9D9FE2E5FC3}"/>
          </ac:spMkLst>
        </pc:spChg>
      </pc:sldChg>
      <pc:sldChg chg="modSp new mod">
        <pc:chgData name="Enrique Villegas Valerio" userId="8ada793c76dcd6b1" providerId="LiveId" clId="{CDC2C08B-765D-41C0-A2C7-AC4B25AAD00D}" dt="2024-04-21T13:25:41.646" v="1910" actId="20577"/>
        <pc:sldMkLst>
          <pc:docMk/>
          <pc:sldMk cId="579347164" sldId="718"/>
        </pc:sldMkLst>
        <pc:spChg chg="mod">
          <ac:chgData name="Enrique Villegas Valerio" userId="8ada793c76dcd6b1" providerId="LiveId" clId="{CDC2C08B-765D-41C0-A2C7-AC4B25AAD00D}" dt="2024-04-21T13:25:37.182" v="1901" actId="27636"/>
          <ac:spMkLst>
            <pc:docMk/>
            <pc:sldMk cId="579347164" sldId="718"/>
            <ac:spMk id="2" creationId="{94E3FB8D-08A8-FC10-E34A-95879748DE01}"/>
          </ac:spMkLst>
        </pc:spChg>
        <pc:spChg chg="mod">
          <ac:chgData name="Enrique Villegas Valerio" userId="8ada793c76dcd6b1" providerId="LiveId" clId="{CDC2C08B-765D-41C0-A2C7-AC4B25AAD00D}" dt="2024-04-21T13:25:41.646" v="1910" actId="20577"/>
          <ac:spMkLst>
            <pc:docMk/>
            <pc:sldMk cId="579347164" sldId="718"/>
            <ac:spMk id="3" creationId="{130E258D-D715-7985-14B5-9E680296798A}"/>
          </ac:spMkLst>
        </pc:spChg>
      </pc:sldChg>
      <pc:sldChg chg="modSp new mod">
        <pc:chgData name="Enrique Villegas Valerio" userId="8ada793c76dcd6b1" providerId="LiveId" clId="{CDC2C08B-765D-41C0-A2C7-AC4B25AAD00D}" dt="2024-04-21T13:27:30.469" v="1926" actId="404"/>
        <pc:sldMkLst>
          <pc:docMk/>
          <pc:sldMk cId="1756163945" sldId="719"/>
        </pc:sldMkLst>
        <pc:spChg chg="mod">
          <ac:chgData name="Enrique Villegas Valerio" userId="8ada793c76dcd6b1" providerId="LiveId" clId="{CDC2C08B-765D-41C0-A2C7-AC4B25AAD00D}" dt="2024-04-21T13:27:30.469" v="1926" actId="404"/>
          <ac:spMkLst>
            <pc:docMk/>
            <pc:sldMk cId="1756163945" sldId="719"/>
            <ac:spMk id="2" creationId="{15A9E3DE-3E06-AA9C-3C4A-F61C94503236}"/>
          </ac:spMkLst>
        </pc:spChg>
        <pc:spChg chg="mod">
          <ac:chgData name="Enrique Villegas Valerio" userId="8ada793c76dcd6b1" providerId="LiveId" clId="{CDC2C08B-765D-41C0-A2C7-AC4B25AAD00D}" dt="2024-04-21T13:27:27.259" v="1925"/>
          <ac:spMkLst>
            <pc:docMk/>
            <pc:sldMk cId="1756163945" sldId="719"/>
            <ac:spMk id="3" creationId="{E90232DD-5BAC-A787-8F47-4C21F8F0F8FC}"/>
          </ac:spMkLst>
        </pc:spChg>
      </pc:sldChg>
      <pc:sldChg chg="modSp new mod">
        <pc:chgData name="Enrique Villegas Valerio" userId="8ada793c76dcd6b1" providerId="LiveId" clId="{CDC2C08B-765D-41C0-A2C7-AC4B25AAD00D}" dt="2024-04-21T13:29:01.676" v="1947" actId="5793"/>
        <pc:sldMkLst>
          <pc:docMk/>
          <pc:sldMk cId="3729316981" sldId="720"/>
        </pc:sldMkLst>
        <pc:spChg chg="mod">
          <ac:chgData name="Enrique Villegas Valerio" userId="8ada793c76dcd6b1" providerId="LiveId" clId="{CDC2C08B-765D-41C0-A2C7-AC4B25AAD00D}" dt="2024-04-21T13:29:01.676" v="1947" actId="5793"/>
          <ac:spMkLst>
            <pc:docMk/>
            <pc:sldMk cId="3729316981" sldId="720"/>
            <ac:spMk id="2" creationId="{D2F125BE-3EC7-0A96-D835-BF71D519FE6F}"/>
          </ac:spMkLst>
        </pc:spChg>
        <pc:spChg chg="mod">
          <ac:chgData name="Enrique Villegas Valerio" userId="8ada793c76dcd6b1" providerId="LiveId" clId="{CDC2C08B-765D-41C0-A2C7-AC4B25AAD00D}" dt="2024-04-21T13:28:53.996" v="1942" actId="20577"/>
          <ac:spMkLst>
            <pc:docMk/>
            <pc:sldMk cId="3729316981" sldId="720"/>
            <ac:spMk id="3" creationId="{0B4DA7C3-8081-0F1C-AB74-2296012A1166}"/>
          </ac:spMkLst>
        </pc:spChg>
      </pc:sldChg>
      <pc:sldChg chg="addSp delSp modSp new mod modClrScheme chgLayout">
        <pc:chgData name="Enrique Villegas Valerio" userId="8ada793c76dcd6b1" providerId="LiveId" clId="{CDC2C08B-765D-41C0-A2C7-AC4B25AAD00D}" dt="2024-04-21T13:29:46.401" v="1950"/>
        <pc:sldMkLst>
          <pc:docMk/>
          <pc:sldMk cId="3376233568" sldId="721"/>
        </pc:sldMkLst>
        <pc:spChg chg="del mod ord">
          <ac:chgData name="Enrique Villegas Valerio" userId="8ada793c76dcd6b1" providerId="LiveId" clId="{CDC2C08B-765D-41C0-A2C7-AC4B25AAD00D}" dt="2024-04-21T13:29:44.118" v="1949" actId="700"/>
          <ac:spMkLst>
            <pc:docMk/>
            <pc:sldMk cId="3376233568" sldId="721"/>
            <ac:spMk id="2" creationId="{86C44253-0FCC-8582-5133-2852C92CDE9F}"/>
          </ac:spMkLst>
        </pc:spChg>
        <pc:spChg chg="del">
          <ac:chgData name="Enrique Villegas Valerio" userId="8ada793c76dcd6b1" providerId="LiveId" clId="{CDC2C08B-765D-41C0-A2C7-AC4B25AAD00D}" dt="2024-04-21T13:29:44.118" v="1949" actId="700"/>
          <ac:spMkLst>
            <pc:docMk/>
            <pc:sldMk cId="3376233568" sldId="721"/>
            <ac:spMk id="3" creationId="{762D14CE-945D-56C7-66F6-B74B0C1FAAF2}"/>
          </ac:spMkLst>
        </pc:spChg>
        <pc:spChg chg="add mod ord">
          <ac:chgData name="Enrique Villegas Valerio" userId="8ada793c76dcd6b1" providerId="LiveId" clId="{CDC2C08B-765D-41C0-A2C7-AC4B25AAD00D}" dt="2024-04-21T13:29:46.401" v="1950"/>
          <ac:spMkLst>
            <pc:docMk/>
            <pc:sldMk cId="3376233568" sldId="721"/>
            <ac:spMk id="4" creationId="{DC290E1D-77D7-488D-E10D-902F4661149C}"/>
          </ac:spMkLst>
        </pc:spChg>
      </pc:sldChg>
      <pc:sldChg chg="addSp delSp modSp new del mod modClrScheme chgLayout">
        <pc:chgData name="Enrique Villegas Valerio" userId="8ada793c76dcd6b1" providerId="LiveId" clId="{CDC2C08B-765D-41C0-A2C7-AC4B25AAD00D}" dt="2024-04-21T13:32:55.477" v="2025" actId="47"/>
        <pc:sldMkLst>
          <pc:docMk/>
          <pc:sldMk cId="3775475592" sldId="722"/>
        </pc:sldMkLst>
        <pc:spChg chg="mod ord">
          <ac:chgData name="Enrique Villegas Valerio" userId="8ada793c76dcd6b1" providerId="LiveId" clId="{CDC2C08B-765D-41C0-A2C7-AC4B25AAD00D}" dt="2024-04-21T13:31:29.601" v="2004" actId="20577"/>
          <ac:spMkLst>
            <pc:docMk/>
            <pc:sldMk cId="3775475592" sldId="722"/>
            <ac:spMk id="2" creationId="{B5D4E7B7-431D-D48A-88C2-A705995C3B17}"/>
          </ac:spMkLst>
        </pc:spChg>
        <pc:spChg chg="add del mod ord">
          <ac:chgData name="Enrique Villegas Valerio" userId="8ada793c76dcd6b1" providerId="LiveId" clId="{CDC2C08B-765D-41C0-A2C7-AC4B25AAD00D}" dt="2024-04-21T13:31:10.947" v="2001" actId="700"/>
          <ac:spMkLst>
            <pc:docMk/>
            <pc:sldMk cId="3775475592" sldId="722"/>
            <ac:spMk id="3" creationId="{7E60D4BE-4D6B-B804-6E31-9628C04F6038}"/>
          </ac:spMkLst>
        </pc:spChg>
        <pc:spChg chg="add del mod ord">
          <ac:chgData name="Enrique Villegas Valerio" userId="8ada793c76dcd6b1" providerId="LiveId" clId="{CDC2C08B-765D-41C0-A2C7-AC4B25AAD00D}" dt="2024-04-21T13:31:22.906" v="2002" actId="700"/>
          <ac:spMkLst>
            <pc:docMk/>
            <pc:sldMk cId="3775475592" sldId="722"/>
            <ac:spMk id="4" creationId="{ECC4A5C4-3DB8-EDFC-2B1A-B9AA66489726}"/>
          </ac:spMkLst>
        </pc:spChg>
      </pc:sldChg>
      <pc:sldChg chg="modSp add mod">
        <pc:chgData name="Enrique Villegas Valerio" userId="8ada793c76dcd6b1" providerId="LiveId" clId="{CDC2C08B-765D-41C0-A2C7-AC4B25AAD00D}" dt="2024-04-21T13:32:38.010" v="2024" actId="948"/>
        <pc:sldMkLst>
          <pc:docMk/>
          <pc:sldMk cId="1888237764" sldId="723"/>
        </pc:sldMkLst>
        <pc:spChg chg="mod">
          <ac:chgData name="Enrique Villegas Valerio" userId="8ada793c76dcd6b1" providerId="LiveId" clId="{CDC2C08B-765D-41C0-A2C7-AC4B25AAD00D}" dt="2024-04-21T13:32:09.203" v="2013"/>
          <ac:spMkLst>
            <pc:docMk/>
            <pc:sldMk cId="1888237764" sldId="723"/>
            <ac:spMk id="2" creationId="{B0D08076-5D69-7E8E-18D5-536187914F89}"/>
          </ac:spMkLst>
        </pc:spChg>
        <pc:spChg chg="mod">
          <ac:chgData name="Enrique Villegas Valerio" userId="8ada793c76dcd6b1" providerId="LiveId" clId="{CDC2C08B-765D-41C0-A2C7-AC4B25AAD00D}" dt="2024-04-21T13:32:38.010" v="2024" actId="948"/>
          <ac:spMkLst>
            <pc:docMk/>
            <pc:sldMk cId="1888237764" sldId="723"/>
            <ac:spMk id="3" creationId="{F83FCBC4-22A5-47A6-4825-B2DAAEE92F0C}"/>
          </ac:spMkLst>
        </pc:spChg>
      </pc:sldChg>
      <pc:sldChg chg="modSp new add del mod">
        <pc:chgData name="Enrique Villegas Valerio" userId="8ada793c76dcd6b1" providerId="LiveId" clId="{CDC2C08B-765D-41C0-A2C7-AC4B25AAD00D}" dt="2024-04-21T13:45:17.246" v="2169" actId="47"/>
        <pc:sldMkLst>
          <pc:docMk/>
          <pc:sldMk cId="3301532757" sldId="724"/>
        </pc:sldMkLst>
        <pc:spChg chg="mod">
          <ac:chgData name="Enrique Villegas Valerio" userId="8ada793c76dcd6b1" providerId="LiveId" clId="{CDC2C08B-765D-41C0-A2C7-AC4B25AAD00D}" dt="2024-04-21T13:45:11.045" v="2166"/>
          <ac:spMkLst>
            <pc:docMk/>
            <pc:sldMk cId="3301532757" sldId="724"/>
            <ac:spMk id="2" creationId="{9F679A93-A70F-734D-6B39-BDE735BB6E66}"/>
          </ac:spMkLst>
        </pc:spChg>
      </pc:sldChg>
      <pc:sldChg chg="modSp add mod ord">
        <pc:chgData name="Enrique Villegas Valerio" userId="8ada793c76dcd6b1" providerId="LiveId" clId="{CDC2C08B-765D-41C0-A2C7-AC4B25AAD00D}" dt="2024-04-21T13:51:43.849" v="2226"/>
        <pc:sldMkLst>
          <pc:docMk/>
          <pc:sldMk cId="4261628322" sldId="725"/>
        </pc:sldMkLst>
        <pc:spChg chg="mod">
          <ac:chgData name="Enrique Villegas Valerio" userId="8ada793c76dcd6b1" providerId="LiveId" clId="{CDC2C08B-765D-41C0-A2C7-AC4B25AAD00D}" dt="2024-04-21T13:47:39.344" v="2222"/>
          <ac:spMkLst>
            <pc:docMk/>
            <pc:sldMk cId="4261628322" sldId="725"/>
            <ac:spMk id="4" creationId="{DC290E1D-77D7-488D-E10D-902F4661149C}"/>
          </ac:spMkLst>
        </pc:spChg>
      </pc:sldChg>
      <pc:sldChg chg="modSp add mod ord">
        <pc:chgData name="Enrique Villegas Valerio" userId="8ada793c76dcd6b1" providerId="LiveId" clId="{CDC2C08B-765D-41C0-A2C7-AC4B25AAD00D}" dt="2024-04-21T14:32:22.086" v="2315" actId="20577"/>
        <pc:sldMkLst>
          <pc:docMk/>
          <pc:sldMk cId="3050137477" sldId="726"/>
        </pc:sldMkLst>
        <pc:spChg chg="mod">
          <ac:chgData name="Enrique Villegas Valerio" userId="8ada793c76dcd6b1" providerId="LiveId" clId="{CDC2C08B-765D-41C0-A2C7-AC4B25AAD00D}" dt="2024-04-21T14:32:22.086" v="2315" actId="20577"/>
          <ac:spMkLst>
            <pc:docMk/>
            <pc:sldMk cId="3050137477" sldId="726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CDC2C08B-765D-41C0-A2C7-AC4B25AAD00D}" dt="2024-04-21T13:41:32.010" v="2110" actId="20577"/>
        <pc:sldMkLst>
          <pc:docMk/>
          <pc:sldMk cId="4080344541" sldId="727"/>
        </pc:sldMkLst>
        <pc:spChg chg="mod">
          <ac:chgData name="Enrique Villegas Valerio" userId="8ada793c76dcd6b1" providerId="LiveId" clId="{CDC2C08B-765D-41C0-A2C7-AC4B25AAD00D}" dt="2024-04-21T13:41:32.010" v="2110" actId="20577"/>
          <ac:spMkLst>
            <pc:docMk/>
            <pc:sldMk cId="4080344541" sldId="727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3:41:22.745" v="2103" actId="948"/>
          <ac:spMkLst>
            <pc:docMk/>
            <pc:sldMk cId="4080344541" sldId="727"/>
            <ac:spMk id="4" creationId="{64DD97DD-43D3-F5D3-B4EE-BD7F9628B26B}"/>
          </ac:spMkLst>
        </pc:spChg>
      </pc:sldChg>
      <pc:sldChg chg="add">
        <pc:chgData name="Enrique Villegas Valerio" userId="8ada793c76dcd6b1" providerId="LiveId" clId="{CDC2C08B-765D-41C0-A2C7-AC4B25AAD00D}" dt="2024-04-21T13:33:13.936" v="2028"/>
        <pc:sldMkLst>
          <pc:docMk/>
          <pc:sldMk cId="1175835528" sldId="728"/>
        </pc:sldMkLst>
      </pc:sldChg>
      <pc:sldChg chg="modSp add mod">
        <pc:chgData name="Enrique Villegas Valerio" userId="8ada793c76dcd6b1" providerId="LiveId" clId="{CDC2C08B-765D-41C0-A2C7-AC4B25AAD00D}" dt="2024-04-21T13:45:49.210" v="2180" actId="404"/>
        <pc:sldMkLst>
          <pc:docMk/>
          <pc:sldMk cId="1186402150" sldId="729"/>
        </pc:sldMkLst>
        <pc:spChg chg="mod">
          <ac:chgData name="Enrique Villegas Valerio" userId="8ada793c76dcd6b1" providerId="LiveId" clId="{CDC2C08B-765D-41C0-A2C7-AC4B25AAD00D}" dt="2024-04-21T13:45:49.210" v="2180" actId="404"/>
          <ac:spMkLst>
            <pc:docMk/>
            <pc:sldMk cId="1186402150" sldId="729"/>
            <ac:spMk id="2" creationId="{D2F125BE-3EC7-0A96-D835-BF71D519FE6F}"/>
          </ac:spMkLst>
        </pc:spChg>
        <pc:spChg chg="mod">
          <ac:chgData name="Enrique Villegas Valerio" userId="8ada793c76dcd6b1" providerId="LiveId" clId="{CDC2C08B-765D-41C0-A2C7-AC4B25AAD00D}" dt="2024-04-21T13:43:53.654" v="2134" actId="20577"/>
          <ac:spMkLst>
            <pc:docMk/>
            <pc:sldMk cId="1186402150" sldId="729"/>
            <ac:spMk id="3" creationId="{0B4DA7C3-8081-0F1C-AB74-2296012A1166}"/>
          </ac:spMkLst>
        </pc:spChg>
      </pc:sldChg>
      <pc:sldChg chg="add ord">
        <pc:chgData name="Enrique Villegas Valerio" userId="8ada793c76dcd6b1" providerId="LiveId" clId="{CDC2C08B-765D-41C0-A2C7-AC4B25AAD00D}" dt="2024-04-21T13:40:18.695" v="2054"/>
        <pc:sldMkLst>
          <pc:docMk/>
          <pc:sldMk cId="858109033" sldId="730"/>
        </pc:sldMkLst>
      </pc:sldChg>
      <pc:sldChg chg="modSp add mod">
        <pc:chgData name="Enrique Villegas Valerio" userId="8ada793c76dcd6b1" providerId="LiveId" clId="{CDC2C08B-765D-41C0-A2C7-AC4B25AAD00D}" dt="2024-04-21T13:45:58.347" v="2183" actId="20577"/>
        <pc:sldMkLst>
          <pc:docMk/>
          <pc:sldMk cId="942090785" sldId="731"/>
        </pc:sldMkLst>
        <pc:spChg chg="mod">
          <ac:chgData name="Enrique Villegas Valerio" userId="8ada793c76dcd6b1" providerId="LiveId" clId="{CDC2C08B-765D-41C0-A2C7-AC4B25AAD00D}" dt="2024-04-21T13:45:58.347" v="2183" actId="20577"/>
          <ac:spMkLst>
            <pc:docMk/>
            <pc:sldMk cId="942090785" sldId="731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10.778" v="2188" actId="404"/>
        <pc:sldMkLst>
          <pc:docMk/>
          <pc:sldMk cId="2627965699" sldId="732"/>
        </pc:sldMkLst>
        <pc:spChg chg="mod">
          <ac:chgData name="Enrique Villegas Valerio" userId="8ada793c76dcd6b1" providerId="LiveId" clId="{CDC2C08B-765D-41C0-A2C7-AC4B25AAD00D}" dt="2024-04-21T13:46:10.778" v="2188" actId="404"/>
          <ac:spMkLst>
            <pc:docMk/>
            <pc:sldMk cId="2627965699" sldId="732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16.713" v="2191" actId="20577"/>
        <pc:sldMkLst>
          <pc:docMk/>
          <pc:sldMk cId="1681979810" sldId="733"/>
        </pc:sldMkLst>
        <pc:spChg chg="mod">
          <ac:chgData name="Enrique Villegas Valerio" userId="8ada793c76dcd6b1" providerId="LiveId" clId="{CDC2C08B-765D-41C0-A2C7-AC4B25AAD00D}" dt="2024-04-21T13:46:16.713" v="2191" actId="20577"/>
          <ac:spMkLst>
            <pc:docMk/>
            <pc:sldMk cId="1681979810" sldId="733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24.712" v="2195" actId="404"/>
        <pc:sldMkLst>
          <pc:docMk/>
          <pc:sldMk cId="2699387487" sldId="734"/>
        </pc:sldMkLst>
        <pc:spChg chg="mod">
          <ac:chgData name="Enrique Villegas Valerio" userId="8ada793c76dcd6b1" providerId="LiveId" clId="{CDC2C08B-765D-41C0-A2C7-AC4B25AAD00D}" dt="2024-04-21T13:46:24.712" v="2195" actId="404"/>
          <ac:spMkLst>
            <pc:docMk/>
            <pc:sldMk cId="2699387487" sldId="734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34.415" v="2199" actId="404"/>
        <pc:sldMkLst>
          <pc:docMk/>
          <pc:sldMk cId="1014141131" sldId="735"/>
        </pc:sldMkLst>
        <pc:spChg chg="mod">
          <ac:chgData name="Enrique Villegas Valerio" userId="8ada793c76dcd6b1" providerId="LiveId" clId="{CDC2C08B-765D-41C0-A2C7-AC4B25AAD00D}" dt="2024-04-21T13:46:34.415" v="2199" actId="404"/>
          <ac:spMkLst>
            <pc:docMk/>
            <pc:sldMk cId="1014141131" sldId="735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43.983" v="2205" actId="404"/>
        <pc:sldMkLst>
          <pc:docMk/>
          <pc:sldMk cId="2599747815" sldId="736"/>
        </pc:sldMkLst>
        <pc:spChg chg="mod">
          <ac:chgData name="Enrique Villegas Valerio" userId="8ada793c76dcd6b1" providerId="LiveId" clId="{CDC2C08B-765D-41C0-A2C7-AC4B25AAD00D}" dt="2024-04-21T13:46:43.983" v="2205" actId="404"/>
          <ac:spMkLst>
            <pc:docMk/>
            <pc:sldMk cId="2599747815" sldId="736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7:14.672" v="2214" actId="20577"/>
        <pc:sldMkLst>
          <pc:docMk/>
          <pc:sldMk cId="42847906" sldId="737"/>
        </pc:sldMkLst>
        <pc:spChg chg="mod">
          <ac:chgData name="Enrique Villegas Valerio" userId="8ada793c76dcd6b1" providerId="LiveId" clId="{CDC2C08B-765D-41C0-A2C7-AC4B25AAD00D}" dt="2024-04-21T13:47:14.672" v="2214" actId="20577"/>
          <ac:spMkLst>
            <pc:docMk/>
            <pc:sldMk cId="42847906" sldId="737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7:20.581" v="2217" actId="20577"/>
        <pc:sldMkLst>
          <pc:docMk/>
          <pc:sldMk cId="217723856" sldId="738"/>
        </pc:sldMkLst>
        <pc:spChg chg="mod">
          <ac:chgData name="Enrique Villegas Valerio" userId="8ada793c76dcd6b1" providerId="LiveId" clId="{CDC2C08B-765D-41C0-A2C7-AC4B25AAD00D}" dt="2024-04-21T13:47:20.581" v="2217" actId="20577"/>
          <ac:spMkLst>
            <pc:docMk/>
            <pc:sldMk cId="217723856" sldId="738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7:05.111" v="2212" actId="20577"/>
        <pc:sldMkLst>
          <pc:docMk/>
          <pc:sldMk cId="4129015968" sldId="739"/>
        </pc:sldMkLst>
        <pc:spChg chg="mod">
          <ac:chgData name="Enrique Villegas Valerio" userId="8ada793c76dcd6b1" providerId="LiveId" clId="{CDC2C08B-765D-41C0-A2C7-AC4B25AAD00D}" dt="2024-04-21T13:47:05.111" v="2212" actId="20577"/>
          <ac:spMkLst>
            <pc:docMk/>
            <pc:sldMk cId="4129015968" sldId="739"/>
            <ac:spMk id="2" creationId="{D2F125BE-3EC7-0A96-D835-BF71D519FE6F}"/>
          </ac:spMkLst>
        </pc:spChg>
      </pc:sldChg>
      <pc:sldChg chg="modSp add mod ord">
        <pc:chgData name="Enrique Villegas Valerio" userId="8ada793c76dcd6b1" providerId="LiveId" clId="{CDC2C08B-765D-41C0-A2C7-AC4B25AAD00D}" dt="2024-04-21T13:47:23.271" v="2220"/>
        <pc:sldMkLst>
          <pc:docMk/>
          <pc:sldMk cId="1255978089" sldId="740"/>
        </pc:sldMkLst>
        <pc:spChg chg="mod">
          <ac:chgData name="Enrique Villegas Valerio" userId="8ada793c76dcd6b1" providerId="LiveId" clId="{CDC2C08B-765D-41C0-A2C7-AC4B25AAD00D}" dt="2024-04-21T13:47:23.271" v="2220"/>
          <ac:spMkLst>
            <pc:docMk/>
            <pc:sldMk cId="1255978089" sldId="740"/>
            <ac:spMk id="2" creationId="{D2F125BE-3EC7-0A96-D835-BF71D519FE6F}"/>
          </ac:spMkLst>
        </pc:spChg>
      </pc:sldChg>
      <pc:sldChg chg="add del">
        <pc:chgData name="Enrique Villegas Valerio" userId="8ada793c76dcd6b1" providerId="LiveId" clId="{CDC2C08B-765D-41C0-A2C7-AC4B25AAD00D}" dt="2024-04-21T13:47:26.530" v="2221" actId="47"/>
        <pc:sldMkLst>
          <pc:docMk/>
          <pc:sldMk cId="1840671034" sldId="741"/>
        </pc:sldMkLst>
      </pc:sldChg>
      <pc:sldChg chg="modSp new mod">
        <pc:chgData name="Enrique Villegas Valerio" userId="8ada793c76dcd6b1" providerId="LiveId" clId="{CDC2C08B-765D-41C0-A2C7-AC4B25AAD00D}" dt="2024-04-21T14:12:38.986" v="2252" actId="20577"/>
        <pc:sldMkLst>
          <pc:docMk/>
          <pc:sldMk cId="3845828418" sldId="741"/>
        </pc:sldMkLst>
        <pc:spChg chg="mod">
          <ac:chgData name="Enrique Villegas Valerio" userId="8ada793c76dcd6b1" providerId="LiveId" clId="{CDC2C08B-765D-41C0-A2C7-AC4B25AAD00D}" dt="2024-04-21T14:12:30.847" v="2246" actId="5793"/>
          <ac:spMkLst>
            <pc:docMk/>
            <pc:sldMk cId="3845828418" sldId="741"/>
            <ac:spMk id="2" creationId="{FD34480F-DE92-33F2-09CE-5ECD8405935E}"/>
          </ac:spMkLst>
        </pc:spChg>
        <pc:spChg chg="mod">
          <ac:chgData name="Enrique Villegas Valerio" userId="8ada793c76dcd6b1" providerId="LiveId" clId="{CDC2C08B-765D-41C0-A2C7-AC4B25AAD00D}" dt="2024-04-21T14:12:38.986" v="2252" actId="20577"/>
          <ac:spMkLst>
            <pc:docMk/>
            <pc:sldMk cId="3845828418" sldId="741"/>
            <ac:spMk id="3" creationId="{E692B25E-F1A0-FFBE-1B2F-DBD16C94B412}"/>
          </ac:spMkLst>
        </pc:spChg>
      </pc:sldChg>
      <pc:sldChg chg="add del">
        <pc:chgData name="Enrique Villegas Valerio" userId="8ada793c76dcd6b1" providerId="LiveId" clId="{CDC2C08B-765D-41C0-A2C7-AC4B25AAD00D}" dt="2024-04-21T13:45:12.077" v="2168"/>
        <pc:sldMkLst>
          <pc:docMk/>
          <pc:sldMk cId="10428711" sldId="742"/>
        </pc:sldMkLst>
      </pc:sldChg>
      <pc:sldChg chg="modSp new mod">
        <pc:chgData name="Enrique Villegas Valerio" userId="8ada793c76dcd6b1" providerId="LiveId" clId="{CDC2C08B-765D-41C0-A2C7-AC4B25AAD00D}" dt="2024-04-21T14:26:56.821" v="2296" actId="27636"/>
        <pc:sldMkLst>
          <pc:docMk/>
          <pc:sldMk cId="3562662680" sldId="742"/>
        </pc:sldMkLst>
        <pc:spChg chg="mod">
          <ac:chgData name="Enrique Villegas Valerio" userId="8ada793c76dcd6b1" providerId="LiveId" clId="{CDC2C08B-765D-41C0-A2C7-AC4B25AAD00D}" dt="2024-04-21T14:26:56.821" v="2296" actId="27636"/>
          <ac:spMkLst>
            <pc:docMk/>
            <pc:sldMk cId="3562662680" sldId="742"/>
            <ac:spMk id="2" creationId="{5FC4D084-2EC4-32A1-372C-E2A9D06976C9}"/>
          </ac:spMkLst>
        </pc:spChg>
        <pc:spChg chg="mod">
          <ac:chgData name="Enrique Villegas Valerio" userId="8ada793c76dcd6b1" providerId="LiveId" clId="{CDC2C08B-765D-41C0-A2C7-AC4B25AAD00D}" dt="2024-04-21T14:26:24.446" v="2279" actId="20577"/>
          <ac:spMkLst>
            <pc:docMk/>
            <pc:sldMk cId="3562662680" sldId="742"/>
            <ac:spMk id="3" creationId="{7B15F4D3-C692-E73C-469C-518E9ACCD6EF}"/>
          </ac:spMkLst>
        </pc:spChg>
      </pc:sldChg>
      <pc:sldChg chg="modSp add mod">
        <pc:chgData name="Enrique Villegas Valerio" userId="8ada793c76dcd6b1" providerId="LiveId" clId="{CDC2C08B-765D-41C0-A2C7-AC4B25AAD00D}" dt="2024-04-21T14:27:03.453" v="2297" actId="404"/>
        <pc:sldMkLst>
          <pc:docMk/>
          <pc:sldMk cId="1031900184" sldId="743"/>
        </pc:sldMkLst>
        <pc:spChg chg="mod">
          <ac:chgData name="Enrique Villegas Valerio" userId="8ada793c76dcd6b1" providerId="LiveId" clId="{CDC2C08B-765D-41C0-A2C7-AC4B25AAD00D}" dt="2024-04-21T14:27:03.453" v="2297" actId="404"/>
          <ac:spMkLst>
            <pc:docMk/>
            <pc:sldMk cId="1031900184" sldId="743"/>
            <ac:spMk id="2" creationId="{5FC4D084-2EC4-32A1-372C-E2A9D06976C9}"/>
          </ac:spMkLst>
        </pc:spChg>
      </pc:sldChg>
      <pc:sldChg chg="add del">
        <pc:chgData name="Enrique Villegas Valerio" userId="8ada793c76dcd6b1" providerId="LiveId" clId="{CDC2C08B-765D-41C0-A2C7-AC4B25AAD00D}" dt="2024-04-21T13:45:11.577" v="2167"/>
        <pc:sldMkLst>
          <pc:docMk/>
          <pc:sldMk cId="3614426722" sldId="743"/>
        </pc:sldMkLst>
      </pc:sldChg>
      <pc:sldChg chg="modSp new mod">
        <pc:chgData name="Enrique Villegas Valerio" userId="8ada793c76dcd6b1" providerId="LiveId" clId="{CDC2C08B-765D-41C0-A2C7-AC4B25AAD00D}" dt="2024-04-21T14:41:15.396" v="2338" actId="20577"/>
        <pc:sldMkLst>
          <pc:docMk/>
          <pc:sldMk cId="2954507347" sldId="744"/>
        </pc:sldMkLst>
        <pc:spChg chg="mod">
          <ac:chgData name="Enrique Villegas Valerio" userId="8ada793c76dcd6b1" providerId="LiveId" clId="{CDC2C08B-765D-41C0-A2C7-AC4B25AAD00D}" dt="2024-04-21T14:41:07.663" v="2321" actId="404"/>
          <ac:spMkLst>
            <pc:docMk/>
            <pc:sldMk cId="2954507347" sldId="744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4:41:15.396" v="2338" actId="20577"/>
          <ac:spMkLst>
            <pc:docMk/>
            <pc:sldMk cId="2954507347" sldId="744"/>
            <ac:spMk id="3" creationId="{CBE50B53-3F40-B0C7-4011-F60D497408BC}"/>
          </ac:spMkLst>
        </pc:spChg>
      </pc:sldChg>
      <pc:sldChg chg="modSp add mod ord">
        <pc:chgData name="Enrique Villegas Valerio" userId="8ada793c76dcd6b1" providerId="LiveId" clId="{CDC2C08B-765D-41C0-A2C7-AC4B25AAD00D}" dt="2024-04-21T15:08:02.271" v="2455"/>
        <pc:sldMkLst>
          <pc:docMk/>
          <pc:sldMk cId="408355803" sldId="745"/>
        </pc:sldMkLst>
        <pc:spChg chg="mod">
          <ac:chgData name="Enrique Villegas Valerio" userId="8ada793c76dcd6b1" providerId="LiveId" clId="{CDC2C08B-765D-41C0-A2C7-AC4B25AAD00D}" dt="2024-04-21T15:07:54.730" v="2453"/>
          <ac:spMkLst>
            <pc:docMk/>
            <pc:sldMk cId="408355803" sldId="745"/>
            <ac:spMk id="4" creationId="{DC290E1D-77D7-488D-E10D-902F4661149C}"/>
          </ac:spMkLst>
        </pc:spChg>
      </pc:sldChg>
      <pc:sldChg chg="modSp add mod ord">
        <pc:chgData name="Enrique Villegas Valerio" userId="8ada793c76dcd6b1" providerId="LiveId" clId="{CDC2C08B-765D-41C0-A2C7-AC4B25AAD00D}" dt="2024-04-21T15:08:02.271" v="2455"/>
        <pc:sldMkLst>
          <pc:docMk/>
          <pc:sldMk cId="2623102239" sldId="746"/>
        </pc:sldMkLst>
        <pc:spChg chg="mod">
          <ac:chgData name="Enrique Villegas Valerio" userId="8ada793c76dcd6b1" providerId="LiveId" clId="{CDC2C08B-765D-41C0-A2C7-AC4B25AAD00D}" dt="2024-04-21T15:07:11.059" v="2452" actId="20577"/>
          <ac:spMkLst>
            <pc:docMk/>
            <pc:sldMk cId="2623102239" sldId="746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CDC2C08B-765D-41C0-A2C7-AC4B25AAD00D}" dt="2024-04-21T14:42:44.497" v="2368" actId="20577"/>
        <pc:sldMkLst>
          <pc:docMk/>
          <pc:sldMk cId="3227108644" sldId="747"/>
        </pc:sldMkLst>
        <pc:spChg chg="mod">
          <ac:chgData name="Enrique Villegas Valerio" userId="8ada793c76dcd6b1" providerId="LiveId" clId="{CDC2C08B-765D-41C0-A2C7-AC4B25AAD00D}" dt="2024-04-21T14:42:35.770" v="2346" actId="20577"/>
          <ac:spMkLst>
            <pc:docMk/>
            <pc:sldMk cId="3227108644" sldId="747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4:42:44.497" v="2368" actId="20577"/>
          <ac:spMkLst>
            <pc:docMk/>
            <pc:sldMk cId="3227108644" sldId="747"/>
            <ac:spMk id="4" creationId="{64DD97DD-43D3-F5D3-B4EE-BD7F9628B26B}"/>
          </ac:spMkLst>
        </pc:spChg>
      </pc:sldChg>
      <pc:sldChg chg="add">
        <pc:chgData name="Enrique Villegas Valerio" userId="8ada793c76dcd6b1" providerId="LiveId" clId="{CDC2C08B-765D-41C0-A2C7-AC4B25AAD00D}" dt="2024-04-21T14:42:31.593" v="2340"/>
        <pc:sldMkLst>
          <pc:docMk/>
          <pc:sldMk cId="1844220400" sldId="748"/>
        </pc:sldMkLst>
      </pc:sldChg>
      <pc:sldChg chg="modSp add mod">
        <pc:chgData name="Enrique Villegas Valerio" userId="8ada793c76dcd6b1" providerId="LiveId" clId="{CDC2C08B-765D-41C0-A2C7-AC4B25AAD00D}" dt="2024-04-21T14:43:51.184" v="2397" actId="20577"/>
        <pc:sldMkLst>
          <pc:docMk/>
          <pc:sldMk cId="2615206711" sldId="749"/>
        </pc:sldMkLst>
        <pc:spChg chg="mod">
          <ac:chgData name="Enrique Villegas Valerio" userId="8ada793c76dcd6b1" providerId="LiveId" clId="{CDC2C08B-765D-41C0-A2C7-AC4B25AAD00D}" dt="2024-04-21T14:43:51.184" v="2397" actId="20577"/>
          <ac:spMkLst>
            <pc:docMk/>
            <pc:sldMk cId="2615206711" sldId="749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4:43:22.181" v="2379" actId="20577"/>
          <ac:spMkLst>
            <pc:docMk/>
            <pc:sldMk cId="2615206711" sldId="749"/>
            <ac:spMk id="3" creationId="{CBE50B53-3F40-B0C7-4011-F60D497408BC}"/>
          </ac:spMkLst>
        </pc:spChg>
      </pc:sldChg>
      <pc:sldChg chg="modSp add mod">
        <pc:chgData name="Enrique Villegas Valerio" userId="8ada793c76dcd6b1" providerId="LiveId" clId="{CDC2C08B-765D-41C0-A2C7-AC4B25AAD00D}" dt="2024-04-21T14:44:02.932" v="2400" actId="20577"/>
        <pc:sldMkLst>
          <pc:docMk/>
          <pc:sldMk cId="2955606564" sldId="750"/>
        </pc:sldMkLst>
        <pc:spChg chg="mod">
          <ac:chgData name="Enrique Villegas Valerio" userId="8ada793c76dcd6b1" providerId="LiveId" clId="{CDC2C08B-765D-41C0-A2C7-AC4B25AAD00D}" dt="2024-04-21T14:44:02.932" v="2400" actId="20577"/>
          <ac:spMkLst>
            <pc:docMk/>
            <pc:sldMk cId="2955606564" sldId="750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13.294" v="2403" actId="20577"/>
        <pc:sldMkLst>
          <pc:docMk/>
          <pc:sldMk cId="2795727232" sldId="751"/>
        </pc:sldMkLst>
        <pc:spChg chg="mod">
          <ac:chgData name="Enrique Villegas Valerio" userId="8ada793c76dcd6b1" providerId="LiveId" clId="{CDC2C08B-765D-41C0-A2C7-AC4B25AAD00D}" dt="2024-04-21T14:44:13.294" v="2403" actId="20577"/>
          <ac:spMkLst>
            <pc:docMk/>
            <pc:sldMk cId="2795727232" sldId="751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21.360" v="2406" actId="20577"/>
        <pc:sldMkLst>
          <pc:docMk/>
          <pc:sldMk cId="307501430" sldId="752"/>
        </pc:sldMkLst>
        <pc:spChg chg="mod">
          <ac:chgData name="Enrique Villegas Valerio" userId="8ada793c76dcd6b1" providerId="LiveId" clId="{CDC2C08B-765D-41C0-A2C7-AC4B25AAD00D}" dt="2024-04-21T14:44:21.360" v="2406" actId="20577"/>
          <ac:spMkLst>
            <pc:docMk/>
            <pc:sldMk cId="307501430" sldId="752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28.158" v="2409" actId="20577"/>
        <pc:sldMkLst>
          <pc:docMk/>
          <pc:sldMk cId="2681378688" sldId="753"/>
        </pc:sldMkLst>
        <pc:spChg chg="mod">
          <ac:chgData name="Enrique Villegas Valerio" userId="8ada793c76dcd6b1" providerId="LiveId" clId="{CDC2C08B-765D-41C0-A2C7-AC4B25AAD00D}" dt="2024-04-21T14:44:28.158" v="2409" actId="20577"/>
          <ac:spMkLst>
            <pc:docMk/>
            <pc:sldMk cId="2681378688" sldId="753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31.181" v="2410"/>
        <pc:sldMkLst>
          <pc:docMk/>
          <pc:sldMk cId="303894514" sldId="754"/>
        </pc:sldMkLst>
        <pc:spChg chg="mod">
          <ac:chgData name="Enrique Villegas Valerio" userId="8ada793c76dcd6b1" providerId="LiveId" clId="{CDC2C08B-765D-41C0-A2C7-AC4B25AAD00D}" dt="2024-04-21T14:44:31.181" v="2410"/>
          <ac:spMkLst>
            <pc:docMk/>
            <pc:sldMk cId="303894514" sldId="754"/>
            <ac:spMk id="2" creationId="{1D62EBF5-3582-9E92-D960-325C8547A260}"/>
          </ac:spMkLst>
        </pc:spChg>
      </pc:sldChg>
      <pc:sldChg chg="delSp modSp add mod">
        <pc:chgData name="Enrique Villegas Valerio" userId="8ada793c76dcd6b1" providerId="LiveId" clId="{CDC2C08B-765D-41C0-A2C7-AC4B25AAD00D}" dt="2024-04-21T15:09:31.111" v="2526" actId="1036"/>
        <pc:sldMkLst>
          <pc:docMk/>
          <pc:sldMk cId="297649183" sldId="755"/>
        </pc:sldMkLst>
        <pc:spChg chg="mod">
          <ac:chgData name="Enrique Villegas Valerio" userId="8ada793c76dcd6b1" providerId="LiveId" clId="{CDC2C08B-765D-41C0-A2C7-AC4B25AAD00D}" dt="2024-04-21T15:09:31.111" v="2526" actId="1036"/>
          <ac:spMkLst>
            <pc:docMk/>
            <pc:sldMk cId="297649183" sldId="755"/>
            <ac:spMk id="3" creationId="{CA07F423-46C6-CDD8-E4AD-233D53E2809D}"/>
          </ac:spMkLst>
        </pc:spChg>
        <pc:spChg chg="del mod">
          <ac:chgData name="Enrique Villegas Valerio" userId="8ada793c76dcd6b1" providerId="LiveId" clId="{CDC2C08B-765D-41C0-A2C7-AC4B25AAD00D}" dt="2024-04-21T15:09:26.403" v="2472" actId="478"/>
          <ac:spMkLst>
            <pc:docMk/>
            <pc:sldMk cId="297649183" sldId="755"/>
            <ac:spMk id="4" creationId="{64DD97DD-43D3-F5D3-B4EE-BD7F9628B26B}"/>
          </ac:spMkLst>
        </pc:spChg>
      </pc:sldChg>
      <pc:sldChg chg="add del">
        <pc:chgData name="Enrique Villegas Valerio" userId="8ada793c76dcd6b1" providerId="LiveId" clId="{CDC2C08B-765D-41C0-A2C7-AC4B25AAD00D}" dt="2024-04-21T14:44:33.274" v="2411" actId="47"/>
        <pc:sldMkLst>
          <pc:docMk/>
          <pc:sldMk cId="1682915470" sldId="755"/>
        </pc:sldMkLst>
      </pc:sldChg>
      <pc:sldChg chg="add">
        <pc:chgData name="Enrique Villegas Valerio" userId="8ada793c76dcd6b1" providerId="LiveId" clId="{CDC2C08B-765D-41C0-A2C7-AC4B25AAD00D}" dt="2024-04-21T15:10:52.544" v="2556"/>
        <pc:sldMkLst>
          <pc:docMk/>
          <pc:sldMk cId="4093056462" sldId="756"/>
        </pc:sldMkLst>
      </pc:sldChg>
      <pc:sldChg chg="add">
        <pc:chgData name="Enrique Villegas Valerio" userId="8ada793c76dcd6b1" providerId="LiveId" clId="{CDC2C08B-765D-41C0-A2C7-AC4B25AAD00D}" dt="2024-04-21T15:11:08.847" v="2557"/>
        <pc:sldMkLst>
          <pc:docMk/>
          <pc:sldMk cId="3429242866" sldId="757"/>
        </pc:sldMkLst>
      </pc:sldChg>
      <pc:sldChg chg="add">
        <pc:chgData name="Enrique Villegas Valerio" userId="8ada793c76dcd6b1" providerId="LiveId" clId="{CDC2C08B-765D-41C0-A2C7-AC4B25AAD00D}" dt="2024-04-21T15:11:18.074" v="2558"/>
        <pc:sldMkLst>
          <pc:docMk/>
          <pc:sldMk cId="838995400" sldId="758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3594748842" sldId="759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988940524" sldId="760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1457925784" sldId="761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3489304264" sldId="762"/>
        </pc:sldMkLst>
      </pc:sldChg>
      <pc:sldChg chg="addSp delSp modSp add mod">
        <pc:chgData name="Enrique Villegas Valerio" userId="8ada793c76dcd6b1" providerId="LiveId" clId="{CDC2C08B-765D-41C0-A2C7-AC4B25AAD00D}" dt="2024-04-21T15:59:47.895" v="2574" actId="27636"/>
        <pc:sldMkLst>
          <pc:docMk/>
          <pc:sldMk cId="2951377007" sldId="763"/>
        </pc:sldMkLst>
        <pc:spChg chg="del">
          <ac:chgData name="Enrique Villegas Valerio" userId="8ada793c76dcd6b1" providerId="LiveId" clId="{CDC2C08B-765D-41C0-A2C7-AC4B25AAD00D}" dt="2024-04-21T15:59:42.539" v="2571" actId="478"/>
          <ac:spMkLst>
            <pc:docMk/>
            <pc:sldMk cId="2951377007" sldId="763"/>
            <ac:spMk id="2" creationId="{B0D08076-5D69-7E8E-18D5-536187914F89}"/>
          </ac:spMkLst>
        </pc:spChg>
        <pc:spChg chg="mod">
          <ac:chgData name="Enrique Villegas Valerio" userId="8ada793c76dcd6b1" providerId="LiveId" clId="{CDC2C08B-765D-41C0-A2C7-AC4B25AAD00D}" dt="2024-04-21T15:59:47.895" v="2574" actId="27636"/>
          <ac:spMkLst>
            <pc:docMk/>
            <pc:sldMk cId="2951377007" sldId="763"/>
            <ac:spMk id="3" creationId="{F83FCBC4-22A5-47A6-4825-B2DAAEE92F0C}"/>
          </ac:spMkLst>
        </pc:spChg>
        <pc:spChg chg="add del mod">
          <ac:chgData name="Enrique Villegas Valerio" userId="8ada793c76dcd6b1" providerId="LiveId" clId="{CDC2C08B-765D-41C0-A2C7-AC4B25AAD00D}" dt="2024-04-21T15:59:44.167" v="2572" actId="478"/>
          <ac:spMkLst>
            <pc:docMk/>
            <pc:sldMk cId="2951377007" sldId="763"/>
            <ac:spMk id="5" creationId="{AFBD3649-E349-20CC-A49D-F8FEF32C9838}"/>
          </ac:spMkLst>
        </pc:spChg>
      </pc:sldChg>
      <pc:sldChg chg="add del">
        <pc:chgData name="Enrique Villegas Valerio" userId="8ada793c76dcd6b1" providerId="LiveId" clId="{CDC2C08B-765D-41C0-A2C7-AC4B25AAD00D}" dt="2024-04-21T15:59:25.539" v="2562"/>
        <pc:sldMkLst>
          <pc:docMk/>
          <pc:sldMk cId="1917519324" sldId="764"/>
        </pc:sldMkLst>
      </pc:sldChg>
      <pc:sldChg chg="addSp delSp modSp new mod modClrScheme chgLayout">
        <pc:chgData name="Enrique Villegas Valerio" userId="8ada793c76dcd6b1" providerId="LiveId" clId="{CDC2C08B-765D-41C0-A2C7-AC4B25AAD00D}" dt="2024-04-21T16:18:23.585" v="3130" actId="22"/>
        <pc:sldMkLst>
          <pc:docMk/>
          <pc:sldMk cId="2843221620" sldId="764"/>
        </pc:sldMkLst>
        <pc:spChg chg="del mod ord">
          <ac:chgData name="Enrique Villegas Valerio" userId="8ada793c76dcd6b1" providerId="LiveId" clId="{CDC2C08B-765D-41C0-A2C7-AC4B25AAD00D}" dt="2024-04-21T16:10:45.847" v="3083" actId="700"/>
          <ac:spMkLst>
            <pc:docMk/>
            <pc:sldMk cId="2843221620" sldId="764"/>
            <ac:spMk id="2" creationId="{BC0C286B-D039-7B57-F50F-2C24B4942A61}"/>
          </ac:spMkLst>
        </pc:spChg>
        <pc:spChg chg="del mod ord">
          <ac:chgData name="Enrique Villegas Valerio" userId="8ada793c76dcd6b1" providerId="LiveId" clId="{CDC2C08B-765D-41C0-A2C7-AC4B25AAD00D}" dt="2024-04-21T16:10:48.710" v="3084" actId="478"/>
          <ac:spMkLst>
            <pc:docMk/>
            <pc:sldMk cId="2843221620" sldId="764"/>
            <ac:spMk id="3" creationId="{3D557E4C-BA7F-F5E4-4F40-5D4DD31847F4}"/>
          </ac:spMkLst>
        </pc:spChg>
        <pc:spChg chg="add mod ord">
          <ac:chgData name="Enrique Villegas Valerio" userId="8ada793c76dcd6b1" providerId="LiveId" clId="{CDC2C08B-765D-41C0-A2C7-AC4B25AAD00D}" dt="2024-04-21T16:11:00.322" v="3125" actId="20577"/>
          <ac:spMkLst>
            <pc:docMk/>
            <pc:sldMk cId="2843221620" sldId="764"/>
            <ac:spMk id="4" creationId="{C9CA52E3-FA23-193B-9719-2628EC7F722F}"/>
          </ac:spMkLst>
        </pc:spChg>
        <pc:spChg chg="add del">
          <ac:chgData name="Enrique Villegas Valerio" userId="8ada793c76dcd6b1" providerId="LiveId" clId="{CDC2C08B-765D-41C0-A2C7-AC4B25AAD00D}" dt="2024-04-21T16:18:23.585" v="3130" actId="22"/>
          <ac:spMkLst>
            <pc:docMk/>
            <pc:sldMk cId="2843221620" sldId="764"/>
            <ac:spMk id="6" creationId="{104F6560-2D6B-D9E0-3FEB-C54CCA7453BE}"/>
          </ac:spMkLst>
        </pc:spChg>
      </pc:sldChg>
      <pc:sldChg chg="modSp add mod">
        <pc:chgData name="Enrique Villegas Valerio" userId="8ada793c76dcd6b1" providerId="LiveId" clId="{CDC2C08B-765D-41C0-A2C7-AC4B25AAD00D}" dt="2024-04-21T16:02:58.904" v="2684" actId="1035"/>
        <pc:sldMkLst>
          <pc:docMk/>
          <pc:sldMk cId="1036406417" sldId="765"/>
        </pc:sldMkLst>
        <pc:spChg chg="mod">
          <ac:chgData name="Enrique Villegas Valerio" userId="8ada793c76dcd6b1" providerId="LiveId" clId="{CDC2C08B-765D-41C0-A2C7-AC4B25AAD00D}" dt="2024-04-21T16:02:58.904" v="2684" actId="1035"/>
          <ac:spMkLst>
            <pc:docMk/>
            <pc:sldMk cId="1036406417" sldId="76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2:58.904" v="2684" actId="1035"/>
          <ac:spMkLst>
            <pc:docMk/>
            <pc:sldMk cId="1036406417" sldId="765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CDC2C08B-765D-41C0-A2C7-AC4B25AAD00D}" dt="2024-04-21T16:05:07.932" v="2877" actId="20577"/>
        <pc:sldMkLst>
          <pc:docMk/>
          <pc:sldMk cId="558599693" sldId="766"/>
        </pc:sldMkLst>
        <pc:spChg chg="mod">
          <ac:chgData name="Enrique Villegas Valerio" userId="8ada793c76dcd6b1" providerId="LiveId" clId="{CDC2C08B-765D-41C0-A2C7-AC4B25AAD00D}" dt="2024-04-21T16:05:05.240" v="2875" actId="404"/>
          <ac:spMkLst>
            <pc:docMk/>
            <pc:sldMk cId="558599693" sldId="766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5:07.932" v="2877" actId="20577"/>
          <ac:spMkLst>
            <pc:docMk/>
            <pc:sldMk cId="558599693" sldId="766"/>
            <ac:spMk id="4" creationId="{64DD97DD-43D3-F5D3-B4EE-BD7F9628B26B}"/>
          </ac:spMkLst>
        </pc:spChg>
      </pc:sldChg>
      <pc:sldChg chg="modSp add del mod">
        <pc:chgData name="Enrique Villegas Valerio" userId="8ada793c76dcd6b1" providerId="LiveId" clId="{CDC2C08B-765D-41C0-A2C7-AC4B25AAD00D}" dt="2024-04-21T16:07:12.910" v="2982" actId="47"/>
        <pc:sldMkLst>
          <pc:docMk/>
          <pc:sldMk cId="3622196445" sldId="767"/>
        </pc:sldMkLst>
        <pc:spChg chg="mod">
          <ac:chgData name="Enrique Villegas Valerio" userId="8ada793c76dcd6b1" providerId="LiveId" clId="{CDC2C08B-765D-41C0-A2C7-AC4B25AAD00D}" dt="2024-04-21T16:03:41.917" v="2746" actId="20577"/>
          <ac:spMkLst>
            <pc:docMk/>
            <pc:sldMk cId="3622196445" sldId="767"/>
            <ac:spMk id="4" creationId="{64DD97DD-43D3-F5D3-B4EE-BD7F9628B26B}"/>
          </ac:spMkLst>
        </pc:spChg>
      </pc:sldChg>
      <pc:sldChg chg="add">
        <pc:chgData name="Enrique Villegas Valerio" userId="8ada793c76dcd6b1" providerId="LiveId" clId="{CDC2C08B-765D-41C0-A2C7-AC4B25AAD00D}" dt="2024-04-21T16:05:09.434" v="2878"/>
        <pc:sldMkLst>
          <pc:docMk/>
          <pc:sldMk cId="881164162" sldId="768"/>
        </pc:sldMkLst>
      </pc:sldChg>
      <pc:sldChg chg="modSp add mod">
        <pc:chgData name="Enrique Villegas Valerio" userId="8ada793c76dcd6b1" providerId="LiveId" clId="{CDC2C08B-765D-41C0-A2C7-AC4B25AAD00D}" dt="2024-04-21T16:05:51.875" v="2939" actId="14100"/>
        <pc:sldMkLst>
          <pc:docMk/>
          <pc:sldMk cId="1072409482" sldId="769"/>
        </pc:sldMkLst>
        <pc:spChg chg="mod">
          <ac:chgData name="Enrique Villegas Valerio" userId="8ada793c76dcd6b1" providerId="LiveId" clId="{CDC2C08B-765D-41C0-A2C7-AC4B25AAD00D}" dt="2024-04-21T16:05:43.714" v="2925" actId="20577"/>
          <ac:spMkLst>
            <pc:docMk/>
            <pc:sldMk cId="1072409482" sldId="769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5:51.875" v="2939" actId="14100"/>
          <ac:spMkLst>
            <pc:docMk/>
            <pc:sldMk cId="1072409482" sldId="769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CDC2C08B-765D-41C0-A2C7-AC4B25AAD00D}" dt="2024-04-21T16:08:40.384" v="3081" actId="1036"/>
        <pc:sldMkLst>
          <pc:docMk/>
          <pc:sldMk cId="2431892705" sldId="770"/>
        </pc:sldMkLst>
        <pc:spChg chg="mod">
          <ac:chgData name="Enrique Villegas Valerio" userId="8ada793c76dcd6b1" providerId="LiveId" clId="{CDC2C08B-765D-41C0-A2C7-AC4B25AAD00D}" dt="2024-04-21T16:08:40.384" v="3081" actId="1036"/>
          <ac:spMkLst>
            <pc:docMk/>
            <pc:sldMk cId="2431892705" sldId="770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8:40.384" v="3081" actId="1036"/>
          <ac:spMkLst>
            <pc:docMk/>
            <pc:sldMk cId="2431892705" sldId="770"/>
            <ac:spMk id="4" creationId="{64DD97DD-43D3-F5D3-B4EE-BD7F9628B26B}"/>
          </ac:spMkLst>
        </pc:spChg>
      </pc:sldChg>
      <pc:sldChg chg="modSp add mod ord">
        <pc:chgData name="Enrique Villegas Valerio" userId="8ada793c76dcd6b1" providerId="LiveId" clId="{CDC2C08B-765D-41C0-A2C7-AC4B25AAD00D}" dt="2024-04-21T16:07:50.105" v="3036"/>
        <pc:sldMkLst>
          <pc:docMk/>
          <pc:sldMk cId="2518094582" sldId="771"/>
        </pc:sldMkLst>
        <pc:spChg chg="mod">
          <ac:chgData name="Enrique Villegas Valerio" userId="8ada793c76dcd6b1" providerId="LiveId" clId="{CDC2C08B-765D-41C0-A2C7-AC4B25AAD00D}" dt="2024-04-21T16:07:46.586" v="3034" actId="14100"/>
          <ac:spMkLst>
            <pc:docMk/>
            <pc:sldMk cId="2518094582" sldId="771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CDC2C08B-765D-41C0-A2C7-AC4B25AAD00D}" dt="2024-04-21T16:08:28.565" v="3067" actId="27636"/>
        <pc:sldMkLst>
          <pc:docMk/>
          <pc:sldMk cId="4274744633" sldId="772"/>
        </pc:sldMkLst>
        <pc:spChg chg="mod">
          <ac:chgData name="Enrique Villegas Valerio" userId="8ada793c76dcd6b1" providerId="LiveId" clId="{CDC2C08B-765D-41C0-A2C7-AC4B25AAD00D}" dt="2024-04-21T16:08:28.565" v="3067" actId="27636"/>
          <ac:spMkLst>
            <pc:docMk/>
            <pc:sldMk cId="4274744633" sldId="772"/>
            <ac:spMk id="3" creationId="{F83FCBC4-22A5-47A6-4825-B2DAAEE92F0C}"/>
          </ac:spMkLst>
        </pc:spChg>
      </pc:sldChg>
      <pc:sldChg chg="add">
        <pc:chgData name="Enrique Villegas Valerio" userId="8ada793c76dcd6b1" providerId="LiveId" clId="{CDC2C08B-765D-41C0-A2C7-AC4B25AAD00D}" dt="2024-04-21T16:11:13.512" v="3128"/>
        <pc:sldMkLst>
          <pc:docMk/>
          <pc:sldMk cId="2786650950" sldId="773"/>
        </pc:sldMkLst>
      </pc:sldChg>
      <pc:sldChg chg="new del">
        <pc:chgData name="Enrique Villegas Valerio" userId="8ada793c76dcd6b1" providerId="LiveId" clId="{CDC2C08B-765D-41C0-A2C7-AC4B25AAD00D}" dt="2024-04-21T16:11:07.274" v="3127" actId="680"/>
        <pc:sldMkLst>
          <pc:docMk/>
          <pc:sldMk cId="4207051008" sldId="773"/>
        </pc:sldMkLst>
      </pc:sldChg>
      <pc:sldChg chg="modSp add mod">
        <pc:chgData name="Enrique Villegas Valerio" userId="8ada793c76dcd6b1" providerId="LiveId" clId="{CDC2C08B-765D-41C0-A2C7-AC4B25AAD00D}" dt="2024-04-21T16:18:40.247" v="3142"/>
        <pc:sldMkLst>
          <pc:docMk/>
          <pc:sldMk cId="1500486157" sldId="774"/>
        </pc:sldMkLst>
        <pc:spChg chg="mod">
          <ac:chgData name="Enrique Villegas Valerio" userId="8ada793c76dcd6b1" providerId="LiveId" clId="{CDC2C08B-765D-41C0-A2C7-AC4B25AAD00D}" dt="2024-04-21T16:18:40.247" v="3142"/>
          <ac:spMkLst>
            <pc:docMk/>
            <pc:sldMk cId="1500486157" sldId="774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6:18:31.212" v="3141" actId="20577"/>
          <ac:spMkLst>
            <pc:docMk/>
            <pc:sldMk cId="1500486157" sldId="774"/>
            <ac:spMk id="3" creationId="{CBE50B53-3F40-B0C7-4011-F60D497408BC}"/>
          </ac:spMkLst>
        </pc:spChg>
      </pc:sldChg>
      <pc:sldChg chg="modSp add mod">
        <pc:chgData name="Enrique Villegas Valerio" userId="8ada793c76dcd6b1" providerId="LiveId" clId="{CDC2C08B-765D-41C0-A2C7-AC4B25AAD00D}" dt="2024-04-21T16:18:57.783" v="3158" actId="20577"/>
        <pc:sldMkLst>
          <pc:docMk/>
          <pc:sldMk cId="3631565729" sldId="775"/>
        </pc:sldMkLst>
        <pc:spChg chg="mod">
          <ac:chgData name="Enrique Villegas Valerio" userId="8ada793c76dcd6b1" providerId="LiveId" clId="{CDC2C08B-765D-41C0-A2C7-AC4B25AAD00D}" dt="2024-04-21T16:18:53.431" v="3146" actId="404"/>
          <ac:spMkLst>
            <pc:docMk/>
            <pc:sldMk cId="3631565729" sldId="775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6:18:57.783" v="3158" actId="20577"/>
          <ac:spMkLst>
            <pc:docMk/>
            <pc:sldMk cId="3631565729" sldId="775"/>
            <ac:spMk id="3" creationId="{CBE50B53-3F40-B0C7-4011-F60D497408BC}"/>
          </ac:spMkLst>
        </pc:spChg>
      </pc:sldChg>
      <pc:sldChg chg="modSp add mod">
        <pc:chgData name="Enrique Villegas Valerio" userId="8ada793c76dcd6b1" providerId="LiveId" clId="{CDC2C08B-765D-41C0-A2C7-AC4B25AAD00D}" dt="2024-04-21T16:19:30.649" v="3186" actId="20577"/>
        <pc:sldMkLst>
          <pc:docMk/>
          <pc:sldMk cId="3272485913" sldId="776"/>
        </pc:sldMkLst>
        <pc:spChg chg="mod">
          <ac:chgData name="Enrique Villegas Valerio" userId="8ada793c76dcd6b1" providerId="LiveId" clId="{CDC2C08B-765D-41C0-A2C7-AC4B25AAD00D}" dt="2024-04-21T16:19:30.649" v="3186" actId="20577"/>
          <ac:spMkLst>
            <pc:docMk/>
            <pc:sldMk cId="3272485913" sldId="776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6:19:15.777" v="3177" actId="20577"/>
          <ac:spMkLst>
            <pc:docMk/>
            <pc:sldMk cId="3272485913" sldId="776"/>
            <ac:spMk id="3" creationId="{CBE50B53-3F40-B0C7-4011-F60D497408BC}"/>
          </ac:spMkLst>
        </pc:spChg>
      </pc:sldChg>
      <pc:sldChg chg="modSp new mod">
        <pc:chgData name="Enrique Villegas Valerio" userId="8ada793c76dcd6b1" providerId="LiveId" clId="{CDC2C08B-765D-41C0-A2C7-AC4B25AAD00D}" dt="2024-04-21T16:20:09.043" v="3206"/>
        <pc:sldMkLst>
          <pc:docMk/>
          <pc:sldMk cId="3545591661" sldId="777"/>
        </pc:sldMkLst>
        <pc:spChg chg="mod">
          <ac:chgData name="Enrique Villegas Valerio" userId="8ada793c76dcd6b1" providerId="LiveId" clId="{CDC2C08B-765D-41C0-A2C7-AC4B25AAD00D}" dt="2024-04-21T16:20:07.417" v="3205" actId="6549"/>
          <ac:spMkLst>
            <pc:docMk/>
            <pc:sldMk cId="3545591661" sldId="777"/>
            <ac:spMk id="2" creationId="{60C05181-E1D9-13AA-73EE-63DAB186EC2B}"/>
          </ac:spMkLst>
        </pc:spChg>
        <pc:spChg chg="mod">
          <ac:chgData name="Enrique Villegas Valerio" userId="8ada793c76dcd6b1" providerId="LiveId" clId="{CDC2C08B-765D-41C0-A2C7-AC4B25AAD00D}" dt="2024-04-21T16:20:09.043" v="3206"/>
          <ac:spMkLst>
            <pc:docMk/>
            <pc:sldMk cId="3545591661" sldId="777"/>
            <ac:spMk id="3" creationId="{15495477-F1C6-DED9-A2EB-75923A9BAAE2}"/>
          </ac:spMkLst>
        </pc:spChg>
      </pc:sldChg>
      <pc:sldChg chg="modSp new mod">
        <pc:chgData name="Enrique Villegas Valerio" userId="8ada793c76dcd6b1" providerId="LiveId" clId="{CDC2C08B-765D-41C0-A2C7-AC4B25AAD00D}" dt="2024-04-21T16:20:16.357" v="3211" actId="20577"/>
        <pc:sldMkLst>
          <pc:docMk/>
          <pc:sldMk cId="1301569592" sldId="778"/>
        </pc:sldMkLst>
        <pc:spChg chg="mod">
          <ac:chgData name="Enrique Villegas Valerio" userId="8ada793c76dcd6b1" providerId="LiveId" clId="{CDC2C08B-765D-41C0-A2C7-AC4B25AAD00D}" dt="2024-04-21T16:20:16.357" v="3211" actId="20577"/>
          <ac:spMkLst>
            <pc:docMk/>
            <pc:sldMk cId="1301569592" sldId="778"/>
            <ac:spMk id="2" creationId="{230D6673-9FF2-62EA-8110-011224713BA4}"/>
          </ac:spMkLst>
        </pc:spChg>
        <pc:spChg chg="mod">
          <ac:chgData name="Enrique Villegas Valerio" userId="8ada793c76dcd6b1" providerId="LiveId" clId="{CDC2C08B-765D-41C0-A2C7-AC4B25AAD00D}" dt="2024-04-21T16:20:11.487" v="3207"/>
          <ac:spMkLst>
            <pc:docMk/>
            <pc:sldMk cId="1301569592" sldId="778"/>
            <ac:spMk id="3" creationId="{C5A7EE23-CF33-FD78-D4E9-15AE0E7B87D5}"/>
          </ac:spMkLst>
        </pc:spChg>
      </pc:sldChg>
      <pc:sldChg chg="addSp delSp modSp new mod setBg modClrScheme chgLayout">
        <pc:chgData name="Enrique Villegas Valerio" userId="8ada793c76dcd6b1" providerId="LiveId" clId="{CDC2C08B-765D-41C0-A2C7-AC4B25AAD00D}" dt="2024-04-21T16:21:12.938" v="3215" actId="26606"/>
        <pc:sldMkLst>
          <pc:docMk/>
          <pc:sldMk cId="1256220797" sldId="779"/>
        </pc:sldMkLst>
        <pc:spChg chg="del">
          <ac:chgData name="Enrique Villegas Valerio" userId="8ada793c76dcd6b1" providerId="LiveId" clId="{CDC2C08B-765D-41C0-A2C7-AC4B25AAD00D}" dt="2024-04-21T16:21:10.162" v="3214" actId="700"/>
          <ac:spMkLst>
            <pc:docMk/>
            <pc:sldMk cId="1256220797" sldId="779"/>
            <ac:spMk id="2" creationId="{A3BCA7B3-09BC-1812-FCE4-042585622B3D}"/>
          </ac:spMkLst>
        </pc:spChg>
        <pc:spChg chg="del">
          <ac:chgData name="Enrique Villegas Valerio" userId="8ada793c76dcd6b1" providerId="LiveId" clId="{CDC2C08B-765D-41C0-A2C7-AC4B25AAD00D}" dt="2024-04-21T16:21:10.162" v="3214" actId="700"/>
          <ac:spMkLst>
            <pc:docMk/>
            <pc:sldMk cId="1256220797" sldId="779"/>
            <ac:spMk id="3" creationId="{FA3D15B9-2D5B-0A66-09B5-D6D34692B9F6}"/>
          </ac:spMkLst>
        </pc:spChg>
        <pc:spChg chg="add">
          <ac:chgData name="Enrique Villegas Valerio" userId="8ada793c76dcd6b1" providerId="LiveId" clId="{CDC2C08B-765D-41C0-A2C7-AC4B25AAD00D}" dt="2024-04-21T16:21:12.938" v="3215" actId="26606"/>
          <ac:spMkLst>
            <pc:docMk/>
            <pc:sldMk cId="1256220797" sldId="779"/>
            <ac:spMk id="5127" creationId="{42A4FC2C-047E-45A5-965D-8E1E3BF09BC6}"/>
          </ac:spMkLst>
        </pc:spChg>
        <pc:picChg chg="add mod">
          <ac:chgData name="Enrique Villegas Valerio" userId="8ada793c76dcd6b1" providerId="LiveId" clId="{CDC2C08B-765D-41C0-A2C7-AC4B25AAD00D}" dt="2024-04-21T16:21:12.938" v="3215" actId="26606"/>
          <ac:picMkLst>
            <pc:docMk/>
            <pc:sldMk cId="1256220797" sldId="779"/>
            <ac:picMk id="5122" creationId="{95070D11-87DD-3747-62FD-C8CED7909EF9}"/>
          </ac:picMkLst>
        </pc:picChg>
      </pc:sldChg>
      <pc:sldChg chg="addSp delSp modSp add mod">
        <pc:chgData name="Enrique Villegas Valerio" userId="8ada793c76dcd6b1" providerId="LiveId" clId="{CDC2C08B-765D-41C0-A2C7-AC4B25AAD00D}" dt="2024-04-24T18:59:27.990" v="3294" actId="1366"/>
        <pc:sldMkLst>
          <pc:docMk/>
          <pc:sldMk cId="595888006" sldId="780"/>
        </pc:sldMkLst>
        <pc:spChg chg="mod">
          <ac:chgData name="Enrique Villegas Valerio" userId="8ada793c76dcd6b1" providerId="LiveId" clId="{CDC2C08B-765D-41C0-A2C7-AC4B25AAD00D}" dt="2024-04-24T18:59:15.345" v="3291" actId="1035"/>
          <ac:spMkLst>
            <pc:docMk/>
            <pc:sldMk cId="595888006" sldId="780"/>
            <ac:spMk id="4" creationId="{0BC2F95A-B101-BD4F-1F9A-CE7CEA5A0BD8}"/>
          </ac:spMkLst>
        </pc:spChg>
        <pc:spChg chg="del">
          <ac:chgData name="Enrique Villegas Valerio" userId="8ada793c76dcd6b1" providerId="LiveId" clId="{CDC2C08B-765D-41C0-A2C7-AC4B25AAD00D}" dt="2024-04-24T18:58:44.300" v="3220" actId="478"/>
          <ac:spMkLst>
            <pc:docMk/>
            <pc:sldMk cId="595888006" sldId="780"/>
            <ac:spMk id="6" creationId="{10809FDB-AC2C-DBA5-7B50-F0D0A60EB007}"/>
          </ac:spMkLst>
        </pc:spChg>
        <pc:picChg chg="add mod">
          <ac:chgData name="Enrique Villegas Valerio" userId="8ada793c76dcd6b1" providerId="LiveId" clId="{CDC2C08B-765D-41C0-A2C7-AC4B25AAD00D}" dt="2024-04-24T18:59:27.990" v="3294" actId="1366"/>
          <ac:picMkLst>
            <pc:docMk/>
            <pc:sldMk cId="595888006" sldId="780"/>
            <ac:picMk id="7" creationId="{98228B16-1FA4-8945-BA5F-7E6E16AE4B32}"/>
          </ac:picMkLst>
        </pc:picChg>
      </pc:sldChg>
      <pc:sldMasterChg chg="modSldLayout">
        <pc:chgData name="Enrique Villegas Valerio" userId="8ada793c76dcd6b1" providerId="LiveId" clId="{CDC2C08B-765D-41C0-A2C7-AC4B25AAD00D}" dt="2024-04-21T11:56:32.836" v="1478" actId="14861"/>
        <pc:sldMasterMkLst>
          <pc:docMk/>
          <pc:sldMasterMk cId="2344839324" sldId="2147483660"/>
        </pc:sldMasterMkLst>
        <pc:sldLayoutChg chg="modSp mod">
          <pc:chgData name="Enrique Villegas Valerio" userId="8ada793c76dcd6b1" providerId="LiveId" clId="{CDC2C08B-765D-41C0-A2C7-AC4B25AAD00D}" dt="2024-04-21T11:56:32.836" v="1478" actId="14861"/>
          <pc:sldLayoutMkLst>
            <pc:docMk/>
            <pc:sldMasterMk cId="2344839324" sldId="2147483660"/>
            <pc:sldLayoutMk cId="3300451521" sldId="2147483663"/>
          </pc:sldLayoutMkLst>
          <pc:spChg chg="mod">
            <ac:chgData name="Enrique Villegas Valerio" userId="8ada793c76dcd6b1" providerId="LiveId" clId="{CDC2C08B-765D-41C0-A2C7-AC4B25AAD00D}" dt="2024-04-21T11:56:32.836" v="1478" actId="14861"/>
            <ac:spMkLst>
              <pc:docMk/>
              <pc:sldMasterMk cId="2344839324" sldId="2147483660"/>
              <pc:sldLayoutMk cId="3300451521" sldId="2147483663"/>
              <ac:spMk id="6" creationId="{CC6AAE60-C183-0B5E-BF22-42D727255D6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11/05/2024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lion head and clouds&#10;&#10;Description automatically generated">
            <a:extLst>
              <a:ext uri="{FF2B5EF4-FFF2-40B4-BE49-F238E27FC236}">
                <a16:creationId xmlns:a16="http://schemas.microsoft.com/office/drawing/2014/main" id="{96AB1972-E7F1-CFAC-94DD-81E6B1F3F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6AAE60-C183-0B5E-BF22-42D727255D6B}"/>
              </a:ext>
            </a:extLst>
          </p:cNvPr>
          <p:cNvSpPr/>
          <p:nvPr userDrawn="1"/>
        </p:nvSpPr>
        <p:spPr>
          <a:xfrm>
            <a:off x="1168401" y="0"/>
            <a:ext cx="110236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0" y="397668"/>
            <a:ext cx="9696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1000" y="6121400"/>
            <a:ext cx="6197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901" y="397668"/>
            <a:ext cx="10819549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7901" y="6121400"/>
            <a:ext cx="7320699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23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53" y="397668"/>
            <a:ext cx="10942097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53" y="6121400"/>
            <a:ext cx="7443247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4C5FA9-6EEA-72B9-B468-AD24EA9856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14505" r="16779" b="29067"/>
          <a:stretch/>
        </p:blipFill>
        <p:spPr bwMode="auto">
          <a:xfrm>
            <a:off x="10042204" y="5907784"/>
            <a:ext cx="1305246" cy="78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315" y="397668"/>
            <a:ext cx="10744135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315" y="6121400"/>
            <a:ext cx="7245285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7" name="Imagen 4" descr="Icono&#10;&#10;Descripción generada automáticamente">
            <a:extLst>
              <a:ext uri="{FF2B5EF4-FFF2-40B4-BE49-F238E27FC236}">
                <a16:creationId xmlns:a16="http://schemas.microsoft.com/office/drawing/2014/main" id="{E760794D-4195-1CBE-AAA0-9C7751238D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8" y="5747899"/>
            <a:ext cx="644802" cy="8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E81D74-8AAE-16C6-9103-D99086590DC4}"/>
              </a:ext>
            </a:extLst>
          </p:cNvPr>
          <p:cNvSpPr/>
          <p:nvPr userDrawn="1"/>
        </p:nvSpPr>
        <p:spPr>
          <a:xfrm>
            <a:off x="1150071" y="0"/>
            <a:ext cx="1104193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264" y="365125"/>
            <a:ext cx="9713535" cy="1325563"/>
          </a:xfrm>
        </p:spPr>
        <p:txBody>
          <a:bodyPr/>
          <a:lstStyle>
            <a:lvl1pPr algn="r">
              <a:defRPr baseline="0">
                <a:solidFill>
                  <a:schemeClr val="bg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0264" y="2133600"/>
            <a:ext cx="9713536" cy="36576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2045615" y="0"/>
            <a:ext cx="1014638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879871"/>
            <a:ext cx="7033491" cy="5098257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39CACC-FFD2-07EE-5D90-D9461F47CC44}"/>
              </a:ext>
            </a:extLst>
          </p:cNvPr>
          <p:cNvSpPr/>
          <p:nvPr userDrawn="1"/>
        </p:nvSpPr>
        <p:spPr>
          <a:xfrm>
            <a:off x="2422689" y="0"/>
            <a:ext cx="976931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501919"/>
            <a:ext cx="7546268" cy="729473"/>
          </a:xfrm>
        </p:spPr>
        <p:txBody>
          <a:bodyPr anchor="ctr">
            <a:noAutofit/>
          </a:bodyPr>
          <a:lstStyle>
            <a:lvl1pPr algn="r">
              <a:lnSpc>
                <a:spcPct val="135000"/>
              </a:lnSpc>
              <a:defRPr sz="3200" b="1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8ECB4E-C7A2-7A5E-D26E-9BD8F0C1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628" y="1825624"/>
            <a:ext cx="7546268" cy="453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3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104900"/>
            <a:ext cx="12192000" cy="4679043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/>
          <a:stretch/>
        </p:blipFill>
        <p:spPr>
          <a:xfrm>
            <a:off x="-3144" y="0"/>
            <a:ext cx="121951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539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11/05/2024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0" r:id="rId5"/>
    <p:sldLayoutId id="2147483671" r:id="rId6"/>
    <p:sldLayoutId id="2147483664" r:id="rId7"/>
    <p:sldLayoutId id="2147483667" r:id="rId8"/>
    <p:sldLayoutId id="2147483673" r:id="rId9"/>
    <p:sldLayoutId id="2147483672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75000"/>
            </a:schemeClr>
          </a:solidFill>
          <a:latin typeface="Atkinson Hyperlegibl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19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oup of frogs cooking in a pan&#10;&#10;Description automatically generated">
            <a:extLst>
              <a:ext uri="{FF2B5EF4-FFF2-40B4-BE49-F238E27FC236}">
                <a16:creationId xmlns:a16="http://schemas.microsoft.com/office/drawing/2014/main" id="{B80DE8FD-9EF8-9EC9-5876-EBD4D34F9D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30" b="401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AutoShape 4" descr="Figuras de rana en un sartén">
            <a:extLst>
              <a:ext uri="{FF2B5EF4-FFF2-40B4-BE49-F238E27FC236}">
                <a16:creationId xmlns:a16="http://schemas.microsoft.com/office/drawing/2014/main" id="{7225D425-DBD4-EEE3-8463-7AA71C0544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077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debería hacer el pueblo de Dios ante el avance de la  injusticia y la maldad?</a:t>
            </a:r>
          </a:p>
        </p:txBody>
      </p:sp>
    </p:spTree>
    <p:extLst>
      <p:ext uri="{BB962C8B-B14F-4D97-AF65-F5344CB8AC3E}">
        <p14:creationId xmlns:p14="http://schemas.microsoft.com/office/powerpoint/2010/main" val="349148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072055" y="1862275"/>
            <a:ext cx="990037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cap="all" dirty="0">
                <a:solidFill>
                  <a:schemeClr val="bg1">
                    <a:lumMod val="75000"/>
                    <a:lumOff val="25000"/>
                  </a:schemeClr>
                </a:solidFill>
                <a:latin typeface="Oswald" pitchFamily="2" charset="0"/>
              </a:rPr>
              <a:t>LAS  primeras TROMPETAS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20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8)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97155" y="3018935"/>
            <a:ext cx="10650170" cy="707886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4000" i="1" kern="1200" dirty="0">
                <a:ln>
                  <a:noFill/>
                </a:ln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El Rey </a:t>
            </a:r>
            <a:r>
              <a:rPr lang="es-MX" sz="400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responde al clamor de Su pueblo</a:t>
            </a:r>
            <a:endParaRPr lang="es-MX" sz="13800" i="1" dirty="0"/>
          </a:p>
        </p:txBody>
      </p:sp>
    </p:spTree>
    <p:extLst>
      <p:ext uri="{BB962C8B-B14F-4D97-AF65-F5344CB8AC3E}">
        <p14:creationId xmlns:p14="http://schemas.microsoft.com/office/powerpoint/2010/main" val="5961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dirty="0">
                <a:latin typeface="Montserrat ExtraBold" panose="00000900000000000000" pitchFamily="2" charset="0"/>
              </a:rPr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426221"/>
            <a:ext cx="10040892" cy="4879986"/>
          </a:xfrm>
        </p:spPr>
        <p:txBody>
          <a:bodyPr>
            <a:normAutofit/>
          </a:bodyPr>
          <a:lstStyle/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5400" dirty="0">
                <a:latin typeface="Montserrat SemiBold" panose="00000700000000000000" pitchFamily="2" charset="0"/>
              </a:rPr>
              <a:t>Una petición anhelada</a:t>
            </a:r>
          </a:p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5400" dirty="0">
                <a:latin typeface="Montserrat SemiBold" panose="00000700000000000000" pitchFamily="2" charset="0"/>
              </a:rPr>
              <a:t>Un juicio inminente</a:t>
            </a:r>
          </a:p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5400" dirty="0">
                <a:latin typeface="Montserrat SemiBold" panose="00000700000000000000" pitchFamily="2" charset="0"/>
              </a:rPr>
              <a:t>Una terrible advertencia</a:t>
            </a:r>
          </a:p>
        </p:txBody>
      </p:sp>
    </p:spTree>
    <p:extLst>
      <p:ext uri="{BB962C8B-B14F-4D97-AF65-F5344CB8AC3E}">
        <p14:creationId xmlns:p14="http://schemas.microsoft.com/office/powerpoint/2010/main" val="245970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F2F0F34-C83A-FF2D-A63A-82EB0E959971}"/>
              </a:ext>
            </a:extLst>
          </p:cNvPr>
          <p:cNvSpPr txBox="1">
            <a:spLocks/>
          </p:cNvSpPr>
          <p:nvPr/>
        </p:nvSpPr>
        <p:spPr>
          <a:xfrm>
            <a:off x="1175623" y="672156"/>
            <a:ext cx="9840754" cy="183863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>
                    <a:lumMod val="75000"/>
                  </a:schemeClr>
                </a:solidFill>
                <a:latin typeface="Atkinson Hyperlegible" pitchFamily="2" charset="0"/>
                <a:ea typeface="+mj-ea"/>
                <a:cs typeface="+mj-cs"/>
              </a:defRPr>
            </a:lvl1pPr>
          </a:lstStyle>
          <a:p>
            <a:pPr algn="ctr">
              <a:lnSpc>
                <a:spcPct val="135000"/>
              </a:lnSpc>
            </a:pP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Cristo ha transformado nuestro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 juicio en gracia y nos asegura que responderá cuando oramos según su voluntad; por tanto, oremos fervientemente  mientras proclamemos con urgencia Su evangelio, esperando 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Su glorioso retorno</a:t>
            </a:r>
          </a:p>
        </p:txBody>
      </p:sp>
    </p:spTree>
    <p:extLst>
      <p:ext uri="{BB962C8B-B14F-4D97-AF65-F5344CB8AC3E}">
        <p14:creationId xmlns:p14="http://schemas.microsoft.com/office/powerpoint/2010/main" val="53462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968189"/>
            <a:ext cx="10040892" cy="5331012"/>
          </a:xfrm>
        </p:spPr>
        <p:txBody>
          <a:bodyPr>
            <a:normAutofit lnSpcReduction="10000"/>
          </a:bodyPr>
          <a:lstStyle/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dirty="0">
                <a:latin typeface="Montserrat SemiBold" panose="00000700000000000000" pitchFamily="2" charset="0"/>
              </a:rPr>
              <a:t>¿Dónde vemos a Dios en Apocalipsis?</a:t>
            </a:r>
          </a:p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dirty="0">
                <a:latin typeface="Montserrat SemiBold" panose="00000700000000000000" pitchFamily="2" charset="0"/>
              </a:rPr>
              <a:t>¿Qué hace Dios en Apocalipsis?</a:t>
            </a:r>
          </a:p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dirty="0">
                <a:latin typeface="Montserrat SemiBold" panose="00000700000000000000" pitchFamily="2" charset="0"/>
              </a:rPr>
              <a:t>¿A qué me está llamando Dios?</a:t>
            </a:r>
          </a:p>
        </p:txBody>
      </p:sp>
    </p:spTree>
    <p:extLst>
      <p:ext uri="{BB962C8B-B14F-4D97-AF65-F5344CB8AC3E}">
        <p14:creationId xmlns:p14="http://schemas.microsoft.com/office/powerpoint/2010/main" val="148864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487291" y="2330326"/>
            <a:ext cx="90698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cap="all" spc="5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anhelada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20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8:1-5)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97155" y="1476841"/>
            <a:ext cx="10650170" cy="92333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5400" i="1" kern="1200" dirty="0">
                <a:ln>
                  <a:noFill/>
                </a:ln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Una petici</a:t>
            </a:r>
            <a:r>
              <a:rPr lang="es-MX" sz="540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ón</a:t>
            </a:r>
            <a:endParaRPr lang="es-MX" sz="23900" i="1" dirty="0"/>
          </a:p>
        </p:txBody>
      </p:sp>
    </p:spTree>
    <p:extLst>
      <p:ext uri="{BB962C8B-B14F-4D97-AF65-F5344CB8AC3E}">
        <p14:creationId xmlns:p14="http://schemas.microsoft.com/office/powerpoint/2010/main" val="29215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D747A-4ECA-25AA-E717-B5F04346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292" y="811048"/>
            <a:ext cx="7033491" cy="4272232"/>
          </a:xfrm>
        </p:spPr>
        <p:txBody>
          <a:bodyPr>
            <a:normAutofit/>
          </a:bodyPr>
          <a:lstStyle/>
          <a:p>
            <a:r>
              <a:rPr lang="es-MX" sz="6000" dirty="0"/>
              <a:t>El Séptimo Sello</a:t>
            </a:r>
          </a:p>
        </p:txBody>
      </p:sp>
      <p:sp>
        <p:nvSpPr>
          <p:cNvPr id="5" name="Rectángulo 1">
            <a:extLst>
              <a:ext uri="{FF2B5EF4-FFF2-40B4-BE49-F238E27FC236}">
                <a16:creationId xmlns:a16="http://schemas.microsoft.com/office/drawing/2014/main" id="{7A4D72EA-2ADC-FEE9-B42F-93E4F7A37574}"/>
              </a:ext>
            </a:extLst>
          </p:cNvPr>
          <p:cNvSpPr/>
          <p:nvPr/>
        </p:nvSpPr>
        <p:spPr>
          <a:xfrm>
            <a:off x="2690292" y="5201418"/>
            <a:ext cx="5966268" cy="707886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4000" i="1" kern="1200" dirty="0">
                <a:ln>
                  <a:noFill/>
                </a:ln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(Apocalipsis 8 : 1)</a:t>
            </a:r>
            <a:endParaRPr lang="es-MX" sz="13800" i="1" dirty="0"/>
          </a:p>
        </p:txBody>
      </p:sp>
    </p:spTree>
    <p:extLst>
      <p:ext uri="{BB962C8B-B14F-4D97-AF65-F5344CB8AC3E}">
        <p14:creationId xmlns:p14="http://schemas.microsoft.com/office/powerpoint/2010/main" val="88165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9486-7CE6-E93A-10EB-DBA3AEB4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6000" dirty="0"/>
              <a:t>Cuando el Cordero abrió el séptimo sello, hubo silencio en el cielo como por media hora.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227F2-B6D7-1F38-5157-B357E6705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8:1</a:t>
            </a:r>
          </a:p>
        </p:txBody>
      </p:sp>
    </p:spTree>
    <p:extLst>
      <p:ext uri="{BB962C8B-B14F-4D97-AF65-F5344CB8AC3E}">
        <p14:creationId xmlns:p14="http://schemas.microsoft.com/office/powerpoint/2010/main" val="164752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5C7A1-A975-736A-C200-5447D1A8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Pero el Señor está en Su santo templo:  Calle delante de Él toda la tierra».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1FE7-7C2D-410A-B020-DB6F27654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Habacuc 2:20</a:t>
            </a:r>
          </a:p>
        </p:txBody>
      </p:sp>
    </p:spTree>
    <p:extLst>
      <p:ext uri="{BB962C8B-B14F-4D97-AF65-F5344CB8AC3E}">
        <p14:creationId xmlns:p14="http://schemas.microsoft.com/office/powerpoint/2010/main" val="270864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D747A-4ECA-25AA-E717-B5F04346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292" y="811048"/>
            <a:ext cx="7033491" cy="4272232"/>
          </a:xfrm>
        </p:spPr>
        <p:txBody>
          <a:bodyPr>
            <a:normAutofit/>
          </a:bodyPr>
          <a:lstStyle/>
          <a:p>
            <a:r>
              <a:rPr lang="es-MX" sz="6000" dirty="0"/>
              <a:t>Las oraciones de los santos</a:t>
            </a:r>
          </a:p>
        </p:txBody>
      </p:sp>
      <p:sp>
        <p:nvSpPr>
          <p:cNvPr id="5" name="Rectángulo 1">
            <a:extLst>
              <a:ext uri="{FF2B5EF4-FFF2-40B4-BE49-F238E27FC236}">
                <a16:creationId xmlns:a16="http://schemas.microsoft.com/office/drawing/2014/main" id="{7A4D72EA-2ADC-FEE9-B42F-93E4F7A37574}"/>
              </a:ext>
            </a:extLst>
          </p:cNvPr>
          <p:cNvSpPr/>
          <p:nvPr/>
        </p:nvSpPr>
        <p:spPr>
          <a:xfrm>
            <a:off x="2690292" y="5201418"/>
            <a:ext cx="5966268" cy="707886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4000" i="1" kern="1200" dirty="0">
                <a:ln>
                  <a:noFill/>
                </a:ln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(Apocalipsis 8 : 2 - 5)</a:t>
            </a:r>
            <a:endParaRPr lang="es-MX" sz="13800" i="1" dirty="0"/>
          </a:p>
        </p:txBody>
      </p:sp>
    </p:spTree>
    <p:extLst>
      <p:ext uri="{BB962C8B-B14F-4D97-AF65-F5344CB8AC3E}">
        <p14:creationId xmlns:p14="http://schemas.microsoft.com/office/powerpoint/2010/main" val="3596939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0D5-C5D6-7775-295D-BA878707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Vi a los siete ángeles que están de pie delante de Dios, y se les dieron siete trompetas.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1CAC-0E4A-73A7-9E8E-5EA58BF79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8:2-5</a:t>
            </a:r>
          </a:p>
        </p:txBody>
      </p:sp>
    </p:spTree>
    <p:extLst>
      <p:ext uri="{BB962C8B-B14F-4D97-AF65-F5344CB8AC3E}">
        <p14:creationId xmlns:p14="http://schemas.microsoft.com/office/powerpoint/2010/main" val="3336324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0D5-C5D6-7775-295D-BA878707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3</a:t>
            </a:r>
            <a:r>
              <a:rPr lang="es-MX" sz="4400" dirty="0"/>
              <a:t>Otro ángel vino y se paró ante el altar con un incensario de oro, y se le dio mucho incienso para que lo añadiera a las oraciones de todos los santos sobre el altar de oro que estaba delante del trono.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1CAC-0E4A-73A7-9E8E-5EA58BF79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8:2-5</a:t>
            </a:r>
          </a:p>
        </p:txBody>
      </p:sp>
    </p:spTree>
    <p:extLst>
      <p:ext uri="{BB962C8B-B14F-4D97-AF65-F5344CB8AC3E}">
        <p14:creationId xmlns:p14="http://schemas.microsoft.com/office/powerpoint/2010/main" val="382949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0D5-C5D6-7775-295D-BA878707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u="none" strike="noStrike" baseline="30000" dirty="0">
                <a:effectLst/>
              </a:rPr>
              <a:t>4</a:t>
            </a:r>
            <a:r>
              <a:rPr lang="es-MX" dirty="0"/>
              <a:t>De la mano del ángel subió ante Dios el humo del incienso con las oraciones de los santos.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1CAC-0E4A-73A7-9E8E-5EA58BF79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8:2-5</a:t>
            </a:r>
          </a:p>
        </p:txBody>
      </p:sp>
    </p:spTree>
    <p:extLst>
      <p:ext uri="{BB962C8B-B14F-4D97-AF65-F5344CB8AC3E}">
        <p14:creationId xmlns:p14="http://schemas.microsoft.com/office/powerpoint/2010/main" val="321904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0D5-C5D6-7775-295D-BA878707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u="none" strike="noStrike" baseline="30000" dirty="0">
                <a:effectLst/>
              </a:rPr>
              <a:t>5</a:t>
            </a:r>
            <a:r>
              <a:rPr lang="es-MX" dirty="0"/>
              <a:t>Después el ángel tomó el incensario, lo llenó con el fuego del altar y lo arrojó a la tierra, y hubo truenos, ruidos, relámpagos, y un terremoto.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1CAC-0E4A-73A7-9E8E-5EA58BF79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8:2-5</a:t>
            </a:r>
          </a:p>
        </p:txBody>
      </p:sp>
    </p:spTree>
    <p:extLst>
      <p:ext uri="{BB962C8B-B14F-4D97-AF65-F5344CB8AC3E}">
        <p14:creationId xmlns:p14="http://schemas.microsoft.com/office/powerpoint/2010/main" val="3348854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¿Quiénes son estos ángeles?</a:t>
            </a:r>
          </a:p>
        </p:txBody>
      </p:sp>
    </p:spTree>
    <p:extLst>
      <p:ext uri="{BB962C8B-B14F-4D97-AF65-F5344CB8AC3E}">
        <p14:creationId xmlns:p14="http://schemas.microsoft.com/office/powerpoint/2010/main" val="2704496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hace un altar en el cielo?</a:t>
            </a:r>
          </a:p>
        </p:txBody>
      </p:sp>
    </p:spTree>
    <p:extLst>
      <p:ext uri="{BB962C8B-B14F-4D97-AF65-F5344CB8AC3E}">
        <p14:creationId xmlns:p14="http://schemas.microsoft.com/office/powerpoint/2010/main" val="2698640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5AAE06-FEDA-9B1C-3A04-0CB552F3D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54" t="32626" r="-8" b="946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361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tipo de oraciones son las que están en el Altar?</a:t>
            </a:r>
          </a:p>
        </p:txBody>
      </p:sp>
    </p:spTree>
    <p:extLst>
      <p:ext uri="{BB962C8B-B14F-4D97-AF65-F5344CB8AC3E}">
        <p14:creationId xmlns:p14="http://schemas.microsoft.com/office/powerpoint/2010/main" val="2133800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0D5-C5D6-7775-295D-BA878707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s-MX" sz="7200" u="none" strike="noStrike" baseline="30000" dirty="0">
                <a:effectLst/>
              </a:rPr>
            </a:br>
            <a:r>
              <a:rPr lang="es-MX" sz="7200" u="none" strike="noStrike" baseline="30000" dirty="0">
                <a:effectLst/>
              </a:rPr>
              <a:t>Piden y no reciben, porque piden con malos propósitos, para gastarlo en sus placeres</a:t>
            </a:r>
            <a:br>
              <a:rPr lang="es-MX" sz="7200" u="none" strike="noStrike" baseline="30000" dirty="0">
                <a:effectLst/>
              </a:rPr>
            </a:br>
            <a:endParaRPr lang="es-MX" sz="7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1CAC-0E4A-73A7-9E8E-5EA58BF79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Santiago 4:3</a:t>
            </a:r>
          </a:p>
        </p:txBody>
      </p:sp>
    </p:spTree>
    <p:extLst>
      <p:ext uri="{BB962C8B-B14F-4D97-AF65-F5344CB8AC3E}">
        <p14:creationId xmlns:p14="http://schemas.microsoft.com/office/powerpoint/2010/main" val="384507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dirty="0"/>
              <a:t>»Ustedes, pues, oren de esta manera: "Padre nuestro que estás en los cielos,  Santificado sea Tu nombre.  Venga Tu reino.  Hágase Tu voluntad,  Así en la tierra como en el cielo.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Mateo 6:9-10</a:t>
            </a:r>
          </a:p>
        </p:txBody>
      </p:sp>
    </p:spTree>
    <p:extLst>
      <p:ext uri="{BB962C8B-B14F-4D97-AF65-F5344CB8AC3E}">
        <p14:creationId xmlns:p14="http://schemas.microsoft.com/office/powerpoint/2010/main" val="3472003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317E217-E6EF-67E6-0A5E-DB81568E1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07" y="268908"/>
            <a:ext cx="10830910" cy="1252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730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oraban los creyentes de Esmirna o Pérgamo?</a:t>
            </a:r>
          </a:p>
        </p:txBody>
      </p:sp>
    </p:spTree>
    <p:extLst>
      <p:ext uri="{BB962C8B-B14F-4D97-AF65-F5344CB8AC3E}">
        <p14:creationId xmlns:p14="http://schemas.microsoft.com/office/powerpoint/2010/main" val="272607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oran los cristianos perseguidos?</a:t>
            </a:r>
          </a:p>
        </p:txBody>
      </p:sp>
    </p:spTree>
    <p:extLst>
      <p:ext uri="{BB962C8B-B14F-4D97-AF65-F5344CB8AC3E}">
        <p14:creationId xmlns:p14="http://schemas.microsoft.com/office/powerpoint/2010/main" val="268146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person in a suit walking in front of a brick wall&#10;&#10;Description automatically generated">
            <a:extLst>
              <a:ext uri="{FF2B5EF4-FFF2-40B4-BE49-F238E27FC236}">
                <a16:creationId xmlns:a16="http://schemas.microsoft.com/office/drawing/2014/main" id="{91870A1F-4242-F42D-98B5-F552504377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3" b="683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AutoShape 2" descr="La mayor oscuridad posible · Sirviendo a los cristianos perseguidos">
            <a:extLst>
              <a:ext uri="{FF2B5EF4-FFF2-40B4-BE49-F238E27FC236}">
                <a16:creationId xmlns:a16="http://schemas.microsoft.com/office/drawing/2014/main" id="{D50EE501-5AEF-7F5F-8AEB-DE45A44A5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7540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F757584-5B87-1275-45AF-3652352B1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5" b="736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718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han orado </a:t>
            </a:r>
            <a:br>
              <a:rPr lang="es-MX" dirty="0"/>
            </a:br>
            <a:r>
              <a:rPr lang="es-MX" dirty="0"/>
              <a:t>los creyentes ante </a:t>
            </a:r>
            <a:br>
              <a:rPr lang="es-MX" dirty="0"/>
            </a:br>
            <a:r>
              <a:rPr lang="es-MX" dirty="0"/>
              <a:t>el avance de la maldad?</a:t>
            </a:r>
          </a:p>
        </p:txBody>
      </p:sp>
    </p:spTree>
    <p:extLst>
      <p:ext uri="{BB962C8B-B14F-4D97-AF65-F5344CB8AC3E}">
        <p14:creationId xmlns:p14="http://schemas.microsoft.com/office/powerpoint/2010/main" val="3247280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6000" dirty="0"/>
              <a:t>¿Hasta cuándo mi enemigo se enaltecerá sobre mí?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Sal 13:2.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1026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D2E7-D7A6-B297-D562-584800C5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/>
              <a:t>¿Hasta cuándo, oh Dios, blasfemará el adversario? ¿Despreciará el enemigo Tu nombre para siempre?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FBD43-AAFB-4F7E-7D13-41F5BB2B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Sal 74:10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5233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CED3-E4B3-A29D-A185-55B8F0AB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/>
              <a:t>¿Hasta cuándo, SEÑOR? ¿Te esconderás para siempre? ¿Arderá como el fuego Tu furor?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E1011-5E61-F99F-C3ED-3E3AD491A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Salmo 89:46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56869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BE23-FD37-A468-9683-CA082A1A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/>
              <a:t>13Vuelve, SEÑOR; ¿hasta cuándo? Y compadécete de Tus siervos.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59D5B-8F8C-672C-3F04-84AAF6482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Salmo 90:13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42463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543F-5710-7111-7252-5AC76EC3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5400" dirty="0"/>
              <a:t>3¿Hasta cuándo los impíos, SEÑOR, Hasta cuándo los impíos se regocijarán?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CB4A-58E4-80C6-BC98-3E89010EA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Salmo 94:3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101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oraba Cristo?</a:t>
            </a:r>
          </a:p>
        </p:txBody>
      </p:sp>
    </p:spTree>
    <p:extLst>
      <p:ext uri="{BB962C8B-B14F-4D97-AF65-F5344CB8AC3E}">
        <p14:creationId xmlns:p14="http://schemas.microsoft.com/office/powerpoint/2010/main" val="1621793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543F-5710-7111-7252-5AC76EC3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5400" dirty="0"/>
              <a:t>Apartándose de nuevo, oró por segunda vez, diciendo: «Padre Mío, si esta copa no puede pasar sin que Yo la beba, hágase Tu voluntad». 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CB4A-58E4-80C6-BC98-3E89010EA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Mateo 26.42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8604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307E-2BE0-E0B0-579B-E57210CB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dirty="0"/>
              <a:t>Ustedes, pues, oren de esta manera: "Padre nuestro que estás en los cielos, Santificado sea Tu nombre.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13EB4-2822-67F6-DE9C-5279ED555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Mateo 6:9</a:t>
            </a:r>
          </a:p>
        </p:txBody>
      </p:sp>
    </p:spTree>
    <p:extLst>
      <p:ext uri="{BB962C8B-B14F-4D97-AF65-F5344CB8AC3E}">
        <p14:creationId xmlns:p14="http://schemas.microsoft.com/office/powerpoint/2010/main" val="1603185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A85515-295E-DD5D-53E5-37E10D93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255" y="3100038"/>
            <a:ext cx="9084010" cy="1838635"/>
          </a:xfrm>
        </p:spPr>
        <p:txBody>
          <a:bodyPr>
            <a:noAutofit/>
          </a:bodyPr>
          <a:lstStyle/>
          <a:p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cuando oramos según voluntad, especialmente en tiempos de adversidad; por ello, es esencial que nuestras oraciones reflejen este anhelo.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7C4E7A-958F-82CD-9F72-F0F577A39DD3}"/>
              </a:ext>
            </a:extLst>
          </p:cNvPr>
          <p:cNvSpPr txBox="1"/>
          <p:nvPr/>
        </p:nvSpPr>
        <p:spPr>
          <a:xfrm>
            <a:off x="582949" y="1791403"/>
            <a:ext cx="10878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cap="all" spc="5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DIOS RESPONDE</a:t>
            </a:r>
            <a:endParaRPr lang="es-MX" sz="7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575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6000" dirty="0"/>
              <a:t>Si observo iniquidad en mi corazón,  El Señor no me escuchará.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Salmo 66:18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78106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2C3D-572B-8130-12D9-E2F657DA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dirty="0"/>
              <a:t>¿Quién es el que condena? Cristo Jesús es el que murió, sí, más aún, el que resucitó, el que además está a la diestra de Dios, el que también intercede por nosotros.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C0ECE-E24D-3B1A-6B9D-FA4A5E476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Romanos 8:34</a:t>
            </a:r>
          </a:p>
        </p:txBody>
      </p:sp>
    </p:spTree>
    <p:extLst>
      <p:ext uri="{BB962C8B-B14F-4D97-AF65-F5344CB8AC3E}">
        <p14:creationId xmlns:p14="http://schemas.microsoft.com/office/powerpoint/2010/main" val="2418867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6000" dirty="0"/>
              <a:t>¿Estamos orando según Su voluntad?</a:t>
            </a:r>
          </a:p>
        </p:txBody>
      </p:sp>
    </p:spTree>
    <p:extLst>
      <p:ext uri="{BB962C8B-B14F-4D97-AF65-F5344CB8AC3E}">
        <p14:creationId xmlns:p14="http://schemas.microsoft.com/office/powerpoint/2010/main" val="2843951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dirty="0"/>
              <a:t>¿Acaso entendemos que Cuando oramos conforme a la voluntad de Dios, Nuestras oraciones afectan al mundo?</a:t>
            </a:r>
          </a:p>
        </p:txBody>
      </p:sp>
    </p:spTree>
    <p:extLst>
      <p:ext uri="{BB962C8B-B14F-4D97-AF65-F5344CB8AC3E}">
        <p14:creationId xmlns:p14="http://schemas.microsoft.com/office/powerpoint/2010/main" val="41043693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dirty="0"/>
              <a:t>¿Acaso entendemos que Cuando oramos conforme a la voluntad de Dios, Nuestras oraciones afectan al mundo?</a:t>
            </a:r>
          </a:p>
        </p:txBody>
      </p:sp>
    </p:spTree>
    <p:extLst>
      <p:ext uri="{BB962C8B-B14F-4D97-AF65-F5344CB8AC3E}">
        <p14:creationId xmlns:p14="http://schemas.microsoft.com/office/powerpoint/2010/main" val="2286883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715B7-2447-FAFD-9A81-479596F5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6000" dirty="0"/>
              <a:t>¿Para qué usamos la paz que Dios nos da?</a:t>
            </a:r>
          </a:p>
        </p:txBody>
      </p:sp>
    </p:spTree>
    <p:extLst>
      <p:ext uri="{BB962C8B-B14F-4D97-AF65-F5344CB8AC3E}">
        <p14:creationId xmlns:p14="http://schemas.microsoft.com/office/powerpoint/2010/main" val="348852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487291" y="1789149"/>
            <a:ext cx="90698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cap="all" spc="5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 juicio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20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8:6 - 12)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97155" y="3035052"/>
            <a:ext cx="10650170" cy="92333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540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Inminente</a:t>
            </a:r>
            <a:endParaRPr lang="es-MX" sz="23900" i="1" dirty="0"/>
          </a:p>
        </p:txBody>
      </p:sp>
    </p:spTree>
    <p:extLst>
      <p:ext uri="{BB962C8B-B14F-4D97-AF65-F5344CB8AC3E}">
        <p14:creationId xmlns:p14="http://schemas.microsoft.com/office/powerpoint/2010/main" val="3696431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dirty="0"/>
              <a:t>Entonces los siete ángeles que tenían las siete trompetas se prepararon para tocarlas.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2934424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7</a:t>
            </a:r>
            <a:r>
              <a:rPr lang="es-MX" sz="4400" dirty="0"/>
              <a:t>El primero tocó la trompeta, y vino granizo y fuego mezclados con sangre, y fueron arrojados a la tierra. Se quemó la tercera parte de la tierra, la tercera parte de los árboles y toda hierba verde.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152067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8</a:t>
            </a:r>
            <a:r>
              <a:rPr lang="es-MX" sz="4400" dirty="0"/>
              <a:t>El segundo ángel tocó la trompeta, y algo como una gran montaña ardiendo en llamas fue arrojado al mar, y la tercera parte del mar se convirtió en sangre.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32639104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9</a:t>
            </a:r>
            <a:r>
              <a:rPr lang="es-MX" sz="4400" dirty="0"/>
              <a:t>Y murió la tercera parte de los seres que estaban en el mar y que tenían vida. Y la tercera parte de los barcos fue destruida.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3995859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10</a:t>
            </a:r>
            <a:r>
              <a:rPr lang="es-MX" sz="4400" dirty="0"/>
              <a:t>El tercer ángel tocó la trompeta, y cayó del cielo una gran estrella, ardiendo como una antorcha, y cayó sobre la tercera parte de los ríos y sobre los manantiales de las aguas.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36682966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11</a:t>
            </a:r>
            <a:r>
              <a:rPr lang="es-MX" sz="4400" dirty="0"/>
              <a:t>El nombre de la estrella es Ajenjo. La tercera parte de las aguas se convirtió en ajenjo, y muchos hombres murieron por causa de las aguas, porque se habían vuelto amargas.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20434190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u="none" strike="noStrike" baseline="30000" dirty="0">
                <a:effectLst/>
              </a:rPr>
              <a:t>12</a:t>
            </a:r>
            <a:r>
              <a:rPr lang="es-MX" sz="3600" dirty="0"/>
              <a:t>El cuarto ángel tocó la trompeta, y fue herida la tercera parte del sol, la tercera parte de la luna, y la tercera parte de las estrellas, para que la tercera parte de ellos se oscureciera y el día no resplandeciera en su tercera parte, y asimismo en la noche.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8:6-12</a:t>
            </a:r>
          </a:p>
        </p:txBody>
      </p:sp>
    </p:spTree>
    <p:extLst>
      <p:ext uri="{BB962C8B-B14F-4D97-AF65-F5344CB8AC3E}">
        <p14:creationId xmlns:p14="http://schemas.microsoft.com/office/powerpoint/2010/main" val="3915450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A85515-295E-DD5D-53E5-37E10D93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255" y="3100038"/>
            <a:ext cx="9084010" cy="1838635"/>
          </a:xfrm>
        </p:spPr>
        <p:txBody>
          <a:bodyPr>
            <a:noAutofit/>
          </a:bodyPr>
          <a:lstStyle/>
          <a:p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Cada desastre natural, presente y futuro, nos habla tanto del Juicio de Dios como de Su paciencia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7C4E7A-958F-82CD-9F72-F0F577A39DD3}"/>
              </a:ext>
            </a:extLst>
          </p:cNvPr>
          <p:cNvSpPr txBox="1"/>
          <p:nvPr/>
        </p:nvSpPr>
        <p:spPr>
          <a:xfrm>
            <a:off x="582949" y="1791403"/>
            <a:ext cx="10878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cap="all" spc="5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DIOS RESPONDE</a:t>
            </a:r>
            <a:endParaRPr lang="es-MX" sz="7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6990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487291" y="2330326"/>
            <a:ext cx="90698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cap="all" spc="5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Advertencia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20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8:13)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97155" y="1280902"/>
            <a:ext cx="1065017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6000" i="1" kern="1200" dirty="0">
                <a:ln>
                  <a:noFill/>
                </a:ln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Una terrible</a:t>
            </a:r>
            <a:endParaRPr lang="es-MX" sz="28700" i="1" dirty="0"/>
          </a:p>
        </p:txBody>
      </p:sp>
    </p:spTree>
    <p:extLst>
      <p:ext uri="{BB962C8B-B14F-4D97-AF65-F5344CB8AC3E}">
        <p14:creationId xmlns:p14="http://schemas.microsoft.com/office/powerpoint/2010/main" val="12655063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dirty="0"/>
              <a:t>Entonces miré, y oí volar un águila en medio del cielo, que decía a gran voz: «¡Ay, ay, ay, de los que habitan en la tierra, a causa de los toques de trompeta que faltan, que los otros tres ángeles están para tocar!».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8:13</a:t>
            </a:r>
          </a:p>
        </p:txBody>
      </p:sp>
    </p:spTree>
    <p:extLst>
      <p:ext uri="{BB962C8B-B14F-4D97-AF65-F5344CB8AC3E}">
        <p14:creationId xmlns:p14="http://schemas.microsoft.com/office/powerpoint/2010/main" val="1187758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487291" y="3104770"/>
            <a:ext cx="9069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cap="all" spc="5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CONCLUIR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97155" y="2055346"/>
            <a:ext cx="1065017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s-MX" sz="600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P</a:t>
            </a:r>
            <a:r>
              <a:rPr lang="es-MX" sz="6000" i="1" kern="1200" dirty="0">
                <a:ln>
                  <a:noFill/>
                </a:ln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ara</a:t>
            </a:r>
            <a:endParaRPr lang="es-MX" sz="28700" i="1" dirty="0"/>
          </a:p>
        </p:txBody>
      </p:sp>
    </p:spTree>
    <p:extLst>
      <p:ext uri="{BB962C8B-B14F-4D97-AF65-F5344CB8AC3E}">
        <p14:creationId xmlns:p14="http://schemas.microsoft.com/office/powerpoint/2010/main" val="4041023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dirty="0">
                <a:latin typeface="Montserrat ExtraBold" panose="00000900000000000000" pitchFamily="2" charset="0"/>
              </a:rPr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426221"/>
            <a:ext cx="10040892" cy="4879986"/>
          </a:xfrm>
        </p:spPr>
        <p:txBody>
          <a:bodyPr>
            <a:normAutofit/>
          </a:bodyPr>
          <a:lstStyle/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5400" dirty="0">
                <a:latin typeface="Montserrat SemiBold" panose="00000700000000000000" pitchFamily="2" charset="0"/>
              </a:rPr>
              <a:t>Una petición anhelada</a:t>
            </a:r>
          </a:p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5400" dirty="0">
                <a:latin typeface="Montserrat SemiBold" panose="00000700000000000000" pitchFamily="2" charset="0"/>
              </a:rPr>
              <a:t>Un juicio inminente</a:t>
            </a:r>
          </a:p>
          <a:p>
            <a:pPr marL="742950" indent="-74295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5400" dirty="0">
                <a:latin typeface="Montserrat SemiBold" panose="00000700000000000000" pitchFamily="2" charset="0"/>
              </a:rPr>
              <a:t>Una terrible advertencia</a:t>
            </a:r>
          </a:p>
        </p:txBody>
      </p:sp>
    </p:spTree>
    <p:extLst>
      <p:ext uri="{BB962C8B-B14F-4D97-AF65-F5344CB8AC3E}">
        <p14:creationId xmlns:p14="http://schemas.microsoft.com/office/powerpoint/2010/main" val="14747783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F2F0F34-C83A-FF2D-A63A-82EB0E959971}"/>
              </a:ext>
            </a:extLst>
          </p:cNvPr>
          <p:cNvSpPr txBox="1">
            <a:spLocks/>
          </p:cNvSpPr>
          <p:nvPr/>
        </p:nvSpPr>
        <p:spPr>
          <a:xfrm>
            <a:off x="1175623" y="672156"/>
            <a:ext cx="9840754" cy="183863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>
                    <a:lumMod val="75000"/>
                  </a:schemeClr>
                </a:solidFill>
                <a:latin typeface="Atkinson Hyperlegible" pitchFamily="2" charset="0"/>
                <a:ea typeface="+mj-ea"/>
                <a:cs typeface="+mj-cs"/>
              </a:defRPr>
            </a:lvl1pPr>
          </a:lstStyle>
          <a:p>
            <a:pPr algn="ctr">
              <a:lnSpc>
                <a:spcPct val="135000"/>
              </a:lnSpc>
            </a:pP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Cristo ha transformado nuestro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 juicio en gracia y nos asegura que responderá cuando oramos según su voluntad; por tanto, oremos fervientemente  mientras proclamemos con urgencia Su evangelio, esperando 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Su glorioso retorno</a:t>
            </a:r>
          </a:p>
        </p:txBody>
      </p:sp>
    </p:spTree>
    <p:extLst>
      <p:ext uri="{BB962C8B-B14F-4D97-AF65-F5344CB8AC3E}">
        <p14:creationId xmlns:p14="http://schemas.microsoft.com/office/powerpoint/2010/main" val="16794549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F2F0F34-C83A-FF2D-A63A-82EB0E959971}"/>
              </a:ext>
            </a:extLst>
          </p:cNvPr>
          <p:cNvSpPr txBox="1">
            <a:spLocks/>
          </p:cNvSpPr>
          <p:nvPr/>
        </p:nvSpPr>
        <p:spPr>
          <a:xfrm>
            <a:off x="1175623" y="672156"/>
            <a:ext cx="9840754" cy="183863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>
                    <a:lumMod val="75000"/>
                  </a:schemeClr>
                </a:solidFill>
                <a:latin typeface="Atkinson Hyperlegible" pitchFamily="2" charset="0"/>
                <a:ea typeface="+mj-ea"/>
                <a:cs typeface="+mj-cs"/>
              </a:defRPr>
            </a:lvl1pPr>
          </a:lstStyle>
          <a:p>
            <a:pPr algn="ctr">
              <a:lnSpc>
                <a:spcPct val="135000"/>
              </a:lnSpc>
            </a:pP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No merecíamos 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que Dios escuchara nuestras oraciones, 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merecíamos estos juicios y toda la Ira de Dios, pero Cristo cargó con nuestro castigo </a:t>
            </a:r>
            <a:b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</a:br>
            <a:r>
              <a:rPr lang="es-MX" b="0" i="1" dirty="0">
                <a:solidFill>
                  <a:srgbClr val="404040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y nos abrió un camino al trono de Dios.</a:t>
            </a:r>
          </a:p>
        </p:txBody>
      </p:sp>
    </p:spTree>
    <p:extLst>
      <p:ext uri="{BB962C8B-B14F-4D97-AF65-F5344CB8AC3E}">
        <p14:creationId xmlns:p14="http://schemas.microsoft.com/office/powerpoint/2010/main" val="34503987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19</a:t>
            </a:r>
            <a:r>
              <a:rPr lang="es-MX" sz="4800" dirty="0"/>
              <a:t>Entonces, hermanos, puesto que tenemos confianza para entrar al Lugar Santísimo por la sangre de Jesús,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Hebreos 10:19-23</a:t>
            </a:r>
          </a:p>
        </p:txBody>
      </p:sp>
    </p:spTree>
    <p:extLst>
      <p:ext uri="{BB962C8B-B14F-4D97-AF65-F5344CB8AC3E}">
        <p14:creationId xmlns:p14="http://schemas.microsoft.com/office/powerpoint/2010/main" val="4047806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u="none" strike="noStrike" baseline="30000" dirty="0">
                <a:effectLst/>
              </a:rPr>
              <a:t>20</a:t>
            </a:r>
            <a:r>
              <a:rPr lang="es-MX" sz="3600" dirty="0"/>
              <a:t>por un camino nuevo y vivo que Él inauguró para nosotros por medio del velo, es decir, Su carne, </a:t>
            </a:r>
            <a:br>
              <a:rPr lang="es-MX" sz="3600" dirty="0"/>
            </a:br>
            <a:r>
              <a:rPr lang="es-MX" sz="3600" u="none" strike="noStrike" baseline="30000" dirty="0">
                <a:effectLst/>
              </a:rPr>
              <a:t>21</a:t>
            </a:r>
            <a:r>
              <a:rPr lang="es-MX" sz="3600" dirty="0"/>
              <a:t>y puesto que tenemos un gran Sacerdote sobre la casa de Dios,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Hebreos 10:19-23</a:t>
            </a:r>
          </a:p>
        </p:txBody>
      </p:sp>
    </p:spTree>
    <p:extLst>
      <p:ext uri="{BB962C8B-B14F-4D97-AF65-F5344CB8AC3E}">
        <p14:creationId xmlns:p14="http://schemas.microsoft.com/office/powerpoint/2010/main" val="9618848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1B3-2724-6DA1-2527-D1F44D5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u="none" strike="noStrike" baseline="30000" dirty="0">
                <a:effectLst/>
              </a:rPr>
              <a:t>22</a:t>
            </a:r>
            <a:r>
              <a:rPr lang="es-MX" sz="3600" dirty="0"/>
              <a:t>acerquémonos con corazón sincero, en plena certidumbre de fe, teniendo nuestro corazón purificado de mala conciencia y nuestro cuerpo lavado con agua pura. </a:t>
            </a:r>
            <a:br>
              <a:rPr lang="es-MX" sz="3600" dirty="0"/>
            </a:br>
            <a:r>
              <a:rPr lang="es-MX" sz="3600" u="none" strike="noStrike" baseline="30000" dirty="0">
                <a:effectLst/>
              </a:rPr>
              <a:t>23</a:t>
            </a:r>
            <a:r>
              <a:rPr lang="es-MX" sz="3600" dirty="0"/>
              <a:t>Mantengamos firme la profesión de nuestra esperanza sin vacilar, porque fiel es Aquel que prometió.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E7B36-88DB-6463-5E4C-A779CA54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Hebreos 10:19-23</a:t>
            </a:r>
          </a:p>
        </p:txBody>
      </p:sp>
    </p:spTree>
    <p:extLst>
      <p:ext uri="{BB962C8B-B14F-4D97-AF65-F5344CB8AC3E}">
        <p14:creationId xmlns:p14="http://schemas.microsoft.com/office/powerpoint/2010/main" val="16025801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598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4265E9-2ABB-451B-BCDF-224E1F003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5921f-f366-4ea7-84c8-5471bad9b7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29AA65-96A6-4F08-84D2-837ABDEE403D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a685921f-f366-4ea7-84c8-5471bad9b71b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12096</TotalTime>
  <Words>1252</Words>
  <Application>Microsoft Office PowerPoint</Application>
  <PresentationFormat>Widescreen</PresentationFormat>
  <Paragraphs>126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Atkinson Hyperlegible</vt:lpstr>
      <vt:lpstr>Calibri</vt:lpstr>
      <vt:lpstr>EB Garamond</vt:lpstr>
      <vt:lpstr>Merriweather</vt:lpstr>
      <vt:lpstr>Montserrat</vt:lpstr>
      <vt:lpstr>Montserrat ExtraBold</vt:lpstr>
      <vt:lpstr>Montserrat SemiBold</vt:lpstr>
      <vt:lpstr>Oswald</vt:lpstr>
      <vt:lpstr>Yeseva One</vt:lpstr>
      <vt:lpstr>Tema de Office</vt:lpstr>
      <vt:lpstr>PowerPoint Presentation</vt:lpstr>
      <vt:lpstr>PowerPoint Presentation</vt:lpstr>
      <vt:lpstr>¿Qué debería hacer el pueblo de Dios ante el avance de la  injusticia y la maldad?</vt:lpstr>
      <vt:lpstr>PowerPoint Presentation</vt:lpstr>
      <vt:lpstr>Resumen:</vt:lpstr>
      <vt:lpstr>PowerPoint Presentation</vt:lpstr>
      <vt:lpstr>PowerPoint Presentation</vt:lpstr>
      <vt:lpstr>PowerPoint Presentation</vt:lpstr>
      <vt:lpstr>El Séptimo Sello</vt:lpstr>
      <vt:lpstr>Cuando el Cordero abrió el séptimo sello, hubo silencio en el cielo como por media hora.</vt:lpstr>
      <vt:lpstr>Pero el Señor está en Su santo templo:  Calle delante de Él toda la tierra».</vt:lpstr>
      <vt:lpstr>Las oraciones de los santos</vt:lpstr>
      <vt:lpstr>Vi a los siete ángeles que están de pie delante de Dios, y se les dieron siete trompetas. </vt:lpstr>
      <vt:lpstr>3Otro ángel vino y se paró ante el altar con un incensario de oro, y se le dio mucho incienso para que lo añadiera a las oraciones de todos los santos sobre el altar de oro que estaba delante del trono. </vt:lpstr>
      <vt:lpstr>4De la mano del ángel subió ante Dios el humo del incienso con las oraciones de los santos. </vt:lpstr>
      <vt:lpstr>5Después el ángel tomó el incensario, lo llenó con el fuego del altar y lo arrojó a la tierra, y hubo truenos, ruidos, relámpagos, y un terremoto. </vt:lpstr>
      <vt:lpstr>¿Quiénes son estos ángeles?</vt:lpstr>
      <vt:lpstr>¿Qué hace un altar en el cielo?</vt:lpstr>
      <vt:lpstr>PowerPoint Presentation</vt:lpstr>
      <vt:lpstr>¿Qué tipo de oraciones son las que están en el Altar?</vt:lpstr>
      <vt:lpstr> Piden y no reciben, porque piden con malos propósitos, para gastarlo en sus placeres </vt:lpstr>
      <vt:lpstr>»Ustedes, pues, oren de esta manera: "Padre nuestro que estás en los cielos,  Santificado sea Tu nombre.  Venga Tu reino.  Hágase Tu voluntad,  Así en la tierra como en el cielo. </vt:lpstr>
      <vt:lpstr>PowerPoint Presentation</vt:lpstr>
      <vt:lpstr>¿Qué oraban los creyentes de Esmirna o Pérgamo?</vt:lpstr>
      <vt:lpstr>¿Qué oran los cristianos perseguidos?</vt:lpstr>
      <vt:lpstr>PowerPoint Presentation</vt:lpstr>
      <vt:lpstr>PowerPoint Presentation</vt:lpstr>
      <vt:lpstr>¿Cómo han orado  los creyentes ante  el avance de la maldad?</vt:lpstr>
      <vt:lpstr>¿Hasta cuándo mi enemigo se enaltecerá sobre mí?</vt:lpstr>
      <vt:lpstr>¿Hasta cuándo, oh Dios, blasfemará el adversario? ¿Despreciará el enemigo Tu nombre para siempre?</vt:lpstr>
      <vt:lpstr>¿Hasta cuándo, SEÑOR? ¿Te esconderás para siempre? ¿Arderá como el fuego Tu furor?</vt:lpstr>
      <vt:lpstr>13Vuelve, SEÑOR; ¿hasta cuándo? Y compadécete de Tus siervos.</vt:lpstr>
      <vt:lpstr>3¿Hasta cuándo los impíos, SEÑOR, Hasta cuándo los impíos se regocijarán?</vt:lpstr>
      <vt:lpstr>¿Cómo oraba Cristo?</vt:lpstr>
      <vt:lpstr>Apartándose de nuevo, oró por segunda vez, diciendo: «Padre Mío, si esta copa no puede pasar sin que Yo la beba, hágase Tu voluntad». </vt:lpstr>
      <vt:lpstr>Ustedes, pues, oren de esta manera: "Padre nuestro que estás en los cielos, Santificado sea Tu nombre. </vt:lpstr>
      <vt:lpstr>cuando oramos según voluntad, especialmente en tiempos de adversidad; por ello, es esencial que nuestras oraciones reflejen este anhelo.</vt:lpstr>
      <vt:lpstr>Si observo iniquidad en mi corazón,  El Señor no me escuchará. </vt:lpstr>
      <vt:lpstr>¿Quién es el que condena? Cristo Jesús es el que murió, sí, más aún, el que resucitó, el que además está a la diestra de Dios, el que también intercede por nosotros.</vt:lpstr>
      <vt:lpstr>¿Estamos orando según Su voluntad?</vt:lpstr>
      <vt:lpstr>¿Acaso entendemos que Cuando oramos conforme a la voluntad de Dios, Nuestras oraciones afectan al mundo?</vt:lpstr>
      <vt:lpstr>¿Acaso entendemos que Cuando oramos conforme a la voluntad de Dios, Nuestras oraciones afectan al mundo?</vt:lpstr>
      <vt:lpstr>¿Para qué usamos la paz que Dios nos da?</vt:lpstr>
      <vt:lpstr>PowerPoint Presentation</vt:lpstr>
      <vt:lpstr>Entonces los siete ángeles que tenían las siete trompetas se prepararon para tocarlas. </vt:lpstr>
      <vt:lpstr>7El primero tocó la trompeta, y vino granizo y fuego mezclados con sangre, y fueron arrojados a la tierra. Se quemó la tercera parte de la tierra, la tercera parte de los árboles y toda hierba verde. </vt:lpstr>
      <vt:lpstr>8El segundo ángel tocó la trompeta, y algo como una gran montaña ardiendo en llamas fue arrojado al mar, y la tercera parte del mar se convirtió en sangre. </vt:lpstr>
      <vt:lpstr>9Y murió la tercera parte de los seres que estaban en el mar y que tenían vida. Y la tercera parte de los barcos fue destruida. </vt:lpstr>
      <vt:lpstr>10El tercer ángel tocó la trompeta, y cayó del cielo una gran estrella, ardiendo como una antorcha, y cayó sobre la tercera parte de los ríos y sobre los manantiales de las aguas. </vt:lpstr>
      <vt:lpstr>11El nombre de la estrella es Ajenjo. La tercera parte de las aguas se convirtió en ajenjo, y muchos hombres murieron por causa de las aguas, porque se habían vuelto amargas. </vt:lpstr>
      <vt:lpstr>12El cuarto ángel tocó la trompeta, y fue herida la tercera parte del sol, la tercera parte de la luna, y la tercera parte de las estrellas, para que la tercera parte de ellos se oscureciera y el día no resplandeciera en su tercera parte, y asimismo en la noche.</vt:lpstr>
      <vt:lpstr>Cada desastre natural, presente y futuro, nos habla tanto del Juicio de Dios como de Su paciencia</vt:lpstr>
      <vt:lpstr>PowerPoint Presentation</vt:lpstr>
      <vt:lpstr>Entonces miré, y oí volar un águila en medio del cielo, que decía a gran voz: «¡Ay, ay, ay, de los que habitan en la tierra, a causa de los toques de trompeta que faltan, que los otros tres ángeles están para tocar!».</vt:lpstr>
      <vt:lpstr>PowerPoint Presentation</vt:lpstr>
      <vt:lpstr>Resumen:</vt:lpstr>
      <vt:lpstr>PowerPoint Presentation</vt:lpstr>
      <vt:lpstr>PowerPoint Presentation</vt:lpstr>
      <vt:lpstr>19Entonces, hermanos, puesto que tenemos confianza para entrar al Lugar Santísimo por la sangre de Jesús, </vt:lpstr>
      <vt:lpstr>20por un camino nuevo y vivo que Él inauguró para nosotros por medio del velo, es decir, Su carne,  21y puesto que tenemos un gran Sacerdote sobre la casa de Dios, </vt:lpstr>
      <vt:lpstr>22acerquémonos con corazón sincero, en plena certidumbre de fe, teniendo nuestro corazón purificado de mala conciencia y nuestro cuerpo lavado con agua pura.  23Mantengamos firme la profesión de nuestra esperanza sin vacilar, porque fiel es Aquel que prometió.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lastModifiedBy>Enrique Villegas Valerio</cp:lastModifiedBy>
  <cp:revision>72</cp:revision>
  <dcterms:created xsi:type="dcterms:W3CDTF">2023-08-19T04:14:33Z</dcterms:created>
  <dcterms:modified xsi:type="dcterms:W3CDTF">2024-05-12T15:31:43Z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