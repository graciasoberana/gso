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03"/>
  </p:notesMasterIdLst>
  <p:sldIdLst>
    <p:sldId id="256" r:id="rId5"/>
    <p:sldId id="848" r:id="rId6"/>
    <p:sldId id="849" r:id="rId7"/>
    <p:sldId id="850" r:id="rId8"/>
    <p:sldId id="851" r:id="rId9"/>
    <p:sldId id="852" r:id="rId10"/>
    <p:sldId id="853" r:id="rId11"/>
    <p:sldId id="854" r:id="rId12"/>
    <p:sldId id="855" r:id="rId13"/>
    <p:sldId id="856" r:id="rId14"/>
    <p:sldId id="857" r:id="rId15"/>
    <p:sldId id="858" r:id="rId16"/>
    <p:sldId id="859" r:id="rId17"/>
    <p:sldId id="860" r:id="rId18"/>
    <p:sldId id="861" r:id="rId19"/>
    <p:sldId id="862" r:id="rId20"/>
    <p:sldId id="863" r:id="rId21"/>
    <p:sldId id="832" r:id="rId22"/>
    <p:sldId id="833" r:id="rId23"/>
    <p:sldId id="834" r:id="rId24"/>
    <p:sldId id="835" r:id="rId25"/>
    <p:sldId id="836" r:id="rId26"/>
    <p:sldId id="837" r:id="rId27"/>
    <p:sldId id="838" r:id="rId28"/>
    <p:sldId id="839" r:id="rId29"/>
    <p:sldId id="840" r:id="rId30"/>
    <p:sldId id="841" r:id="rId31"/>
    <p:sldId id="842" r:id="rId32"/>
    <p:sldId id="843" r:id="rId33"/>
    <p:sldId id="844" r:id="rId34"/>
    <p:sldId id="845" r:id="rId35"/>
    <p:sldId id="846" r:id="rId36"/>
    <p:sldId id="847" r:id="rId37"/>
    <p:sldId id="864" r:id="rId38"/>
    <p:sldId id="865" r:id="rId39"/>
    <p:sldId id="866" r:id="rId40"/>
    <p:sldId id="791" r:id="rId41"/>
    <p:sldId id="518" r:id="rId42"/>
    <p:sldId id="517" r:id="rId43"/>
    <p:sldId id="829" r:id="rId44"/>
    <p:sldId id="901" r:id="rId45"/>
    <p:sldId id="903" r:id="rId46"/>
    <p:sldId id="869" r:id="rId47"/>
    <p:sldId id="870" r:id="rId48"/>
    <p:sldId id="871" r:id="rId49"/>
    <p:sldId id="872" r:id="rId50"/>
    <p:sldId id="873" r:id="rId51"/>
    <p:sldId id="874" r:id="rId52"/>
    <p:sldId id="875" r:id="rId53"/>
    <p:sldId id="876" r:id="rId54"/>
    <p:sldId id="906" r:id="rId55"/>
    <p:sldId id="907" r:id="rId56"/>
    <p:sldId id="908" r:id="rId57"/>
    <p:sldId id="909" r:id="rId58"/>
    <p:sldId id="910" r:id="rId59"/>
    <p:sldId id="911" r:id="rId60"/>
    <p:sldId id="912" r:id="rId61"/>
    <p:sldId id="913" r:id="rId62"/>
    <p:sldId id="914" r:id="rId63"/>
    <p:sldId id="915" r:id="rId64"/>
    <p:sldId id="904" r:id="rId65"/>
    <p:sldId id="877" r:id="rId66"/>
    <p:sldId id="878" r:id="rId67"/>
    <p:sldId id="879" r:id="rId68"/>
    <p:sldId id="905" r:id="rId69"/>
    <p:sldId id="880" r:id="rId70"/>
    <p:sldId id="881" r:id="rId71"/>
    <p:sldId id="882" r:id="rId72"/>
    <p:sldId id="883" r:id="rId73"/>
    <p:sldId id="884" r:id="rId74"/>
    <p:sldId id="916" r:id="rId75"/>
    <p:sldId id="902" r:id="rId76"/>
    <p:sldId id="917" r:id="rId77"/>
    <p:sldId id="919" r:id="rId78"/>
    <p:sldId id="885" r:id="rId79"/>
    <p:sldId id="886" r:id="rId80"/>
    <p:sldId id="887" r:id="rId81"/>
    <p:sldId id="888" r:id="rId82"/>
    <p:sldId id="889" r:id="rId83"/>
    <p:sldId id="890" r:id="rId84"/>
    <p:sldId id="891" r:id="rId85"/>
    <p:sldId id="892" r:id="rId86"/>
    <p:sldId id="918" r:id="rId87"/>
    <p:sldId id="893" r:id="rId88"/>
    <p:sldId id="894" r:id="rId89"/>
    <p:sldId id="895" r:id="rId90"/>
    <p:sldId id="896" r:id="rId91"/>
    <p:sldId id="897" r:id="rId92"/>
    <p:sldId id="898" r:id="rId93"/>
    <p:sldId id="899" r:id="rId94"/>
    <p:sldId id="900" r:id="rId95"/>
    <p:sldId id="867" r:id="rId96"/>
    <p:sldId id="868" r:id="rId97"/>
    <p:sldId id="920" r:id="rId98"/>
    <p:sldId id="921" r:id="rId99"/>
    <p:sldId id="922" r:id="rId100"/>
    <p:sldId id="923" r:id="rId101"/>
    <p:sldId id="924" r:id="rId10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733316EF-5C79-45B1-8BCF-C08055D411E9}">
          <p14:sldIdLst>
            <p14:sldId id="256"/>
            <p14:sldId id="848"/>
            <p14:sldId id="849"/>
            <p14:sldId id="850"/>
            <p14:sldId id="851"/>
            <p14:sldId id="852"/>
            <p14:sldId id="853"/>
            <p14:sldId id="854"/>
            <p14:sldId id="855"/>
            <p14:sldId id="856"/>
            <p14:sldId id="857"/>
            <p14:sldId id="858"/>
            <p14:sldId id="859"/>
            <p14:sldId id="860"/>
            <p14:sldId id="861"/>
            <p14:sldId id="862"/>
            <p14:sldId id="863"/>
            <p14:sldId id="832"/>
            <p14:sldId id="833"/>
            <p14:sldId id="834"/>
            <p14:sldId id="835"/>
            <p14:sldId id="836"/>
            <p14:sldId id="837"/>
            <p14:sldId id="838"/>
            <p14:sldId id="839"/>
            <p14:sldId id="840"/>
            <p14:sldId id="841"/>
            <p14:sldId id="842"/>
            <p14:sldId id="843"/>
            <p14:sldId id="844"/>
            <p14:sldId id="845"/>
            <p14:sldId id="846"/>
            <p14:sldId id="847"/>
            <p14:sldId id="864"/>
            <p14:sldId id="865"/>
            <p14:sldId id="866"/>
            <p14:sldId id="791"/>
            <p14:sldId id="518"/>
            <p14:sldId id="517"/>
            <p14:sldId id="829"/>
            <p14:sldId id="901"/>
            <p14:sldId id="903"/>
            <p14:sldId id="869"/>
            <p14:sldId id="870"/>
            <p14:sldId id="871"/>
            <p14:sldId id="872"/>
            <p14:sldId id="873"/>
            <p14:sldId id="874"/>
            <p14:sldId id="875"/>
            <p14:sldId id="876"/>
            <p14:sldId id="906"/>
            <p14:sldId id="907"/>
            <p14:sldId id="908"/>
            <p14:sldId id="909"/>
            <p14:sldId id="910"/>
            <p14:sldId id="911"/>
            <p14:sldId id="912"/>
            <p14:sldId id="913"/>
            <p14:sldId id="914"/>
            <p14:sldId id="915"/>
            <p14:sldId id="904"/>
            <p14:sldId id="877"/>
            <p14:sldId id="878"/>
            <p14:sldId id="879"/>
            <p14:sldId id="905"/>
            <p14:sldId id="880"/>
            <p14:sldId id="881"/>
            <p14:sldId id="882"/>
            <p14:sldId id="883"/>
            <p14:sldId id="884"/>
            <p14:sldId id="916"/>
            <p14:sldId id="902"/>
            <p14:sldId id="917"/>
            <p14:sldId id="919"/>
            <p14:sldId id="885"/>
            <p14:sldId id="886"/>
            <p14:sldId id="887"/>
            <p14:sldId id="888"/>
            <p14:sldId id="889"/>
            <p14:sldId id="890"/>
            <p14:sldId id="891"/>
            <p14:sldId id="892"/>
            <p14:sldId id="918"/>
            <p14:sldId id="893"/>
            <p14:sldId id="894"/>
            <p14:sldId id="895"/>
            <p14:sldId id="896"/>
            <p14:sldId id="897"/>
            <p14:sldId id="898"/>
            <p14:sldId id="899"/>
            <p14:sldId id="900"/>
            <p14:sldId id="867"/>
            <p14:sldId id="868"/>
            <p14:sldId id="920"/>
            <p14:sldId id="921"/>
            <p14:sldId id="922"/>
            <p14:sldId id="923"/>
            <p14:sldId id="92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0000"/>
    <a:srgbClr val="BF9000"/>
    <a:srgbClr val="D5B158"/>
    <a:srgbClr val="E8CC6D"/>
    <a:srgbClr val="C8B97C"/>
    <a:srgbClr val="5A6D65"/>
    <a:srgbClr val="3B47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32FAA1-94AB-4635-89A2-8715A6BCFE7A}" v="80" dt="2024-05-05T17:10:03.3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6247" autoAdjust="0"/>
  </p:normalViewPr>
  <p:slideViewPr>
    <p:cSldViewPr snapToGrid="0">
      <p:cViewPr varScale="1">
        <p:scale>
          <a:sx n="61" d="100"/>
          <a:sy n="61" d="100"/>
        </p:scale>
        <p:origin x="1164" y="7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1" d="100"/>
          <a:sy n="81" d="100"/>
        </p:scale>
        <p:origin x="2814" y="10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openxmlformats.org/officeDocument/2006/relationships/tableStyles" Target="tableStyles.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notesMaster" Target="notesMasters/notesMaster1.xml"/><Relationship Id="rId108" Type="http://schemas.microsoft.com/office/2016/11/relationships/changesInfo" Target="changesInfos/changesInfo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microsoft.com/office/2015/10/relationships/revisionInfo" Target="revisionInfo.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nrique Villegas Valerio" userId="8ada793c76dcd6b1" providerId="LiveId" clId="{22F5B8C0-95B1-4DAF-A10F-12CA8A14E89F}"/>
    <pc:docChg chg="undo redo custSel addSld delSld modSld sldOrd modSection">
      <pc:chgData name="Enrique Villegas Valerio" userId="8ada793c76dcd6b1" providerId="LiveId" clId="{22F5B8C0-95B1-4DAF-A10F-12CA8A14E89F}" dt="2024-04-28T16:31:03.471" v="3170" actId="1076"/>
      <pc:docMkLst>
        <pc:docMk/>
      </pc:docMkLst>
      <pc:sldChg chg="modSp mod">
        <pc:chgData name="Enrique Villegas Valerio" userId="8ada793c76dcd6b1" providerId="LiveId" clId="{22F5B8C0-95B1-4DAF-A10F-12CA8A14E89F}" dt="2024-04-28T13:45:01.911" v="2147" actId="20577"/>
        <pc:sldMkLst>
          <pc:docMk/>
          <pc:sldMk cId="2459707463" sldId="517"/>
        </pc:sldMkLst>
        <pc:spChg chg="mod">
          <ac:chgData name="Enrique Villegas Valerio" userId="8ada793c76dcd6b1" providerId="LiveId" clId="{22F5B8C0-95B1-4DAF-A10F-12CA8A14E89F}" dt="2024-04-28T13:45:01.911" v="2147" actId="20577"/>
          <ac:spMkLst>
            <pc:docMk/>
            <pc:sldMk cId="2459707463" sldId="517"/>
            <ac:spMk id="3" creationId="{F83FCBC4-22A5-47A6-4825-B2DAAEE92F0C}"/>
          </ac:spMkLst>
        </pc:spChg>
      </pc:sldChg>
      <pc:sldChg chg="modSp mod ord">
        <pc:chgData name="Enrique Villegas Valerio" userId="8ada793c76dcd6b1" providerId="LiveId" clId="{22F5B8C0-95B1-4DAF-A10F-12CA8A14E89F}" dt="2024-04-28T16:31:03.471" v="3170" actId="1076"/>
        <pc:sldMkLst>
          <pc:docMk/>
          <pc:sldMk cId="59613358" sldId="518"/>
        </pc:sldMkLst>
        <pc:spChg chg="mod">
          <ac:chgData name="Enrique Villegas Valerio" userId="8ada793c76dcd6b1" providerId="LiveId" clId="{22F5B8C0-95B1-4DAF-A10F-12CA8A14E89F}" dt="2024-04-28T16:31:03.471" v="3170" actId="1076"/>
          <ac:spMkLst>
            <pc:docMk/>
            <pc:sldMk cId="59613358" sldId="518"/>
            <ac:spMk id="3" creationId="{CA07F423-46C6-CDD8-E4AD-233D53E2809D}"/>
          </ac:spMkLst>
        </pc:spChg>
        <pc:spChg chg="mod">
          <ac:chgData name="Enrique Villegas Valerio" userId="8ada793c76dcd6b1" providerId="LiveId" clId="{22F5B8C0-95B1-4DAF-A10F-12CA8A14E89F}" dt="2024-04-28T16:31:03.471" v="3170" actId="1076"/>
          <ac:spMkLst>
            <pc:docMk/>
            <pc:sldMk cId="59613358" sldId="518"/>
            <ac:spMk id="4" creationId="{64DD97DD-43D3-F5D3-B4EE-BD7F9628B26B}"/>
          </ac:spMkLst>
        </pc:spChg>
      </pc:sldChg>
      <pc:sldChg chg="modSp mod">
        <pc:chgData name="Enrique Villegas Valerio" userId="8ada793c76dcd6b1" providerId="LiveId" clId="{22F5B8C0-95B1-4DAF-A10F-12CA8A14E89F}" dt="2024-04-28T12:46:20.105" v="1756" actId="20577"/>
        <pc:sldMkLst>
          <pc:docMk/>
          <pc:sldMk cId="3565370651" sldId="619"/>
        </pc:sldMkLst>
        <pc:spChg chg="mod">
          <ac:chgData name="Enrique Villegas Valerio" userId="8ada793c76dcd6b1" providerId="LiveId" clId="{22F5B8C0-95B1-4DAF-A10F-12CA8A14E89F}" dt="2024-04-28T12:46:14.406" v="1749"/>
          <ac:spMkLst>
            <pc:docMk/>
            <pc:sldMk cId="3565370651" sldId="619"/>
            <ac:spMk id="2" creationId="{F9514DA0-BE75-5888-FE06-2837D81A98C5}"/>
          </ac:spMkLst>
        </pc:spChg>
        <pc:spChg chg="mod">
          <ac:chgData name="Enrique Villegas Valerio" userId="8ada793c76dcd6b1" providerId="LiveId" clId="{22F5B8C0-95B1-4DAF-A10F-12CA8A14E89F}" dt="2024-04-28T12:46:20.105" v="1756" actId="20577"/>
          <ac:spMkLst>
            <pc:docMk/>
            <pc:sldMk cId="3565370651" sldId="619"/>
            <ac:spMk id="3" creationId="{7C68BD49-EB98-945B-E1DB-FD4A8FC66606}"/>
          </ac:spMkLst>
        </pc:spChg>
      </pc:sldChg>
      <pc:sldChg chg="del">
        <pc:chgData name="Enrique Villegas Valerio" userId="8ada793c76dcd6b1" providerId="LiveId" clId="{22F5B8C0-95B1-4DAF-A10F-12CA8A14E89F}" dt="2024-04-28T13:45:44.955" v="2148" actId="47"/>
        <pc:sldMkLst>
          <pc:docMk/>
          <pc:sldMk cId="1863978871" sldId="648"/>
        </pc:sldMkLst>
      </pc:sldChg>
      <pc:sldChg chg="del">
        <pc:chgData name="Enrique Villegas Valerio" userId="8ada793c76dcd6b1" providerId="LiveId" clId="{22F5B8C0-95B1-4DAF-A10F-12CA8A14E89F}" dt="2024-04-28T03:22:57.550" v="1" actId="47"/>
        <pc:sldMkLst>
          <pc:docMk/>
          <pc:sldMk cId="3493310682" sldId="696"/>
        </pc:sldMkLst>
      </pc:sldChg>
      <pc:sldChg chg="del">
        <pc:chgData name="Enrique Villegas Valerio" userId="8ada793c76dcd6b1" providerId="LiveId" clId="{22F5B8C0-95B1-4DAF-A10F-12CA8A14E89F}" dt="2024-04-28T12:01:37.630" v="1240" actId="47"/>
        <pc:sldMkLst>
          <pc:docMk/>
          <pc:sldMk cId="1624671987" sldId="697"/>
        </pc:sldMkLst>
      </pc:sldChg>
      <pc:sldChg chg="del">
        <pc:chgData name="Enrique Villegas Valerio" userId="8ada793c76dcd6b1" providerId="LiveId" clId="{22F5B8C0-95B1-4DAF-A10F-12CA8A14E89F}" dt="2024-04-28T13:11:43.537" v="1762" actId="47"/>
        <pc:sldMkLst>
          <pc:docMk/>
          <pc:sldMk cId="3807254055" sldId="698"/>
        </pc:sldMkLst>
      </pc:sldChg>
      <pc:sldChg chg="del">
        <pc:chgData name="Enrique Villegas Valerio" userId="8ada793c76dcd6b1" providerId="LiveId" clId="{22F5B8C0-95B1-4DAF-A10F-12CA8A14E89F}" dt="2024-04-28T13:11:43.537" v="1762" actId="47"/>
        <pc:sldMkLst>
          <pc:docMk/>
          <pc:sldMk cId="11573337" sldId="699"/>
        </pc:sldMkLst>
      </pc:sldChg>
      <pc:sldChg chg="del">
        <pc:chgData name="Enrique Villegas Valerio" userId="8ada793c76dcd6b1" providerId="LiveId" clId="{22F5B8C0-95B1-4DAF-A10F-12CA8A14E89F}" dt="2024-04-28T13:11:43.537" v="1762" actId="47"/>
        <pc:sldMkLst>
          <pc:docMk/>
          <pc:sldMk cId="207412264" sldId="700"/>
        </pc:sldMkLst>
      </pc:sldChg>
      <pc:sldChg chg="del">
        <pc:chgData name="Enrique Villegas Valerio" userId="8ada793c76dcd6b1" providerId="LiveId" clId="{22F5B8C0-95B1-4DAF-A10F-12CA8A14E89F}" dt="2024-04-28T13:45:44.955" v="2148" actId="47"/>
        <pc:sldMkLst>
          <pc:docMk/>
          <pc:sldMk cId="1152918895" sldId="701"/>
        </pc:sldMkLst>
      </pc:sldChg>
      <pc:sldChg chg="del">
        <pc:chgData name="Enrique Villegas Valerio" userId="8ada793c76dcd6b1" providerId="LiveId" clId="{22F5B8C0-95B1-4DAF-A10F-12CA8A14E89F}" dt="2024-04-28T13:45:44.955" v="2148" actId="47"/>
        <pc:sldMkLst>
          <pc:docMk/>
          <pc:sldMk cId="635178873" sldId="702"/>
        </pc:sldMkLst>
      </pc:sldChg>
      <pc:sldChg chg="del">
        <pc:chgData name="Enrique Villegas Valerio" userId="8ada793c76dcd6b1" providerId="LiveId" clId="{22F5B8C0-95B1-4DAF-A10F-12CA8A14E89F}" dt="2024-04-28T13:45:44.955" v="2148" actId="47"/>
        <pc:sldMkLst>
          <pc:docMk/>
          <pc:sldMk cId="1905916967" sldId="703"/>
        </pc:sldMkLst>
      </pc:sldChg>
      <pc:sldChg chg="del">
        <pc:chgData name="Enrique Villegas Valerio" userId="8ada793c76dcd6b1" providerId="LiveId" clId="{22F5B8C0-95B1-4DAF-A10F-12CA8A14E89F}" dt="2024-04-28T13:45:44.955" v="2148" actId="47"/>
        <pc:sldMkLst>
          <pc:docMk/>
          <pc:sldMk cId="2823826177" sldId="704"/>
        </pc:sldMkLst>
      </pc:sldChg>
      <pc:sldChg chg="del">
        <pc:chgData name="Enrique Villegas Valerio" userId="8ada793c76dcd6b1" providerId="LiveId" clId="{22F5B8C0-95B1-4DAF-A10F-12CA8A14E89F}" dt="2024-04-28T13:45:44.955" v="2148" actId="47"/>
        <pc:sldMkLst>
          <pc:docMk/>
          <pc:sldMk cId="1187357223" sldId="705"/>
        </pc:sldMkLst>
      </pc:sldChg>
      <pc:sldChg chg="del">
        <pc:chgData name="Enrique Villegas Valerio" userId="8ada793c76dcd6b1" providerId="LiveId" clId="{22F5B8C0-95B1-4DAF-A10F-12CA8A14E89F}" dt="2024-04-28T13:45:44.955" v="2148" actId="47"/>
        <pc:sldMkLst>
          <pc:docMk/>
          <pc:sldMk cId="881579910" sldId="706"/>
        </pc:sldMkLst>
      </pc:sldChg>
      <pc:sldChg chg="del">
        <pc:chgData name="Enrique Villegas Valerio" userId="8ada793c76dcd6b1" providerId="LiveId" clId="{22F5B8C0-95B1-4DAF-A10F-12CA8A14E89F}" dt="2024-04-28T13:45:44.955" v="2148" actId="47"/>
        <pc:sldMkLst>
          <pc:docMk/>
          <pc:sldMk cId="969524156" sldId="707"/>
        </pc:sldMkLst>
      </pc:sldChg>
      <pc:sldChg chg="del">
        <pc:chgData name="Enrique Villegas Valerio" userId="8ada793c76dcd6b1" providerId="LiveId" clId="{22F5B8C0-95B1-4DAF-A10F-12CA8A14E89F}" dt="2024-04-28T13:45:44.955" v="2148" actId="47"/>
        <pc:sldMkLst>
          <pc:docMk/>
          <pc:sldMk cId="2069940102" sldId="708"/>
        </pc:sldMkLst>
      </pc:sldChg>
      <pc:sldChg chg="del">
        <pc:chgData name="Enrique Villegas Valerio" userId="8ada793c76dcd6b1" providerId="LiveId" clId="{22F5B8C0-95B1-4DAF-A10F-12CA8A14E89F}" dt="2024-04-28T13:45:44.955" v="2148" actId="47"/>
        <pc:sldMkLst>
          <pc:docMk/>
          <pc:sldMk cId="1778528371" sldId="709"/>
        </pc:sldMkLst>
      </pc:sldChg>
      <pc:sldChg chg="del">
        <pc:chgData name="Enrique Villegas Valerio" userId="8ada793c76dcd6b1" providerId="LiveId" clId="{22F5B8C0-95B1-4DAF-A10F-12CA8A14E89F}" dt="2024-04-28T13:45:44.955" v="2148" actId="47"/>
        <pc:sldMkLst>
          <pc:docMk/>
          <pc:sldMk cId="461501848" sldId="710"/>
        </pc:sldMkLst>
      </pc:sldChg>
      <pc:sldChg chg="del">
        <pc:chgData name="Enrique Villegas Valerio" userId="8ada793c76dcd6b1" providerId="LiveId" clId="{22F5B8C0-95B1-4DAF-A10F-12CA8A14E89F}" dt="2024-04-28T13:45:44.955" v="2148" actId="47"/>
        <pc:sldMkLst>
          <pc:docMk/>
          <pc:sldMk cId="1257577453" sldId="711"/>
        </pc:sldMkLst>
      </pc:sldChg>
      <pc:sldChg chg="del">
        <pc:chgData name="Enrique Villegas Valerio" userId="8ada793c76dcd6b1" providerId="LiveId" clId="{22F5B8C0-95B1-4DAF-A10F-12CA8A14E89F}" dt="2024-04-28T13:45:44.955" v="2148" actId="47"/>
        <pc:sldMkLst>
          <pc:docMk/>
          <pc:sldMk cId="2341645576" sldId="712"/>
        </pc:sldMkLst>
      </pc:sldChg>
      <pc:sldChg chg="del">
        <pc:chgData name="Enrique Villegas Valerio" userId="8ada793c76dcd6b1" providerId="LiveId" clId="{22F5B8C0-95B1-4DAF-A10F-12CA8A14E89F}" dt="2024-04-28T13:45:44.955" v="2148" actId="47"/>
        <pc:sldMkLst>
          <pc:docMk/>
          <pc:sldMk cId="2372110217" sldId="713"/>
        </pc:sldMkLst>
      </pc:sldChg>
      <pc:sldChg chg="del">
        <pc:chgData name="Enrique Villegas Valerio" userId="8ada793c76dcd6b1" providerId="LiveId" clId="{22F5B8C0-95B1-4DAF-A10F-12CA8A14E89F}" dt="2024-04-28T13:45:44.955" v="2148" actId="47"/>
        <pc:sldMkLst>
          <pc:docMk/>
          <pc:sldMk cId="1827792804" sldId="714"/>
        </pc:sldMkLst>
      </pc:sldChg>
      <pc:sldChg chg="del">
        <pc:chgData name="Enrique Villegas Valerio" userId="8ada793c76dcd6b1" providerId="LiveId" clId="{22F5B8C0-95B1-4DAF-A10F-12CA8A14E89F}" dt="2024-04-28T13:45:44.955" v="2148" actId="47"/>
        <pc:sldMkLst>
          <pc:docMk/>
          <pc:sldMk cId="2676365126" sldId="715"/>
        </pc:sldMkLst>
      </pc:sldChg>
      <pc:sldChg chg="del">
        <pc:chgData name="Enrique Villegas Valerio" userId="8ada793c76dcd6b1" providerId="LiveId" clId="{22F5B8C0-95B1-4DAF-A10F-12CA8A14E89F}" dt="2024-04-28T13:45:44.955" v="2148" actId="47"/>
        <pc:sldMkLst>
          <pc:docMk/>
          <pc:sldMk cId="742796102" sldId="716"/>
        </pc:sldMkLst>
      </pc:sldChg>
      <pc:sldChg chg="del">
        <pc:chgData name="Enrique Villegas Valerio" userId="8ada793c76dcd6b1" providerId="LiveId" clId="{22F5B8C0-95B1-4DAF-A10F-12CA8A14E89F}" dt="2024-04-28T13:45:44.955" v="2148" actId="47"/>
        <pc:sldMkLst>
          <pc:docMk/>
          <pc:sldMk cId="1786523329" sldId="717"/>
        </pc:sldMkLst>
      </pc:sldChg>
      <pc:sldChg chg="del">
        <pc:chgData name="Enrique Villegas Valerio" userId="8ada793c76dcd6b1" providerId="LiveId" clId="{22F5B8C0-95B1-4DAF-A10F-12CA8A14E89F}" dt="2024-04-28T13:45:44.955" v="2148" actId="47"/>
        <pc:sldMkLst>
          <pc:docMk/>
          <pc:sldMk cId="579347164" sldId="718"/>
        </pc:sldMkLst>
      </pc:sldChg>
      <pc:sldChg chg="del">
        <pc:chgData name="Enrique Villegas Valerio" userId="8ada793c76dcd6b1" providerId="LiveId" clId="{22F5B8C0-95B1-4DAF-A10F-12CA8A14E89F}" dt="2024-04-28T13:45:44.955" v="2148" actId="47"/>
        <pc:sldMkLst>
          <pc:docMk/>
          <pc:sldMk cId="1756163945" sldId="719"/>
        </pc:sldMkLst>
      </pc:sldChg>
      <pc:sldChg chg="del">
        <pc:chgData name="Enrique Villegas Valerio" userId="8ada793c76dcd6b1" providerId="LiveId" clId="{22F5B8C0-95B1-4DAF-A10F-12CA8A14E89F}" dt="2024-04-28T13:45:44.955" v="2148" actId="47"/>
        <pc:sldMkLst>
          <pc:docMk/>
          <pc:sldMk cId="3729316981" sldId="720"/>
        </pc:sldMkLst>
      </pc:sldChg>
      <pc:sldChg chg="del">
        <pc:chgData name="Enrique Villegas Valerio" userId="8ada793c76dcd6b1" providerId="LiveId" clId="{22F5B8C0-95B1-4DAF-A10F-12CA8A14E89F}" dt="2024-04-28T13:45:44.955" v="2148" actId="47"/>
        <pc:sldMkLst>
          <pc:docMk/>
          <pc:sldMk cId="3376233568" sldId="721"/>
        </pc:sldMkLst>
      </pc:sldChg>
      <pc:sldChg chg="del">
        <pc:chgData name="Enrique Villegas Valerio" userId="8ada793c76dcd6b1" providerId="LiveId" clId="{22F5B8C0-95B1-4DAF-A10F-12CA8A14E89F}" dt="2024-04-28T13:45:44.955" v="2148" actId="47"/>
        <pc:sldMkLst>
          <pc:docMk/>
          <pc:sldMk cId="1888237764" sldId="723"/>
        </pc:sldMkLst>
      </pc:sldChg>
      <pc:sldChg chg="del">
        <pc:chgData name="Enrique Villegas Valerio" userId="8ada793c76dcd6b1" providerId="LiveId" clId="{22F5B8C0-95B1-4DAF-A10F-12CA8A14E89F}" dt="2024-04-28T13:45:44.955" v="2148" actId="47"/>
        <pc:sldMkLst>
          <pc:docMk/>
          <pc:sldMk cId="4261628322" sldId="725"/>
        </pc:sldMkLst>
      </pc:sldChg>
      <pc:sldChg chg="del">
        <pc:chgData name="Enrique Villegas Valerio" userId="8ada793c76dcd6b1" providerId="LiveId" clId="{22F5B8C0-95B1-4DAF-A10F-12CA8A14E89F}" dt="2024-04-28T13:45:44.955" v="2148" actId="47"/>
        <pc:sldMkLst>
          <pc:docMk/>
          <pc:sldMk cId="3050137477" sldId="726"/>
        </pc:sldMkLst>
      </pc:sldChg>
      <pc:sldChg chg="del">
        <pc:chgData name="Enrique Villegas Valerio" userId="8ada793c76dcd6b1" providerId="LiveId" clId="{22F5B8C0-95B1-4DAF-A10F-12CA8A14E89F}" dt="2024-04-28T13:45:44.955" v="2148" actId="47"/>
        <pc:sldMkLst>
          <pc:docMk/>
          <pc:sldMk cId="4080344541" sldId="727"/>
        </pc:sldMkLst>
      </pc:sldChg>
      <pc:sldChg chg="del">
        <pc:chgData name="Enrique Villegas Valerio" userId="8ada793c76dcd6b1" providerId="LiveId" clId="{22F5B8C0-95B1-4DAF-A10F-12CA8A14E89F}" dt="2024-04-28T13:45:44.955" v="2148" actId="47"/>
        <pc:sldMkLst>
          <pc:docMk/>
          <pc:sldMk cId="1175835528" sldId="728"/>
        </pc:sldMkLst>
      </pc:sldChg>
      <pc:sldChg chg="del">
        <pc:chgData name="Enrique Villegas Valerio" userId="8ada793c76dcd6b1" providerId="LiveId" clId="{22F5B8C0-95B1-4DAF-A10F-12CA8A14E89F}" dt="2024-04-28T13:45:44.955" v="2148" actId="47"/>
        <pc:sldMkLst>
          <pc:docMk/>
          <pc:sldMk cId="1186402150" sldId="729"/>
        </pc:sldMkLst>
      </pc:sldChg>
      <pc:sldChg chg="modSp del mod">
        <pc:chgData name="Enrique Villegas Valerio" userId="8ada793c76dcd6b1" providerId="LiveId" clId="{22F5B8C0-95B1-4DAF-A10F-12CA8A14E89F}" dt="2024-04-28T13:47:46.531" v="2217" actId="47"/>
        <pc:sldMkLst>
          <pc:docMk/>
          <pc:sldMk cId="858109033" sldId="730"/>
        </pc:sldMkLst>
        <pc:spChg chg="mod">
          <ac:chgData name="Enrique Villegas Valerio" userId="8ada793c76dcd6b1" providerId="LiveId" clId="{22F5B8C0-95B1-4DAF-A10F-12CA8A14E89F}" dt="2024-04-28T13:45:48.774" v="2156" actId="20577"/>
          <ac:spMkLst>
            <pc:docMk/>
            <pc:sldMk cId="858109033" sldId="730"/>
            <ac:spMk id="3" creationId="{CA07F423-46C6-CDD8-E4AD-233D53E2809D}"/>
          </ac:spMkLst>
        </pc:spChg>
      </pc:sldChg>
      <pc:sldChg chg="del">
        <pc:chgData name="Enrique Villegas Valerio" userId="8ada793c76dcd6b1" providerId="LiveId" clId="{22F5B8C0-95B1-4DAF-A10F-12CA8A14E89F}" dt="2024-04-28T13:45:44.955" v="2148" actId="47"/>
        <pc:sldMkLst>
          <pc:docMk/>
          <pc:sldMk cId="942090785" sldId="731"/>
        </pc:sldMkLst>
      </pc:sldChg>
      <pc:sldChg chg="del">
        <pc:chgData name="Enrique Villegas Valerio" userId="8ada793c76dcd6b1" providerId="LiveId" clId="{22F5B8C0-95B1-4DAF-A10F-12CA8A14E89F}" dt="2024-04-28T13:45:44.955" v="2148" actId="47"/>
        <pc:sldMkLst>
          <pc:docMk/>
          <pc:sldMk cId="2627965699" sldId="732"/>
        </pc:sldMkLst>
      </pc:sldChg>
      <pc:sldChg chg="del">
        <pc:chgData name="Enrique Villegas Valerio" userId="8ada793c76dcd6b1" providerId="LiveId" clId="{22F5B8C0-95B1-4DAF-A10F-12CA8A14E89F}" dt="2024-04-28T13:45:44.955" v="2148" actId="47"/>
        <pc:sldMkLst>
          <pc:docMk/>
          <pc:sldMk cId="1681979810" sldId="733"/>
        </pc:sldMkLst>
      </pc:sldChg>
      <pc:sldChg chg="del">
        <pc:chgData name="Enrique Villegas Valerio" userId="8ada793c76dcd6b1" providerId="LiveId" clId="{22F5B8C0-95B1-4DAF-A10F-12CA8A14E89F}" dt="2024-04-28T13:45:44.955" v="2148" actId="47"/>
        <pc:sldMkLst>
          <pc:docMk/>
          <pc:sldMk cId="2699387487" sldId="734"/>
        </pc:sldMkLst>
      </pc:sldChg>
      <pc:sldChg chg="del">
        <pc:chgData name="Enrique Villegas Valerio" userId="8ada793c76dcd6b1" providerId="LiveId" clId="{22F5B8C0-95B1-4DAF-A10F-12CA8A14E89F}" dt="2024-04-28T13:45:44.955" v="2148" actId="47"/>
        <pc:sldMkLst>
          <pc:docMk/>
          <pc:sldMk cId="1014141131" sldId="735"/>
        </pc:sldMkLst>
      </pc:sldChg>
      <pc:sldChg chg="del">
        <pc:chgData name="Enrique Villegas Valerio" userId="8ada793c76dcd6b1" providerId="LiveId" clId="{22F5B8C0-95B1-4DAF-A10F-12CA8A14E89F}" dt="2024-04-28T13:45:44.955" v="2148" actId="47"/>
        <pc:sldMkLst>
          <pc:docMk/>
          <pc:sldMk cId="2599747815" sldId="736"/>
        </pc:sldMkLst>
      </pc:sldChg>
      <pc:sldChg chg="del">
        <pc:chgData name="Enrique Villegas Valerio" userId="8ada793c76dcd6b1" providerId="LiveId" clId="{22F5B8C0-95B1-4DAF-A10F-12CA8A14E89F}" dt="2024-04-28T13:45:44.955" v="2148" actId="47"/>
        <pc:sldMkLst>
          <pc:docMk/>
          <pc:sldMk cId="42847906" sldId="737"/>
        </pc:sldMkLst>
      </pc:sldChg>
      <pc:sldChg chg="del">
        <pc:chgData name="Enrique Villegas Valerio" userId="8ada793c76dcd6b1" providerId="LiveId" clId="{22F5B8C0-95B1-4DAF-A10F-12CA8A14E89F}" dt="2024-04-28T13:45:44.955" v="2148" actId="47"/>
        <pc:sldMkLst>
          <pc:docMk/>
          <pc:sldMk cId="217723856" sldId="738"/>
        </pc:sldMkLst>
      </pc:sldChg>
      <pc:sldChg chg="del">
        <pc:chgData name="Enrique Villegas Valerio" userId="8ada793c76dcd6b1" providerId="LiveId" clId="{22F5B8C0-95B1-4DAF-A10F-12CA8A14E89F}" dt="2024-04-28T13:45:44.955" v="2148" actId="47"/>
        <pc:sldMkLst>
          <pc:docMk/>
          <pc:sldMk cId="4129015968" sldId="739"/>
        </pc:sldMkLst>
      </pc:sldChg>
      <pc:sldChg chg="del">
        <pc:chgData name="Enrique Villegas Valerio" userId="8ada793c76dcd6b1" providerId="LiveId" clId="{22F5B8C0-95B1-4DAF-A10F-12CA8A14E89F}" dt="2024-04-28T13:45:44.955" v="2148" actId="47"/>
        <pc:sldMkLst>
          <pc:docMk/>
          <pc:sldMk cId="1255978089" sldId="740"/>
        </pc:sldMkLst>
      </pc:sldChg>
      <pc:sldChg chg="del">
        <pc:chgData name="Enrique Villegas Valerio" userId="8ada793c76dcd6b1" providerId="LiveId" clId="{22F5B8C0-95B1-4DAF-A10F-12CA8A14E89F}" dt="2024-04-28T13:45:44.955" v="2148" actId="47"/>
        <pc:sldMkLst>
          <pc:docMk/>
          <pc:sldMk cId="3845828418" sldId="741"/>
        </pc:sldMkLst>
      </pc:sldChg>
      <pc:sldChg chg="del">
        <pc:chgData name="Enrique Villegas Valerio" userId="8ada793c76dcd6b1" providerId="LiveId" clId="{22F5B8C0-95B1-4DAF-A10F-12CA8A14E89F}" dt="2024-04-28T13:45:44.955" v="2148" actId="47"/>
        <pc:sldMkLst>
          <pc:docMk/>
          <pc:sldMk cId="3562662680" sldId="742"/>
        </pc:sldMkLst>
      </pc:sldChg>
      <pc:sldChg chg="del">
        <pc:chgData name="Enrique Villegas Valerio" userId="8ada793c76dcd6b1" providerId="LiveId" clId="{22F5B8C0-95B1-4DAF-A10F-12CA8A14E89F}" dt="2024-04-28T13:45:44.955" v="2148" actId="47"/>
        <pc:sldMkLst>
          <pc:docMk/>
          <pc:sldMk cId="1031900184" sldId="743"/>
        </pc:sldMkLst>
      </pc:sldChg>
      <pc:sldChg chg="del">
        <pc:chgData name="Enrique Villegas Valerio" userId="8ada793c76dcd6b1" providerId="LiveId" clId="{22F5B8C0-95B1-4DAF-A10F-12CA8A14E89F}" dt="2024-04-28T13:45:44.955" v="2148" actId="47"/>
        <pc:sldMkLst>
          <pc:docMk/>
          <pc:sldMk cId="2954507347" sldId="744"/>
        </pc:sldMkLst>
      </pc:sldChg>
      <pc:sldChg chg="del">
        <pc:chgData name="Enrique Villegas Valerio" userId="8ada793c76dcd6b1" providerId="LiveId" clId="{22F5B8C0-95B1-4DAF-A10F-12CA8A14E89F}" dt="2024-04-28T13:45:44.955" v="2148" actId="47"/>
        <pc:sldMkLst>
          <pc:docMk/>
          <pc:sldMk cId="408355803" sldId="745"/>
        </pc:sldMkLst>
      </pc:sldChg>
      <pc:sldChg chg="del">
        <pc:chgData name="Enrique Villegas Valerio" userId="8ada793c76dcd6b1" providerId="LiveId" clId="{22F5B8C0-95B1-4DAF-A10F-12CA8A14E89F}" dt="2024-04-28T13:45:44.955" v="2148" actId="47"/>
        <pc:sldMkLst>
          <pc:docMk/>
          <pc:sldMk cId="2623102239" sldId="746"/>
        </pc:sldMkLst>
      </pc:sldChg>
      <pc:sldChg chg="del">
        <pc:chgData name="Enrique Villegas Valerio" userId="8ada793c76dcd6b1" providerId="LiveId" clId="{22F5B8C0-95B1-4DAF-A10F-12CA8A14E89F}" dt="2024-04-28T13:45:44.955" v="2148" actId="47"/>
        <pc:sldMkLst>
          <pc:docMk/>
          <pc:sldMk cId="3227108644" sldId="747"/>
        </pc:sldMkLst>
      </pc:sldChg>
      <pc:sldChg chg="del">
        <pc:chgData name="Enrique Villegas Valerio" userId="8ada793c76dcd6b1" providerId="LiveId" clId="{22F5B8C0-95B1-4DAF-A10F-12CA8A14E89F}" dt="2024-04-28T13:45:44.955" v="2148" actId="47"/>
        <pc:sldMkLst>
          <pc:docMk/>
          <pc:sldMk cId="1844220400" sldId="748"/>
        </pc:sldMkLst>
      </pc:sldChg>
      <pc:sldChg chg="del">
        <pc:chgData name="Enrique Villegas Valerio" userId="8ada793c76dcd6b1" providerId="LiveId" clId="{22F5B8C0-95B1-4DAF-A10F-12CA8A14E89F}" dt="2024-04-28T13:45:44.955" v="2148" actId="47"/>
        <pc:sldMkLst>
          <pc:docMk/>
          <pc:sldMk cId="2615206711" sldId="749"/>
        </pc:sldMkLst>
      </pc:sldChg>
      <pc:sldChg chg="del">
        <pc:chgData name="Enrique Villegas Valerio" userId="8ada793c76dcd6b1" providerId="LiveId" clId="{22F5B8C0-95B1-4DAF-A10F-12CA8A14E89F}" dt="2024-04-28T13:45:44.955" v="2148" actId="47"/>
        <pc:sldMkLst>
          <pc:docMk/>
          <pc:sldMk cId="2955606564" sldId="750"/>
        </pc:sldMkLst>
      </pc:sldChg>
      <pc:sldChg chg="del">
        <pc:chgData name="Enrique Villegas Valerio" userId="8ada793c76dcd6b1" providerId="LiveId" clId="{22F5B8C0-95B1-4DAF-A10F-12CA8A14E89F}" dt="2024-04-28T13:45:44.955" v="2148" actId="47"/>
        <pc:sldMkLst>
          <pc:docMk/>
          <pc:sldMk cId="2795727232" sldId="751"/>
        </pc:sldMkLst>
      </pc:sldChg>
      <pc:sldChg chg="del">
        <pc:chgData name="Enrique Villegas Valerio" userId="8ada793c76dcd6b1" providerId="LiveId" clId="{22F5B8C0-95B1-4DAF-A10F-12CA8A14E89F}" dt="2024-04-28T13:45:44.955" v="2148" actId="47"/>
        <pc:sldMkLst>
          <pc:docMk/>
          <pc:sldMk cId="307501430" sldId="752"/>
        </pc:sldMkLst>
      </pc:sldChg>
      <pc:sldChg chg="del">
        <pc:chgData name="Enrique Villegas Valerio" userId="8ada793c76dcd6b1" providerId="LiveId" clId="{22F5B8C0-95B1-4DAF-A10F-12CA8A14E89F}" dt="2024-04-28T13:45:44.955" v="2148" actId="47"/>
        <pc:sldMkLst>
          <pc:docMk/>
          <pc:sldMk cId="2681378688" sldId="753"/>
        </pc:sldMkLst>
      </pc:sldChg>
      <pc:sldChg chg="del">
        <pc:chgData name="Enrique Villegas Valerio" userId="8ada793c76dcd6b1" providerId="LiveId" clId="{22F5B8C0-95B1-4DAF-A10F-12CA8A14E89F}" dt="2024-04-28T13:45:44.955" v="2148" actId="47"/>
        <pc:sldMkLst>
          <pc:docMk/>
          <pc:sldMk cId="303894514" sldId="754"/>
        </pc:sldMkLst>
      </pc:sldChg>
      <pc:sldChg chg="del">
        <pc:chgData name="Enrique Villegas Valerio" userId="8ada793c76dcd6b1" providerId="LiveId" clId="{22F5B8C0-95B1-4DAF-A10F-12CA8A14E89F}" dt="2024-04-28T13:45:44.955" v="2148" actId="47"/>
        <pc:sldMkLst>
          <pc:docMk/>
          <pc:sldMk cId="297649183" sldId="755"/>
        </pc:sldMkLst>
      </pc:sldChg>
      <pc:sldChg chg="del">
        <pc:chgData name="Enrique Villegas Valerio" userId="8ada793c76dcd6b1" providerId="LiveId" clId="{22F5B8C0-95B1-4DAF-A10F-12CA8A14E89F}" dt="2024-04-28T13:45:44.955" v="2148" actId="47"/>
        <pc:sldMkLst>
          <pc:docMk/>
          <pc:sldMk cId="4093056462" sldId="756"/>
        </pc:sldMkLst>
      </pc:sldChg>
      <pc:sldChg chg="del">
        <pc:chgData name="Enrique Villegas Valerio" userId="8ada793c76dcd6b1" providerId="LiveId" clId="{22F5B8C0-95B1-4DAF-A10F-12CA8A14E89F}" dt="2024-04-28T13:45:44.955" v="2148" actId="47"/>
        <pc:sldMkLst>
          <pc:docMk/>
          <pc:sldMk cId="3429242866" sldId="757"/>
        </pc:sldMkLst>
      </pc:sldChg>
      <pc:sldChg chg="del">
        <pc:chgData name="Enrique Villegas Valerio" userId="8ada793c76dcd6b1" providerId="LiveId" clId="{22F5B8C0-95B1-4DAF-A10F-12CA8A14E89F}" dt="2024-04-28T13:45:44.955" v="2148" actId="47"/>
        <pc:sldMkLst>
          <pc:docMk/>
          <pc:sldMk cId="838995400" sldId="758"/>
        </pc:sldMkLst>
      </pc:sldChg>
      <pc:sldChg chg="del">
        <pc:chgData name="Enrique Villegas Valerio" userId="8ada793c76dcd6b1" providerId="LiveId" clId="{22F5B8C0-95B1-4DAF-A10F-12CA8A14E89F}" dt="2024-04-28T13:45:44.955" v="2148" actId="47"/>
        <pc:sldMkLst>
          <pc:docMk/>
          <pc:sldMk cId="3594748842" sldId="759"/>
        </pc:sldMkLst>
      </pc:sldChg>
      <pc:sldChg chg="del">
        <pc:chgData name="Enrique Villegas Valerio" userId="8ada793c76dcd6b1" providerId="LiveId" clId="{22F5B8C0-95B1-4DAF-A10F-12CA8A14E89F}" dt="2024-04-28T13:45:44.955" v="2148" actId="47"/>
        <pc:sldMkLst>
          <pc:docMk/>
          <pc:sldMk cId="988940524" sldId="760"/>
        </pc:sldMkLst>
      </pc:sldChg>
      <pc:sldChg chg="del">
        <pc:chgData name="Enrique Villegas Valerio" userId="8ada793c76dcd6b1" providerId="LiveId" clId="{22F5B8C0-95B1-4DAF-A10F-12CA8A14E89F}" dt="2024-04-28T13:45:44.955" v="2148" actId="47"/>
        <pc:sldMkLst>
          <pc:docMk/>
          <pc:sldMk cId="1457925784" sldId="761"/>
        </pc:sldMkLst>
      </pc:sldChg>
      <pc:sldChg chg="del">
        <pc:chgData name="Enrique Villegas Valerio" userId="8ada793c76dcd6b1" providerId="LiveId" clId="{22F5B8C0-95B1-4DAF-A10F-12CA8A14E89F}" dt="2024-04-28T13:45:44.955" v="2148" actId="47"/>
        <pc:sldMkLst>
          <pc:docMk/>
          <pc:sldMk cId="3489304264" sldId="762"/>
        </pc:sldMkLst>
      </pc:sldChg>
      <pc:sldChg chg="del">
        <pc:chgData name="Enrique Villegas Valerio" userId="8ada793c76dcd6b1" providerId="LiveId" clId="{22F5B8C0-95B1-4DAF-A10F-12CA8A14E89F}" dt="2024-04-28T13:45:44.955" v="2148" actId="47"/>
        <pc:sldMkLst>
          <pc:docMk/>
          <pc:sldMk cId="2951377007" sldId="763"/>
        </pc:sldMkLst>
      </pc:sldChg>
      <pc:sldChg chg="del">
        <pc:chgData name="Enrique Villegas Valerio" userId="8ada793c76dcd6b1" providerId="LiveId" clId="{22F5B8C0-95B1-4DAF-A10F-12CA8A14E89F}" dt="2024-04-28T13:45:44.955" v="2148" actId="47"/>
        <pc:sldMkLst>
          <pc:docMk/>
          <pc:sldMk cId="2843221620" sldId="764"/>
        </pc:sldMkLst>
      </pc:sldChg>
      <pc:sldChg chg="del">
        <pc:chgData name="Enrique Villegas Valerio" userId="8ada793c76dcd6b1" providerId="LiveId" clId="{22F5B8C0-95B1-4DAF-A10F-12CA8A14E89F}" dt="2024-04-28T13:45:44.955" v="2148" actId="47"/>
        <pc:sldMkLst>
          <pc:docMk/>
          <pc:sldMk cId="1036406417" sldId="765"/>
        </pc:sldMkLst>
      </pc:sldChg>
      <pc:sldChg chg="del">
        <pc:chgData name="Enrique Villegas Valerio" userId="8ada793c76dcd6b1" providerId="LiveId" clId="{22F5B8C0-95B1-4DAF-A10F-12CA8A14E89F}" dt="2024-04-28T13:45:44.955" v="2148" actId="47"/>
        <pc:sldMkLst>
          <pc:docMk/>
          <pc:sldMk cId="558599693" sldId="766"/>
        </pc:sldMkLst>
      </pc:sldChg>
      <pc:sldChg chg="del">
        <pc:chgData name="Enrique Villegas Valerio" userId="8ada793c76dcd6b1" providerId="LiveId" clId="{22F5B8C0-95B1-4DAF-A10F-12CA8A14E89F}" dt="2024-04-28T13:45:44.955" v="2148" actId="47"/>
        <pc:sldMkLst>
          <pc:docMk/>
          <pc:sldMk cId="881164162" sldId="768"/>
        </pc:sldMkLst>
      </pc:sldChg>
      <pc:sldChg chg="del">
        <pc:chgData name="Enrique Villegas Valerio" userId="8ada793c76dcd6b1" providerId="LiveId" clId="{22F5B8C0-95B1-4DAF-A10F-12CA8A14E89F}" dt="2024-04-28T13:45:44.955" v="2148" actId="47"/>
        <pc:sldMkLst>
          <pc:docMk/>
          <pc:sldMk cId="1072409482" sldId="769"/>
        </pc:sldMkLst>
      </pc:sldChg>
      <pc:sldChg chg="del">
        <pc:chgData name="Enrique Villegas Valerio" userId="8ada793c76dcd6b1" providerId="LiveId" clId="{22F5B8C0-95B1-4DAF-A10F-12CA8A14E89F}" dt="2024-04-28T13:45:44.955" v="2148" actId="47"/>
        <pc:sldMkLst>
          <pc:docMk/>
          <pc:sldMk cId="2431892705" sldId="770"/>
        </pc:sldMkLst>
      </pc:sldChg>
      <pc:sldChg chg="del">
        <pc:chgData name="Enrique Villegas Valerio" userId="8ada793c76dcd6b1" providerId="LiveId" clId="{22F5B8C0-95B1-4DAF-A10F-12CA8A14E89F}" dt="2024-04-28T13:45:44.955" v="2148" actId="47"/>
        <pc:sldMkLst>
          <pc:docMk/>
          <pc:sldMk cId="2518094582" sldId="771"/>
        </pc:sldMkLst>
      </pc:sldChg>
      <pc:sldChg chg="del">
        <pc:chgData name="Enrique Villegas Valerio" userId="8ada793c76dcd6b1" providerId="LiveId" clId="{22F5B8C0-95B1-4DAF-A10F-12CA8A14E89F}" dt="2024-04-28T13:45:44.955" v="2148" actId="47"/>
        <pc:sldMkLst>
          <pc:docMk/>
          <pc:sldMk cId="4274744633" sldId="772"/>
        </pc:sldMkLst>
      </pc:sldChg>
      <pc:sldChg chg="del">
        <pc:chgData name="Enrique Villegas Valerio" userId="8ada793c76dcd6b1" providerId="LiveId" clId="{22F5B8C0-95B1-4DAF-A10F-12CA8A14E89F}" dt="2024-04-28T13:45:44.955" v="2148" actId="47"/>
        <pc:sldMkLst>
          <pc:docMk/>
          <pc:sldMk cId="2786650950" sldId="773"/>
        </pc:sldMkLst>
      </pc:sldChg>
      <pc:sldChg chg="del">
        <pc:chgData name="Enrique Villegas Valerio" userId="8ada793c76dcd6b1" providerId="LiveId" clId="{22F5B8C0-95B1-4DAF-A10F-12CA8A14E89F}" dt="2024-04-28T13:45:44.955" v="2148" actId="47"/>
        <pc:sldMkLst>
          <pc:docMk/>
          <pc:sldMk cId="1500486157" sldId="774"/>
        </pc:sldMkLst>
      </pc:sldChg>
      <pc:sldChg chg="del">
        <pc:chgData name="Enrique Villegas Valerio" userId="8ada793c76dcd6b1" providerId="LiveId" clId="{22F5B8C0-95B1-4DAF-A10F-12CA8A14E89F}" dt="2024-04-28T13:45:44.955" v="2148" actId="47"/>
        <pc:sldMkLst>
          <pc:docMk/>
          <pc:sldMk cId="3631565729" sldId="775"/>
        </pc:sldMkLst>
      </pc:sldChg>
      <pc:sldChg chg="del">
        <pc:chgData name="Enrique Villegas Valerio" userId="8ada793c76dcd6b1" providerId="LiveId" clId="{22F5B8C0-95B1-4DAF-A10F-12CA8A14E89F}" dt="2024-04-28T13:45:44.955" v="2148" actId="47"/>
        <pc:sldMkLst>
          <pc:docMk/>
          <pc:sldMk cId="3272485913" sldId="776"/>
        </pc:sldMkLst>
      </pc:sldChg>
      <pc:sldChg chg="del">
        <pc:chgData name="Enrique Villegas Valerio" userId="8ada793c76dcd6b1" providerId="LiveId" clId="{22F5B8C0-95B1-4DAF-A10F-12CA8A14E89F}" dt="2024-04-28T13:45:44.955" v="2148" actId="47"/>
        <pc:sldMkLst>
          <pc:docMk/>
          <pc:sldMk cId="3545591661" sldId="777"/>
        </pc:sldMkLst>
      </pc:sldChg>
      <pc:sldChg chg="del">
        <pc:chgData name="Enrique Villegas Valerio" userId="8ada793c76dcd6b1" providerId="LiveId" clId="{22F5B8C0-95B1-4DAF-A10F-12CA8A14E89F}" dt="2024-04-28T13:45:44.955" v="2148" actId="47"/>
        <pc:sldMkLst>
          <pc:docMk/>
          <pc:sldMk cId="1301569592" sldId="778"/>
        </pc:sldMkLst>
      </pc:sldChg>
      <pc:sldChg chg="del">
        <pc:chgData name="Enrique Villegas Valerio" userId="8ada793c76dcd6b1" providerId="LiveId" clId="{22F5B8C0-95B1-4DAF-A10F-12CA8A14E89F}" dt="2024-04-28T13:45:44.955" v="2148" actId="47"/>
        <pc:sldMkLst>
          <pc:docMk/>
          <pc:sldMk cId="1256220797" sldId="779"/>
        </pc:sldMkLst>
      </pc:sldChg>
      <pc:sldChg chg="del">
        <pc:chgData name="Enrique Villegas Valerio" userId="8ada793c76dcd6b1" providerId="LiveId" clId="{22F5B8C0-95B1-4DAF-A10F-12CA8A14E89F}" dt="2024-04-28T03:22:55.501" v="0" actId="47"/>
        <pc:sldMkLst>
          <pc:docMk/>
          <pc:sldMk cId="595888006" sldId="780"/>
        </pc:sldMkLst>
      </pc:sldChg>
      <pc:sldChg chg="addSp modSp new">
        <pc:chgData name="Enrique Villegas Valerio" userId="8ada793c76dcd6b1" providerId="LiveId" clId="{22F5B8C0-95B1-4DAF-A10F-12CA8A14E89F}" dt="2024-04-28T03:23:59.761" v="12" actId="14100"/>
        <pc:sldMkLst>
          <pc:docMk/>
          <pc:sldMk cId="844771429" sldId="780"/>
        </pc:sldMkLst>
        <pc:picChg chg="add mod">
          <ac:chgData name="Enrique Villegas Valerio" userId="8ada793c76dcd6b1" providerId="LiveId" clId="{22F5B8C0-95B1-4DAF-A10F-12CA8A14E89F}" dt="2024-04-28T03:23:59.761" v="12" actId="14100"/>
          <ac:picMkLst>
            <pc:docMk/>
            <pc:sldMk cId="844771429" sldId="780"/>
            <ac:picMk id="1026" creationId="{E4C28187-14E9-BE54-F05D-779CB355D4CB}"/>
          </ac:picMkLst>
        </pc:picChg>
      </pc:sldChg>
      <pc:sldChg chg="modSp add">
        <pc:chgData name="Enrique Villegas Valerio" userId="8ada793c76dcd6b1" providerId="LiveId" clId="{22F5B8C0-95B1-4DAF-A10F-12CA8A14E89F}" dt="2024-04-28T03:23:51.809" v="11" actId="18131"/>
        <pc:sldMkLst>
          <pc:docMk/>
          <pc:sldMk cId="844270561" sldId="781"/>
        </pc:sldMkLst>
        <pc:picChg chg="mod">
          <ac:chgData name="Enrique Villegas Valerio" userId="8ada793c76dcd6b1" providerId="LiveId" clId="{22F5B8C0-95B1-4DAF-A10F-12CA8A14E89F}" dt="2024-04-28T03:23:51.809" v="11" actId="18131"/>
          <ac:picMkLst>
            <pc:docMk/>
            <pc:sldMk cId="844270561" sldId="781"/>
            <ac:picMk id="1026" creationId="{E4C28187-14E9-BE54-F05D-779CB355D4CB}"/>
          </ac:picMkLst>
        </pc:picChg>
      </pc:sldChg>
      <pc:sldChg chg="addSp delSp modSp new mod chgLayout">
        <pc:chgData name="Enrique Villegas Valerio" userId="8ada793c76dcd6b1" providerId="LiveId" clId="{22F5B8C0-95B1-4DAF-A10F-12CA8A14E89F}" dt="2024-04-28T04:42:05.073" v="659" actId="478"/>
        <pc:sldMkLst>
          <pc:docMk/>
          <pc:sldMk cId="2087936639" sldId="782"/>
        </pc:sldMkLst>
        <pc:spChg chg="add del">
          <ac:chgData name="Enrique Villegas Valerio" userId="8ada793c76dcd6b1" providerId="LiveId" clId="{22F5B8C0-95B1-4DAF-A10F-12CA8A14E89F}" dt="2024-04-28T04:33:14.643" v="23" actId="22"/>
          <ac:spMkLst>
            <pc:docMk/>
            <pc:sldMk cId="2087936639" sldId="782"/>
            <ac:spMk id="5" creationId="{E819FF35-2A03-18D8-C502-25E11C4FEFF4}"/>
          </ac:spMkLst>
        </pc:spChg>
        <pc:spChg chg="add mod">
          <ac:chgData name="Enrique Villegas Valerio" userId="8ada793c76dcd6b1" providerId="LiveId" clId="{22F5B8C0-95B1-4DAF-A10F-12CA8A14E89F}" dt="2024-04-28T04:39:39.752" v="539" actId="1038"/>
          <ac:spMkLst>
            <pc:docMk/>
            <pc:sldMk cId="2087936639" sldId="782"/>
            <ac:spMk id="6" creationId="{38D63825-ADEE-B658-26DD-D522C2C0DD8B}"/>
          </ac:spMkLst>
        </pc:spChg>
        <pc:spChg chg="add del mod">
          <ac:chgData name="Enrique Villegas Valerio" userId="8ada793c76dcd6b1" providerId="LiveId" clId="{22F5B8C0-95B1-4DAF-A10F-12CA8A14E89F}" dt="2024-04-28T04:37:57.038" v="373" actId="47"/>
          <ac:spMkLst>
            <pc:docMk/>
            <pc:sldMk cId="2087936639" sldId="782"/>
            <ac:spMk id="7" creationId="{CA4F695F-5937-72B8-A646-52445A2C3105}"/>
          </ac:spMkLst>
        </pc:spChg>
        <pc:spChg chg="add del mod">
          <ac:chgData name="Enrique Villegas Valerio" userId="8ada793c76dcd6b1" providerId="LiveId" clId="{22F5B8C0-95B1-4DAF-A10F-12CA8A14E89F}" dt="2024-04-28T04:39:39.752" v="539" actId="1038"/>
          <ac:spMkLst>
            <pc:docMk/>
            <pc:sldMk cId="2087936639" sldId="782"/>
            <ac:spMk id="9" creationId="{D4E21D2C-0BC2-C6D1-6994-B8FECE1D9356}"/>
          </ac:spMkLst>
        </pc:spChg>
        <pc:spChg chg="add del mod">
          <ac:chgData name="Enrique Villegas Valerio" userId="8ada793c76dcd6b1" providerId="LiveId" clId="{22F5B8C0-95B1-4DAF-A10F-12CA8A14E89F}" dt="2024-04-28T04:42:05.073" v="659" actId="478"/>
          <ac:spMkLst>
            <pc:docMk/>
            <pc:sldMk cId="2087936639" sldId="782"/>
            <ac:spMk id="10" creationId="{53C7DBE5-5021-6E92-D2A1-DFF743F4A66E}"/>
          </ac:spMkLst>
        </pc:spChg>
        <pc:spChg chg="add mod">
          <ac:chgData name="Enrique Villegas Valerio" userId="8ada793c76dcd6b1" providerId="LiveId" clId="{22F5B8C0-95B1-4DAF-A10F-12CA8A14E89F}" dt="2024-04-28T04:39:47.315" v="547"/>
          <ac:spMkLst>
            <pc:docMk/>
            <pc:sldMk cId="2087936639" sldId="782"/>
            <ac:spMk id="11" creationId="{10204212-72CE-CCE9-B47E-795719788E89}"/>
          </ac:spMkLst>
        </pc:spChg>
        <pc:picChg chg="add mod">
          <ac:chgData name="Enrique Villegas Valerio" userId="8ada793c76dcd6b1" providerId="LiveId" clId="{22F5B8C0-95B1-4DAF-A10F-12CA8A14E89F}" dt="2024-04-28T04:38:55.932" v="515" actId="1036"/>
          <ac:picMkLst>
            <pc:docMk/>
            <pc:sldMk cId="2087936639" sldId="782"/>
            <ac:picMk id="3" creationId="{DEC719AF-65EA-EBBA-BA4F-38E211C9A7DA}"/>
          </ac:picMkLst>
        </pc:picChg>
      </pc:sldChg>
      <pc:sldChg chg="addSp delSp modSp add mod">
        <pc:chgData name="Enrique Villegas Valerio" userId="8ada793c76dcd6b1" providerId="LiveId" clId="{22F5B8C0-95B1-4DAF-A10F-12CA8A14E89F}" dt="2024-04-28T05:03:27.652" v="898" actId="21"/>
        <pc:sldMkLst>
          <pc:docMk/>
          <pc:sldMk cId="604872742" sldId="783"/>
        </pc:sldMkLst>
        <pc:spChg chg="add del">
          <ac:chgData name="Enrique Villegas Valerio" userId="8ada793c76dcd6b1" providerId="LiveId" clId="{22F5B8C0-95B1-4DAF-A10F-12CA8A14E89F}" dt="2024-04-28T05:03:27.652" v="898" actId="21"/>
          <ac:spMkLst>
            <pc:docMk/>
            <pc:sldMk cId="604872742" sldId="783"/>
            <ac:spMk id="6" creationId="{38D63825-ADEE-B658-26DD-D522C2C0DD8B}"/>
          </ac:spMkLst>
        </pc:spChg>
        <pc:spChg chg="mod">
          <ac:chgData name="Enrique Villegas Valerio" userId="8ada793c76dcd6b1" providerId="LiveId" clId="{22F5B8C0-95B1-4DAF-A10F-12CA8A14E89F}" dt="2024-04-28T04:42:09.521" v="668" actId="1035"/>
          <ac:spMkLst>
            <pc:docMk/>
            <pc:sldMk cId="604872742" sldId="783"/>
            <ac:spMk id="10" creationId="{53C7DBE5-5021-6E92-D2A1-DFF743F4A66E}"/>
          </ac:spMkLst>
        </pc:spChg>
      </pc:sldChg>
      <pc:sldChg chg="new del">
        <pc:chgData name="Enrique Villegas Valerio" userId="8ada793c76dcd6b1" providerId="LiveId" clId="{22F5B8C0-95B1-4DAF-A10F-12CA8A14E89F}" dt="2024-04-28T04:37:57.429" v="374" actId="680"/>
        <pc:sldMkLst>
          <pc:docMk/>
          <pc:sldMk cId="3388704265" sldId="783"/>
        </pc:sldMkLst>
      </pc:sldChg>
      <pc:sldChg chg="addSp delSp modSp new mod">
        <pc:chgData name="Enrique Villegas Valerio" userId="8ada793c76dcd6b1" providerId="LiveId" clId="{22F5B8C0-95B1-4DAF-A10F-12CA8A14E89F}" dt="2024-04-28T05:07:11.347" v="1097" actId="1076"/>
        <pc:sldMkLst>
          <pc:docMk/>
          <pc:sldMk cId="3505741251" sldId="784"/>
        </pc:sldMkLst>
        <pc:spChg chg="add mod">
          <ac:chgData name="Enrique Villegas Valerio" userId="8ada793c76dcd6b1" providerId="LiveId" clId="{22F5B8C0-95B1-4DAF-A10F-12CA8A14E89F}" dt="2024-04-28T05:06:23.825" v="1088" actId="1036"/>
          <ac:spMkLst>
            <pc:docMk/>
            <pc:sldMk cId="3505741251" sldId="784"/>
            <ac:spMk id="17" creationId="{38D63825-ADEE-B658-26DD-D522C2C0DD8B}"/>
          </ac:spMkLst>
        </pc:spChg>
        <pc:picChg chg="add mod">
          <ac:chgData name="Enrique Villegas Valerio" userId="8ada793c76dcd6b1" providerId="LiveId" clId="{22F5B8C0-95B1-4DAF-A10F-12CA8A14E89F}" dt="2024-04-28T05:06:34.464" v="1090" actId="1076"/>
          <ac:picMkLst>
            <pc:docMk/>
            <pc:sldMk cId="3505741251" sldId="784"/>
            <ac:picMk id="3" creationId="{CA698DB0-867D-2DCB-024C-5601778EFAF0}"/>
          </ac:picMkLst>
        </pc:picChg>
        <pc:picChg chg="add mod">
          <ac:chgData name="Enrique Villegas Valerio" userId="8ada793c76dcd6b1" providerId="LiveId" clId="{22F5B8C0-95B1-4DAF-A10F-12CA8A14E89F}" dt="2024-04-28T05:06:47.200" v="1092" actId="1076"/>
          <ac:picMkLst>
            <pc:docMk/>
            <pc:sldMk cId="3505741251" sldId="784"/>
            <ac:picMk id="5" creationId="{0B03D247-20D5-288C-6E1F-760CE5E22F59}"/>
          </ac:picMkLst>
        </pc:picChg>
        <pc:picChg chg="add mod modCrop">
          <ac:chgData name="Enrique Villegas Valerio" userId="8ada793c76dcd6b1" providerId="LiveId" clId="{22F5B8C0-95B1-4DAF-A10F-12CA8A14E89F}" dt="2024-04-28T05:07:11.347" v="1097" actId="1076"/>
          <ac:picMkLst>
            <pc:docMk/>
            <pc:sldMk cId="3505741251" sldId="784"/>
            <ac:picMk id="7" creationId="{29A92688-BB77-38EA-CFA8-34637EF93977}"/>
          </ac:picMkLst>
        </pc:picChg>
        <pc:picChg chg="add mod modCrop">
          <ac:chgData name="Enrique Villegas Valerio" userId="8ada793c76dcd6b1" providerId="LiveId" clId="{22F5B8C0-95B1-4DAF-A10F-12CA8A14E89F}" dt="2024-04-28T05:07:07.391" v="1096" actId="1076"/>
          <ac:picMkLst>
            <pc:docMk/>
            <pc:sldMk cId="3505741251" sldId="784"/>
            <ac:picMk id="9" creationId="{2C05C248-16DB-D305-E70A-968F3605A90D}"/>
          </ac:picMkLst>
        </pc:picChg>
        <pc:picChg chg="add mod modCrop">
          <ac:chgData name="Enrique Villegas Valerio" userId="8ada793c76dcd6b1" providerId="LiveId" clId="{22F5B8C0-95B1-4DAF-A10F-12CA8A14E89F}" dt="2024-04-28T05:06:56.731" v="1094" actId="14100"/>
          <ac:picMkLst>
            <pc:docMk/>
            <pc:sldMk cId="3505741251" sldId="784"/>
            <ac:picMk id="11" creationId="{2C376D56-2572-216A-5D19-8DBFB99BE181}"/>
          </ac:picMkLst>
        </pc:picChg>
        <pc:picChg chg="add mod modCrop">
          <ac:chgData name="Enrique Villegas Valerio" userId="8ada793c76dcd6b1" providerId="LiveId" clId="{22F5B8C0-95B1-4DAF-A10F-12CA8A14E89F}" dt="2024-04-28T05:06:40.542" v="1091" actId="1076"/>
          <ac:picMkLst>
            <pc:docMk/>
            <pc:sldMk cId="3505741251" sldId="784"/>
            <ac:picMk id="13" creationId="{781916B0-42A5-1110-54E8-B829971706BF}"/>
          </ac:picMkLst>
        </pc:picChg>
        <pc:picChg chg="add mod modCrop">
          <ac:chgData name="Enrique Villegas Valerio" userId="8ada793c76dcd6b1" providerId="LiveId" clId="{22F5B8C0-95B1-4DAF-A10F-12CA8A14E89F}" dt="2024-04-28T05:07:01.221" v="1095" actId="1076"/>
          <ac:picMkLst>
            <pc:docMk/>
            <pc:sldMk cId="3505741251" sldId="784"/>
            <ac:picMk id="15" creationId="{0AEE153D-EDE3-D378-341F-C84894B59DCB}"/>
          </ac:picMkLst>
        </pc:picChg>
        <pc:picChg chg="add mod">
          <ac:chgData name="Enrique Villegas Valerio" userId="8ada793c76dcd6b1" providerId="LiveId" clId="{22F5B8C0-95B1-4DAF-A10F-12CA8A14E89F}" dt="2024-04-28T05:03:06.940" v="881" actId="571"/>
          <ac:picMkLst>
            <pc:docMk/>
            <pc:sldMk cId="3505741251" sldId="784"/>
            <ac:picMk id="16" creationId="{A72C988B-7AA7-FA63-0FFE-CD978D2BD5FE}"/>
          </ac:picMkLst>
        </pc:picChg>
        <pc:picChg chg="add del mod">
          <ac:chgData name="Enrique Villegas Valerio" userId="8ada793c76dcd6b1" providerId="LiveId" clId="{22F5B8C0-95B1-4DAF-A10F-12CA8A14E89F}" dt="2024-04-28T04:48:01.631" v="673" actId="478"/>
          <ac:picMkLst>
            <pc:docMk/>
            <pc:sldMk cId="3505741251" sldId="784"/>
            <ac:picMk id="2050" creationId="{9326DCEB-FEE1-16AD-1CEB-748F25D154A5}"/>
          </ac:picMkLst>
        </pc:picChg>
      </pc:sldChg>
      <pc:sldChg chg="addSp delSp modSp add mod">
        <pc:chgData name="Enrique Villegas Valerio" userId="8ada793c76dcd6b1" providerId="LiveId" clId="{22F5B8C0-95B1-4DAF-A10F-12CA8A14E89F}" dt="2024-04-28T05:09:54.742" v="1142" actId="207"/>
        <pc:sldMkLst>
          <pc:docMk/>
          <pc:sldMk cId="103639252" sldId="785"/>
        </pc:sldMkLst>
        <pc:spChg chg="add del mod">
          <ac:chgData name="Enrique Villegas Valerio" userId="8ada793c76dcd6b1" providerId="LiveId" clId="{22F5B8C0-95B1-4DAF-A10F-12CA8A14E89F}" dt="2024-04-28T05:08:36.281" v="1134" actId="478"/>
          <ac:spMkLst>
            <pc:docMk/>
            <pc:sldMk cId="103639252" sldId="785"/>
            <ac:spMk id="2" creationId="{469B17F4-CF81-2DB0-6C04-31D328EC671F}"/>
          </ac:spMkLst>
        </pc:spChg>
        <pc:spChg chg="add mod">
          <ac:chgData name="Enrique Villegas Valerio" userId="8ada793c76dcd6b1" providerId="LiveId" clId="{22F5B8C0-95B1-4DAF-A10F-12CA8A14E89F}" dt="2024-04-28T05:09:54.742" v="1142" actId="207"/>
          <ac:spMkLst>
            <pc:docMk/>
            <pc:sldMk cId="103639252" sldId="785"/>
            <ac:spMk id="4" creationId="{404C0C95-F838-189C-C909-69F325E5E84C}"/>
          </ac:spMkLst>
        </pc:spChg>
        <pc:spChg chg="add del">
          <ac:chgData name="Enrique Villegas Valerio" userId="8ada793c76dcd6b1" providerId="LiveId" clId="{22F5B8C0-95B1-4DAF-A10F-12CA8A14E89F}" dt="2024-04-28T05:08:39.791" v="1136" actId="478"/>
          <ac:spMkLst>
            <pc:docMk/>
            <pc:sldMk cId="103639252" sldId="785"/>
            <ac:spMk id="17" creationId="{38D63825-ADEE-B658-26DD-D522C2C0DD8B}"/>
          </ac:spMkLst>
        </pc:spChg>
      </pc:sldChg>
      <pc:sldChg chg="addSp modSp add mod">
        <pc:chgData name="Enrique Villegas Valerio" userId="8ada793c76dcd6b1" providerId="LiveId" clId="{22F5B8C0-95B1-4DAF-A10F-12CA8A14E89F}" dt="2024-04-28T05:10:48.508" v="1156" actId="14100"/>
        <pc:sldMkLst>
          <pc:docMk/>
          <pc:sldMk cId="3995289765" sldId="786"/>
        </pc:sldMkLst>
        <pc:spChg chg="add mod">
          <ac:chgData name="Enrique Villegas Valerio" userId="8ada793c76dcd6b1" providerId="LiveId" clId="{22F5B8C0-95B1-4DAF-A10F-12CA8A14E89F}" dt="2024-04-28T05:10:16.501" v="1148" actId="14100"/>
          <ac:spMkLst>
            <pc:docMk/>
            <pc:sldMk cId="3995289765" sldId="786"/>
            <ac:spMk id="2" creationId="{B7520B30-31DA-55F2-F8B7-46843319E517}"/>
          </ac:spMkLst>
        </pc:spChg>
        <pc:spChg chg="mod">
          <ac:chgData name="Enrique Villegas Valerio" userId="8ada793c76dcd6b1" providerId="LiveId" clId="{22F5B8C0-95B1-4DAF-A10F-12CA8A14E89F}" dt="2024-04-28T05:10:09.773" v="1145" actId="14100"/>
          <ac:spMkLst>
            <pc:docMk/>
            <pc:sldMk cId="3995289765" sldId="786"/>
            <ac:spMk id="4" creationId="{404C0C95-F838-189C-C909-69F325E5E84C}"/>
          </ac:spMkLst>
        </pc:spChg>
        <pc:spChg chg="add mod">
          <ac:chgData name="Enrique Villegas Valerio" userId="8ada793c76dcd6b1" providerId="LiveId" clId="{22F5B8C0-95B1-4DAF-A10F-12CA8A14E89F}" dt="2024-04-28T05:10:48.508" v="1156" actId="14100"/>
          <ac:spMkLst>
            <pc:docMk/>
            <pc:sldMk cId="3995289765" sldId="786"/>
            <ac:spMk id="6" creationId="{14796592-FECD-867B-0BBC-6EBC2206FF4C}"/>
          </ac:spMkLst>
        </pc:spChg>
      </pc:sldChg>
      <pc:sldChg chg="addSp delSp modSp add mod">
        <pc:chgData name="Enrique Villegas Valerio" userId="8ada793c76dcd6b1" providerId="LiveId" clId="{22F5B8C0-95B1-4DAF-A10F-12CA8A14E89F}" dt="2024-04-28T05:11:34.465" v="1159" actId="14100"/>
        <pc:sldMkLst>
          <pc:docMk/>
          <pc:sldMk cId="3430709889" sldId="787"/>
        </pc:sldMkLst>
        <pc:spChg chg="mod">
          <ac:chgData name="Enrique Villegas Valerio" userId="8ada793c76dcd6b1" providerId="LiveId" clId="{22F5B8C0-95B1-4DAF-A10F-12CA8A14E89F}" dt="2024-04-28T05:11:34.465" v="1159" actId="14100"/>
          <ac:spMkLst>
            <pc:docMk/>
            <pc:sldMk cId="3430709889" sldId="787"/>
            <ac:spMk id="2" creationId="{B7520B30-31DA-55F2-F8B7-46843319E517}"/>
          </ac:spMkLst>
        </pc:spChg>
        <pc:spChg chg="mod">
          <ac:chgData name="Enrique Villegas Valerio" userId="8ada793c76dcd6b1" providerId="LiveId" clId="{22F5B8C0-95B1-4DAF-A10F-12CA8A14E89F}" dt="2024-04-28T05:10:24.750" v="1152" actId="14100"/>
          <ac:spMkLst>
            <pc:docMk/>
            <pc:sldMk cId="3430709889" sldId="787"/>
            <ac:spMk id="4" creationId="{404C0C95-F838-189C-C909-69F325E5E84C}"/>
          </ac:spMkLst>
        </pc:spChg>
        <pc:graphicFrameChg chg="add del modGraphic">
          <ac:chgData name="Enrique Villegas Valerio" userId="8ada793c76dcd6b1" providerId="LiveId" clId="{22F5B8C0-95B1-4DAF-A10F-12CA8A14E89F}" dt="2024-04-28T05:11:31.233" v="1158" actId="27309"/>
          <ac:graphicFrameMkLst>
            <pc:docMk/>
            <pc:sldMk cId="3430709889" sldId="787"/>
            <ac:graphicFrameMk id="8" creationId="{2B20000E-617B-E559-3755-1484A5846992}"/>
          </ac:graphicFrameMkLst>
        </pc:graphicFrameChg>
      </pc:sldChg>
      <pc:sldChg chg="addSp delSp modSp add del mod">
        <pc:chgData name="Enrique Villegas Valerio" userId="8ada793c76dcd6b1" providerId="LiveId" clId="{22F5B8C0-95B1-4DAF-A10F-12CA8A14E89F}" dt="2024-04-28T12:01:16.397" v="1239" actId="47"/>
        <pc:sldMkLst>
          <pc:docMk/>
          <pc:sldMk cId="3920010132" sldId="788"/>
        </pc:sldMkLst>
        <pc:spChg chg="add mod">
          <ac:chgData name="Enrique Villegas Valerio" userId="8ada793c76dcd6b1" providerId="LiveId" clId="{22F5B8C0-95B1-4DAF-A10F-12CA8A14E89F}" dt="2024-04-28T12:00:49.922" v="1238" actId="1036"/>
          <ac:spMkLst>
            <pc:docMk/>
            <pc:sldMk cId="3920010132" sldId="788"/>
            <ac:spMk id="8" creationId="{EAAFF532-D658-2F67-8FB8-25C1BCAE6C24}"/>
          </ac:spMkLst>
        </pc:spChg>
        <pc:spChg chg="mod">
          <ac:chgData name="Enrique Villegas Valerio" userId="8ada793c76dcd6b1" providerId="LiveId" clId="{22F5B8C0-95B1-4DAF-A10F-12CA8A14E89F}" dt="2024-04-28T11:59:51.005" v="1207" actId="1035"/>
          <ac:spMkLst>
            <pc:docMk/>
            <pc:sldMk cId="3920010132" sldId="788"/>
            <ac:spMk id="17" creationId="{38D63825-ADEE-B658-26DD-D522C2C0DD8B}"/>
          </ac:spMkLst>
        </pc:spChg>
        <pc:picChg chg="mod">
          <ac:chgData name="Enrique Villegas Valerio" userId="8ada793c76dcd6b1" providerId="LiveId" clId="{22F5B8C0-95B1-4DAF-A10F-12CA8A14E89F}" dt="2024-04-28T11:59:51.005" v="1207" actId="1035"/>
          <ac:picMkLst>
            <pc:docMk/>
            <pc:sldMk cId="3920010132" sldId="788"/>
            <ac:picMk id="3" creationId="{CA698DB0-867D-2DCB-024C-5601778EFAF0}"/>
          </ac:picMkLst>
        </pc:picChg>
        <pc:picChg chg="mod">
          <ac:chgData name="Enrique Villegas Valerio" userId="8ada793c76dcd6b1" providerId="LiveId" clId="{22F5B8C0-95B1-4DAF-A10F-12CA8A14E89F}" dt="2024-04-28T11:59:51.005" v="1207" actId="1035"/>
          <ac:picMkLst>
            <pc:docMk/>
            <pc:sldMk cId="3920010132" sldId="788"/>
            <ac:picMk id="5" creationId="{0B03D247-20D5-288C-6E1F-760CE5E22F59}"/>
          </ac:picMkLst>
        </pc:picChg>
        <pc:picChg chg="mod">
          <ac:chgData name="Enrique Villegas Valerio" userId="8ada793c76dcd6b1" providerId="LiveId" clId="{22F5B8C0-95B1-4DAF-A10F-12CA8A14E89F}" dt="2024-04-28T11:59:51.005" v="1207" actId="1035"/>
          <ac:picMkLst>
            <pc:docMk/>
            <pc:sldMk cId="3920010132" sldId="788"/>
            <ac:picMk id="7" creationId="{29A92688-BB77-38EA-CFA8-34637EF93977}"/>
          </ac:picMkLst>
        </pc:picChg>
        <pc:picChg chg="mod">
          <ac:chgData name="Enrique Villegas Valerio" userId="8ada793c76dcd6b1" providerId="LiveId" clId="{22F5B8C0-95B1-4DAF-A10F-12CA8A14E89F}" dt="2024-04-28T11:59:51.005" v="1207" actId="1035"/>
          <ac:picMkLst>
            <pc:docMk/>
            <pc:sldMk cId="3920010132" sldId="788"/>
            <ac:picMk id="9" creationId="{2C05C248-16DB-D305-E70A-968F3605A90D}"/>
          </ac:picMkLst>
        </pc:picChg>
        <pc:picChg chg="mod">
          <ac:chgData name="Enrique Villegas Valerio" userId="8ada793c76dcd6b1" providerId="LiveId" clId="{22F5B8C0-95B1-4DAF-A10F-12CA8A14E89F}" dt="2024-04-28T11:59:51.005" v="1207" actId="1035"/>
          <ac:picMkLst>
            <pc:docMk/>
            <pc:sldMk cId="3920010132" sldId="788"/>
            <ac:picMk id="11" creationId="{2C376D56-2572-216A-5D19-8DBFB99BE181}"/>
          </ac:picMkLst>
        </pc:picChg>
        <pc:picChg chg="mod">
          <ac:chgData name="Enrique Villegas Valerio" userId="8ada793c76dcd6b1" providerId="LiveId" clId="{22F5B8C0-95B1-4DAF-A10F-12CA8A14E89F}" dt="2024-04-28T11:59:51.005" v="1207" actId="1035"/>
          <ac:picMkLst>
            <pc:docMk/>
            <pc:sldMk cId="3920010132" sldId="788"/>
            <ac:picMk id="13" creationId="{781916B0-42A5-1110-54E8-B829971706BF}"/>
          </ac:picMkLst>
        </pc:picChg>
        <pc:picChg chg="mod">
          <ac:chgData name="Enrique Villegas Valerio" userId="8ada793c76dcd6b1" providerId="LiveId" clId="{22F5B8C0-95B1-4DAF-A10F-12CA8A14E89F}" dt="2024-04-28T11:59:51.005" v="1207" actId="1035"/>
          <ac:picMkLst>
            <pc:docMk/>
            <pc:sldMk cId="3920010132" sldId="788"/>
            <ac:picMk id="15" creationId="{0AEE153D-EDE3-D378-341F-C84894B59DCB}"/>
          </ac:picMkLst>
        </pc:picChg>
        <pc:cxnChg chg="add del mod">
          <ac:chgData name="Enrique Villegas Valerio" userId="8ada793c76dcd6b1" providerId="LiveId" clId="{22F5B8C0-95B1-4DAF-A10F-12CA8A14E89F}" dt="2024-04-28T12:00:20.271" v="1210" actId="478"/>
          <ac:cxnSpMkLst>
            <pc:docMk/>
            <pc:sldMk cId="3920010132" sldId="788"/>
            <ac:cxnSpMk id="4" creationId="{0E60C8AB-0FE1-97EB-8820-2361C51C7209}"/>
          </ac:cxnSpMkLst>
        </pc:cxnChg>
      </pc:sldChg>
      <pc:sldChg chg="add">
        <pc:chgData name="Enrique Villegas Valerio" userId="8ada793c76dcd6b1" providerId="LiveId" clId="{22F5B8C0-95B1-4DAF-A10F-12CA8A14E89F}" dt="2024-04-28T12:02:06.269" v="1241"/>
        <pc:sldMkLst>
          <pc:docMk/>
          <pc:sldMk cId="4212743176" sldId="788"/>
        </pc:sldMkLst>
      </pc:sldChg>
      <pc:sldChg chg="addSp modSp new mod modClrScheme modAnim chgLayout">
        <pc:chgData name="Enrique Villegas Valerio" userId="8ada793c76dcd6b1" providerId="LiveId" clId="{22F5B8C0-95B1-4DAF-A10F-12CA8A14E89F}" dt="2024-04-28T13:00:03.763" v="1759" actId="27636"/>
        <pc:sldMkLst>
          <pc:docMk/>
          <pc:sldMk cId="1786013269" sldId="789"/>
        </pc:sldMkLst>
        <pc:spChg chg="add mod">
          <ac:chgData name="Enrique Villegas Valerio" userId="8ada793c76dcd6b1" providerId="LiveId" clId="{22F5B8C0-95B1-4DAF-A10F-12CA8A14E89F}" dt="2024-04-28T12:18:43.383" v="1370" actId="1035"/>
          <ac:spMkLst>
            <pc:docMk/>
            <pc:sldMk cId="1786013269" sldId="789"/>
            <ac:spMk id="2" creationId="{814C8737-E0AB-3173-5B12-997883A142F9}"/>
          </ac:spMkLst>
        </pc:spChg>
        <pc:spChg chg="add mod">
          <ac:chgData name="Enrique Villegas Valerio" userId="8ada793c76dcd6b1" providerId="LiveId" clId="{22F5B8C0-95B1-4DAF-A10F-12CA8A14E89F}" dt="2024-04-28T13:00:03.763" v="1759" actId="27636"/>
          <ac:spMkLst>
            <pc:docMk/>
            <pc:sldMk cId="1786013269" sldId="789"/>
            <ac:spMk id="3" creationId="{327EDC76-3BEB-FCFA-278C-B106143CA2F0}"/>
          </ac:spMkLst>
        </pc:spChg>
      </pc:sldChg>
      <pc:sldChg chg="add modAnim">
        <pc:chgData name="Enrique Villegas Valerio" userId="8ada793c76dcd6b1" providerId="LiveId" clId="{22F5B8C0-95B1-4DAF-A10F-12CA8A14E89F}" dt="2024-04-28T13:00:13.213" v="1760"/>
        <pc:sldMkLst>
          <pc:docMk/>
          <pc:sldMk cId="1435731666" sldId="790"/>
        </pc:sldMkLst>
      </pc:sldChg>
      <pc:sldChg chg="addSp delSp modSp add mod">
        <pc:chgData name="Enrique Villegas Valerio" userId="8ada793c76dcd6b1" providerId="LiveId" clId="{22F5B8C0-95B1-4DAF-A10F-12CA8A14E89F}" dt="2024-04-28T14:07:49.301" v="2640" actId="255"/>
        <pc:sldMkLst>
          <pc:docMk/>
          <pc:sldMk cId="4258264916" sldId="791"/>
        </pc:sldMkLst>
        <pc:spChg chg="mod">
          <ac:chgData name="Enrique Villegas Valerio" userId="8ada793c76dcd6b1" providerId="LiveId" clId="{22F5B8C0-95B1-4DAF-A10F-12CA8A14E89F}" dt="2024-04-28T13:29:50.108" v="1952" actId="1038"/>
          <ac:spMkLst>
            <pc:docMk/>
            <pc:sldMk cId="4258264916" sldId="791"/>
            <ac:spMk id="6" creationId="{38D63825-ADEE-B658-26DD-D522C2C0DD8B}"/>
          </ac:spMkLst>
        </pc:spChg>
        <pc:spChg chg="mod">
          <ac:chgData name="Enrique Villegas Valerio" userId="8ada793c76dcd6b1" providerId="LiveId" clId="{22F5B8C0-95B1-4DAF-A10F-12CA8A14E89F}" dt="2024-04-28T14:07:49.301" v="2640" actId="255"/>
          <ac:spMkLst>
            <pc:docMk/>
            <pc:sldMk cId="4258264916" sldId="791"/>
            <ac:spMk id="9" creationId="{D4E21D2C-0BC2-C6D1-6994-B8FECE1D9356}"/>
          </ac:spMkLst>
        </pc:spChg>
        <pc:spChg chg="mod">
          <ac:chgData name="Enrique Villegas Valerio" userId="8ada793c76dcd6b1" providerId="LiveId" clId="{22F5B8C0-95B1-4DAF-A10F-12CA8A14E89F}" dt="2024-04-28T13:29:38.254" v="1926" actId="20577"/>
          <ac:spMkLst>
            <pc:docMk/>
            <pc:sldMk cId="4258264916" sldId="791"/>
            <ac:spMk id="10" creationId="{53C7DBE5-5021-6E92-D2A1-DFF743F4A66E}"/>
          </ac:spMkLst>
        </pc:spChg>
        <pc:picChg chg="add del mod">
          <ac:chgData name="Enrique Villegas Valerio" userId="8ada793c76dcd6b1" providerId="LiveId" clId="{22F5B8C0-95B1-4DAF-A10F-12CA8A14E89F}" dt="2024-04-28T13:29:25.042" v="1900" actId="14100"/>
          <ac:picMkLst>
            <pc:docMk/>
            <pc:sldMk cId="4258264916" sldId="791"/>
            <ac:picMk id="3" creationId="{DEC719AF-65EA-EBBA-BA4F-38E211C9A7DA}"/>
          </ac:picMkLst>
        </pc:picChg>
      </pc:sldChg>
      <pc:sldChg chg="addSp delSp modSp add mod">
        <pc:chgData name="Enrique Villegas Valerio" userId="8ada793c76dcd6b1" providerId="LiveId" clId="{22F5B8C0-95B1-4DAF-A10F-12CA8A14E89F}" dt="2024-04-28T13:52:48.934" v="2325" actId="14100"/>
        <pc:sldMkLst>
          <pc:docMk/>
          <pc:sldMk cId="2901455891" sldId="792"/>
        </pc:sldMkLst>
        <pc:spChg chg="mod">
          <ac:chgData name="Enrique Villegas Valerio" userId="8ada793c76dcd6b1" providerId="LiveId" clId="{22F5B8C0-95B1-4DAF-A10F-12CA8A14E89F}" dt="2024-04-28T13:46:47.392" v="2182" actId="1037"/>
          <ac:spMkLst>
            <pc:docMk/>
            <pc:sldMk cId="2901455891" sldId="792"/>
            <ac:spMk id="6" creationId="{38D63825-ADEE-B658-26DD-D522C2C0DD8B}"/>
          </ac:spMkLst>
        </pc:spChg>
        <pc:spChg chg="mod">
          <ac:chgData name="Enrique Villegas Valerio" userId="8ada793c76dcd6b1" providerId="LiveId" clId="{22F5B8C0-95B1-4DAF-A10F-12CA8A14E89F}" dt="2024-04-28T13:52:48.934" v="2325" actId="14100"/>
          <ac:spMkLst>
            <pc:docMk/>
            <pc:sldMk cId="2901455891" sldId="792"/>
            <ac:spMk id="9" creationId="{D4E21D2C-0BC2-C6D1-6994-B8FECE1D9356}"/>
          </ac:spMkLst>
        </pc:spChg>
        <pc:spChg chg="del">
          <ac:chgData name="Enrique Villegas Valerio" userId="8ada793c76dcd6b1" providerId="LiveId" clId="{22F5B8C0-95B1-4DAF-A10F-12CA8A14E89F}" dt="2024-04-28T13:46:02.019" v="2167" actId="478"/>
          <ac:spMkLst>
            <pc:docMk/>
            <pc:sldMk cId="2901455891" sldId="792"/>
            <ac:spMk id="10" creationId="{53C7DBE5-5021-6E92-D2A1-DFF743F4A66E}"/>
          </ac:spMkLst>
        </pc:spChg>
        <pc:picChg chg="mod">
          <ac:chgData name="Enrique Villegas Valerio" userId="8ada793c76dcd6b1" providerId="LiveId" clId="{22F5B8C0-95B1-4DAF-A10F-12CA8A14E89F}" dt="2024-04-28T13:47:30.506" v="2214" actId="1037"/>
          <ac:picMkLst>
            <pc:docMk/>
            <pc:sldMk cId="2901455891" sldId="792"/>
            <ac:picMk id="3" creationId="{DEC719AF-65EA-EBBA-BA4F-38E211C9A7DA}"/>
          </ac:picMkLst>
        </pc:picChg>
        <pc:cxnChg chg="add mod ord">
          <ac:chgData name="Enrique Villegas Valerio" userId="8ada793c76dcd6b1" providerId="LiveId" clId="{22F5B8C0-95B1-4DAF-A10F-12CA8A14E89F}" dt="2024-04-28T13:52:43.844" v="2324" actId="167"/>
          <ac:cxnSpMkLst>
            <pc:docMk/>
            <pc:sldMk cId="2901455891" sldId="792"/>
            <ac:cxnSpMk id="4" creationId="{60FA49EF-07F2-9084-9E7E-2AAA998D2EDB}"/>
          </ac:cxnSpMkLst>
        </pc:cxnChg>
        <pc:cxnChg chg="add mod ord">
          <ac:chgData name="Enrique Villegas Valerio" userId="8ada793c76dcd6b1" providerId="LiveId" clId="{22F5B8C0-95B1-4DAF-A10F-12CA8A14E89F}" dt="2024-04-28T13:52:43.844" v="2324" actId="167"/>
          <ac:cxnSpMkLst>
            <pc:docMk/>
            <pc:sldMk cId="2901455891" sldId="792"/>
            <ac:cxnSpMk id="5" creationId="{ACCBBAF2-4F36-3918-D88E-A6FE7BA94BE1}"/>
          </ac:cxnSpMkLst>
        </pc:cxnChg>
      </pc:sldChg>
      <pc:sldChg chg="modSp add mod">
        <pc:chgData name="Enrique Villegas Valerio" userId="8ada793c76dcd6b1" providerId="LiveId" clId="{22F5B8C0-95B1-4DAF-A10F-12CA8A14E89F}" dt="2024-04-28T13:49:39.121" v="2279" actId="404"/>
        <pc:sldMkLst>
          <pc:docMk/>
          <pc:sldMk cId="3946533360" sldId="793"/>
        </pc:sldMkLst>
        <pc:spChg chg="mod">
          <ac:chgData name="Enrique Villegas Valerio" userId="8ada793c76dcd6b1" providerId="LiveId" clId="{22F5B8C0-95B1-4DAF-A10F-12CA8A14E89F}" dt="2024-04-28T13:49:39.121" v="2279" actId="404"/>
          <ac:spMkLst>
            <pc:docMk/>
            <pc:sldMk cId="3946533360" sldId="793"/>
            <ac:spMk id="2" creationId="{F9514DA0-BE75-5888-FE06-2837D81A98C5}"/>
          </ac:spMkLst>
        </pc:spChg>
        <pc:spChg chg="mod">
          <ac:chgData name="Enrique Villegas Valerio" userId="8ada793c76dcd6b1" providerId="LiveId" clId="{22F5B8C0-95B1-4DAF-A10F-12CA8A14E89F}" dt="2024-04-28T13:48:06.720" v="2238" actId="20577"/>
          <ac:spMkLst>
            <pc:docMk/>
            <pc:sldMk cId="3946533360" sldId="793"/>
            <ac:spMk id="3" creationId="{7C68BD49-EB98-945B-E1DB-FD4A8FC66606}"/>
          </ac:spMkLst>
        </pc:spChg>
      </pc:sldChg>
      <pc:sldChg chg="add del">
        <pc:chgData name="Enrique Villegas Valerio" userId="8ada793c76dcd6b1" providerId="LiveId" clId="{22F5B8C0-95B1-4DAF-A10F-12CA8A14E89F}" dt="2024-04-28T13:47:42.712" v="2216" actId="47"/>
        <pc:sldMkLst>
          <pc:docMk/>
          <pc:sldMk cId="4082521832" sldId="793"/>
        </pc:sldMkLst>
      </pc:sldChg>
      <pc:sldChg chg="modSp add mod">
        <pc:chgData name="Enrique Villegas Valerio" userId="8ada793c76dcd6b1" providerId="LiveId" clId="{22F5B8C0-95B1-4DAF-A10F-12CA8A14E89F}" dt="2024-04-28T13:50:00.165" v="2291" actId="403"/>
        <pc:sldMkLst>
          <pc:docMk/>
          <pc:sldMk cId="1000114867" sldId="794"/>
        </pc:sldMkLst>
        <pc:spChg chg="mod">
          <ac:chgData name="Enrique Villegas Valerio" userId="8ada793c76dcd6b1" providerId="LiveId" clId="{22F5B8C0-95B1-4DAF-A10F-12CA8A14E89F}" dt="2024-04-28T13:50:00.165" v="2291" actId="403"/>
          <ac:spMkLst>
            <pc:docMk/>
            <pc:sldMk cId="1000114867" sldId="794"/>
            <ac:spMk id="2" creationId="{F9514DA0-BE75-5888-FE06-2837D81A98C5}"/>
          </ac:spMkLst>
        </pc:spChg>
      </pc:sldChg>
      <pc:sldChg chg="modSp add mod">
        <pc:chgData name="Enrique Villegas Valerio" userId="8ada793c76dcd6b1" providerId="LiveId" clId="{22F5B8C0-95B1-4DAF-A10F-12CA8A14E89F}" dt="2024-04-28T13:50:12.064" v="2293" actId="21"/>
        <pc:sldMkLst>
          <pc:docMk/>
          <pc:sldMk cId="3262090529" sldId="795"/>
        </pc:sldMkLst>
        <pc:spChg chg="mod">
          <ac:chgData name="Enrique Villegas Valerio" userId="8ada793c76dcd6b1" providerId="LiveId" clId="{22F5B8C0-95B1-4DAF-A10F-12CA8A14E89F}" dt="2024-04-28T13:50:12.064" v="2293" actId="21"/>
          <ac:spMkLst>
            <pc:docMk/>
            <pc:sldMk cId="3262090529" sldId="795"/>
            <ac:spMk id="2" creationId="{F9514DA0-BE75-5888-FE06-2837D81A98C5}"/>
          </ac:spMkLst>
        </pc:spChg>
      </pc:sldChg>
      <pc:sldChg chg="modSp add mod">
        <pc:chgData name="Enrique Villegas Valerio" userId="8ada793c76dcd6b1" providerId="LiveId" clId="{22F5B8C0-95B1-4DAF-A10F-12CA8A14E89F}" dt="2024-04-28T13:50:27.406" v="2296" actId="6549"/>
        <pc:sldMkLst>
          <pc:docMk/>
          <pc:sldMk cId="3025495549" sldId="796"/>
        </pc:sldMkLst>
        <pc:spChg chg="mod">
          <ac:chgData name="Enrique Villegas Valerio" userId="8ada793c76dcd6b1" providerId="LiveId" clId="{22F5B8C0-95B1-4DAF-A10F-12CA8A14E89F}" dt="2024-04-28T13:50:27.406" v="2296" actId="6549"/>
          <ac:spMkLst>
            <pc:docMk/>
            <pc:sldMk cId="3025495549" sldId="796"/>
            <ac:spMk id="2" creationId="{F9514DA0-BE75-5888-FE06-2837D81A98C5}"/>
          </ac:spMkLst>
        </pc:spChg>
      </pc:sldChg>
      <pc:sldChg chg="modSp add mod">
        <pc:chgData name="Enrique Villegas Valerio" userId="8ada793c76dcd6b1" providerId="LiveId" clId="{22F5B8C0-95B1-4DAF-A10F-12CA8A14E89F}" dt="2024-04-28T13:50:41.139" v="2301" actId="6549"/>
        <pc:sldMkLst>
          <pc:docMk/>
          <pc:sldMk cId="1784524731" sldId="797"/>
        </pc:sldMkLst>
        <pc:spChg chg="mod">
          <ac:chgData name="Enrique Villegas Valerio" userId="8ada793c76dcd6b1" providerId="LiveId" clId="{22F5B8C0-95B1-4DAF-A10F-12CA8A14E89F}" dt="2024-04-28T13:50:41.139" v="2301" actId="6549"/>
          <ac:spMkLst>
            <pc:docMk/>
            <pc:sldMk cId="1784524731" sldId="797"/>
            <ac:spMk id="2" creationId="{F9514DA0-BE75-5888-FE06-2837D81A98C5}"/>
          </ac:spMkLst>
        </pc:spChg>
      </pc:sldChg>
      <pc:sldChg chg="modSp add mod">
        <pc:chgData name="Enrique Villegas Valerio" userId="8ada793c76dcd6b1" providerId="LiveId" clId="{22F5B8C0-95B1-4DAF-A10F-12CA8A14E89F}" dt="2024-04-28T13:50:50.310" v="2304" actId="20577"/>
        <pc:sldMkLst>
          <pc:docMk/>
          <pc:sldMk cId="356014255" sldId="798"/>
        </pc:sldMkLst>
        <pc:spChg chg="mod">
          <ac:chgData name="Enrique Villegas Valerio" userId="8ada793c76dcd6b1" providerId="LiveId" clId="{22F5B8C0-95B1-4DAF-A10F-12CA8A14E89F}" dt="2024-04-28T13:50:50.310" v="2304" actId="20577"/>
          <ac:spMkLst>
            <pc:docMk/>
            <pc:sldMk cId="356014255" sldId="798"/>
            <ac:spMk id="2" creationId="{F9514DA0-BE75-5888-FE06-2837D81A98C5}"/>
          </ac:spMkLst>
        </pc:spChg>
      </pc:sldChg>
      <pc:sldChg chg="modSp add mod">
        <pc:chgData name="Enrique Villegas Valerio" userId="8ada793c76dcd6b1" providerId="LiveId" clId="{22F5B8C0-95B1-4DAF-A10F-12CA8A14E89F}" dt="2024-04-28T13:50:59.640" v="2307" actId="20577"/>
        <pc:sldMkLst>
          <pc:docMk/>
          <pc:sldMk cId="3196637841" sldId="799"/>
        </pc:sldMkLst>
        <pc:spChg chg="mod">
          <ac:chgData name="Enrique Villegas Valerio" userId="8ada793c76dcd6b1" providerId="LiveId" clId="{22F5B8C0-95B1-4DAF-A10F-12CA8A14E89F}" dt="2024-04-28T13:50:59.640" v="2307" actId="20577"/>
          <ac:spMkLst>
            <pc:docMk/>
            <pc:sldMk cId="3196637841" sldId="799"/>
            <ac:spMk id="2" creationId="{F9514DA0-BE75-5888-FE06-2837D81A98C5}"/>
          </ac:spMkLst>
        </pc:spChg>
      </pc:sldChg>
      <pc:sldChg chg="modSp add mod">
        <pc:chgData name="Enrique Villegas Valerio" userId="8ada793c76dcd6b1" providerId="LiveId" clId="{22F5B8C0-95B1-4DAF-A10F-12CA8A14E89F}" dt="2024-04-28T13:51:02.097" v="2308"/>
        <pc:sldMkLst>
          <pc:docMk/>
          <pc:sldMk cId="2051497863" sldId="800"/>
        </pc:sldMkLst>
        <pc:spChg chg="mod">
          <ac:chgData name="Enrique Villegas Valerio" userId="8ada793c76dcd6b1" providerId="LiveId" clId="{22F5B8C0-95B1-4DAF-A10F-12CA8A14E89F}" dt="2024-04-28T13:51:02.097" v="2308"/>
          <ac:spMkLst>
            <pc:docMk/>
            <pc:sldMk cId="2051497863" sldId="800"/>
            <ac:spMk id="2" creationId="{F9514DA0-BE75-5888-FE06-2837D81A98C5}"/>
          </ac:spMkLst>
        </pc:spChg>
      </pc:sldChg>
      <pc:sldChg chg="modSp add mod">
        <pc:chgData name="Enrique Villegas Valerio" userId="8ada793c76dcd6b1" providerId="LiveId" clId="{22F5B8C0-95B1-4DAF-A10F-12CA8A14E89F}" dt="2024-04-28T13:53:29.015" v="2384" actId="1036"/>
        <pc:sldMkLst>
          <pc:docMk/>
          <pc:sldMk cId="590356718" sldId="801"/>
        </pc:sldMkLst>
        <pc:spChg chg="mod">
          <ac:chgData name="Enrique Villegas Valerio" userId="8ada793c76dcd6b1" providerId="LiveId" clId="{22F5B8C0-95B1-4DAF-A10F-12CA8A14E89F}" dt="2024-04-28T13:53:29.015" v="2384" actId="1036"/>
          <ac:spMkLst>
            <pc:docMk/>
            <pc:sldMk cId="590356718" sldId="801"/>
            <ac:spMk id="6" creationId="{38D63825-ADEE-B658-26DD-D522C2C0DD8B}"/>
          </ac:spMkLst>
        </pc:spChg>
      </pc:sldChg>
      <pc:sldChg chg="modSp add mod">
        <pc:chgData name="Enrique Villegas Valerio" userId="8ada793c76dcd6b1" providerId="LiveId" clId="{22F5B8C0-95B1-4DAF-A10F-12CA8A14E89F}" dt="2024-04-28T13:53:57.168" v="2436" actId="1036"/>
        <pc:sldMkLst>
          <pc:docMk/>
          <pc:sldMk cId="2487368170" sldId="802"/>
        </pc:sldMkLst>
        <pc:spChg chg="mod">
          <ac:chgData name="Enrique Villegas Valerio" userId="8ada793c76dcd6b1" providerId="LiveId" clId="{22F5B8C0-95B1-4DAF-A10F-12CA8A14E89F}" dt="2024-04-28T13:53:57.168" v="2436" actId="1036"/>
          <ac:spMkLst>
            <pc:docMk/>
            <pc:sldMk cId="2487368170" sldId="802"/>
            <ac:spMk id="6" creationId="{38D63825-ADEE-B658-26DD-D522C2C0DD8B}"/>
          </ac:spMkLst>
        </pc:spChg>
        <pc:spChg chg="mod">
          <ac:chgData name="Enrique Villegas Valerio" userId="8ada793c76dcd6b1" providerId="LiveId" clId="{22F5B8C0-95B1-4DAF-A10F-12CA8A14E89F}" dt="2024-04-28T13:53:45.151" v="2416" actId="20577"/>
          <ac:spMkLst>
            <pc:docMk/>
            <pc:sldMk cId="2487368170" sldId="802"/>
            <ac:spMk id="9" creationId="{D4E21D2C-0BC2-C6D1-6994-B8FECE1D9356}"/>
          </ac:spMkLst>
        </pc:spChg>
      </pc:sldChg>
      <pc:sldChg chg="modSp add mod">
        <pc:chgData name="Enrique Villegas Valerio" userId="8ada793c76dcd6b1" providerId="LiveId" clId="{22F5B8C0-95B1-4DAF-A10F-12CA8A14E89F}" dt="2024-04-28T13:56:13.022" v="2479" actId="403"/>
        <pc:sldMkLst>
          <pc:docMk/>
          <pc:sldMk cId="3973288802" sldId="803"/>
        </pc:sldMkLst>
        <pc:spChg chg="mod">
          <ac:chgData name="Enrique Villegas Valerio" userId="8ada793c76dcd6b1" providerId="LiveId" clId="{22F5B8C0-95B1-4DAF-A10F-12CA8A14E89F}" dt="2024-04-28T13:56:13.022" v="2479" actId="403"/>
          <ac:spMkLst>
            <pc:docMk/>
            <pc:sldMk cId="3973288802" sldId="803"/>
            <ac:spMk id="2" creationId="{F9514DA0-BE75-5888-FE06-2837D81A98C5}"/>
          </ac:spMkLst>
        </pc:spChg>
        <pc:spChg chg="mod">
          <ac:chgData name="Enrique Villegas Valerio" userId="8ada793c76dcd6b1" providerId="LiveId" clId="{22F5B8C0-95B1-4DAF-A10F-12CA8A14E89F}" dt="2024-04-28T13:54:17.894" v="2448" actId="20577"/>
          <ac:spMkLst>
            <pc:docMk/>
            <pc:sldMk cId="3973288802" sldId="803"/>
            <ac:spMk id="3" creationId="{7C68BD49-EB98-945B-E1DB-FD4A8FC66606}"/>
          </ac:spMkLst>
        </pc:spChg>
      </pc:sldChg>
      <pc:sldChg chg="add del">
        <pc:chgData name="Enrique Villegas Valerio" userId="8ada793c76dcd6b1" providerId="LiveId" clId="{22F5B8C0-95B1-4DAF-A10F-12CA8A14E89F}" dt="2024-04-28T13:54:34.855" v="2455" actId="47"/>
        <pc:sldMkLst>
          <pc:docMk/>
          <pc:sldMk cId="195379057" sldId="804"/>
        </pc:sldMkLst>
      </pc:sldChg>
      <pc:sldChg chg="modSp add mod">
        <pc:chgData name="Enrique Villegas Valerio" userId="8ada793c76dcd6b1" providerId="LiveId" clId="{22F5B8C0-95B1-4DAF-A10F-12CA8A14E89F}" dt="2024-04-28T13:56:08.502" v="2477" actId="404"/>
        <pc:sldMkLst>
          <pc:docMk/>
          <pc:sldMk cId="1574303023" sldId="805"/>
        </pc:sldMkLst>
        <pc:spChg chg="mod">
          <ac:chgData name="Enrique Villegas Valerio" userId="8ada793c76dcd6b1" providerId="LiveId" clId="{22F5B8C0-95B1-4DAF-A10F-12CA8A14E89F}" dt="2024-04-28T13:56:08.502" v="2477" actId="404"/>
          <ac:spMkLst>
            <pc:docMk/>
            <pc:sldMk cId="1574303023" sldId="805"/>
            <ac:spMk id="2" creationId="{F9514DA0-BE75-5888-FE06-2837D81A98C5}"/>
          </ac:spMkLst>
        </pc:spChg>
      </pc:sldChg>
      <pc:sldChg chg="modSp add mod">
        <pc:chgData name="Enrique Villegas Valerio" userId="8ada793c76dcd6b1" providerId="LiveId" clId="{22F5B8C0-95B1-4DAF-A10F-12CA8A14E89F}" dt="2024-04-28T13:56:24.574" v="2487" actId="404"/>
        <pc:sldMkLst>
          <pc:docMk/>
          <pc:sldMk cId="2661484786" sldId="806"/>
        </pc:sldMkLst>
        <pc:spChg chg="mod">
          <ac:chgData name="Enrique Villegas Valerio" userId="8ada793c76dcd6b1" providerId="LiveId" clId="{22F5B8C0-95B1-4DAF-A10F-12CA8A14E89F}" dt="2024-04-28T13:56:24.574" v="2487" actId="404"/>
          <ac:spMkLst>
            <pc:docMk/>
            <pc:sldMk cId="2661484786" sldId="806"/>
            <ac:spMk id="2" creationId="{F9514DA0-BE75-5888-FE06-2837D81A98C5}"/>
          </ac:spMkLst>
        </pc:spChg>
      </pc:sldChg>
      <pc:sldChg chg="modSp add mod">
        <pc:chgData name="Enrique Villegas Valerio" userId="8ada793c76dcd6b1" providerId="LiveId" clId="{22F5B8C0-95B1-4DAF-A10F-12CA8A14E89F}" dt="2024-04-28T13:56:29.771" v="2492" actId="404"/>
        <pc:sldMkLst>
          <pc:docMk/>
          <pc:sldMk cId="1693290513" sldId="807"/>
        </pc:sldMkLst>
        <pc:spChg chg="mod">
          <ac:chgData name="Enrique Villegas Valerio" userId="8ada793c76dcd6b1" providerId="LiveId" clId="{22F5B8C0-95B1-4DAF-A10F-12CA8A14E89F}" dt="2024-04-28T13:56:29.771" v="2492" actId="404"/>
          <ac:spMkLst>
            <pc:docMk/>
            <pc:sldMk cId="1693290513" sldId="807"/>
            <ac:spMk id="2" creationId="{F9514DA0-BE75-5888-FE06-2837D81A98C5}"/>
          </ac:spMkLst>
        </pc:spChg>
      </pc:sldChg>
      <pc:sldChg chg="modSp add mod">
        <pc:chgData name="Enrique Villegas Valerio" userId="8ada793c76dcd6b1" providerId="LiveId" clId="{22F5B8C0-95B1-4DAF-A10F-12CA8A14E89F}" dt="2024-04-28T13:57:48.828" v="2538" actId="404"/>
        <pc:sldMkLst>
          <pc:docMk/>
          <pc:sldMk cId="989918681" sldId="808"/>
        </pc:sldMkLst>
        <pc:spChg chg="mod">
          <ac:chgData name="Enrique Villegas Valerio" userId="8ada793c76dcd6b1" providerId="LiveId" clId="{22F5B8C0-95B1-4DAF-A10F-12CA8A14E89F}" dt="2024-04-28T13:57:48.828" v="2538" actId="404"/>
          <ac:spMkLst>
            <pc:docMk/>
            <pc:sldMk cId="989918681" sldId="808"/>
            <ac:spMk id="2" creationId="{F9514DA0-BE75-5888-FE06-2837D81A98C5}"/>
          </ac:spMkLst>
        </pc:spChg>
        <pc:spChg chg="mod">
          <ac:chgData name="Enrique Villegas Valerio" userId="8ada793c76dcd6b1" providerId="LiveId" clId="{22F5B8C0-95B1-4DAF-A10F-12CA8A14E89F}" dt="2024-04-28T13:57:08.413" v="2505" actId="20577"/>
          <ac:spMkLst>
            <pc:docMk/>
            <pc:sldMk cId="989918681" sldId="808"/>
            <ac:spMk id="3" creationId="{7C68BD49-EB98-945B-E1DB-FD4A8FC66606}"/>
          </ac:spMkLst>
        </pc:spChg>
      </pc:sldChg>
      <pc:sldChg chg="modSp add mod">
        <pc:chgData name="Enrique Villegas Valerio" userId="8ada793c76dcd6b1" providerId="LiveId" clId="{22F5B8C0-95B1-4DAF-A10F-12CA8A14E89F}" dt="2024-04-28T13:58:05.614" v="2546" actId="404"/>
        <pc:sldMkLst>
          <pc:docMk/>
          <pc:sldMk cId="1911771170" sldId="809"/>
        </pc:sldMkLst>
        <pc:spChg chg="mod">
          <ac:chgData name="Enrique Villegas Valerio" userId="8ada793c76dcd6b1" providerId="LiveId" clId="{22F5B8C0-95B1-4DAF-A10F-12CA8A14E89F}" dt="2024-04-28T13:58:05.614" v="2546" actId="404"/>
          <ac:spMkLst>
            <pc:docMk/>
            <pc:sldMk cId="1911771170" sldId="809"/>
            <ac:spMk id="2" creationId="{F9514DA0-BE75-5888-FE06-2837D81A98C5}"/>
          </ac:spMkLst>
        </pc:spChg>
      </pc:sldChg>
      <pc:sldChg chg="modSp add mod">
        <pc:chgData name="Enrique Villegas Valerio" userId="8ada793c76dcd6b1" providerId="LiveId" clId="{22F5B8C0-95B1-4DAF-A10F-12CA8A14E89F}" dt="2024-04-28T13:58:17.815" v="2551" actId="404"/>
        <pc:sldMkLst>
          <pc:docMk/>
          <pc:sldMk cId="1746866315" sldId="810"/>
        </pc:sldMkLst>
        <pc:spChg chg="mod">
          <ac:chgData name="Enrique Villegas Valerio" userId="8ada793c76dcd6b1" providerId="LiveId" clId="{22F5B8C0-95B1-4DAF-A10F-12CA8A14E89F}" dt="2024-04-28T13:58:17.815" v="2551" actId="404"/>
          <ac:spMkLst>
            <pc:docMk/>
            <pc:sldMk cId="1746866315" sldId="810"/>
            <ac:spMk id="2" creationId="{F9514DA0-BE75-5888-FE06-2837D81A98C5}"/>
          </ac:spMkLst>
        </pc:spChg>
      </pc:sldChg>
      <pc:sldChg chg="modSp add mod">
        <pc:chgData name="Enrique Villegas Valerio" userId="8ada793c76dcd6b1" providerId="LiveId" clId="{22F5B8C0-95B1-4DAF-A10F-12CA8A14E89F}" dt="2024-04-28T13:58:28.197" v="2558" actId="404"/>
        <pc:sldMkLst>
          <pc:docMk/>
          <pc:sldMk cId="3947541278" sldId="811"/>
        </pc:sldMkLst>
        <pc:spChg chg="mod">
          <ac:chgData name="Enrique Villegas Valerio" userId="8ada793c76dcd6b1" providerId="LiveId" clId="{22F5B8C0-95B1-4DAF-A10F-12CA8A14E89F}" dt="2024-04-28T13:58:28.197" v="2558" actId="404"/>
          <ac:spMkLst>
            <pc:docMk/>
            <pc:sldMk cId="3947541278" sldId="811"/>
            <ac:spMk id="2" creationId="{F9514DA0-BE75-5888-FE06-2837D81A98C5}"/>
          </ac:spMkLst>
        </pc:spChg>
      </pc:sldChg>
      <pc:sldChg chg="modSp add mod">
        <pc:chgData name="Enrique Villegas Valerio" userId="8ada793c76dcd6b1" providerId="LiveId" clId="{22F5B8C0-95B1-4DAF-A10F-12CA8A14E89F}" dt="2024-04-28T13:58:43.442" v="2565" actId="20577"/>
        <pc:sldMkLst>
          <pc:docMk/>
          <pc:sldMk cId="324215022" sldId="812"/>
        </pc:sldMkLst>
        <pc:spChg chg="mod">
          <ac:chgData name="Enrique Villegas Valerio" userId="8ada793c76dcd6b1" providerId="LiveId" clId="{22F5B8C0-95B1-4DAF-A10F-12CA8A14E89F}" dt="2024-04-28T13:58:43.442" v="2565" actId="20577"/>
          <ac:spMkLst>
            <pc:docMk/>
            <pc:sldMk cId="324215022" sldId="812"/>
            <ac:spMk id="2" creationId="{F9514DA0-BE75-5888-FE06-2837D81A98C5}"/>
          </ac:spMkLst>
        </pc:spChg>
      </pc:sldChg>
      <pc:sldChg chg="modSp add mod">
        <pc:chgData name="Enrique Villegas Valerio" userId="8ada793c76dcd6b1" providerId="LiveId" clId="{22F5B8C0-95B1-4DAF-A10F-12CA8A14E89F}" dt="2024-04-28T13:58:58.154" v="2573" actId="404"/>
        <pc:sldMkLst>
          <pc:docMk/>
          <pc:sldMk cId="4121420967" sldId="813"/>
        </pc:sldMkLst>
        <pc:spChg chg="mod">
          <ac:chgData name="Enrique Villegas Valerio" userId="8ada793c76dcd6b1" providerId="LiveId" clId="{22F5B8C0-95B1-4DAF-A10F-12CA8A14E89F}" dt="2024-04-28T13:58:58.154" v="2573" actId="404"/>
          <ac:spMkLst>
            <pc:docMk/>
            <pc:sldMk cId="4121420967" sldId="813"/>
            <ac:spMk id="2" creationId="{F9514DA0-BE75-5888-FE06-2837D81A98C5}"/>
          </ac:spMkLst>
        </pc:spChg>
      </pc:sldChg>
      <pc:sldChg chg="modSp add mod">
        <pc:chgData name="Enrique Villegas Valerio" userId="8ada793c76dcd6b1" providerId="LiveId" clId="{22F5B8C0-95B1-4DAF-A10F-12CA8A14E89F}" dt="2024-04-28T13:59:14.623" v="2581" actId="403"/>
        <pc:sldMkLst>
          <pc:docMk/>
          <pc:sldMk cId="4201804204" sldId="814"/>
        </pc:sldMkLst>
        <pc:spChg chg="mod">
          <ac:chgData name="Enrique Villegas Valerio" userId="8ada793c76dcd6b1" providerId="LiveId" clId="{22F5B8C0-95B1-4DAF-A10F-12CA8A14E89F}" dt="2024-04-28T13:59:14.623" v="2581" actId="403"/>
          <ac:spMkLst>
            <pc:docMk/>
            <pc:sldMk cId="4201804204" sldId="814"/>
            <ac:spMk id="2" creationId="{F9514DA0-BE75-5888-FE06-2837D81A98C5}"/>
          </ac:spMkLst>
        </pc:spChg>
      </pc:sldChg>
      <pc:sldChg chg="modSp add mod">
        <pc:chgData name="Enrique Villegas Valerio" userId="8ada793c76dcd6b1" providerId="LiveId" clId="{22F5B8C0-95B1-4DAF-A10F-12CA8A14E89F}" dt="2024-04-28T13:59:30.585" v="2589" actId="20577"/>
        <pc:sldMkLst>
          <pc:docMk/>
          <pc:sldMk cId="2772547099" sldId="815"/>
        </pc:sldMkLst>
        <pc:spChg chg="mod">
          <ac:chgData name="Enrique Villegas Valerio" userId="8ada793c76dcd6b1" providerId="LiveId" clId="{22F5B8C0-95B1-4DAF-A10F-12CA8A14E89F}" dt="2024-04-28T13:59:30.585" v="2589" actId="20577"/>
          <ac:spMkLst>
            <pc:docMk/>
            <pc:sldMk cId="2772547099" sldId="815"/>
            <ac:spMk id="2" creationId="{F9514DA0-BE75-5888-FE06-2837D81A98C5}"/>
          </ac:spMkLst>
        </pc:spChg>
      </pc:sldChg>
      <pc:sldChg chg="modSp add mod">
        <pc:chgData name="Enrique Villegas Valerio" userId="8ada793c76dcd6b1" providerId="LiveId" clId="{22F5B8C0-95B1-4DAF-A10F-12CA8A14E89F}" dt="2024-04-28T13:59:42.409" v="2597" actId="404"/>
        <pc:sldMkLst>
          <pc:docMk/>
          <pc:sldMk cId="1503717159" sldId="816"/>
        </pc:sldMkLst>
        <pc:spChg chg="mod">
          <ac:chgData name="Enrique Villegas Valerio" userId="8ada793c76dcd6b1" providerId="LiveId" clId="{22F5B8C0-95B1-4DAF-A10F-12CA8A14E89F}" dt="2024-04-28T13:59:42.409" v="2597" actId="404"/>
          <ac:spMkLst>
            <pc:docMk/>
            <pc:sldMk cId="1503717159" sldId="816"/>
            <ac:spMk id="2" creationId="{F9514DA0-BE75-5888-FE06-2837D81A98C5}"/>
          </ac:spMkLst>
        </pc:spChg>
      </pc:sldChg>
      <pc:sldChg chg="modSp add mod">
        <pc:chgData name="Enrique Villegas Valerio" userId="8ada793c76dcd6b1" providerId="LiveId" clId="{22F5B8C0-95B1-4DAF-A10F-12CA8A14E89F}" dt="2024-04-28T13:59:53.426" v="2603" actId="403"/>
        <pc:sldMkLst>
          <pc:docMk/>
          <pc:sldMk cId="423649578" sldId="817"/>
        </pc:sldMkLst>
        <pc:spChg chg="mod">
          <ac:chgData name="Enrique Villegas Valerio" userId="8ada793c76dcd6b1" providerId="LiveId" clId="{22F5B8C0-95B1-4DAF-A10F-12CA8A14E89F}" dt="2024-04-28T13:59:53.426" v="2603" actId="403"/>
          <ac:spMkLst>
            <pc:docMk/>
            <pc:sldMk cId="423649578" sldId="817"/>
            <ac:spMk id="2" creationId="{F9514DA0-BE75-5888-FE06-2837D81A98C5}"/>
          </ac:spMkLst>
        </pc:spChg>
      </pc:sldChg>
      <pc:sldChg chg="modSp add mod">
        <pc:chgData name="Enrique Villegas Valerio" userId="8ada793c76dcd6b1" providerId="LiveId" clId="{22F5B8C0-95B1-4DAF-A10F-12CA8A14E89F}" dt="2024-04-28T14:00:03.585" v="2610" actId="404"/>
        <pc:sldMkLst>
          <pc:docMk/>
          <pc:sldMk cId="990598927" sldId="818"/>
        </pc:sldMkLst>
        <pc:spChg chg="mod">
          <ac:chgData name="Enrique Villegas Valerio" userId="8ada793c76dcd6b1" providerId="LiveId" clId="{22F5B8C0-95B1-4DAF-A10F-12CA8A14E89F}" dt="2024-04-28T14:00:03.585" v="2610" actId="404"/>
          <ac:spMkLst>
            <pc:docMk/>
            <pc:sldMk cId="990598927" sldId="818"/>
            <ac:spMk id="2" creationId="{F9514DA0-BE75-5888-FE06-2837D81A98C5}"/>
          </ac:spMkLst>
        </pc:spChg>
      </pc:sldChg>
      <pc:sldChg chg="modSp add mod">
        <pc:chgData name="Enrique Villegas Valerio" userId="8ada793c76dcd6b1" providerId="LiveId" clId="{22F5B8C0-95B1-4DAF-A10F-12CA8A14E89F}" dt="2024-04-28T14:00:14.540" v="2619" actId="403"/>
        <pc:sldMkLst>
          <pc:docMk/>
          <pc:sldMk cId="3473694671" sldId="819"/>
        </pc:sldMkLst>
        <pc:spChg chg="mod">
          <ac:chgData name="Enrique Villegas Valerio" userId="8ada793c76dcd6b1" providerId="LiveId" clId="{22F5B8C0-95B1-4DAF-A10F-12CA8A14E89F}" dt="2024-04-28T14:00:14.540" v="2619" actId="403"/>
          <ac:spMkLst>
            <pc:docMk/>
            <pc:sldMk cId="3473694671" sldId="819"/>
            <ac:spMk id="2" creationId="{F9514DA0-BE75-5888-FE06-2837D81A98C5}"/>
          </ac:spMkLst>
        </pc:spChg>
      </pc:sldChg>
      <pc:sldChg chg="modSp add del mod">
        <pc:chgData name="Enrique Villegas Valerio" userId="8ada793c76dcd6b1" providerId="LiveId" clId="{22F5B8C0-95B1-4DAF-A10F-12CA8A14E89F}" dt="2024-04-28T14:00:23.976" v="2628" actId="404"/>
        <pc:sldMkLst>
          <pc:docMk/>
          <pc:sldMk cId="3868965010" sldId="820"/>
        </pc:sldMkLst>
        <pc:spChg chg="mod">
          <ac:chgData name="Enrique Villegas Valerio" userId="8ada793c76dcd6b1" providerId="LiveId" clId="{22F5B8C0-95B1-4DAF-A10F-12CA8A14E89F}" dt="2024-04-28T14:00:23.976" v="2628" actId="404"/>
          <ac:spMkLst>
            <pc:docMk/>
            <pc:sldMk cId="3868965010" sldId="820"/>
            <ac:spMk id="2" creationId="{F9514DA0-BE75-5888-FE06-2837D81A98C5}"/>
          </ac:spMkLst>
        </pc:spChg>
      </pc:sldChg>
      <pc:sldChg chg="modSp add del mod">
        <pc:chgData name="Enrique Villegas Valerio" userId="8ada793c76dcd6b1" providerId="LiveId" clId="{22F5B8C0-95B1-4DAF-A10F-12CA8A14E89F}" dt="2024-04-28T14:00:30.440" v="2631" actId="404"/>
        <pc:sldMkLst>
          <pc:docMk/>
          <pc:sldMk cId="633259460" sldId="821"/>
        </pc:sldMkLst>
        <pc:spChg chg="mod">
          <ac:chgData name="Enrique Villegas Valerio" userId="8ada793c76dcd6b1" providerId="LiveId" clId="{22F5B8C0-95B1-4DAF-A10F-12CA8A14E89F}" dt="2024-04-28T14:00:30.440" v="2631" actId="404"/>
          <ac:spMkLst>
            <pc:docMk/>
            <pc:sldMk cId="633259460" sldId="821"/>
            <ac:spMk id="2" creationId="{F9514DA0-BE75-5888-FE06-2837D81A98C5}"/>
          </ac:spMkLst>
        </pc:spChg>
      </pc:sldChg>
      <pc:sldChg chg="modSp new mod">
        <pc:chgData name="Enrique Villegas Valerio" userId="8ada793c76dcd6b1" providerId="LiveId" clId="{22F5B8C0-95B1-4DAF-A10F-12CA8A14E89F}" dt="2024-04-28T14:25:46.443" v="2648"/>
        <pc:sldMkLst>
          <pc:docMk/>
          <pc:sldMk cId="3041985796" sldId="822"/>
        </pc:sldMkLst>
        <pc:spChg chg="mod">
          <ac:chgData name="Enrique Villegas Valerio" userId="8ada793c76dcd6b1" providerId="LiveId" clId="{22F5B8C0-95B1-4DAF-A10F-12CA8A14E89F}" dt="2024-04-28T14:25:44.158" v="2647" actId="20577"/>
          <ac:spMkLst>
            <pc:docMk/>
            <pc:sldMk cId="3041985796" sldId="822"/>
            <ac:spMk id="2" creationId="{21C19AB3-DC77-7A61-DFC4-04ED3B0DF271}"/>
          </ac:spMkLst>
        </pc:spChg>
        <pc:spChg chg="mod">
          <ac:chgData name="Enrique Villegas Valerio" userId="8ada793c76dcd6b1" providerId="LiveId" clId="{22F5B8C0-95B1-4DAF-A10F-12CA8A14E89F}" dt="2024-04-28T14:25:46.443" v="2648"/>
          <ac:spMkLst>
            <pc:docMk/>
            <pc:sldMk cId="3041985796" sldId="822"/>
            <ac:spMk id="3" creationId="{4408AE14-38BD-2FC2-F559-6388CA7FFE33}"/>
          </ac:spMkLst>
        </pc:spChg>
      </pc:sldChg>
      <pc:sldChg chg="modSp new mod">
        <pc:chgData name="Enrique Villegas Valerio" userId="8ada793c76dcd6b1" providerId="LiveId" clId="{22F5B8C0-95B1-4DAF-A10F-12CA8A14E89F}" dt="2024-04-28T14:58:35.059" v="2663" actId="20577"/>
        <pc:sldMkLst>
          <pc:docMk/>
          <pc:sldMk cId="3166838634" sldId="823"/>
        </pc:sldMkLst>
        <pc:spChg chg="mod">
          <ac:chgData name="Enrique Villegas Valerio" userId="8ada793c76dcd6b1" providerId="LiveId" clId="{22F5B8C0-95B1-4DAF-A10F-12CA8A14E89F}" dt="2024-04-28T14:56:28.161" v="2650"/>
          <ac:spMkLst>
            <pc:docMk/>
            <pc:sldMk cId="3166838634" sldId="823"/>
            <ac:spMk id="2" creationId="{08C2C37B-322F-C03A-1EC7-A12747C8766C}"/>
          </ac:spMkLst>
        </pc:spChg>
        <pc:spChg chg="mod">
          <ac:chgData name="Enrique Villegas Valerio" userId="8ada793c76dcd6b1" providerId="LiveId" clId="{22F5B8C0-95B1-4DAF-A10F-12CA8A14E89F}" dt="2024-04-28T14:58:35.059" v="2663" actId="20577"/>
          <ac:spMkLst>
            <pc:docMk/>
            <pc:sldMk cId="3166838634" sldId="823"/>
            <ac:spMk id="3" creationId="{0C830458-31CC-46B4-2493-C75C66BE0730}"/>
          </ac:spMkLst>
        </pc:spChg>
      </pc:sldChg>
      <pc:sldChg chg="modSp new mod">
        <pc:chgData name="Enrique Villegas Valerio" userId="8ada793c76dcd6b1" providerId="LiveId" clId="{22F5B8C0-95B1-4DAF-A10F-12CA8A14E89F}" dt="2024-04-28T14:58:44.142" v="2673"/>
        <pc:sldMkLst>
          <pc:docMk/>
          <pc:sldMk cId="1621122901" sldId="824"/>
        </pc:sldMkLst>
        <pc:spChg chg="mod">
          <ac:chgData name="Enrique Villegas Valerio" userId="8ada793c76dcd6b1" providerId="LiveId" clId="{22F5B8C0-95B1-4DAF-A10F-12CA8A14E89F}" dt="2024-04-28T14:58:43.045" v="2672" actId="404"/>
          <ac:spMkLst>
            <pc:docMk/>
            <pc:sldMk cId="1621122901" sldId="824"/>
            <ac:spMk id="2" creationId="{10CD002D-8027-7B43-56EC-BB4FFD530D54}"/>
          </ac:spMkLst>
        </pc:spChg>
        <pc:spChg chg="mod">
          <ac:chgData name="Enrique Villegas Valerio" userId="8ada793c76dcd6b1" providerId="LiveId" clId="{22F5B8C0-95B1-4DAF-A10F-12CA8A14E89F}" dt="2024-04-28T14:58:44.142" v="2673"/>
          <ac:spMkLst>
            <pc:docMk/>
            <pc:sldMk cId="1621122901" sldId="824"/>
            <ac:spMk id="3" creationId="{22B9A071-FDB7-64AB-8F03-42DD8F532D0B}"/>
          </ac:spMkLst>
        </pc:spChg>
      </pc:sldChg>
      <pc:sldChg chg="new del">
        <pc:chgData name="Enrique Villegas Valerio" userId="8ada793c76dcd6b1" providerId="LiveId" clId="{22F5B8C0-95B1-4DAF-A10F-12CA8A14E89F}" dt="2024-04-28T15:09:49.140" v="2675" actId="680"/>
        <pc:sldMkLst>
          <pc:docMk/>
          <pc:sldMk cId="2092298519" sldId="825"/>
        </pc:sldMkLst>
      </pc:sldChg>
      <pc:sldChg chg="addSp delSp modSp new del mod modClrScheme chgLayout">
        <pc:chgData name="Enrique Villegas Valerio" userId="8ada793c76dcd6b1" providerId="LiveId" clId="{22F5B8C0-95B1-4DAF-A10F-12CA8A14E89F}" dt="2024-04-28T15:54:33.364" v="2993" actId="47"/>
        <pc:sldMkLst>
          <pc:docMk/>
          <pc:sldMk cId="3836335942" sldId="825"/>
        </pc:sldMkLst>
        <pc:spChg chg="del mod ord">
          <ac:chgData name="Enrique Villegas Valerio" userId="8ada793c76dcd6b1" providerId="LiveId" clId="{22F5B8C0-95B1-4DAF-A10F-12CA8A14E89F}" dt="2024-04-28T15:09:55.487" v="2677" actId="700"/>
          <ac:spMkLst>
            <pc:docMk/>
            <pc:sldMk cId="3836335942" sldId="825"/>
            <ac:spMk id="2" creationId="{A75B5C3C-ED85-94D7-10C6-28E2BE93BC4E}"/>
          </ac:spMkLst>
        </pc:spChg>
        <pc:spChg chg="del">
          <ac:chgData name="Enrique Villegas Valerio" userId="8ada793c76dcd6b1" providerId="LiveId" clId="{22F5B8C0-95B1-4DAF-A10F-12CA8A14E89F}" dt="2024-04-28T15:09:55.487" v="2677" actId="700"/>
          <ac:spMkLst>
            <pc:docMk/>
            <pc:sldMk cId="3836335942" sldId="825"/>
            <ac:spMk id="3" creationId="{90AB3AF6-7FA2-00D7-46A5-DC6BF6A9620E}"/>
          </ac:spMkLst>
        </pc:spChg>
        <pc:spChg chg="add mod ord">
          <ac:chgData name="Enrique Villegas Valerio" userId="8ada793c76dcd6b1" providerId="LiveId" clId="{22F5B8C0-95B1-4DAF-A10F-12CA8A14E89F}" dt="2024-04-28T15:10:11.744" v="2758" actId="20577"/>
          <ac:spMkLst>
            <pc:docMk/>
            <pc:sldMk cId="3836335942" sldId="825"/>
            <ac:spMk id="4" creationId="{90A85515-295E-DD5D-53E5-37E10D935596}"/>
          </ac:spMkLst>
        </pc:spChg>
      </pc:sldChg>
      <pc:sldChg chg="delSp modSp add mod">
        <pc:chgData name="Enrique Villegas Valerio" userId="8ada793c76dcd6b1" providerId="LiveId" clId="{22F5B8C0-95B1-4DAF-A10F-12CA8A14E89F}" dt="2024-04-28T15:11:20.535" v="2860" actId="1036"/>
        <pc:sldMkLst>
          <pc:docMk/>
          <pc:sldMk cId="1420300942" sldId="826"/>
        </pc:sldMkLst>
        <pc:spChg chg="mod">
          <ac:chgData name="Enrique Villegas Valerio" userId="8ada793c76dcd6b1" providerId="LiveId" clId="{22F5B8C0-95B1-4DAF-A10F-12CA8A14E89F}" dt="2024-04-28T15:11:20.535" v="2860" actId="1036"/>
          <ac:spMkLst>
            <pc:docMk/>
            <pc:sldMk cId="1420300942" sldId="826"/>
            <ac:spMk id="6" creationId="{38D63825-ADEE-B658-26DD-D522C2C0DD8B}"/>
          </ac:spMkLst>
        </pc:spChg>
        <pc:spChg chg="del">
          <ac:chgData name="Enrique Villegas Valerio" userId="8ada793c76dcd6b1" providerId="LiveId" clId="{22F5B8C0-95B1-4DAF-A10F-12CA8A14E89F}" dt="2024-04-28T15:10:45.501" v="2777" actId="478"/>
          <ac:spMkLst>
            <pc:docMk/>
            <pc:sldMk cId="1420300942" sldId="826"/>
            <ac:spMk id="9" creationId="{D4E21D2C-0BC2-C6D1-6994-B8FECE1D9356}"/>
          </ac:spMkLst>
        </pc:spChg>
        <pc:cxnChg chg="mod">
          <ac:chgData name="Enrique Villegas Valerio" userId="8ada793c76dcd6b1" providerId="LiveId" clId="{22F5B8C0-95B1-4DAF-A10F-12CA8A14E89F}" dt="2024-04-28T15:11:18.750" v="2857" actId="1035"/>
          <ac:cxnSpMkLst>
            <pc:docMk/>
            <pc:sldMk cId="1420300942" sldId="826"/>
            <ac:cxnSpMk id="4" creationId="{60FA49EF-07F2-9084-9E7E-2AAA998D2EDB}"/>
          </ac:cxnSpMkLst>
        </pc:cxnChg>
        <pc:cxnChg chg="mod">
          <ac:chgData name="Enrique Villegas Valerio" userId="8ada793c76dcd6b1" providerId="LiveId" clId="{22F5B8C0-95B1-4DAF-A10F-12CA8A14E89F}" dt="2024-04-28T15:11:18.750" v="2857" actId="1035"/>
          <ac:cxnSpMkLst>
            <pc:docMk/>
            <pc:sldMk cId="1420300942" sldId="826"/>
            <ac:cxnSpMk id="5" creationId="{ACCBBAF2-4F36-3918-D88E-A6FE7BA94BE1}"/>
          </ac:cxnSpMkLst>
        </pc:cxnChg>
      </pc:sldChg>
      <pc:sldChg chg="new del">
        <pc:chgData name="Enrique Villegas Valerio" userId="8ada793c76dcd6b1" providerId="LiveId" clId="{22F5B8C0-95B1-4DAF-A10F-12CA8A14E89F}" dt="2024-04-28T15:54:12.158" v="2986" actId="47"/>
        <pc:sldMkLst>
          <pc:docMk/>
          <pc:sldMk cId="2207891005" sldId="827"/>
        </pc:sldMkLst>
      </pc:sldChg>
      <pc:sldChg chg="modSp add mod modAnim">
        <pc:chgData name="Enrique Villegas Valerio" userId="8ada793c76dcd6b1" providerId="LiveId" clId="{22F5B8C0-95B1-4DAF-A10F-12CA8A14E89F}" dt="2024-04-28T16:26:27.258" v="3005"/>
        <pc:sldMkLst>
          <pc:docMk/>
          <pc:sldMk cId="3080816854" sldId="828"/>
        </pc:sldMkLst>
        <pc:spChg chg="mod">
          <ac:chgData name="Enrique Villegas Valerio" userId="8ada793c76dcd6b1" providerId="LiveId" clId="{22F5B8C0-95B1-4DAF-A10F-12CA8A14E89F}" dt="2024-04-28T15:11:52.892" v="2900" actId="20577"/>
          <ac:spMkLst>
            <pc:docMk/>
            <pc:sldMk cId="3080816854" sldId="828"/>
            <ac:spMk id="2" creationId="{814C8737-E0AB-3173-5B12-997883A142F9}"/>
          </ac:spMkLst>
        </pc:spChg>
        <pc:spChg chg="mod">
          <ac:chgData name="Enrique Villegas Valerio" userId="8ada793c76dcd6b1" providerId="LiveId" clId="{22F5B8C0-95B1-4DAF-A10F-12CA8A14E89F}" dt="2024-04-28T16:26:27.258" v="3005"/>
          <ac:spMkLst>
            <pc:docMk/>
            <pc:sldMk cId="3080816854" sldId="828"/>
            <ac:spMk id="3" creationId="{327EDC76-3BEB-FCFA-278C-B106143CA2F0}"/>
          </ac:spMkLst>
        </pc:spChg>
      </pc:sldChg>
      <pc:sldChg chg="modSp add mod">
        <pc:chgData name="Enrique Villegas Valerio" userId="8ada793c76dcd6b1" providerId="LiveId" clId="{22F5B8C0-95B1-4DAF-A10F-12CA8A14E89F}" dt="2024-04-28T15:54:28.289" v="2992" actId="403"/>
        <pc:sldMkLst>
          <pc:docMk/>
          <pc:sldMk cId="534621278" sldId="829"/>
        </pc:sldMkLst>
        <pc:spChg chg="mod">
          <ac:chgData name="Enrique Villegas Valerio" userId="8ada793c76dcd6b1" providerId="LiveId" clId="{22F5B8C0-95B1-4DAF-A10F-12CA8A14E89F}" dt="2024-04-28T15:54:28.289" v="2992" actId="403"/>
          <ac:spMkLst>
            <pc:docMk/>
            <pc:sldMk cId="534621278" sldId="829"/>
            <ac:spMk id="4" creationId="{90A85515-295E-DD5D-53E5-37E10D935596}"/>
          </ac:spMkLst>
        </pc:spChg>
      </pc:sldChg>
      <pc:sldChg chg="add ord">
        <pc:chgData name="Enrique Villegas Valerio" userId="8ada793c76dcd6b1" providerId="LiveId" clId="{22F5B8C0-95B1-4DAF-A10F-12CA8A14E89F}" dt="2024-04-28T15:54:37.261" v="2996"/>
        <pc:sldMkLst>
          <pc:docMk/>
          <pc:sldMk cId="2770664574" sldId="830"/>
        </pc:sldMkLst>
      </pc:sldChg>
      <pc:sldChg chg="modSp add mod">
        <pc:chgData name="Enrique Villegas Valerio" userId="8ada793c76dcd6b1" providerId="LiveId" clId="{22F5B8C0-95B1-4DAF-A10F-12CA8A14E89F}" dt="2024-04-28T16:29:24.063" v="3017" actId="404"/>
        <pc:sldMkLst>
          <pc:docMk/>
          <pc:sldMk cId="3583129053" sldId="831"/>
        </pc:sldMkLst>
        <pc:spChg chg="mod">
          <ac:chgData name="Enrique Villegas Valerio" userId="8ada793c76dcd6b1" providerId="LiveId" clId="{22F5B8C0-95B1-4DAF-A10F-12CA8A14E89F}" dt="2024-04-28T16:29:24.063" v="3017" actId="404"/>
          <ac:spMkLst>
            <pc:docMk/>
            <pc:sldMk cId="3583129053" sldId="831"/>
            <ac:spMk id="4" creationId="{90A85515-295E-DD5D-53E5-37E10D935596}"/>
          </ac:spMkLst>
        </pc:spChg>
      </pc:sldChg>
      <pc:sldChg chg="add del">
        <pc:chgData name="Enrique Villegas Valerio" userId="8ada793c76dcd6b1" providerId="LiveId" clId="{22F5B8C0-95B1-4DAF-A10F-12CA8A14E89F}" dt="2024-04-28T16:29:07.775" v="3008"/>
        <pc:sldMkLst>
          <pc:docMk/>
          <pc:sldMk cId="3390470705" sldId="832"/>
        </pc:sldMkLst>
      </pc:sldChg>
    </pc:docChg>
  </pc:docChgLst>
  <pc:docChgLst>
    <pc:chgData name="Enrique Villegas Valerio" userId="8ada793c76dcd6b1" providerId="LiveId" clId="{E032FAA1-94AB-4635-89A2-8715A6BCFE7A}"/>
    <pc:docChg chg="undo custSel addSld delSld modSld sldOrd modSection">
      <pc:chgData name="Enrique Villegas Valerio" userId="8ada793c76dcd6b1" providerId="LiveId" clId="{E032FAA1-94AB-4635-89A2-8715A6BCFE7A}" dt="2024-05-05T17:10:14.301" v="1454" actId="207"/>
      <pc:docMkLst>
        <pc:docMk/>
      </pc:docMkLst>
      <pc:sldChg chg="modSp mod">
        <pc:chgData name="Enrique Villegas Valerio" userId="8ada793c76dcd6b1" providerId="LiveId" clId="{E032FAA1-94AB-4635-89A2-8715A6BCFE7A}" dt="2024-05-05T13:55:04.112" v="978" actId="20577"/>
        <pc:sldMkLst>
          <pc:docMk/>
          <pc:sldMk cId="2459707463" sldId="517"/>
        </pc:sldMkLst>
        <pc:spChg chg="mod">
          <ac:chgData name="Enrique Villegas Valerio" userId="8ada793c76dcd6b1" providerId="LiveId" clId="{E032FAA1-94AB-4635-89A2-8715A6BCFE7A}" dt="2024-05-05T13:55:04.112" v="978" actId="20577"/>
          <ac:spMkLst>
            <pc:docMk/>
            <pc:sldMk cId="2459707463" sldId="517"/>
            <ac:spMk id="3" creationId="{F83FCBC4-22A5-47A6-4825-B2DAAEE92F0C}"/>
          </ac:spMkLst>
        </pc:spChg>
      </pc:sldChg>
      <pc:sldChg chg="modSp mod ord">
        <pc:chgData name="Enrique Villegas Valerio" userId="8ada793c76dcd6b1" providerId="LiveId" clId="{E032FAA1-94AB-4635-89A2-8715A6BCFE7A}" dt="2024-05-05T13:31:59.593" v="530" actId="20577"/>
        <pc:sldMkLst>
          <pc:docMk/>
          <pc:sldMk cId="59613358" sldId="518"/>
        </pc:sldMkLst>
        <pc:spChg chg="mod">
          <ac:chgData name="Enrique Villegas Valerio" userId="8ada793c76dcd6b1" providerId="LiveId" clId="{E032FAA1-94AB-4635-89A2-8715A6BCFE7A}" dt="2024-05-05T12:59:55.066" v="127"/>
          <ac:spMkLst>
            <pc:docMk/>
            <pc:sldMk cId="59613358" sldId="518"/>
            <ac:spMk id="3" creationId="{CA07F423-46C6-CDD8-E4AD-233D53E2809D}"/>
          </ac:spMkLst>
        </pc:spChg>
        <pc:spChg chg="mod">
          <ac:chgData name="Enrique Villegas Valerio" userId="8ada793c76dcd6b1" providerId="LiveId" clId="{E032FAA1-94AB-4635-89A2-8715A6BCFE7A}" dt="2024-05-05T13:31:59.593" v="530" actId="20577"/>
          <ac:spMkLst>
            <pc:docMk/>
            <pc:sldMk cId="59613358" sldId="518"/>
            <ac:spMk id="4" creationId="{64DD97DD-43D3-F5D3-B4EE-BD7F9628B26B}"/>
          </ac:spMkLst>
        </pc:spChg>
      </pc:sldChg>
      <pc:sldChg chg="del">
        <pc:chgData name="Enrique Villegas Valerio" userId="8ada793c76dcd6b1" providerId="LiveId" clId="{E032FAA1-94AB-4635-89A2-8715A6BCFE7A}" dt="2024-05-05T13:08:37.278" v="371" actId="47"/>
        <pc:sldMkLst>
          <pc:docMk/>
          <pc:sldMk cId="3565370651" sldId="619"/>
        </pc:sldMkLst>
      </pc:sldChg>
      <pc:sldChg chg="del">
        <pc:chgData name="Enrique Villegas Valerio" userId="8ada793c76dcd6b1" providerId="LiveId" clId="{E032FAA1-94AB-4635-89A2-8715A6BCFE7A}" dt="2024-05-05T12:58:29.553" v="0" actId="47"/>
        <pc:sldMkLst>
          <pc:docMk/>
          <pc:sldMk cId="844771429" sldId="780"/>
        </pc:sldMkLst>
      </pc:sldChg>
      <pc:sldChg chg="del">
        <pc:chgData name="Enrique Villegas Valerio" userId="8ada793c76dcd6b1" providerId="LiveId" clId="{E032FAA1-94AB-4635-89A2-8715A6BCFE7A}" dt="2024-05-05T12:58:29.553" v="0" actId="47"/>
        <pc:sldMkLst>
          <pc:docMk/>
          <pc:sldMk cId="844270561" sldId="781"/>
        </pc:sldMkLst>
      </pc:sldChg>
      <pc:sldChg chg="del">
        <pc:chgData name="Enrique Villegas Valerio" userId="8ada793c76dcd6b1" providerId="LiveId" clId="{E032FAA1-94AB-4635-89A2-8715A6BCFE7A}" dt="2024-05-05T13:08:37.278" v="371" actId="47"/>
        <pc:sldMkLst>
          <pc:docMk/>
          <pc:sldMk cId="2087936639" sldId="782"/>
        </pc:sldMkLst>
      </pc:sldChg>
      <pc:sldChg chg="del">
        <pc:chgData name="Enrique Villegas Valerio" userId="8ada793c76dcd6b1" providerId="LiveId" clId="{E032FAA1-94AB-4635-89A2-8715A6BCFE7A}" dt="2024-05-05T13:08:37.278" v="371" actId="47"/>
        <pc:sldMkLst>
          <pc:docMk/>
          <pc:sldMk cId="604872742" sldId="783"/>
        </pc:sldMkLst>
      </pc:sldChg>
      <pc:sldChg chg="del">
        <pc:chgData name="Enrique Villegas Valerio" userId="8ada793c76dcd6b1" providerId="LiveId" clId="{E032FAA1-94AB-4635-89A2-8715A6BCFE7A}" dt="2024-05-05T13:08:37.278" v="371" actId="47"/>
        <pc:sldMkLst>
          <pc:docMk/>
          <pc:sldMk cId="3505741251" sldId="784"/>
        </pc:sldMkLst>
      </pc:sldChg>
      <pc:sldChg chg="del">
        <pc:chgData name="Enrique Villegas Valerio" userId="8ada793c76dcd6b1" providerId="LiveId" clId="{E032FAA1-94AB-4635-89A2-8715A6BCFE7A}" dt="2024-05-05T13:08:37.278" v="371" actId="47"/>
        <pc:sldMkLst>
          <pc:docMk/>
          <pc:sldMk cId="103639252" sldId="785"/>
        </pc:sldMkLst>
      </pc:sldChg>
      <pc:sldChg chg="del">
        <pc:chgData name="Enrique Villegas Valerio" userId="8ada793c76dcd6b1" providerId="LiveId" clId="{E032FAA1-94AB-4635-89A2-8715A6BCFE7A}" dt="2024-05-05T13:08:37.278" v="371" actId="47"/>
        <pc:sldMkLst>
          <pc:docMk/>
          <pc:sldMk cId="3995289765" sldId="786"/>
        </pc:sldMkLst>
      </pc:sldChg>
      <pc:sldChg chg="del">
        <pc:chgData name="Enrique Villegas Valerio" userId="8ada793c76dcd6b1" providerId="LiveId" clId="{E032FAA1-94AB-4635-89A2-8715A6BCFE7A}" dt="2024-05-05T13:08:37.278" v="371" actId="47"/>
        <pc:sldMkLst>
          <pc:docMk/>
          <pc:sldMk cId="3430709889" sldId="787"/>
        </pc:sldMkLst>
      </pc:sldChg>
      <pc:sldChg chg="del">
        <pc:chgData name="Enrique Villegas Valerio" userId="8ada793c76dcd6b1" providerId="LiveId" clId="{E032FAA1-94AB-4635-89A2-8715A6BCFE7A}" dt="2024-05-05T13:08:37.278" v="371" actId="47"/>
        <pc:sldMkLst>
          <pc:docMk/>
          <pc:sldMk cId="4212743176" sldId="788"/>
        </pc:sldMkLst>
      </pc:sldChg>
      <pc:sldChg chg="del">
        <pc:chgData name="Enrique Villegas Valerio" userId="8ada793c76dcd6b1" providerId="LiveId" clId="{E032FAA1-94AB-4635-89A2-8715A6BCFE7A}" dt="2024-05-05T13:08:37.278" v="371" actId="47"/>
        <pc:sldMkLst>
          <pc:docMk/>
          <pc:sldMk cId="1786013269" sldId="789"/>
        </pc:sldMkLst>
      </pc:sldChg>
      <pc:sldChg chg="del">
        <pc:chgData name="Enrique Villegas Valerio" userId="8ada793c76dcd6b1" providerId="LiveId" clId="{E032FAA1-94AB-4635-89A2-8715A6BCFE7A}" dt="2024-05-05T13:08:37.278" v="371" actId="47"/>
        <pc:sldMkLst>
          <pc:docMk/>
          <pc:sldMk cId="1435731666" sldId="790"/>
        </pc:sldMkLst>
      </pc:sldChg>
      <pc:sldChg chg="modSp mod">
        <pc:chgData name="Enrique Villegas Valerio" userId="8ada793c76dcd6b1" providerId="LiveId" clId="{E032FAA1-94AB-4635-89A2-8715A6BCFE7A}" dt="2024-05-05T13:30:15.834" v="526" actId="1036"/>
        <pc:sldMkLst>
          <pc:docMk/>
          <pc:sldMk cId="4258264916" sldId="791"/>
        </pc:sldMkLst>
        <pc:spChg chg="mod">
          <ac:chgData name="Enrique Villegas Valerio" userId="8ada793c76dcd6b1" providerId="LiveId" clId="{E032FAA1-94AB-4635-89A2-8715A6BCFE7A}" dt="2024-05-05T13:30:15.834" v="526" actId="1036"/>
          <ac:spMkLst>
            <pc:docMk/>
            <pc:sldMk cId="4258264916" sldId="791"/>
            <ac:spMk id="6" creationId="{38D63825-ADEE-B658-26DD-D522C2C0DD8B}"/>
          </ac:spMkLst>
        </pc:spChg>
        <pc:spChg chg="mod">
          <ac:chgData name="Enrique Villegas Valerio" userId="8ada793c76dcd6b1" providerId="LiveId" clId="{E032FAA1-94AB-4635-89A2-8715A6BCFE7A}" dt="2024-05-05T13:30:15.834" v="526" actId="1036"/>
          <ac:spMkLst>
            <pc:docMk/>
            <pc:sldMk cId="4258264916" sldId="791"/>
            <ac:spMk id="9" creationId="{D4E21D2C-0BC2-C6D1-6994-B8FECE1D9356}"/>
          </ac:spMkLst>
        </pc:spChg>
        <pc:spChg chg="mod">
          <ac:chgData name="Enrique Villegas Valerio" userId="8ada793c76dcd6b1" providerId="LiveId" clId="{E032FAA1-94AB-4635-89A2-8715A6BCFE7A}" dt="2024-05-05T13:30:11.155" v="510" actId="1035"/>
          <ac:spMkLst>
            <pc:docMk/>
            <pc:sldMk cId="4258264916" sldId="791"/>
            <ac:spMk id="10" creationId="{53C7DBE5-5021-6E92-D2A1-DFF743F4A66E}"/>
          </ac:spMkLst>
        </pc:spChg>
        <pc:picChg chg="mod">
          <ac:chgData name="Enrique Villegas Valerio" userId="8ada793c76dcd6b1" providerId="LiveId" clId="{E032FAA1-94AB-4635-89A2-8715A6BCFE7A}" dt="2024-05-05T13:30:15.834" v="526" actId="1036"/>
          <ac:picMkLst>
            <pc:docMk/>
            <pc:sldMk cId="4258264916" sldId="791"/>
            <ac:picMk id="3" creationId="{DEC719AF-65EA-EBBA-BA4F-38E211C9A7DA}"/>
          </ac:picMkLst>
        </pc:picChg>
      </pc:sldChg>
      <pc:sldChg chg="del">
        <pc:chgData name="Enrique Villegas Valerio" userId="8ada793c76dcd6b1" providerId="LiveId" clId="{E032FAA1-94AB-4635-89A2-8715A6BCFE7A}" dt="2024-05-05T13:53:22.311" v="779" actId="47"/>
        <pc:sldMkLst>
          <pc:docMk/>
          <pc:sldMk cId="2901455891" sldId="792"/>
        </pc:sldMkLst>
      </pc:sldChg>
      <pc:sldChg chg="del">
        <pc:chgData name="Enrique Villegas Valerio" userId="8ada793c76dcd6b1" providerId="LiveId" clId="{E032FAA1-94AB-4635-89A2-8715A6BCFE7A}" dt="2024-05-05T13:53:22.311" v="779" actId="47"/>
        <pc:sldMkLst>
          <pc:docMk/>
          <pc:sldMk cId="3946533360" sldId="793"/>
        </pc:sldMkLst>
      </pc:sldChg>
      <pc:sldChg chg="del">
        <pc:chgData name="Enrique Villegas Valerio" userId="8ada793c76dcd6b1" providerId="LiveId" clId="{E032FAA1-94AB-4635-89A2-8715A6BCFE7A}" dt="2024-05-05T13:53:22.311" v="779" actId="47"/>
        <pc:sldMkLst>
          <pc:docMk/>
          <pc:sldMk cId="1000114867" sldId="794"/>
        </pc:sldMkLst>
      </pc:sldChg>
      <pc:sldChg chg="del">
        <pc:chgData name="Enrique Villegas Valerio" userId="8ada793c76dcd6b1" providerId="LiveId" clId="{E032FAA1-94AB-4635-89A2-8715A6BCFE7A}" dt="2024-05-05T13:53:22.311" v="779" actId="47"/>
        <pc:sldMkLst>
          <pc:docMk/>
          <pc:sldMk cId="3262090529" sldId="795"/>
        </pc:sldMkLst>
      </pc:sldChg>
      <pc:sldChg chg="del">
        <pc:chgData name="Enrique Villegas Valerio" userId="8ada793c76dcd6b1" providerId="LiveId" clId="{E032FAA1-94AB-4635-89A2-8715A6BCFE7A}" dt="2024-05-05T13:53:22.311" v="779" actId="47"/>
        <pc:sldMkLst>
          <pc:docMk/>
          <pc:sldMk cId="3025495549" sldId="796"/>
        </pc:sldMkLst>
      </pc:sldChg>
      <pc:sldChg chg="del">
        <pc:chgData name="Enrique Villegas Valerio" userId="8ada793c76dcd6b1" providerId="LiveId" clId="{E032FAA1-94AB-4635-89A2-8715A6BCFE7A}" dt="2024-05-05T13:53:22.311" v="779" actId="47"/>
        <pc:sldMkLst>
          <pc:docMk/>
          <pc:sldMk cId="1784524731" sldId="797"/>
        </pc:sldMkLst>
      </pc:sldChg>
      <pc:sldChg chg="del">
        <pc:chgData name="Enrique Villegas Valerio" userId="8ada793c76dcd6b1" providerId="LiveId" clId="{E032FAA1-94AB-4635-89A2-8715A6BCFE7A}" dt="2024-05-05T13:53:22.311" v="779" actId="47"/>
        <pc:sldMkLst>
          <pc:docMk/>
          <pc:sldMk cId="356014255" sldId="798"/>
        </pc:sldMkLst>
      </pc:sldChg>
      <pc:sldChg chg="del">
        <pc:chgData name="Enrique Villegas Valerio" userId="8ada793c76dcd6b1" providerId="LiveId" clId="{E032FAA1-94AB-4635-89A2-8715A6BCFE7A}" dt="2024-05-05T13:53:22.311" v="779" actId="47"/>
        <pc:sldMkLst>
          <pc:docMk/>
          <pc:sldMk cId="3196637841" sldId="799"/>
        </pc:sldMkLst>
      </pc:sldChg>
      <pc:sldChg chg="del">
        <pc:chgData name="Enrique Villegas Valerio" userId="8ada793c76dcd6b1" providerId="LiveId" clId="{E032FAA1-94AB-4635-89A2-8715A6BCFE7A}" dt="2024-05-05T13:53:22.311" v="779" actId="47"/>
        <pc:sldMkLst>
          <pc:docMk/>
          <pc:sldMk cId="2051497863" sldId="800"/>
        </pc:sldMkLst>
      </pc:sldChg>
      <pc:sldChg chg="del">
        <pc:chgData name="Enrique Villegas Valerio" userId="8ada793c76dcd6b1" providerId="LiveId" clId="{E032FAA1-94AB-4635-89A2-8715A6BCFE7A}" dt="2024-05-05T13:53:22.311" v="779" actId="47"/>
        <pc:sldMkLst>
          <pc:docMk/>
          <pc:sldMk cId="590356718" sldId="801"/>
        </pc:sldMkLst>
      </pc:sldChg>
      <pc:sldChg chg="del">
        <pc:chgData name="Enrique Villegas Valerio" userId="8ada793c76dcd6b1" providerId="LiveId" clId="{E032FAA1-94AB-4635-89A2-8715A6BCFE7A}" dt="2024-05-05T13:53:22.311" v="779" actId="47"/>
        <pc:sldMkLst>
          <pc:docMk/>
          <pc:sldMk cId="2487368170" sldId="802"/>
        </pc:sldMkLst>
      </pc:sldChg>
      <pc:sldChg chg="del">
        <pc:chgData name="Enrique Villegas Valerio" userId="8ada793c76dcd6b1" providerId="LiveId" clId="{E032FAA1-94AB-4635-89A2-8715A6BCFE7A}" dt="2024-05-05T13:53:22.311" v="779" actId="47"/>
        <pc:sldMkLst>
          <pc:docMk/>
          <pc:sldMk cId="3973288802" sldId="803"/>
        </pc:sldMkLst>
      </pc:sldChg>
      <pc:sldChg chg="del">
        <pc:chgData name="Enrique Villegas Valerio" userId="8ada793c76dcd6b1" providerId="LiveId" clId="{E032FAA1-94AB-4635-89A2-8715A6BCFE7A}" dt="2024-05-05T13:53:22.311" v="779" actId="47"/>
        <pc:sldMkLst>
          <pc:docMk/>
          <pc:sldMk cId="1574303023" sldId="805"/>
        </pc:sldMkLst>
      </pc:sldChg>
      <pc:sldChg chg="del">
        <pc:chgData name="Enrique Villegas Valerio" userId="8ada793c76dcd6b1" providerId="LiveId" clId="{E032FAA1-94AB-4635-89A2-8715A6BCFE7A}" dt="2024-05-05T13:53:22.311" v="779" actId="47"/>
        <pc:sldMkLst>
          <pc:docMk/>
          <pc:sldMk cId="2661484786" sldId="806"/>
        </pc:sldMkLst>
      </pc:sldChg>
      <pc:sldChg chg="del">
        <pc:chgData name="Enrique Villegas Valerio" userId="8ada793c76dcd6b1" providerId="LiveId" clId="{E032FAA1-94AB-4635-89A2-8715A6BCFE7A}" dt="2024-05-05T13:53:22.311" v="779" actId="47"/>
        <pc:sldMkLst>
          <pc:docMk/>
          <pc:sldMk cId="1693290513" sldId="807"/>
        </pc:sldMkLst>
      </pc:sldChg>
      <pc:sldChg chg="del">
        <pc:chgData name="Enrique Villegas Valerio" userId="8ada793c76dcd6b1" providerId="LiveId" clId="{E032FAA1-94AB-4635-89A2-8715A6BCFE7A}" dt="2024-05-05T13:53:22.311" v="779" actId="47"/>
        <pc:sldMkLst>
          <pc:docMk/>
          <pc:sldMk cId="989918681" sldId="808"/>
        </pc:sldMkLst>
      </pc:sldChg>
      <pc:sldChg chg="del">
        <pc:chgData name="Enrique Villegas Valerio" userId="8ada793c76dcd6b1" providerId="LiveId" clId="{E032FAA1-94AB-4635-89A2-8715A6BCFE7A}" dt="2024-05-05T13:53:22.311" v="779" actId="47"/>
        <pc:sldMkLst>
          <pc:docMk/>
          <pc:sldMk cId="1911771170" sldId="809"/>
        </pc:sldMkLst>
      </pc:sldChg>
      <pc:sldChg chg="del">
        <pc:chgData name="Enrique Villegas Valerio" userId="8ada793c76dcd6b1" providerId="LiveId" clId="{E032FAA1-94AB-4635-89A2-8715A6BCFE7A}" dt="2024-05-05T13:53:22.311" v="779" actId="47"/>
        <pc:sldMkLst>
          <pc:docMk/>
          <pc:sldMk cId="1746866315" sldId="810"/>
        </pc:sldMkLst>
      </pc:sldChg>
      <pc:sldChg chg="del">
        <pc:chgData name="Enrique Villegas Valerio" userId="8ada793c76dcd6b1" providerId="LiveId" clId="{E032FAA1-94AB-4635-89A2-8715A6BCFE7A}" dt="2024-05-05T13:53:22.311" v="779" actId="47"/>
        <pc:sldMkLst>
          <pc:docMk/>
          <pc:sldMk cId="3947541278" sldId="811"/>
        </pc:sldMkLst>
      </pc:sldChg>
      <pc:sldChg chg="del">
        <pc:chgData name="Enrique Villegas Valerio" userId="8ada793c76dcd6b1" providerId="LiveId" clId="{E032FAA1-94AB-4635-89A2-8715A6BCFE7A}" dt="2024-05-05T13:53:22.311" v="779" actId="47"/>
        <pc:sldMkLst>
          <pc:docMk/>
          <pc:sldMk cId="324215022" sldId="812"/>
        </pc:sldMkLst>
      </pc:sldChg>
      <pc:sldChg chg="del">
        <pc:chgData name="Enrique Villegas Valerio" userId="8ada793c76dcd6b1" providerId="LiveId" clId="{E032FAA1-94AB-4635-89A2-8715A6BCFE7A}" dt="2024-05-05T13:53:22.311" v="779" actId="47"/>
        <pc:sldMkLst>
          <pc:docMk/>
          <pc:sldMk cId="4121420967" sldId="813"/>
        </pc:sldMkLst>
      </pc:sldChg>
      <pc:sldChg chg="del">
        <pc:chgData name="Enrique Villegas Valerio" userId="8ada793c76dcd6b1" providerId="LiveId" clId="{E032FAA1-94AB-4635-89A2-8715A6BCFE7A}" dt="2024-05-05T13:53:22.311" v="779" actId="47"/>
        <pc:sldMkLst>
          <pc:docMk/>
          <pc:sldMk cId="4201804204" sldId="814"/>
        </pc:sldMkLst>
      </pc:sldChg>
      <pc:sldChg chg="del">
        <pc:chgData name="Enrique Villegas Valerio" userId="8ada793c76dcd6b1" providerId="LiveId" clId="{E032FAA1-94AB-4635-89A2-8715A6BCFE7A}" dt="2024-05-05T13:53:22.311" v="779" actId="47"/>
        <pc:sldMkLst>
          <pc:docMk/>
          <pc:sldMk cId="2772547099" sldId="815"/>
        </pc:sldMkLst>
      </pc:sldChg>
      <pc:sldChg chg="del">
        <pc:chgData name="Enrique Villegas Valerio" userId="8ada793c76dcd6b1" providerId="LiveId" clId="{E032FAA1-94AB-4635-89A2-8715A6BCFE7A}" dt="2024-05-05T13:53:22.311" v="779" actId="47"/>
        <pc:sldMkLst>
          <pc:docMk/>
          <pc:sldMk cId="1503717159" sldId="816"/>
        </pc:sldMkLst>
      </pc:sldChg>
      <pc:sldChg chg="del">
        <pc:chgData name="Enrique Villegas Valerio" userId="8ada793c76dcd6b1" providerId="LiveId" clId="{E032FAA1-94AB-4635-89A2-8715A6BCFE7A}" dt="2024-05-05T13:53:22.311" v="779" actId="47"/>
        <pc:sldMkLst>
          <pc:docMk/>
          <pc:sldMk cId="423649578" sldId="817"/>
        </pc:sldMkLst>
      </pc:sldChg>
      <pc:sldChg chg="del">
        <pc:chgData name="Enrique Villegas Valerio" userId="8ada793c76dcd6b1" providerId="LiveId" clId="{E032FAA1-94AB-4635-89A2-8715A6BCFE7A}" dt="2024-05-05T13:53:22.311" v="779" actId="47"/>
        <pc:sldMkLst>
          <pc:docMk/>
          <pc:sldMk cId="990598927" sldId="818"/>
        </pc:sldMkLst>
      </pc:sldChg>
      <pc:sldChg chg="del">
        <pc:chgData name="Enrique Villegas Valerio" userId="8ada793c76dcd6b1" providerId="LiveId" clId="{E032FAA1-94AB-4635-89A2-8715A6BCFE7A}" dt="2024-05-05T13:53:22.311" v="779" actId="47"/>
        <pc:sldMkLst>
          <pc:docMk/>
          <pc:sldMk cId="3473694671" sldId="819"/>
        </pc:sldMkLst>
      </pc:sldChg>
      <pc:sldChg chg="del">
        <pc:chgData name="Enrique Villegas Valerio" userId="8ada793c76dcd6b1" providerId="LiveId" clId="{E032FAA1-94AB-4635-89A2-8715A6BCFE7A}" dt="2024-05-05T13:53:22.311" v="779" actId="47"/>
        <pc:sldMkLst>
          <pc:docMk/>
          <pc:sldMk cId="3868965010" sldId="820"/>
        </pc:sldMkLst>
      </pc:sldChg>
      <pc:sldChg chg="del">
        <pc:chgData name="Enrique Villegas Valerio" userId="8ada793c76dcd6b1" providerId="LiveId" clId="{E032FAA1-94AB-4635-89A2-8715A6BCFE7A}" dt="2024-05-05T13:53:22.311" v="779" actId="47"/>
        <pc:sldMkLst>
          <pc:docMk/>
          <pc:sldMk cId="633259460" sldId="821"/>
        </pc:sldMkLst>
      </pc:sldChg>
      <pc:sldChg chg="del">
        <pc:chgData name="Enrique Villegas Valerio" userId="8ada793c76dcd6b1" providerId="LiveId" clId="{E032FAA1-94AB-4635-89A2-8715A6BCFE7A}" dt="2024-05-05T13:53:22.311" v="779" actId="47"/>
        <pc:sldMkLst>
          <pc:docMk/>
          <pc:sldMk cId="3041985796" sldId="822"/>
        </pc:sldMkLst>
      </pc:sldChg>
      <pc:sldChg chg="del">
        <pc:chgData name="Enrique Villegas Valerio" userId="8ada793c76dcd6b1" providerId="LiveId" clId="{E032FAA1-94AB-4635-89A2-8715A6BCFE7A}" dt="2024-05-05T13:53:22.311" v="779" actId="47"/>
        <pc:sldMkLst>
          <pc:docMk/>
          <pc:sldMk cId="3166838634" sldId="823"/>
        </pc:sldMkLst>
      </pc:sldChg>
      <pc:sldChg chg="del">
        <pc:chgData name="Enrique Villegas Valerio" userId="8ada793c76dcd6b1" providerId="LiveId" clId="{E032FAA1-94AB-4635-89A2-8715A6BCFE7A}" dt="2024-05-05T13:53:22.311" v="779" actId="47"/>
        <pc:sldMkLst>
          <pc:docMk/>
          <pc:sldMk cId="1621122901" sldId="824"/>
        </pc:sldMkLst>
      </pc:sldChg>
      <pc:sldChg chg="del">
        <pc:chgData name="Enrique Villegas Valerio" userId="8ada793c76dcd6b1" providerId="LiveId" clId="{E032FAA1-94AB-4635-89A2-8715A6BCFE7A}" dt="2024-05-05T13:53:22.311" v="779" actId="47"/>
        <pc:sldMkLst>
          <pc:docMk/>
          <pc:sldMk cId="1420300942" sldId="826"/>
        </pc:sldMkLst>
      </pc:sldChg>
      <pc:sldChg chg="del">
        <pc:chgData name="Enrique Villegas Valerio" userId="8ada793c76dcd6b1" providerId="LiveId" clId="{E032FAA1-94AB-4635-89A2-8715A6BCFE7A}" dt="2024-05-05T13:53:22.311" v="779" actId="47"/>
        <pc:sldMkLst>
          <pc:docMk/>
          <pc:sldMk cId="3080816854" sldId="828"/>
        </pc:sldMkLst>
      </pc:sldChg>
      <pc:sldChg chg="addSp modSp mod">
        <pc:chgData name="Enrique Villegas Valerio" userId="8ada793c76dcd6b1" providerId="LiveId" clId="{E032FAA1-94AB-4635-89A2-8715A6BCFE7A}" dt="2024-05-05T13:53:25.413" v="780"/>
        <pc:sldMkLst>
          <pc:docMk/>
          <pc:sldMk cId="534621278" sldId="829"/>
        </pc:sldMkLst>
        <pc:spChg chg="add mod">
          <ac:chgData name="Enrique Villegas Valerio" userId="8ada793c76dcd6b1" providerId="LiveId" clId="{E032FAA1-94AB-4635-89A2-8715A6BCFE7A}" dt="2024-05-05T13:53:11.389" v="778" actId="1035"/>
          <ac:spMkLst>
            <pc:docMk/>
            <pc:sldMk cId="534621278" sldId="829"/>
            <ac:spMk id="2" creationId="{C47C4E7A-958F-82CD-9F72-F0F577A39DD3}"/>
          </ac:spMkLst>
        </pc:spChg>
        <pc:spChg chg="add mod">
          <ac:chgData name="Enrique Villegas Valerio" userId="8ada793c76dcd6b1" providerId="LiveId" clId="{E032FAA1-94AB-4635-89A2-8715A6BCFE7A}" dt="2024-05-05T13:53:25.413" v="780"/>
          <ac:spMkLst>
            <pc:docMk/>
            <pc:sldMk cId="534621278" sldId="829"/>
            <ac:spMk id="3" creationId="{E7316C8D-3792-D00D-AF9B-148C0C6DBBCF}"/>
          </ac:spMkLst>
        </pc:spChg>
        <pc:spChg chg="mod">
          <ac:chgData name="Enrique Villegas Valerio" userId="8ada793c76dcd6b1" providerId="LiveId" clId="{E032FAA1-94AB-4635-89A2-8715A6BCFE7A}" dt="2024-05-05T13:53:11.389" v="778" actId="1035"/>
          <ac:spMkLst>
            <pc:docMk/>
            <pc:sldMk cId="534621278" sldId="829"/>
            <ac:spMk id="4" creationId="{90A85515-295E-DD5D-53E5-37E10D935596}"/>
          </ac:spMkLst>
        </pc:spChg>
      </pc:sldChg>
      <pc:sldChg chg="del">
        <pc:chgData name="Enrique Villegas Valerio" userId="8ada793c76dcd6b1" providerId="LiveId" clId="{E032FAA1-94AB-4635-89A2-8715A6BCFE7A}" dt="2024-05-05T13:53:22.311" v="779" actId="47"/>
        <pc:sldMkLst>
          <pc:docMk/>
          <pc:sldMk cId="2770664574" sldId="830"/>
        </pc:sldMkLst>
      </pc:sldChg>
      <pc:sldChg chg="del">
        <pc:chgData name="Enrique Villegas Valerio" userId="8ada793c76dcd6b1" providerId="LiveId" clId="{E032FAA1-94AB-4635-89A2-8715A6BCFE7A}" dt="2024-05-05T13:53:22.311" v="779" actId="47"/>
        <pc:sldMkLst>
          <pc:docMk/>
          <pc:sldMk cId="3583129053" sldId="831"/>
        </pc:sldMkLst>
      </pc:sldChg>
      <pc:sldChg chg="modSp new mod">
        <pc:chgData name="Enrique Villegas Valerio" userId="8ada793c76dcd6b1" providerId="LiveId" clId="{E032FAA1-94AB-4635-89A2-8715A6BCFE7A}" dt="2024-05-05T13:01:29.529" v="169" actId="404"/>
        <pc:sldMkLst>
          <pc:docMk/>
          <pc:sldMk cId="3536739249" sldId="832"/>
        </pc:sldMkLst>
        <pc:spChg chg="mod">
          <ac:chgData name="Enrique Villegas Valerio" userId="8ada793c76dcd6b1" providerId="LiveId" clId="{E032FAA1-94AB-4635-89A2-8715A6BCFE7A}" dt="2024-05-05T13:01:29.529" v="169" actId="404"/>
          <ac:spMkLst>
            <pc:docMk/>
            <pc:sldMk cId="3536739249" sldId="832"/>
            <ac:spMk id="2" creationId="{77529486-7CE6-E93A-10EB-DBA3AEB48CB6}"/>
          </ac:spMkLst>
        </pc:spChg>
        <pc:spChg chg="mod">
          <ac:chgData name="Enrique Villegas Valerio" userId="8ada793c76dcd6b1" providerId="LiveId" clId="{E032FAA1-94AB-4635-89A2-8715A6BCFE7A}" dt="2024-05-05T13:00:26.962" v="143" actId="20577"/>
          <ac:spMkLst>
            <pc:docMk/>
            <pc:sldMk cId="3536739249" sldId="832"/>
            <ac:spMk id="3" creationId="{FE7227F2-B6D7-1F38-5157-B357E6705D49}"/>
          </ac:spMkLst>
        </pc:spChg>
      </pc:sldChg>
      <pc:sldChg chg="modSp add mod">
        <pc:chgData name="Enrique Villegas Valerio" userId="8ada793c76dcd6b1" providerId="LiveId" clId="{E032FAA1-94AB-4635-89A2-8715A6BCFE7A}" dt="2024-05-05T13:01:44.979" v="175" actId="404"/>
        <pc:sldMkLst>
          <pc:docMk/>
          <pc:sldMk cId="2785186112" sldId="833"/>
        </pc:sldMkLst>
        <pc:spChg chg="mod">
          <ac:chgData name="Enrique Villegas Valerio" userId="8ada793c76dcd6b1" providerId="LiveId" clId="{E032FAA1-94AB-4635-89A2-8715A6BCFE7A}" dt="2024-05-05T13:01:44.979" v="175" actId="404"/>
          <ac:spMkLst>
            <pc:docMk/>
            <pc:sldMk cId="2785186112" sldId="833"/>
            <ac:spMk id="2" creationId="{77529486-7CE6-E93A-10EB-DBA3AEB48CB6}"/>
          </ac:spMkLst>
        </pc:spChg>
      </pc:sldChg>
      <pc:sldChg chg="modSp add mod">
        <pc:chgData name="Enrique Villegas Valerio" userId="8ada793c76dcd6b1" providerId="LiveId" clId="{E032FAA1-94AB-4635-89A2-8715A6BCFE7A}" dt="2024-05-05T13:02:23.255" v="197" actId="27636"/>
        <pc:sldMkLst>
          <pc:docMk/>
          <pc:sldMk cId="3652691584" sldId="834"/>
        </pc:sldMkLst>
        <pc:spChg chg="mod">
          <ac:chgData name="Enrique Villegas Valerio" userId="8ada793c76dcd6b1" providerId="LiveId" clId="{E032FAA1-94AB-4635-89A2-8715A6BCFE7A}" dt="2024-05-05T13:02:23.255" v="197" actId="27636"/>
          <ac:spMkLst>
            <pc:docMk/>
            <pc:sldMk cId="3652691584" sldId="834"/>
            <ac:spMk id="2" creationId="{77529486-7CE6-E93A-10EB-DBA3AEB48CB6}"/>
          </ac:spMkLst>
        </pc:spChg>
      </pc:sldChg>
      <pc:sldChg chg="add del">
        <pc:chgData name="Enrique Villegas Valerio" userId="8ada793c76dcd6b1" providerId="LiveId" clId="{E032FAA1-94AB-4635-89A2-8715A6BCFE7A}" dt="2024-05-05T13:02:01.871" v="180" actId="47"/>
        <pc:sldMkLst>
          <pc:docMk/>
          <pc:sldMk cId="826837085" sldId="835"/>
        </pc:sldMkLst>
      </pc:sldChg>
      <pc:sldChg chg="modSp add mod">
        <pc:chgData name="Enrique Villegas Valerio" userId="8ada793c76dcd6b1" providerId="LiveId" clId="{E032FAA1-94AB-4635-89A2-8715A6BCFE7A}" dt="2024-05-05T13:02:33.293" v="202" actId="20577"/>
        <pc:sldMkLst>
          <pc:docMk/>
          <pc:sldMk cId="2995431684" sldId="835"/>
        </pc:sldMkLst>
        <pc:spChg chg="mod">
          <ac:chgData name="Enrique Villegas Valerio" userId="8ada793c76dcd6b1" providerId="LiveId" clId="{E032FAA1-94AB-4635-89A2-8715A6BCFE7A}" dt="2024-05-05T13:02:33.293" v="202" actId="20577"/>
          <ac:spMkLst>
            <pc:docMk/>
            <pc:sldMk cId="2995431684" sldId="835"/>
            <ac:spMk id="2" creationId="{77529486-7CE6-E93A-10EB-DBA3AEB48CB6}"/>
          </ac:spMkLst>
        </pc:spChg>
      </pc:sldChg>
      <pc:sldChg chg="add del">
        <pc:chgData name="Enrique Villegas Valerio" userId="8ada793c76dcd6b1" providerId="LiveId" clId="{E032FAA1-94AB-4635-89A2-8715A6BCFE7A}" dt="2024-05-05T13:02:01.871" v="180" actId="47"/>
        <pc:sldMkLst>
          <pc:docMk/>
          <pc:sldMk cId="744537526" sldId="836"/>
        </pc:sldMkLst>
      </pc:sldChg>
      <pc:sldChg chg="modSp add mod">
        <pc:chgData name="Enrique Villegas Valerio" userId="8ada793c76dcd6b1" providerId="LiveId" clId="{E032FAA1-94AB-4635-89A2-8715A6BCFE7A}" dt="2024-05-05T13:02:41.640" v="207" actId="20577"/>
        <pc:sldMkLst>
          <pc:docMk/>
          <pc:sldMk cId="1609649749" sldId="836"/>
        </pc:sldMkLst>
        <pc:spChg chg="mod">
          <ac:chgData name="Enrique Villegas Valerio" userId="8ada793c76dcd6b1" providerId="LiveId" clId="{E032FAA1-94AB-4635-89A2-8715A6BCFE7A}" dt="2024-05-05T13:02:41.640" v="207" actId="20577"/>
          <ac:spMkLst>
            <pc:docMk/>
            <pc:sldMk cId="1609649749" sldId="836"/>
            <ac:spMk id="2" creationId="{77529486-7CE6-E93A-10EB-DBA3AEB48CB6}"/>
          </ac:spMkLst>
        </pc:spChg>
      </pc:sldChg>
      <pc:sldChg chg="modSp add mod">
        <pc:chgData name="Enrique Villegas Valerio" userId="8ada793c76dcd6b1" providerId="LiveId" clId="{E032FAA1-94AB-4635-89A2-8715A6BCFE7A}" dt="2024-05-05T13:02:49.169" v="212" actId="20577"/>
        <pc:sldMkLst>
          <pc:docMk/>
          <pc:sldMk cId="2309560276" sldId="837"/>
        </pc:sldMkLst>
        <pc:spChg chg="mod">
          <ac:chgData name="Enrique Villegas Valerio" userId="8ada793c76dcd6b1" providerId="LiveId" clId="{E032FAA1-94AB-4635-89A2-8715A6BCFE7A}" dt="2024-05-05T13:02:49.169" v="212" actId="20577"/>
          <ac:spMkLst>
            <pc:docMk/>
            <pc:sldMk cId="2309560276" sldId="837"/>
            <ac:spMk id="2" creationId="{77529486-7CE6-E93A-10EB-DBA3AEB48CB6}"/>
          </ac:spMkLst>
        </pc:spChg>
      </pc:sldChg>
      <pc:sldChg chg="add del">
        <pc:chgData name="Enrique Villegas Valerio" userId="8ada793c76dcd6b1" providerId="LiveId" clId="{E032FAA1-94AB-4635-89A2-8715A6BCFE7A}" dt="2024-05-05T13:02:01.871" v="180" actId="47"/>
        <pc:sldMkLst>
          <pc:docMk/>
          <pc:sldMk cId="4077479853" sldId="837"/>
        </pc:sldMkLst>
      </pc:sldChg>
      <pc:sldChg chg="add del">
        <pc:chgData name="Enrique Villegas Valerio" userId="8ada793c76dcd6b1" providerId="LiveId" clId="{E032FAA1-94AB-4635-89A2-8715A6BCFE7A}" dt="2024-05-05T13:02:01.871" v="180" actId="47"/>
        <pc:sldMkLst>
          <pc:docMk/>
          <pc:sldMk cId="379081080" sldId="838"/>
        </pc:sldMkLst>
      </pc:sldChg>
      <pc:sldChg chg="modSp add mod">
        <pc:chgData name="Enrique Villegas Valerio" userId="8ada793c76dcd6b1" providerId="LiveId" clId="{E032FAA1-94AB-4635-89A2-8715A6BCFE7A}" dt="2024-05-05T13:02:57.198" v="217" actId="20577"/>
        <pc:sldMkLst>
          <pc:docMk/>
          <pc:sldMk cId="2573225748" sldId="838"/>
        </pc:sldMkLst>
        <pc:spChg chg="mod">
          <ac:chgData name="Enrique Villegas Valerio" userId="8ada793c76dcd6b1" providerId="LiveId" clId="{E032FAA1-94AB-4635-89A2-8715A6BCFE7A}" dt="2024-05-05T13:02:57.198" v="217" actId="20577"/>
          <ac:spMkLst>
            <pc:docMk/>
            <pc:sldMk cId="2573225748" sldId="838"/>
            <ac:spMk id="2" creationId="{77529486-7CE6-E93A-10EB-DBA3AEB48CB6}"/>
          </ac:spMkLst>
        </pc:spChg>
      </pc:sldChg>
      <pc:sldChg chg="modSp add mod">
        <pc:chgData name="Enrique Villegas Valerio" userId="8ada793c76dcd6b1" providerId="LiveId" clId="{E032FAA1-94AB-4635-89A2-8715A6BCFE7A}" dt="2024-05-05T13:03:05.759" v="222" actId="20577"/>
        <pc:sldMkLst>
          <pc:docMk/>
          <pc:sldMk cId="247617713" sldId="839"/>
        </pc:sldMkLst>
        <pc:spChg chg="mod">
          <ac:chgData name="Enrique Villegas Valerio" userId="8ada793c76dcd6b1" providerId="LiveId" clId="{E032FAA1-94AB-4635-89A2-8715A6BCFE7A}" dt="2024-05-05T13:03:05.759" v="222" actId="20577"/>
          <ac:spMkLst>
            <pc:docMk/>
            <pc:sldMk cId="247617713" sldId="839"/>
            <ac:spMk id="2" creationId="{77529486-7CE6-E93A-10EB-DBA3AEB48CB6}"/>
          </ac:spMkLst>
        </pc:spChg>
      </pc:sldChg>
      <pc:sldChg chg="add del">
        <pc:chgData name="Enrique Villegas Valerio" userId="8ada793c76dcd6b1" providerId="LiveId" clId="{E032FAA1-94AB-4635-89A2-8715A6BCFE7A}" dt="2024-05-05T13:02:01.871" v="180" actId="47"/>
        <pc:sldMkLst>
          <pc:docMk/>
          <pc:sldMk cId="2988727066" sldId="839"/>
        </pc:sldMkLst>
      </pc:sldChg>
      <pc:sldChg chg="add del">
        <pc:chgData name="Enrique Villegas Valerio" userId="8ada793c76dcd6b1" providerId="LiveId" clId="{E032FAA1-94AB-4635-89A2-8715A6BCFE7A}" dt="2024-05-05T13:02:01.871" v="180" actId="47"/>
        <pc:sldMkLst>
          <pc:docMk/>
          <pc:sldMk cId="873472670" sldId="840"/>
        </pc:sldMkLst>
      </pc:sldChg>
      <pc:sldChg chg="modSp add mod">
        <pc:chgData name="Enrique Villegas Valerio" userId="8ada793c76dcd6b1" providerId="LiveId" clId="{E032FAA1-94AB-4635-89A2-8715A6BCFE7A}" dt="2024-05-05T13:03:13.320" v="226" actId="20577"/>
        <pc:sldMkLst>
          <pc:docMk/>
          <pc:sldMk cId="2465368603" sldId="840"/>
        </pc:sldMkLst>
        <pc:spChg chg="mod">
          <ac:chgData name="Enrique Villegas Valerio" userId="8ada793c76dcd6b1" providerId="LiveId" clId="{E032FAA1-94AB-4635-89A2-8715A6BCFE7A}" dt="2024-05-05T13:03:13.320" v="226" actId="20577"/>
          <ac:spMkLst>
            <pc:docMk/>
            <pc:sldMk cId="2465368603" sldId="840"/>
            <ac:spMk id="2" creationId="{77529486-7CE6-E93A-10EB-DBA3AEB48CB6}"/>
          </ac:spMkLst>
        </pc:spChg>
      </pc:sldChg>
      <pc:sldChg chg="add del">
        <pc:chgData name="Enrique Villegas Valerio" userId="8ada793c76dcd6b1" providerId="LiveId" clId="{E032FAA1-94AB-4635-89A2-8715A6BCFE7A}" dt="2024-05-05T13:02:01.871" v="180" actId="47"/>
        <pc:sldMkLst>
          <pc:docMk/>
          <pc:sldMk cId="511900205" sldId="841"/>
        </pc:sldMkLst>
      </pc:sldChg>
      <pc:sldChg chg="modSp add mod">
        <pc:chgData name="Enrique Villegas Valerio" userId="8ada793c76dcd6b1" providerId="LiveId" clId="{E032FAA1-94AB-4635-89A2-8715A6BCFE7A}" dt="2024-05-05T13:03:22.356" v="231" actId="20577"/>
        <pc:sldMkLst>
          <pc:docMk/>
          <pc:sldMk cId="3797822175" sldId="841"/>
        </pc:sldMkLst>
        <pc:spChg chg="mod">
          <ac:chgData name="Enrique Villegas Valerio" userId="8ada793c76dcd6b1" providerId="LiveId" clId="{E032FAA1-94AB-4635-89A2-8715A6BCFE7A}" dt="2024-05-05T13:03:22.356" v="231" actId="20577"/>
          <ac:spMkLst>
            <pc:docMk/>
            <pc:sldMk cId="3797822175" sldId="841"/>
            <ac:spMk id="2" creationId="{77529486-7CE6-E93A-10EB-DBA3AEB48CB6}"/>
          </ac:spMkLst>
        </pc:spChg>
      </pc:sldChg>
      <pc:sldChg chg="modSp add mod">
        <pc:chgData name="Enrique Villegas Valerio" userId="8ada793c76dcd6b1" providerId="LiveId" clId="{E032FAA1-94AB-4635-89A2-8715A6BCFE7A}" dt="2024-05-05T13:03:29.108" v="235" actId="20577"/>
        <pc:sldMkLst>
          <pc:docMk/>
          <pc:sldMk cId="1767456720" sldId="842"/>
        </pc:sldMkLst>
        <pc:spChg chg="mod">
          <ac:chgData name="Enrique Villegas Valerio" userId="8ada793c76dcd6b1" providerId="LiveId" clId="{E032FAA1-94AB-4635-89A2-8715A6BCFE7A}" dt="2024-05-05T13:03:29.108" v="235" actId="20577"/>
          <ac:spMkLst>
            <pc:docMk/>
            <pc:sldMk cId="1767456720" sldId="842"/>
            <ac:spMk id="2" creationId="{77529486-7CE6-E93A-10EB-DBA3AEB48CB6}"/>
          </ac:spMkLst>
        </pc:spChg>
      </pc:sldChg>
      <pc:sldChg chg="add del">
        <pc:chgData name="Enrique Villegas Valerio" userId="8ada793c76dcd6b1" providerId="LiveId" clId="{E032FAA1-94AB-4635-89A2-8715A6BCFE7A}" dt="2024-05-05T13:02:01.871" v="180" actId="47"/>
        <pc:sldMkLst>
          <pc:docMk/>
          <pc:sldMk cId="3723237774" sldId="842"/>
        </pc:sldMkLst>
      </pc:sldChg>
      <pc:sldChg chg="add del">
        <pc:chgData name="Enrique Villegas Valerio" userId="8ada793c76dcd6b1" providerId="LiveId" clId="{E032FAA1-94AB-4635-89A2-8715A6BCFE7A}" dt="2024-05-05T13:02:01.871" v="180" actId="47"/>
        <pc:sldMkLst>
          <pc:docMk/>
          <pc:sldMk cId="3404523856" sldId="843"/>
        </pc:sldMkLst>
      </pc:sldChg>
      <pc:sldChg chg="modSp add mod">
        <pc:chgData name="Enrique Villegas Valerio" userId="8ada793c76dcd6b1" providerId="LiveId" clId="{E032FAA1-94AB-4635-89A2-8715A6BCFE7A}" dt="2024-05-05T13:03:36.174" v="240" actId="27636"/>
        <pc:sldMkLst>
          <pc:docMk/>
          <pc:sldMk cId="4117957842" sldId="843"/>
        </pc:sldMkLst>
        <pc:spChg chg="mod">
          <ac:chgData name="Enrique Villegas Valerio" userId="8ada793c76dcd6b1" providerId="LiveId" clId="{E032FAA1-94AB-4635-89A2-8715A6BCFE7A}" dt="2024-05-05T13:03:36.174" v="240" actId="27636"/>
          <ac:spMkLst>
            <pc:docMk/>
            <pc:sldMk cId="4117957842" sldId="843"/>
            <ac:spMk id="2" creationId="{77529486-7CE6-E93A-10EB-DBA3AEB48CB6}"/>
          </ac:spMkLst>
        </pc:spChg>
      </pc:sldChg>
      <pc:sldChg chg="add del">
        <pc:chgData name="Enrique Villegas Valerio" userId="8ada793c76dcd6b1" providerId="LiveId" clId="{E032FAA1-94AB-4635-89A2-8715A6BCFE7A}" dt="2024-05-05T13:02:01.871" v="180" actId="47"/>
        <pc:sldMkLst>
          <pc:docMk/>
          <pc:sldMk cId="2966807676" sldId="844"/>
        </pc:sldMkLst>
      </pc:sldChg>
      <pc:sldChg chg="modSp add mod">
        <pc:chgData name="Enrique Villegas Valerio" userId="8ada793c76dcd6b1" providerId="LiveId" clId="{E032FAA1-94AB-4635-89A2-8715A6BCFE7A}" dt="2024-05-05T13:03:49.261" v="245" actId="27636"/>
        <pc:sldMkLst>
          <pc:docMk/>
          <pc:sldMk cId="4236908447" sldId="844"/>
        </pc:sldMkLst>
        <pc:spChg chg="mod">
          <ac:chgData name="Enrique Villegas Valerio" userId="8ada793c76dcd6b1" providerId="LiveId" clId="{E032FAA1-94AB-4635-89A2-8715A6BCFE7A}" dt="2024-05-05T13:03:49.261" v="245" actId="27636"/>
          <ac:spMkLst>
            <pc:docMk/>
            <pc:sldMk cId="4236908447" sldId="844"/>
            <ac:spMk id="2" creationId="{77529486-7CE6-E93A-10EB-DBA3AEB48CB6}"/>
          </ac:spMkLst>
        </pc:spChg>
      </pc:sldChg>
      <pc:sldChg chg="add del">
        <pc:chgData name="Enrique Villegas Valerio" userId="8ada793c76dcd6b1" providerId="LiveId" clId="{E032FAA1-94AB-4635-89A2-8715A6BCFE7A}" dt="2024-05-05T13:02:01.871" v="180" actId="47"/>
        <pc:sldMkLst>
          <pc:docMk/>
          <pc:sldMk cId="519904237" sldId="845"/>
        </pc:sldMkLst>
      </pc:sldChg>
      <pc:sldChg chg="modSp add mod">
        <pc:chgData name="Enrique Villegas Valerio" userId="8ada793c76dcd6b1" providerId="LiveId" clId="{E032FAA1-94AB-4635-89A2-8715A6BCFE7A}" dt="2024-05-05T13:03:55.872" v="249" actId="20577"/>
        <pc:sldMkLst>
          <pc:docMk/>
          <pc:sldMk cId="1583383626" sldId="845"/>
        </pc:sldMkLst>
        <pc:spChg chg="mod">
          <ac:chgData name="Enrique Villegas Valerio" userId="8ada793c76dcd6b1" providerId="LiveId" clId="{E032FAA1-94AB-4635-89A2-8715A6BCFE7A}" dt="2024-05-05T13:03:55.872" v="249" actId="20577"/>
          <ac:spMkLst>
            <pc:docMk/>
            <pc:sldMk cId="1583383626" sldId="845"/>
            <ac:spMk id="2" creationId="{77529486-7CE6-E93A-10EB-DBA3AEB48CB6}"/>
          </ac:spMkLst>
        </pc:spChg>
      </pc:sldChg>
      <pc:sldChg chg="modSp add mod">
        <pc:chgData name="Enrique Villegas Valerio" userId="8ada793c76dcd6b1" providerId="LiveId" clId="{E032FAA1-94AB-4635-89A2-8715A6BCFE7A}" dt="2024-05-05T13:04:08.656" v="256" actId="27636"/>
        <pc:sldMkLst>
          <pc:docMk/>
          <pc:sldMk cId="365691714" sldId="846"/>
        </pc:sldMkLst>
        <pc:spChg chg="mod">
          <ac:chgData name="Enrique Villegas Valerio" userId="8ada793c76dcd6b1" providerId="LiveId" clId="{E032FAA1-94AB-4635-89A2-8715A6BCFE7A}" dt="2024-05-05T13:04:08.656" v="256" actId="27636"/>
          <ac:spMkLst>
            <pc:docMk/>
            <pc:sldMk cId="365691714" sldId="846"/>
            <ac:spMk id="2" creationId="{77529486-7CE6-E93A-10EB-DBA3AEB48CB6}"/>
          </ac:spMkLst>
        </pc:spChg>
      </pc:sldChg>
      <pc:sldChg chg="add del">
        <pc:chgData name="Enrique Villegas Valerio" userId="8ada793c76dcd6b1" providerId="LiveId" clId="{E032FAA1-94AB-4635-89A2-8715A6BCFE7A}" dt="2024-05-05T13:02:01.871" v="180" actId="47"/>
        <pc:sldMkLst>
          <pc:docMk/>
          <pc:sldMk cId="3169784654" sldId="846"/>
        </pc:sldMkLst>
      </pc:sldChg>
      <pc:sldChg chg="modSp add mod">
        <pc:chgData name="Enrique Villegas Valerio" userId="8ada793c76dcd6b1" providerId="LiveId" clId="{E032FAA1-94AB-4635-89A2-8715A6BCFE7A}" dt="2024-05-05T13:04:18.697" v="258" actId="20577"/>
        <pc:sldMkLst>
          <pc:docMk/>
          <pc:sldMk cId="101028251" sldId="847"/>
        </pc:sldMkLst>
        <pc:spChg chg="mod">
          <ac:chgData name="Enrique Villegas Valerio" userId="8ada793c76dcd6b1" providerId="LiveId" clId="{E032FAA1-94AB-4635-89A2-8715A6BCFE7A}" dt="2024-05-05T13:04:18.697" v="258" actId="20577"/>
          <ac:spMkLst>
            <pc:docMk/>
            <pc:sldMk cId="101028251" sldId="847"/>
            <ac:spMk id="2" creationId="{77529486-7CE6-E93A-10EB-DBA3AEB48CB6}"/>
          </ac:spMkLst>
        </pc:spChg>
      </pc:sldChg>
      <pc:sldChg chg="add del">
        <pc:chgData name="Enrique Villegas Valerio" userId="8ada793c76dcd6b1" providerId="LiveId" clId="{E032FAA1-94AB-4635-89A2-8715A6BCFE7A}" dt="2024-05-05T13:02:01.871" v="180" actId="47"/>
        <pc:sldMkLst>
          <pc:docMk/>
          <pc:sldMk cId="877800849" sldId="847"/>
        </pc:sldMkLst>
      </pc:sldChg>
      <pc:sldChg chg="modSp add mod ord">
        <pc:chgData name="Enrique Villegas Valerio" userId="8ada793c76dcd6b1" providerId="LiveId" clId="{E032FAA1-94AB-4635-89A2-8715A6BCFE7A}" dt="2024-05-05T13:05:48.982" v="299" actId="27636"/>
        <pc:sldMkLst>
          <pc:docMk/>
          <pc:sldMk cId="3728904327" sldId="848"/>
        </pc:sldMkLst>
        <pc:spChg chg="mod">
          <ac:chgData name="Enrique Villegas Valerio" userId="8ada793c76dcd6b1" providerId="LiveId" clId="{E032FAA1-94AB-4635-89A2-8715A6BCFE7A}" dt="2024-05-05T13:05:48.982" v="299" actId="27636"/>
          <ac:spMkLst>
            <pc:docMk/>
            <pc:sldMk cId="3728904327" sldId="848"/>
            <ac:spMk id="2" creationId="{77529486-7CE6-E93A-10EB-DBA3AEB48CB6}"/>
          </ac:spMkLst>
        </pc:spChg>
        <pc:spChg chg="mod">
          <ac:chgData name="Enrique Villegas Valerio" userId="8ada793c76dcd6b1" providerId="LiveId" clId="{E032FAA1-94AB-4635-89A2-8715A6BCFE7A}" dt="2024-05-05T13:04:38.260" v="264" actId="20577"/>
          <ac:spMkLst>
            <pc:docMk/>
            <pc:sldMk cId="3728904327" sldId="848"/>
            <ac:spMk id="3" creationId="{FE7227F2-B6D7-1F38-5157-B357E6705D49}"/>
          </ac:spMkLst>
        </pc:spChg>
      </pc:sldChg>
      <pc:sldChg chg="modSp add mod">
        <pc:chgData name="Enrique Villegas Valerio" userId="8ada793c76dcd6b1" providerId="LiveId" clId="{E032FAA1-94AB-4635-89A2-8715A6BCFE7A}" dt="2024-05-05T13:05:56.746" v="304" actId="20577"/>
        <pc:sldMkLst>
          <pc:docMk/>
          <pc:sldMk cId="1729703089" sldId="849"/>
        </pc:sldMkLst>
        <pc:spChg chg="mod">
          <ac:chgData name="Enrique Villegas Valerio" userId="8ada793c76dcd6b1" providerId="LiveId" clId="{E032FAA1-94AB-4635-89A2-8715A6BCFE7A}" dt="2024-05-05T13:05:56.746" v="304" actId="20577"/>
          <ac:spMkLst>
            <pc:docMk/>
            <pc:sldMk cId="1729703089" sldId="849"/>
            <ac:spMk id="2" creationId="{77529486-7CE6-E93A-10EB-DBA3AEB48CB6}"/>
          </ac:spMkLst>
        </pc:spChg>
      </pc:sldChg>
      <pc:sldChg chg="modSp add mod">
        <pc:chgData name="Enrique Villegas Valerio" userId="8ada793c76dcd6b1" providerId="LiveId" clId="{E032FAA1-94AB-4635-89A2-8715A6BCFE7A}" dt="2024-05-05T13:06:04.744" v="309" actId="20577"/>
        <pc:sldMkLst>
          <pc:docMk/>
          <pc:sldMk cId="1539941843" sldId="850"/>
        </pc:sldMkLst>
        <pc:spChg chg="mod">
          <ac:chgData name="Enrique Villegas Valerio" userId="8ada793c76dcd6b1" providerId="LiveId" clId="{E032FAA1-94AB-4635-89A2-8715A6BCFE7A}" dt="2024-05-05T13:06:04.744" v="309" actId="20577"/>
          <ac:spMkLst>
            <pc:docMk/>
            <pc:sldMk cId="1539941843" sldId="850"/>
            <ac:spMk id="2" creationId="{77529486-7CE6-E93A-10EB-DBA3AEB48CB6}"/>
          </ac:spMkLst>
        </pc:spChg>
      </pc:sldChg>
      <pc:sldChg chg="modSp add mod">
        <pc:chgData name="Enrique Villegas Valerio" userId="8ada793c76dcd6b1" providerId="LiveId" clId="{E032FAA1-94AB-4635-89A2-8715A6BCFE7A}" dt="2024-05-05T13:06:13.385" v="314" actId="27636"/>
        <pc:sldMkLst>
          <pc:docMk/>
          <pc:sldMk cId="896530974" sldId="851"/>
        </pc:sldMkLst>
        <pc:spChg chg="mod">
          <ac:chgData name="Enrique Villegas Valerio" userId="8ada793c76dcd6b1" providerId="LiveId" clId="{E032FAA1-94AB-4635-89A2-8715A6BCFE7A}" dt="2024-05-05T13:06:13.385" v="314" actId="27636"/>
          <ac:spMkLst>
            <pc:docMk/>
            <pc:sldMk cId="896530974" sldId="851"/>
            <ac:spMk id="2" creationId="{77529486-7CE6-E93A-10EB-DBA3AEB48CB6}"/>
          </ac:spMkLst>
        </pc:spChg>
      </pc:sldChg>
      <pc:sldChg chg="modSp add mod">
        <pc:chgData name="Enrique Villegas Valerio" userId="8ada793c76dcd6b1" providerId="LiveId" clId="{E032FAA1-94AB-4635-89A2-8715A6BCFE7A}" dt="2024-05-05T13:06:30.572" v="318" actId="20577"/>
        <pc:sldMkLst>
          <pc:docMk/>
          <pc:sldMk cId="69233139" sldId="852"/>
        </pc:sldMkLst>
        <pc:spChg chg="mod">
          <ac:chgData name="Enrique Villegas Valerio" userId="8ada793c76dcd6b1" providerId="LiveId" clId="{E032FAA1-94AB-4635-89A2-8715A6BCFE7A}" dt="2024-05-05T13:06:30.572" v="318" actId="20577"/>
          <ac:spMkLst>
            <pc:docMk/>
            <pc:sldMk cId="69233139" sldId="852"/>
            <ac:spMk id="2" creationId="{77529486-7CE6-E93A-10EB-DBA3AEB48CB6}"/>
          </ac:spMkLst>
        </pc:spChg>
      </pc:sldChg>
      <pc:sldChg chg="modSp add mod">
        <pc:chgData name="Enrique Villegas Valerio" userId="8ada793c76dcd6b1" providerId="LiveId" clId="{E032FAA1-94AB-4635-89A2-8715A6BCFE7A}" dt="2024-05-05T13:06:38.917" v="323" actId="27636"/>
        <pc:sldMkLst>
          <pc:docMk/>
          <pc:sldMk cId="836048541" sldId="853"/>
        </pc:sldMkLst>
        <pc:spChg chg="mod">
          <ac:chgData name="Enrique Villegas Valerio" userId="8ada793c76dcd6b1" providerId="LiveId" clId="{E032FAA1-94AB-4635-89A2-8715A6BCFE7A}" dt="2024-05-05T13:06:38.917" v="323" actId="27636"/>
          <ac:spMkLst>
            <pc:docMk/>
            <pc:sldMk cId="836048541" sldId="853"/>
            <ac:spMk id="2" creationId="{77529486-7CE6-E93A-10EB-DBA3AEB48CB6}"/>
          </ac:spMkLst>
        </pc:spChg>
      </pc:sldChg>
      <pc:sldChg chg="modSp add mod">
        <pc:chgData name="Enrique Villegas Valerio" userId="8ada793c76dcd6b1" providerId="LiveId" clId="{E032FAA1-94AB-4635-89A2-8715A6BCFE7A}" dt="2024-05-05T13:06:46.753" v="328" actId="20577"/>
        <pc:sldMkLst>
          <pc:docMk/>
          <pc:sldMk cId="1129915679" sldId="854"/>
        </pc:sldMkLst>
        <pc:spChg chg="mod">
          <ac:chgData name="Enrique Villegas Valerio" userId="8ada793c76dcd6b1" providerId="LiveId" clId="{E032FAA1-94AB-4635-89A2-8715A6BCFE7A}" dt="2024-05-05T13:06:46.753" v="328" actId="20577"/>
          <ac:spMkLst>
            <pc:docMk/>
            <pc:sldMk cId="1129915679" sldId="854"/>
            <ac:spMk id="2" creationId="{77529486-7CE6-E93A-10EB-DBA3AEB48CB6}"/>
          </ac:spMkLst>
        </pc:spChg>
      </pc:sldChg>
      <pc:sldChg chg="modSp add mod">
        <pc:chgData name="Enrique Villegas Valerio" userId="8ada793c76dcd6b1" providerId="LiveId" clId="{E032FAA1-94AB-4635-89A2-8715A6BCFE7A}" dt="2024-05-05T13:06:54.210" v="332" actId="20577"/>
        <pc:sldMkLst>
          <pc:docMk/>
          <pc:sldMk cId="1980646767" sldId="855"/>
        </pc:sldMkLst>
        <pc:spChg chg="mod">
          <ac:chgData name="Enrique Villegas Valerio" userId="8ada793c76dcd6b1" providerId="LiveId" clId="{E032FAA1-94AB-4635-89A2-8715A6BCFE7A}" dt="2024-05-05T13:06:54.210" v="332" actId="20577"/>
          <ac:spMkLst>
            <pc:docMk/>
            <pc:sldMk cId="1980646767" sldId="855"/>
            <ac:spMk id="2" creationId="{77529486-7CE6-E93A-10EB-DBA3AEB48CB6}"/>
          </ac:spMkLst>
        </pc:spChg>
      </pc:sldChg>
      <pc:sldChg chg="modSp add mod">
        <pc:chgData name="Enrique Villegas Valerio" userId="8ada793c76dcd6b1" providerId="LiveId" clId="{E032FAA1-94AB-4635-89A2-8715A6BCFE7A}" dt="2024-05-05T13:07:04.567" v="337" actId="27636"/>
        <pc:sldMkLst>
          <pc:docMk/>
          <pc:sldMk cId="125414740" sldId="856"/>
        </pc:sldMkLst>
        <pc:spChg chg="mod">
          <ac:chgData name="Enrique Villegas Valerio" userId="8ada793c76dcd6b1" providerId="LiveId" clId="{E032FAA1-94AB-4635-89A2-8715A6BCFE7A}" dt="2024-05-05T13:07:04.567" v="337" actId="27636"/>
          <ac:spMkLst>
            <pc:docMk/>
            <pc:sldMk cId="125414740" sldId="856"/>
            <ac:spMk id="2" creationId="{77529486-7CE6-E93A-10EB-DBA3AEB48CB6}"/>
          </ac:spMkLst>
        </pc:spChg>
      </pc:sldChg>
      <pc:sldChg chg="modSp add mod">
        <pc:chgData name="Enrique Villegas Valerio" userId="8ada793c76dcd6b1" providerId="LiveId" clId="{E032FAA1-94AB-4635-89A2-8715A6BCFE7A}" dt="2024-05-05T13:07:12.288" v="342" actId="27636"/>
        <pc:sldMkLst>
          <pc:docMk/>
          <pc:sldMk cId="304965874" sldId="857"/>
        </pc:sldMkLst>
        <pc:spChg chg="mod">
          <ac:chgData name="Enrique Villegas Valerio" userId="8ada793c76dcd6b1" providerId="LiveId" clId="{E032FAA1-94AB-4635-89A2-8715A6BCFE7A}" dt="2024-05-05T13:07:12.288" v="342" actId="27636"/>
          <ac:spMkLst>
            <pc:docMk/>
            <pc:sldMk cId="304965874" sldId="857"/>
            <ac:spMk id="2" creationId="{77529486-7CE6-E93A-10EB-DBA3AEB48CB6}"/>
          </ac:spMkLst>
        </pc:spChg>
      </pc:sldChg>
      <pc:sldChg chg="modSp add mod">
        <pc:chgData name="Enrique Villegas Valerio" userId="8ada793c76dcd6b1" providerId="LiveId" clId="{E032FAA1-94AB-4635-89A2-8715A6BCFE7A}" dt="2024-05-05T13:07:19.631" v="346" actId="20577"/>
        <pc:sldMkLst>
          <pc:docMk/>
          <pc:sldMk cId="286052974" sldId="858"/>
        </pc:sldMkLst>
        <pc:spChg chg="mod">
          <ac:chgData name="Enrique Villegas Valerio" userId="8ada793c76dcd6b1" providerId="LiveId" clId="{E032FAA1-94AB-4635-89A2-8715A6BCFE7A}" dt="2024-05-05T13:07:19.631" v="346" actId="20577"/>
          <ac:spMkLst>
            <pc:docMk/>
            <pc:sldMk cId="286052974" sldId="858"/>
            <ac:spMk id="2" creationId="{77529486-7CE6-E93A-10EB-DBA3AEB48CB6}"/>
          </ac:spMkLst>
        </pc:spChg>
      </pc:sldChg>
      <pc:sldChg chg="modSp add mod">
        <pc:chgData name="Enrique Villegas Valerio" userId="8ada793c76dcd6b1" providerId="LiveId" clId="{E032FAA1-94AB-4635-89A2-8715A6BCFE7A}" dt="2024-05-05T13:07:26.330" v="351" actId="27636"/>
        <pc:sldMkLst>
          <pc:docMk/>
          <pc:sldMk cId="2650228616" sldId="859"/>
        </pc:sldMkLst>
        <pc:spChg chg="mod">
          <ac:chgData name="Enrique Villegas Valerio" userId="8ada793c76dcd6b1" providerId="LiveId" clId="{E032FAA1-94AB-4635-89A2-8715A6BCFE7A}" dt="2024-05-05T13:07:26.330" v="351" actId="27636"/>
          <ac:spMkLst>
            <pc:docMk/>
            <pc:sldMk cId="2650228616" sldId="859"/>
            <ac:spMk id="2" creationId="{77529486-7CE6-E93A-10EB-DBA3AEB48CB6}"/>
          </ac:spMkLst>
        </pc:spChg>
      </pc:sldChg>
      <pc:sldChg chg="modSp add mod">
        <pc:chgData name="Enrique Villegas Valerio" userId="8ada793c76dcd6b1" providerId="LiveId" clId="{E032FAA1-94AB-4635-89A2-8715A6BCFE7A}" dt="2024-05-05T13:07:32.248" v="356" actId="20577"/>
        <pc:sldMkLst>
          <pc:docMk/>
          <pc:sldMk cId="646148306" sldId="860"/>
        </pc:sldMkLst>
        <pc:spChg chg="mod">
          <ac:chgData name="Enrique Villegas Valerio" userId="8ada793c76dcd6b1" providerId="LiveId" clId="{E032FAA1-94AB-4635-89A2-8715A6BCFE7A}" dt="2024-05-05T13:07:32.248" v="356" actId="20577"/>
          <ac:spMkLst>
            <pc:docMk/>
            <pc:sldMk cId="646148306" sldId="860"/>
            <ac:spMk id="2" creationId="{77529486-7CE6-E93A-10EB-DBA3AEB48CB6}"/>
          </ac:spMkLst>
        </pc:spChg>
      </pc:sldChg>
      <pc:sldChg chg="modSp add mod">
        <pc:chgData name="Enrique Villegas Valerio" userId="8ada793c76dcd6b1" providerId="LiveId" clId="{E032FAA1-94AB-4635-89A2-8715A6BCFE7A}" dt="2024-05-05T13:07:40.535" v="361" actId="20577"/>
        <pc:sldMkLst>
          <pc:docMk/>
          <pc:sldMk cId="2530010680" sldId="861"/>
        </pc:sldMkLst>
        <pc:spChg chg="mod">
          <ac:chgData name="Enrique Villegas Valerio" userId="8ada793c76dcd6b1" providerId="LiveId" clId="{E032FAA1-94AB-4635-89A2-8715A6BCFE7A}" dt="2024-05-05T13:07:40.535" v="361" actId="20577"/>
          <ac:spMkLst>
            <pc:docMk/>
            <pc:sldMk cId="2530010680" sldId="861"/>
            <ac:spMk id="2" creationId="{77529486-7CE6-E93A-10EB-DBA3AEB48CB6}"/>
          </ac:spMkLst>
        </pc:spChg>
      </pc:sldChg>
      <pc:sldChg chg="modSp add mod">
        <pc:chgData name="Enrique Villegas Valerio" userId="8ada793c76dcd6b1" providerId="LiveId" clId="{E032FAA1-94AB-4635-89A2-8715A6BCFE7A}" dt="2024-05-05T13:07:46.892" v="366" actId="27636"/>
        <pc:sldMkLst>
          <pc:docMk/>
          <pc:sldMk cId="38938754" sldId="862"/>
        </pc:sldMkLst>
        <pc:spChg chg="mod">
          <ac:chgData name="Enrique Villegas Valerio" userId="8ada793c76dcd6b1" providerId="LiveId" clId="{E032FAA1-94AB-4635-89A2-8715A6BCFE7A}" dt="2024-05-05T13:07:46.892" v="366" actId="27636"/>
          <ac:spMkLst>
            <pc:docMk/>
            <pc:sldMk cId="38938754" sldId="862"/>
            <ac:spMk id="2" creationId="{77529486-7CE6-E93A-10EB-DBA3AEB48CB6}"/>
          </ac:spMkLst>
        </pc:spChg>
      </pc:sldChg>
      <pc:sldChg chg="modSp add mod">
        <pc:chgData name="Enrique Villegas Valerio" userId="8ada793c76dcd6b1" providerId="LiveId" clId="{E032FAA1-94AB-4635-89A2-8715A6BCFE7A}" dt="2024-05-05T13:07:53.984" v="369" actId="6549"/>
        <pc:sldMkLst>
          <pc:docMk/>
          <pc:sldMk cId="3790337049" sldId="863"/>
        </pc:sldMkLst>
        <pc:spChg chg="mod">
          <ac:chgData name="Enrique Villegas Valerio" userId="8ada793c76dcd6b1" providerId="LiveId" clId="{E032FAA1-94AB-4635-89A2-8715A6BCFE7A}" dt="2024-05-05T13:07:53.984" v="369" actId="6549"/>
          <ac:spMkLst>
            <pc:docMk/>
            <pc:sldMk cId="3790337049" sldId="863"/>
            <ac:spMk id="2" creationId="{77529486-7CE6-E93A-10EB-DBA3AEB48CB6}"/>
          </ac:spMkLst>
        </pc:spChg>
      </pc:sldChg>
      <pc:sldChg chg="new del">
        <pc:chgData name="Enrique Villegas Valerio" userId="8ada793c76dcd6b1" providerId="LiveId" clId="{E032FAA1-94AB-4635-89A2-8715A6BCFE7A}" dt="2024-05-05T13:09:30.918" v="380" actId="680"/>
        <pc:sldMkLst>
          <pc:docMk/>
          <pc:sldMk cId="986624313" sldId="864"/>
        </pc:sldMkLst>
      </pc:sldChg>
      <pc:sldChg chg="addSp modSp new del mod ord">
        <pc:chgData name="Enrique Villegas Valerio" userId="8ada793c76dcd6b1" providerId="LiveId" clId="{E032FAA1-94AB-4635-89A2-8715A6BCFE7A}" dt="2024-05-05T13:18:07.801" v="387" actId="47"/>
        <pc:sldMkLst>
          <pc:docMk/>
          <pc:sldMk cId="1154244698" sldId="864"/>
        </pc:sldMkLst>
        <pc:picChg chg="add mod">
          <ac:chgData name="Enrique Villegas Valerio" userId="8ada793c76dcd6b1" providerId="LiveId" clId="{E032FAA1-94AB-4635-89A2-8715A6BCFE7A}" dt="2024-05-05T13:10:11.997" v="386" actId="1076"/>
          <ac:picMkLst>
            <pc:docMk/>
            <pc:sldMk cId="1154244698" sldId="864"/>
            <ac:picMk id="3" creationId="{180CC391-04D8-B973-3795-21EAC79E059B}"/>
          </ac:picMkLst>
        </pc:picChg>
      </pc:sldChg>
      <pc:sldChg chg="addSp delSp modSp add mod ord">
        <pc:chgData name="Enrique Villegas Valerio" userId="8ada793c76dcd6b1" providerId="LiveId" clId="{E032FAA1-94AB-4635-89A2-8715A6BCFE7A}" dt="2024-05-05T13:29:13.019" v="488" actId="207"/>
        <pc:sldMkLst>
          <pc:docMk/>
          <pc:sldMk cId="2412385355" sldId="864"/>
        </pc:sldMkLst>
        <pc:spChg chg="del">
          <ac:chgData name="Enrique Villegas Valerio" userId="8ada793c76dcd6b1" providerId="LiveId" clId="{E032FAA1-94AB-4635-89A2-8715A6BCFE7A}" dt="2024-05-05T13:24:38.718" v="395" actId="478"/>
          <ac:spMkLst>
            <pc:docMk/>
            <pc:sldMk cId="2412385355" sldId="864"/>
            <ac:spMk id="2" creationId="{B0D08076-5D69-7E8E-18D5-536187914F89}"/>
          </ac:spMkLst>
        </pc:spChg>
        <pc:spChg chg="mod">
          <ac:chgData name="Enrique Villegas Valerio" userId="8ada793c76dcd6b1" providerId="LiveId" clId="{E032FAA1-94AB-4635-89A2-8715A6BCFE7A}" dt="2024-05-05T13:29:13.019" v="488" actId="207"/>
          <ac:spMkLst>
            <pc:docMk/>
            <pc:sldMk cId="2412385355" sldId="864"/>
            <ac:spMk id="3" creationId="{F83FCBC4-22A5-47A6-4825-B2DAAEE92F0C}"/>
          </ac:spMkLst>
        </pc:spChg>
        <pc:spChg chg="add del mod">
          <ac:chgData name="Enrique Villegas Valerio" userId="8ada793c76dcd6b1" providerId="LiveId" clId="{E032FAA1-94AB-4635-89A2-8715A6BCFE7A}" dt="2024-05-05T13:26:53.124" v="478" actId="478"/>
          <ac:spMkLst>
            <pc:docMk/>
            <pc:sldMk cId="2412385355" sldId="864"/>
            <ac:spMk id="5" creationId="{E36B4F0E-1CAB-B053-C13E-EC543205B65A}"/>
          </ac:spMkLst>
        </pc:spChg>
      </pc:sldChg>
      <pc:sldChg chg="add del">
        <pc:chgData name="Enrique Villegas Valerio" userId="8ada793c76dcd6b1" providerId="LiveId" clId="{E032FAA1-94AB-4635-89A2-8715A6BCFE7A}" dt="2024-05-05T13:08:00.814" v="370" actId="47"/>
        <pc:sldMkLst>
          <pc:docMk/>
          <pc:sldMk cId="2522401820" sldId="864"/>
        </pc:sldMkLst>
      </pc:sldChg>
      <pc:sldChg chg="modSp add mod">
        <pc:chgData name="Enrique Villegas Valerio" userId="8ada793c76dcd6b1" providerId="LiveId" clId="{E032FAA1-94AB-4635-89A2-8715A6BCFE7A}" dt="2024-05-05T13:29:16.650" v="489" actId="207"/>
        <pc:sldMkLst>
          <pc:docMk/>
          <pc:sldMk cId="590142208" sldId="865"/>
        </pc:sldMkLst>
        <pc:spChg chg="mod">
          <ac:chgData name="Enrique Villegas Valerio" userId="8ada793c76dcd6b1" providerId="LiveId" clId="{E032FAA1-94AB-4635-89A2-8715A6BCFE7A}" dt="2024-05-05T13:29:16.650" v="489" actId="207"/>
          <ac:spMkLst>
            <pc:docMk/>
            <pc:sldMk cId="590142208" sldId="865"/>
            <ac:spMk id="3" creationId="{F83FCBC4-22A5-47A6-4825-B2DAAEE92F0C}"/>
          </ac:spMkLst>
        </pc:spChg>
      </pc:sldChg>
      <pc:sldChg chg="add del">
        <pc:chgData name="Enrique Villegas Valerio" userId="8ada793c76dcd6b1" providerId="LiveId" clId="{E032FAA1-94AB-4635-89A2-8715A6BCFE7A}" dt="2024-05-05T13:08:00.814" v="370" actId="47"/>
        <pc:sldMkLst>
          <pc:docMk/>
          <pc:sldMk cId="4031288887" sldId="865"/>
        </pc:sldMkLst>
      </pc:sldChg>
      <pc:sldChg chg="add del">
        <pc:chgData name="Enrique Villegas Valerio" userId="8ada793c76dcd6b1" providerId="LiveId" clId="{E032FAA1-94AB-4635-89A2-8715A6BCFE7A}" dt="2024-05-05T13:08:00.814" v="370" actId="47"/>
        <pc:sldMkLst>
          <pc:docMk/>
          <pc:sldMk cId="1386423894" sldId="866"/>
        </pc:sldMkLst>
      </pc:sldChg>
      <pc:sldChg chg="add">
        <pc:chgData name="Enrique Villegas Valerio" userId="8ada793c76dcd6b1" providerId="LiveId" clId="{E032FAA1-94AB-4635-89A2-8715A6BCFE7A}" dt="2024-05-05T13:29:02.531" v="487"/>
        <pc:sldMkLst>
          <pc:docMk/>
          <pc:sldMk cId="1488646014" sldId="866"/>
        </pc:sldMkLst>
      </pc:sldChg>
      <pc:sldChg chg="add del">
        <pc:chgData name="Enrique Villegas Valerio" userId="8ada793c76dcd6b1" providerId="LiveId" clId="{E032FAA1-94AB-4635-89A2-8715A6BCFE7A}" dt="2024-05-05T13:08:00.814" v="370" actId="47"/>
        <pc:sldMkLst>
          <pc:docMk/>
          <pc:sldMk cId="154187095" sldId="867"/>
        </pc:sldMkLst>
      </pc:sldChg>
      <pc:sldChg chg="add">
        <pc:chgData name="Enrique Villegas Valerio" userId="8ada793c76dcd6b1" providerId="LiveId" clId="{E032FAA1-94AB-4635-89A2-8715A6BCFE7A}" dt="2024-05-05T13:53:30.022" v="781"/>
        <pc:sldMkLst>
          <pc:docMk/>
          <pc:sldMk cId="3100401972" sldId="867"/>
        </pc:sldMkLst>
      </pc:sldChg>
      <pc:sldChg chg="add">
        <pc:chgData name="Enrique Villegas Valerio" userId="8ada793c76dcd6b1" providerId="LiveId" clId="{E032FAA1-94AB-4635-89A2-8715A6BCFE7A}" dt="2024-05-05T13:53:30.022" v="781"/>
        <pc:sldMkLst>
          <pc:docMk/>
          <pc:sldMk cId="3414420303" sldId="868"/>
        </pc:sldMkLst>
      </pc:sldChg>
      <pc:sldChg chg="add del">
        <pc:chgData name="Enrique Villegas Valerio" userId="8ada793c76dcd6b1" providerId="LiveId" clId="{E032FAA1-94AB-4635-89A2-8715A6BCFE7A}" dt="2024-05-05T13:08:00.814" v="370" actId="47"/>
        <pc:sldMkLst>
          <pc:docMk/>
          <pc:sldMk cId="3653901633" sldId="868"/>
        </pc:sldMkLst>
      </pc:sldChg>
      <pc:sldChg chg="add">
        <pc:chgData name="Enrique Villegas Valerio" userId="8ada793c76dcd6b1" providerId="LiveId" clId="{E032FAA1-94AB-4635-89A2-8715A6BCFE7A}" dt="2024-05-05T13:53:43.149" v="782"/>
        <pc:sldMkLst>
          <pc:docMk/>
          <pc:sldMk cId="1647521383" sldId="869"/>
        </pc:sldMkLst>
      </pc:sldChg>
      <pc:sldChg chg="add del">
        <pc:chgData name="Enrique Villegas Valerio" userId="8ada793c76dcd6b1" providerId="LiveId" clId="{E032FAA1-94AB-4635-89A2-8715A6BCFE7A}" dt="2024-05-05T13:08:00.814" v="370" actId="47"/>
        <pc:sldMkLst>
          <pc:docMk/>
          <pc:sldMk cId="2250999896" sldId="869"/>
        </pc:sldMkLst>
      </pc:sldChg>
      <pc:sldChg chg="add">
        <pc:chgData name="Enrique Villegas Valerio" userId="8ada793c76dcd6b1" providerId="LiveId" clId="{E032FAA1-94AB-4635-89A2-8715A6BCFE7A}" dt="2024-05-05T13:53:43.149" v="782"/>
        <pc:sldMkLst>
          <pc:docMk/>
          <pc:sldMk cId="2950625075" sldId="870"/>
        </pc:sldMkLst>
      </pc:sldChg>
      <pc:sldChg chg="add">
        <pc:chgData name="Enrique Villegas Valerio" userId="8ada793c76dcd6b1" providerId="LiveId" clId="{E032FAA1-94AB-4635-89A2-8715A6BCFE7A}" dt="2024-05-05T13:53:43.149" v="782"/>
        <pc:sldMkLst>
          <pc:docMk/>
          <pc:sldMk cId="3033499343" sldId="871"/>
        </pc:sldMkLst>
      </pc:sldChg>
      <pc:sldChg chg="add">
        <pc:chgData name="Enrique Villegas Valerio" userId="8ada793c76dcd6b1" providerId="LiveId" clId="{E032FAA1-94AB-4635-89A2-8715A6BCFE7A}" dt="2024-05-05T13:53:43.149" v="782"/>
        <pc:sldMkLst>
          <pc:docMk/>
          <pc:sldMk cId="1476819983" sldId="872"/>
        </pc:sldMkLst>
      </pc:sldChg>
      <pc:sldChg chg="add">
        <pc:chgData name="Enrique Villegas Valerio" userId="8ada793c76dcd6b1" providerId="LiveId" clId="{E032FAA1-94AB-4635-89A2-8715A6BCFE7A}" dt="2024-05-05T13:53:43.149" v="782"/>
        <pc:sldMkLst>
          <pc:docMk/>
          <pc:sldMk cId="3534282412" sldId="873"/>
        </pc:sldMkLst>
      </pc:sldChg>
      <pc:sldChg chg="add">
        <pc:chgData name="Enrique Villegas Valerio" userId="8ada793c76dcd6b1" providerId="LiveId" clId="{E032FAA1-94AB-4635-89A2-8715A6BCFE7A}" dt="2024-05-05T13:53:43.149" v="782"/>
        <pc:sldMkLst>
          <pc:docMk/>
          <pc:sldMk cId="3503368202" sldId="874"/>
        </pc:sldMkLst>
      </pc:sldChg>
      <pc:sldChg chg="add">
        <pc:chgData name="Enrique Villegas Valerio" userId="8ada793c76dcd6b1" providerId="LiveId" clId="{E032FAA1-94AB-4635-89A2-8715A6BCFE7A}" dt="2024-05-05T13:53:43.149" v="782"/>
        <pc:sldMkLst>
          <pc:docMk/>
          <pc:sldMk cId="1827912655" sldId="875"/>
        </pc:sldMkLst>
      </pc:sldChg>
      <pc:sldChg chg="add">
        <pc:chgData name="Enrique Villegas Valerio" userId="8ada793c76dcd6b1" providerId="LiveId" clId="{E032FAA1-94AB-4635-89A2-8715A6BCFE7A}" dt="2024-05-05T13:53:43.149" v="782"/>
        <pc:sldMkLst>
          <pc:docMk/>
          <pc:sldMk cId="4292161740" sldId="876"/>
        </pc:sldMkLst>
      </pc:sldChg>
      <pc:sldChg chg="add">
        <pc:chgData name="Enrique Villegas Valerio" userId="8ada793c76dcd6b1" providerId="LiveId" clId="{E032FAA1-94AB-4635-89A2-8715A6BCFE7A}" dt="2024-05-05T13:53:43.149" v="782"/>
        <pc:sldMkLst>
          <pc:docMk/>
          <pc:sldMk cId="2691278251" sldId="877"/>
        </pc:sldMkLst>
      </pc:sldChg>
      <pc:sldChg chg="add">
        <pc:chgData name="Enrique Villegas Valerio" userId="8ada793c76dcd6b1" providerId="LiveId" clId="{E032FAA1-94AB-4635-89A2-8715A6BCFE7A}" dt="2024-05-05T13:53:43.149" v="782"/>
        <pc:sldMkLst>
          <pc:docMk/>
          <pc:sldMk cId="788386912" sldId="878"/>
        </pc:sldMkLst>
      </pc:sldChg>
      <pc:sldChg chg="add">
        <pc:chgData name="Enrique Villegas Valerio" userId="8ada793c76dcd6b1" providerId="LiveId" clId="{E032FAA1-94AB-4635-89A2-8715A6BCFE7A}" dt="2024-05-05T13:53:43.149" v="782"/>
        <pc:sldMkLst>
          <pc:docMk/>
          <pc:sldMk cId="208303445" sldId="879"/>
        </pc:sldMkLst>
      </pc:sldChg>
      <pc:sldChg chg="add">
        <pc:chgData name="Enrique Villegas Valerio" userId="8ada793c76dcd6b1" providerId="LiveId" clId="{E032FAA1-94AB-4635-89A2-8715A6BCFE7A}" dt="2024-05-05T13:53:43.149" v="782"/>
        <pc:sldMkLst>
          <pc:docMk/>
          <pc:sldMk cId="3784876309" sldId="880"/>
        </pc:sldMkLst>
      </pc:sldChg>
      <pc:sldChg chg="add">
        <pc:chgData name="Enrique Villegas Valerio" userId="8ada793c76dcd6b1" providerId="LiveId" clId="{E032FAA1-94AB-4635-89A2-8715A6BCFE7A}" dt="2024-05-05T13:53:43.149" v="782"/>
        <pc:sldMkLst>
          <pc:docMk/>
          <pc:sldMk cId="3549914823" sldId="881"/>
        </pc:sldMkLst>
      </pc:sldChg>
      <pc:sldChg chg="add">
        <pc:chgData name="Enrique Villegas Valerio" userId="8ada793c76dcd6b1" providerId="LiveId" clId="{E032FAA1-94AB-4635-89A2-8715A6BCFE7A}" dt="2024-05-05T13:53:43.149" v="782"/>
        <pc:sldMkLst>
          <pc:docMk/>
          <pc:sldMk cId="781185736" sldId="882"/>
        </pc:sldMkLst>
      </pc:sldChg>
      <pc:sldChg chg="modSp add mod">
        <pc:chgData name="Enrique Villegas Valerio" userId="8ada793c76dcd6b1" providerId="LiveId" clId="{E032FAA1-94AB-4635-89A2-8715A6BCFE7A}" dt="2024-05-05T15:07:37.312" v="1299" actId="13926"/>
        <pc:sldMkLst>
          <pc:docMk/>
          <pc:sldMk cId="3473375010" sldId="883"/>
        </pc:sldMkLst>
        <pc:spChg chg="mod">
          <ac:chgData name="Enrique Villegas Valerio" userId="8ada793c76dcd6b1" providerId="LiveId" clId="{E032FAA1-94AB-4635-89A2-8715A6BCFE7A}" dt="2024-05-05T15:07:37.312" v="1299" actId="13926"/>
          <ac:spMkLst>
            <pc:docMk/>
            <pc:sldMk cId="3473375010" sldId="883"/>
            <ac:spMk id="2" creationId="{77529486-7CE6-E93A-10EB-DBA3AEB48CB6}"/>
          </ac:spMkLst>
        </pc:spChg>
      </pc:sldChg>
      <pc:sldChg chg="modSp add mod">
        <pc:chgData name="Enrique Villegas Valerio" userId="8ada793c76dcd6b1" providerId="LiveId" clId="{E032FAA1-94AB-4635-89A2-8715A6BCFE7A}" dt="2024-05-05T15:07:52.230" v="1302" actId="27636"/>
        <pc:sldMkLst>
          <pc:docMk/>
          <pc:sldMk cId="3108654727" sldId="884"/>
        </pc:sldMkLst>
        <pc:spChg chg="mod">
          <ac:chgData name="Enrique Villegas Valerio" userId="8ada793c76dcd6b1" providerId="LiveId" clId="{E032FAA1-94AB-4635-89A2-8715A6BCFE7A}" dt="2024-05-05T15:07:52.230" v="1302" actId="27636"/>
          <ac:spMkLst>
            <pc:docMk/>
            <pc:sldMk cId="3108654727" sldId="884"/>
            <ac:spMk id="2" creationId="{77529486-7CE6-E93A-10EB-DBA3AEB48CB6}"/>
          </ac:spMkLst>
        </pc:spChg>
      </pc:sldChg>
      <pc:sldChg chg="add">
        <pc:chgData name="Enrique Villegas Valerio" userId="8ada793c76dcd6b1" providerId="LiveId" clId="{E032FAA1-94AB-4635-89A2-8715A6BCFE7A}" dt="2024-05-05T13:53:43.149" v="782"/>
        <pc:sldMkLst>
          <pc:docMk/>
          <pc:sldMk cId="3291039801" sldId="885"/>
        </pc:sldMkLst>
      </pc:sldChg>
      <pc:sldChg chg="add">
        <pc:chgData name="Enrique Villegas Valerio" userId="8ada793c76dcd6b1" providerId="LiveId" clId="{E032FAA1-94AB-4635-89A2-8715A6BCFE7A}" dt="2024-05-05T13:53:43.149" v="782"/>
        <pc:sldMkLst>
          <pc:docMk/>
          <pc:sldMk cId="355527962" sldId="886"/>
        </pc:sldMkLst>
      </pc:sldChg>
      <pc:sldChg chg="add">
        <pc:chgData name="Enrique Villegas Valerio" userId="8ada793c76dcd6b1" providerId="LiveId" clId="{E032FAA1-94AB-4635-89A2-8715A6BCFE7A}" dt="2024-05-05T13:53:43.149" v="782"/>
        <pc:sldMkLst>
          <pc:docMk/>
          <pc:sldMk cId="2528327035" sldId="887"/>
        </pc:sldMkLst>
      </pc:sldChg>
      <pc:sldChg chg="add">
        <pc:chgData name="Enrique Villegas Valerio" userId="8ada793c76dcd6b1" providerId="LiveId" clId="{E032FAA1-94AB-4635-89A2-8715A6BCFE7A}" dt="2024-05-05T13:53:43.149" v="782"/>
        <pc:sldMkLst>
          <pc:docMk/>
          <pc:sldMk cId="3300972029" sldId="888"/>
        </pc:sldMkLst>
      </pc:sldChg>
      <pc:sldChg chg="add">
        <pc:chgData name="Enrique Villegas Valerio" userId="8ada793c76dcd6b1" providerId="LiveId" clId="{E032FAA1-94AB-4635-89A2-8715A6BCFE7A}" dt="2024-05-05T13:53:43.149" v="782"/>
        <pc:sldMkLst>
          <pc:docMk/>
          <pc:sldMk cId="4213182938" sldId="889"/>
        </pc:sldMkLst>
      </pc:sldChg>
      <pc:sldChg chg="add">
        <pc:chgData name="Enrique Villegas Valerio" userId="8ada793c76dcd6b1" providerId="LiveId" clId="{E032FAA1-94AB-4635-89A2-8715A6BCFE7A}" dt="2024-05-05T13:53:43.149" v="782"/>
        <pc:sldMkLst>
          <pc:docMk/>
          <pc:sldMk cId="3323678892" sldId="890"/>
        </pc:sldMkLst>
      </pc:sldChg>
      <pc:sldChg chg="add">
        <pc:chgData name="Enrique Villegas Valerio" userId="8ada793c76dcd6b1" providerId="LiveId" clId="{E032FAA1-94AB-4635-89A2-8715A6BCFE7A}" dt="2024-05-05T13:53:43.149" v="782"/>
        <pc:sldMkLst>
          <pc:docMk/>
          <pc:sldMk cId="569485138" sldId="891"/>
        </pc:sldMkLst>
      </pc:sldChg>
      <pc:sldChg chg="add">
        <pc:chgData name="Enrique Villegas Valerio" userId="8ada793c76dcd6b1" providerId="LiveId" clId="{E032FAA1-94AB-4635-89A2-8715A6BCFE7A}" dt="2024-05-05T13:53:43.149" v="782"/>
        <pc:sldMkLst>
          <pc:docMk/>
          <pc:sldMk cId="2115132714" sldId="892"/>
        </pc:sldMkLst>
      </pc:sldChg>
      <pc:sldChg chg="add">
        <pc:chgData name="Enrique Villegas Valerio" userId="8ada793c76dcd6b1" providerId="LiveId" clId="{E032FAA1-94AB-4635-89A2-8715A6BCFE7A}" dt="2024-05-05T13:53:43.149" v="782"/>
        <pc:sldMkLst>
          <pc:docMk/>
          <pc:sldMk cId="3574819092" sldId="893"/>
        </pc:sldMkLst>
      </pc:sldChg>
      <pc:sldChg chg="add">
        <pc:chgData name="Enrique Villegas Valerio" userId="8ada793c76dcd6b1" providerId="LiveId" clId="{E032FAA1-94AB-4635-89A2-8715A6BCFE7A}" dt="2024-05-05T13:53:43.149" v="782"/>
        <pc:sldMkLst>
          <pc:docMk/>
          <pc:sldMk cId="1292795655" sldId="894"/>
        </pc:sldMkLst>
      </pc:sldChg>
      <pc:sldChg chg="add">
        <pc:chgData name="Enrique Villegas Valerio" userId="8ada793c76dcd6b1" providerId="LiveId" clId="{E032FAA1-94AB-4635-89A2-8715A6BCFE7A}" dt="2024-05-05T13:53:43.149" v="782"/>
        <pc:sldMkLst>
          <pc:docMk/>
          <pc:sldMk cId="2893847215" sldId="895"/>
        </pc:sldMkLst>
      </pc:sldChg>
      <pc:sldChg chg="add">
        <pc:chgData name="Enrique Villegas Valerio" userId="8ada793c76dcd6b1" providerId="LiveId" clId="{E032FAA1-94AB-4635-89A2-8715A6BCFE7A}" dt="2024-05-05T13:53:43.149" v="782"/>
        <pc:sldMkLst>
          <pc:docMk/>
          <pc:sldMk cId="4075181906" sldId="896"/>
        </pc:sldMkLst>
      </pc:sldChg>
      <pc:sldChg chg="add">
        <pc:chgData name="Enrique Villegas Valerio" userId="8ada793c76dcd6b1" providerId="LiveId" clId="{E032FAA1-94AB-4635-89A2-8715A6BCFE7A}" dt="2024-05-05T13:53:43.149" v="782"/>
        <pc:sldMkLst>
          <pc:docMk/>
          <pc:sldMk cId="52022662" sldId="897"/>
        </pc:sldMkLst>
      </pc:sldChg>
      <pc:sldChg chg="add">
        <pc:chgData name="Enrique Villegas Valerio" userId="8ada793c76dcd6b1" providerId="LiveId" clId="{E032FAA1-94AB-4635-89A2-8715A6BCFE7A}" dt="2024-05-05T13:53:43.149" v="782"/>
        <pc:sldMkLst>
          <pc:docMk/>
          <pc:sldMk cId="2239390177" sldId="898"/>
        </pc:sldMkLst>
      </pc:sldChg>
      <pc:sldChg chg="add">
        <pc:chgData name="Enrique Villegas Valerio" userId="8ada793c76dcd6b1" providerId="LiveId" clId="{E032FAA1-94AB-4635-89A2-8715A6BCFE7A}" dt="2024-05-05T13:53:43.149" v="782"/>
        <pc:sldMkLst>
          <pc:docMk/>
          <pc:sldMk cId="3705786041" sldId="899"/>
        </pc:sldMkLst>
      </pc:sldChg>
      <pc:sldChg chg="add">
        <pc:chgData name="Enrique Villegas Valerio" userId="8ada793c76dcd6b1" providerId="LiveId" clId="{E032FAA1-94AB-4635-89A2-8715A6BCFE7A}" dt="2024-05-05T13:53:43.149" v="782"/>
        <pc:sldMkLst>
          <pc:docMk/>
          <pc:sldMk cId="1243910615" sldId="900"/>
        </pc:sldMkLst>
      </pc:sldChg>
      <pc:sldChg chg="modSp add mod">
        <pc:chgData name="Enrique Villegas Valerio" userId="8ada793c76dcd6b1" providerId="LiveId" clId="{E032FAA1-94AB-4635-89A2-8715A6BCFE7A}" dt="2024-05-05T13:54:49.977" v="953" actId="1035"/>
        <pc:sldMkLst>
          <pc:docMk/>
          <pc:sldMk cId="292152553" sldId="901"/>
        </pc:sldMkLst>
        <pc:spChg chg="mod">
          <ac:chgData name="Enrique Villegas Valerio" userId="8ada793c76dcd6b1" providerId="LiveId" clId="{E032FAA1-94AB-4635-89A2-8715A6BCFE7A}" dt="2024-05-05T13:54:49.977" v="953" actId="1035"/>
          <ac:spMkLst>
            <pc:docMk/>
            <pc:sldMk cId="292152553" sldId="901"/>
            <ac:spMk id="3" creationId="{CA07F423-46C6-CDD8-E4AD-233D53E2809D}"/>
          </ac:spMkLst>
        </pc:spChg>
        <pc:spChg chg="mod">
          <ac:chgData name="Enrique Villegas Valerio" userId="8ada793c76dcd6b1" providerId="LiveId" clId="{E032FAA1-94AB-4635-89A2-8715A6BCFE7A}" dt="2024-05-05T13:54:46.466" v="943" actId="1035"/>
          <ac:spMkLst>
            <pc:docMk/>
            <pc:sldMk cId="292152553" sldId="901"/>
            <ac:spMk id="4" creationId="{64DD97DD-43D3-F5D3-B4EE-BD7F9628B26B}"/>
          </ac:spMkLst>
        </pc:spChg>
      </pc:sldChg>
      <pc:sldChg chg="modSp add mod">
        <pc:chgData name="Enrique Villegas Valerio" userId="8ada793c76dcd6b1" providerId="LiveId" clId="{E032FAA1-94AB-4635-89A2-8715A6BCFE7A}" dt="2024-05-05T13:55:28.752" v="990" actId="20577"/>
        <pc:sldMkLst>
          <pc:docMk/>
          <pc:sldMk cId="1400044676" sldId="902"/>
        </pc:sldMkLst>
        <pc:spChg chg="mod">
          <ac:chgData name="Enrique Villegas Valerio" userId="8ada793c76dcd6b1" providerId="LiveId" clId="{E032FAA1-94AB-4635-89A2-8715A6BCFE7A}" dt="2024-05-05T13:55:28.752" v="990" actId="20577"/>
          <ac:spMkLst>
            <pc:docMk/>
            <pc:sldMk cId="1400044676" sldId="902"/>
            <ac:spMk id="4" creationId="{64DD97DD-43D3-F5D3-B4EE-BD7F9628B26B}"/>
          </ac:spMkLst>
        </pc:spChg>
      </pc:sldChg>
      <pc:sldChg chg="addSp delSp modSp new mod ord modClrScheme chgLayout">
        <pc:chgData name="Enrique Villegas Valerio" userId="8ada793c76dcd6b1" providerId="LiveId" clId="{E032FAA1-94AB-4635-89A2-8715A6BCFE7A}" dt="2024-05-05T14:03:51.178" v="1130"/>
        <pc:sldMkLst>
          <pc:docMk/>
          <pc:sldMk cId="881655602" sldId="903"/>
        </pc:sldMkLst>
        <pc:spChg chg="del mod ord">
          <ac:chgData name="Enrique Villegas Valerio" userId="8ada793c76dcd6b1" providerId="LiveId" clId="{E032FAA1-94AB-4635-89A2-8715A6BCFE7A}" dt="2024-05-05T14:01:48.441" v="992" actId="700"/>
          <ac:spMkLst>
            <pc:docMk/>
            <pc:sldMk cId="881655602" sldId="903"/>
            <ac:spMk id="2" creationId="{B210E0B9-A044-4AE6-B71A-2B0F3FD2710F}"/>
          </ac:spMkLst>
        </pc:spChg>
        <pc:spChg chg="del">
          <ac:chgData name="Enrique Villegas Valerio" userId="8ada793c76dcd6b1" providerId="LiveId" clId="{E032FAA1-94AB-4635-89A2-8715A6BCFE7A}" dt="2024-05-05T14:01:48.441" v="992" actId="700"/>
          <ac:spMkLst>
            <pc:docMk/>
            <pc:sldMk cId="881655602" sldId="903"/>
            <ac:spMk id="3" creationId="{3B27B49B-3B0A-4F35-BA09-443458618A80}"/>
          </ac:spMkLst>
        </pc:spChg>
        <pc:spChg chg="add mod ord">
          <ac:chgData name="Enrique Villegas Valerio" userId="8ada793c76dcd6b1" providerId="LiveId" clId="{E032FAA1-94AB-4635-89A2-8715A6BCFE7A}" dt="2024-05-05T14:03:07.611" v="1124" actId="1035"/>
          <ac:spMkLst>
            <pc:docMk/>
            <pc:sldMk cId="881655602" sldId="903"/>
            <ac:spMk id="4" creationId="{29ED747A-4ECA-25AA-E717-B5F043467DA2}"/>
          </ac:spMkLst>
        </pc:spChg>
        <pc:spChg chg="add mod">
          <ac:chgData name="Enrique Villegas Valerio" userId="8ada793c76dcd6b1" providerId="LiveId" clId="{E032FAA1-94AB-4635-89A2-8715A6BCFE7A}" dt="2024-05-05T14:03:07.611" v="1124" actId="1035"/>
          <ac:spMkLst>
            <pc:docMk/>
            <pc:sldMk cId="881655602" sldId="903"/>
            <ac:spMk id="5" creationId="{7A4D72EA-2ADC-FEE9-B42F-93E4F7A37574}"/>
          </ac:spMkLst>
        </pc:spChg>
      </pc:sldChg>
      <pc:sldChg chg="modSp add mod">
        <pc:chgData name="Enrique Villegas Valerio" userId="8ada793c76dcd6b1" providerId="LiveId" clId="{E032FAA1-94AB-4635-89A2-8715A6BCFE7A}" dt="2024-05-05T14:04:54.071" v="1195" actId="20577"/>
        <pc:sldMkLst>
          <pc:docMk/>
          <pc:sldMk cId="3479837082" sldId="904"/>
        </pc:sldMkLst>
        <pc:spChg chg="mod">
          <ac:chgData name="Enrique Villegas Valerio" userId="8ada793c76dcd6b1" providerId="LiveId" clId="{E032FAA1-94AB-4635-89A2-8715A6BCFE7A}" dt="2024-05-05T14:04:33.457" v="1184" actId="20577"/>
          <ac:spMkLst>
            <pc:docMk/>
            <pc:sldMk cId="3479837082" sldId="904"/>
            <ac:spMk id="4" creationId="{29ED747A-4ECA-25AA-E717-B5F043467DA2}"/>
          </ac:spMkLst>
        </pc:spChg>
        <pc:spChg chg="mod">
          <ac:chgData name="Enrique Villegas Valerio" userId="8ada793c76dcd6b1" providerId="LiveId" clId="{E032FAA1-94AB-4635-89A2-8715A6BCFE7A}" dt="2024-05-05T14:04:54.071" v="1195" actId="20577"/>
          <ac:spMkLst>
            <pc:docMk/>
            <pc:sldMk cId="3479837082" sldId="904"/>
            <ac:spMk id="5" creationId="{7A4D72EA-2ADC-FEE9-B42F-93E4F7A37574}"/>
          </ac:spMkLst>
        </pc:spChg>
      </pc:sldChg>
      <pc:sldChg chg="new del">
        <pc:chgData name="Enrique Villegas Valerio" userId="8ada793c76dcd6b1" providerId="LiveId" clId="{E032FAA1-94AB-4635-89A2-8715A6BCFE7A}" dt="2024-05-05T14:04:03.305" v="1132" actId="680"/>
        <pc:sldMkLst>
          <pc:docMk/>
          <pc:sldMk cId="3972930359" sldId="904"/>
        </pc:sldMkLst>
      </pc:sldChg>
      <pc:sldChg chg="modSp add mod">
        <pc:chgData name="Enrique Villegas Valerio" userId="8ada793c76dcd6b1" providerId="LiveId" clId="{E032FAA1-94AB-4635-89A2-8715A6BCFE7A}" dt="2024-05-05T14:05:42.605" v="1210" actId="20577"/>
        <pc:sldMkLst>
          <pc:docMk/>
          <pc:sldMk cId="2846153453" sldId="905"/>
        </pc:sldMkLst>
        <pc:spChg chg="mod">
          <ac:chgData name="Enrique Villegas Valerio" userId="8ada793c76dcd6b1" providerId="LiveId" clId="{E032FAA1-94AB-4635-89A2-8715A6BCFE7A}" dt="2024-05-05T14:05:37.496" v="1197"/>
          <ac:spMkLst>
            <pc:docMk/>
            <pc:sldMk cId="2846153453" sldId="905"/>
            <ac:spMk id="4" creationId="{29ED747A-4ECA-25AA-E717-B5F043467DA2}"/>
          </ac:spMkLst>
        </pc:spChg>
        <pc:spChg chg="mod">
          <ac:chgData name="Enrique Villegas Valerio" userId="8ada793c76dcd6b1" providerId="LiveId" clId="{E032FAA1-94AB-4635-89A2-8715A6BCFE7A}" dt="2024-05-05T14:05:42.605" v="1210" actId="20577"/>
          <ac:spMkLst>
            <pc:docMk/>
            <pc:sldMk cId="2846153453" sldId="905"/>
            <ac:spMk id="5" creationId="{7A4D72EA-2ADC-FEE9-B42F-93E4F7A37574}"/>
          </ac:spMkLst>
        </pc:spChg>
      </pc:sldChg>
      <pc:sldChg chg="modSp new mod">
        <pc:chgData name="Enrique Villegas Valerio" userId="8ada793c76dcd6b1" providerId="LiveId" clId="{E032FAA1-94AB-4635-89A2-8715A6BCFE7A}" dt="2024-05-05T14:26:16.769" v="1235" actId="20577"/>
        <pc:sldMkLst>
          <pc:docMk/>
          <pc:sldMk cId="4271460579" sldId="906"/>
        </pc:sldMkLst>
        <pc:spChg chg="mod">
          <ac:chgData name="Enrique Villegas Valerio" userId="8ada793c76dcd6b1" providerId="LiveId" clId="{E032FAA1-94AB-4635-89A2-8715A6BCFE7A}" dt="2024-05-05T14:26:16.769" v="1235" actId="20577"/>
          <ac:spMkLst>
            <pc:docMk/>
            <pc:sldMk cId="4271460579" sldId="906"/>
            <ac:spMk id="2" creationId="{3AF17F48-6787-3F50-0C93-9206DBCA46BB}"/>
          </ac:spMkLst>
        </pc:spChg>
        <pc:spChg chg="mod">
          <ac:chgData name="Enrique Villegas Valerio" userId="8ada793c76dcd6b1" providerId="LiveId" clId="{E032FAA1-94AB-4635-89A2-8715A6BCFE7A}" dt="2024-05-05T14:25:43.994" v="1224" actId="20577"/>
          <ac:spMkLst>
            <pc:docMk/>
            <pc:sldMk cId="4271460579" sldId="906"/>
            <ac:spMk id="3" creationId="{741E2E80-E1C3-0C42-B130-981826453F04}"/>
          </ac:spMkLst>
        </pc:spChg>
      </pc:sldChg>
      <pc:sldChg chg="modSp add mod">
        <pc:chgData name="Enrique Villegas Valerio" userId="8ada793c76dcd6b1" providerId="LiveId" clId="{E032FAA1-94AB-4635-89A2-8715A6BCFE7A}" dt="2024-05-05T14:26:36.032" v="1240" actId="27636"/>
        <pc:sldMkLst>
          <pc:docMk/>
          <pc:sldMk cId="2618388638" sldId="907"/>
        </pc:sldMkLst>
        <pc:spChg chg="mod">
          <ac:chgData name="Enrique Villegas Valerio" userId="8ada793c76dcd6b1" providerId="LiveId" clId="{E032FAA1-94AB-4635-89A2-8715A6BCFE7A}" dt="2024-05-05T14:26:36.032" v="1240" actId="27636"/>
          <ac:spMkLst>
            <pc:docMk/>
            <pc:sldMk cId="2618388638" sldId="907"/>
            <ac:spMk id="2" creationId="{3AF17F48-6787-3F50-0C93-9206DBCA46BB}"/>
          </ac:spMkLst>
        </pc:spChg>
      </pc:sldChg>
      <pc:sldChg chg="modSp add mod">
        <pc:chgData name="Enrique Villegas Valerio" userId="8ada793c76dcd6b1" providerId="LiveId" clId="{E032FAA1-94AB-4635-89A2-8715A6BCFE7A}" dt="2024-05-05T14:26:44.200" v="1243" actId="21"/>
        <pc:sldMkLst>
          <pc:docMk/>
          <pc:sldMk cId="1702209836" sldId="908"/>
        </pc:sldMkLst>
        <pc:spChg chg="mod">
          <ac:chgData name="Enrique Villegas Valerio" userId="8ada793c76dcd6b1" providerId="LiveId" clId="{E032FAA1-94AB-4635-89A2-8715A6BCFE7A}" dt="2024-05-05T14:26:44.200" v="1243" actId="21"/>
          <ac:spMkLst>
            <pc:docMk/>
            <pc:sldMk cId="1702209836" sldId="908"/>
            <ac:spMk id="2" creationId="{3AF17F48-6787-3F50-0C93-9206DBCA46BB}"/>
          </ac:spMkLst>
        </pc:spChg>
      </pc:sldChg>
      <pc:sldChg chg="modSp add mod">
        <pc:chgData name="Enrique Villegas Valerio" userId="8ada793c76dcd6b1" providerId="LiveId" clId="{E032FAA1-94AB-4635-89A2-8715A6BCFE7A}" dt="2024-05-05T14:26:53.466" v="1246" actId="21"/>
        <pc:sldMkLst>
          <pc:docMk/>
          <pc:sldMk cId="4270352069" sldId="909"/>
        </pc:sldMkLst>
        <pc:spChg chg="mod">
          <ac:chgData name="Enrique Villegas Valerio" userId="8ada793c76dcd6b1" providerId="LiveId" clId="{E032FAA1-94AB-4635-89A2-8715A6BCFE7A}" dt="2024-05-05T14:26:53.466" v="1246" actId="21"/>
          <ac:spMkLst>
            <pc:docMk/>
            <pc:sldMk cId="4270352069" sldId="909"/>
            <ac:spMk id="2" creationId="{3AF17F48-6787-3F50-0C93-9206DBCA46BB}"/>
          </ac:spMkLst>
        </pc:spChg>
      </pc:sldChg>
      <pc:sldChg chg="modSp add mod">
        <pc:chgData name="Enrique Villegas Valerio" userId="8ada793c76dcd6b1" providerId="LiveId" clId="{E032FAA1-94AB-4635-89A2-8715A6BCFE7A}" dt="2024-05-05T14:27:00.543" v="1250" actId="27636"/>
        <pc:sldMkLst>
          <pc:docMk/>
          <pc:sldMk cId="2604598461" sldId="910"/>
        </pc:sldMkLst>
        <pc:spChg chg="mod">
          <ac:chgData name="Enrique Villegas Valerio" userId="8ada793c76dcd6b1" providerId="LiveId" clId="{E032FAA1-94AB-4635-89A2-8715A6BCFE7A}" dt="2024-05-05T14:27:00.543" v="1250" actId="27636"/>
          <ac:spMkLst>
            <pc:docMk/>
            <pc:sldMk cId="2604598461" sldId="910"/>
            <ac:spMk id="2" creationId="{3AF17F48-6787-3F50-0C93-9206DBCA46BB}"/>
          </ac:spMkLst>
        </pc:spChg>
      </pc:sldChg>
      <pc:sldChg chg="modSp add mod">
        <pc:chgData name="Enrique Villegas Valerio" userId="8ada793c76dcd6b1" providerId="LiveId" clId="{E032FAA1-94AB-4635-89A2-8715A6BCFE7A}" dt="2024-05-05T14:27:09.389" v="1253" actId="21"/>
        <pc:sldMkLst>
          <pc:docMk/>
          <pc:sldMk cId="2635506552" sldId="911"/>
        </pc:sldMkLst>
        <pc:spChg chg="mod">
          <ac:chgData name="Enrique Villegas Valerio" userId="8ada793c76dcd6b1" providerId="LiveId" clId="{E032FAA1-94AB-4635-89A2-8715A6BCFE7A}" dt="2024-05-05T14:27:09.389" v="1253" actId="21"/>
          <ac:spMkLst>
            <pc:docMk/>
            <pc:sldMk cId="2635506552" sldId="911"/>
            <ac:spMk id="2" creationId="{3AF17F48-6787-3F50-0C93-9206DBCA46BB}"/>
          </ac:spMkLst>
        </pc:spChg>
      </pc:sldChg>
      <pc:sldChg chg="modSp add mod">
        <pc:chgData name="Enrique Villegas Valerio" userId="8ada793c76dcd6b1" providerId="LiveId" clId="{E032FAA1-94AB-4635-89A2-8715A6BCFE7A}" dt="2024-05-05T14:27:11.494" v="1254"/>
        <pc:sldMkLst>
          <pc:docMk/>
          <pc:sldMk cId="3878574394" sldId="912"/>
        </pc:sldMkLst>
        <pc:spChg chg="mod">
          <ac:chgData name="Enrique Villegas Valerio" userId="8ada793c76dcd6b1" providerId="LiveId" clId="{E032FAA1-94AB-4635-89A2-8715A6BCFE7A}" dt="2024-05-05T14:27:11.494" v="1254"/>
          <ac:spMkLst>
            <pc:docMk/>
            <pc:sldMk cId="3878574394" sldId="912"/>
            <ac:spMk id="2" creationId="{3AF17F48-6787-3F50-0C93-9206DBCA46BB}"/>
          </ac:spMkLst>
        </pc:spChg>
      </pc:sldChg>
      <pc:sldChg chg="modSp new mod">
        <pc:chgData name="Enrique Villegas Valerio" userId="8ada793c76dcd6b1" providerId="LiveId" clId="{E032FAA1-94AB-4635-89A2-8715A6BCFE7A}" dt="2024-05-05T14:46:25.773" v="1282" actId="404"/>
        <pc:sldMkLst>
          <pc:docMk/>
          <pc:sldMk cId="757017198" sldId="913"/>
        </pc:sldMkLst>
        <pc:spChg chg="mod">
          <ac:chgData name="Enrique Villegas Valerio" userId="8ada793c76dcd6b1" providerId="LiveId" clId="{E032FAA1-94AB-4635-89A2-8715A6BCFE7A}" dt="2024-05-05T14:46:25.773" v="1282" actId="404"/>
          <ac:spMkLst>
            <pc:docMk/>
            <pc:sldMk cId="757017198" sldId="913"/>
            <ac:spMk id="2" creationId="{5CC9CA60-88DD-65A8-5A5A-A1069C872242}"/>
          </ac:spMkLst>
        </pc:spChg>
        <pc:spChg chg="mod">
          <ac:chgData name="Enrique Villegas Valerio" userId="8ada793c76dcd6b1" providerId="LiveId" clId="{E032FAA1-94AB-4635-89A2-8715A6BCFE7A}" dt="2024-05-05T14:46:07.557" v="1272" actId="20577"/>
          <ac:spMkLst>
            <pc:docMk/>
            <pc:sldMk cId="757017198" sldId="913"/>
            <ac:spMk id="3" creationId="{B5121C73-6B71-0B9D-DA22-188144587916}"/>
          </ac:spMkLst>
        </pc:spChg>
      </pc:sldChg>
      <pc:sldChg chg="modSp add mod">
        <pc:chgData name="Enrique Villegas Valerio" userId="8ada793c76dcd6b1" providerId="LiveId" clId="{E032FAA1-94AB-4635-89A2-8715A6BCFE7A}" dt="2024-05-05T14:47:17.358" v="1298" actId="13926"/>
        <pc:sldMkLst>
          <pc:docMk/>
          <pc:sldMk cId="2511669740" sldId="914"/>
        </pc:sldMkLst>
        <pc:spChg chg="mod">
          <ac:chgData name="Enrique Villegas Valerio" userId="8ada793c76dcd6b1" providerId="LiveId" clId="{E032FAA1-94AB-4635-89A2-8715A6BCFE7A}" dt="2024-05-05T14:47:17.358" v="1298" actId="13926"/>
          <ac:spMkLst>
            <pc:docMk/>
            <pc:sldMk cId="2511669740" sldId="914"/>
            <ac:spMk id="2" creationId="{5CC9CA60-88DD-65A8-5A5A-A1069C872242}"/>
          </ac:spMkLst>
        </pc:spChg>
      </pc:sldChg>
      <pc:sldChg chg="modSp add mod">
        <pc:chgData name="Enrique Villegas Valerio" userId="8ada793c76dcd6b1" providerId="LiveId" clId="{E032FAA1-94AB-4635-89A2-8715A6BCFE7A}" dt="2024-05-05T14:46:36.318" v="1293" actId="20577"/>
        <pc:sldMkLst>
          <pc:docMk/>
          <pc:sldMk cId="2832981323" sldId="915"/>
        </pc:sldMkLst>
        <pc:spChg chg="mod">
          <ac:chgData name="Enrique Villegas Valerio" userId="8ada793c76dcd6b1" providerId="LiveId" clId="{E032FAA1-94AB-4635-89A2-8715A6BCFE7A}" dt="2024-05-05T14:46:36.318" v="1293" actId="20577"/>
          <ac:spMkLst>
            <pc:docMk/>
            <pc:sldMk cId="2832981323" sldId="915"/>
            <ac:spMk id="2" creationId="{5CC9CA60-88DD-65A8-5A5A-A1069C872242}"/>
          </ac:spMkLst>
        </pc:spChg>
      </pc:sldChg>
      <pc:sldChg chg="modSp add mod">
        <pc:chgData name="Enrique Villegas Valerio" userId="8ada793c76dcd6b1" providerId="LiveId" clId="{E032FAA1-94AB-4635-89A2-8715A6BCFE7A}" dt="2024-05-05T15:08:07.572" v="1307" actId="403"/>
        <pc:sldMkLst>
          <pc:docMk/>
          <pc:sldMk cId="3972651551" sldId="916"/>
        </pc:sldMkLst>
        <pc:spChg chg="mod">
          <ac:chgData name="Enrique Villegas Valerio" userId="8ada793c76dcd6b1" providerId="LiveId" clId="{E032FAA1-94AB-4635-89A2-8715A6BCFE7A}" dt="2024-05-05T15:08:07.572" v="1307" actId="403"/>
          <ac:spMkLst>
            <pc:docMk/>
            <pc:sldMk cId="3972651551" sldId="916"/>
            <ac:spMk id="2" creationId="{77529486-7CE6-E93A-10EB-DBA3AEB48CB6}"/>
          </ac:spMkLst>
        </pc:spChg>
      </pc:sldChg>
      <pc:sldChg chg="modSp add mod">
        <pc:chgData name="Enrique Villegas Valerio" userId="8ada793c76dcd6b1" providerId="LiveId" clId="{E032FAA1-94AB-4635-89A2-8715A6BCFE7A}" dt="2024-05-05T15:21:58.627" v="1316"/>
        <pc:sldMkLst>
          <pc:docMk/>
          <pc:sldMk cId="2059971235" sldId="917"/>
        </pc:sldMkLst>
        <pc:spChg chg="mod">
          <ac:chgData name="Enrique Villegas Valerio" userId="8ada793c76dcd6b1" providerId="LiveId" clId="{E032FAA1-94AB-4635-89A2-8715A6BCFE7A}" dt="2024-05-05T15:21:55.004" v="1313" actId="21"/>
          <ac:spMkLst>
            <pc:docMk/>
            <pc:sldMk cId="2059971235" sldId="917"/>
            <ac:spMk id="4" creationId="{29ED747A-4ECA-25AA-E717-B5F043467DA2}"/>
          </ac:spMkLst>
        </pc:spChg>
        <pc:spChg chg="mod">
          <ac:chgData name="Enrique Villegas Valerio" userId="8ada793c76dcd6b1" providerId="LiveId" clId="{E032FAA1-94AB-4635-89A2-8715A6BCFE7A}" dt="2024-05-05T15:21:58.627" v="1316"/>
          <ac:spMkLst>
            <pc:docMk/>
            <pc:sldMk cId="2059971235" sldId="917"/>
            <ac:spMk id="5" creationId="{7A4D72EA-2ADC-FEE9-B42F-93E4F7A37574}"/>
          </ac:spMkLst>
        </pc:spChg>
      </pc:sldChg>
      <pc:sldChg chg="modSp add mod">
        <pc:chgData name="Enrique Villegas Valerio" userId="8ada793c76dcd6b1" providerId="LiveId" clId="{E032FAA1-94AB-4635-89A2-8715A6BCFE7A}" dt="2024-05-05T15:22:24.356" v="1348" actId="20577"/>
        <pc:sldMkLst>
          <pc:docMk/>
          <pc:sldMk cId="1087634335" sldId="918"/>
        </pc:sldMkLst>
        <pc:spChg chg="mod">
          <ac:chgData name="Enrique Villegas Valerio" userId="8ada793c76dcd6b1" providerId="LiveId" clId="{E032FAA1-94AB-4635-89A2-8715A6BCFE7A}" dt="2024-05-05T15:22:12.266" v="1341" actId="20577"/>
          <ac:spMkLst>
            <pc:docMk/>
            <pc:sldMk cId="1087634335" sldId="918"/>
            <ac:spMk id="4" creationId="{29ED747A-4ECA-25AA-E717-B5F043467DA2}"/>
          </ac:spMkLst>
        </pc:spChg>
        <pc:spChg chg="mod">
          <ac:chgData name="Enrique Villegas Valerio" userId="8ada793c76dcd6b1" providerId="LiveId" clId="{E032FAA1-94AB-4635-89A2-8715A6BCFE7A}" dt="2024-05-05T15:22:24.356" v="1348" actId="20577"/>
          <ac:spMkLst>
            <pc:docMk/>
            <pc:sldMk cId="1087634335" sldId="918"/>
            <ac:spMk id="5" creationId="{7A4D72EA-2ADC-FEE9-B42F-93E4F7A37574}"/>
          </ac:spMkLst>
        </pc:spChg>
      </pc:sldChg>
      <pc:sldChg chg="modSp add mod ord">
        <pc:chgData name="Enrique Villegas Valerio" userId="8ada793c76dcd6b1" providerId="LiveId" clId="{E032FAA1-94AB-4635-89A2-8715A6BCFE7A}" dt="2024-05-05T16:20:11.129" v="1406" actId="20577"/>
        <pc:sldMkLst>
          <pc:docMk/>
          <pc:sldMk cId="3325595187" sldId="919"/>
        </pc:sldMkLst>
        <pc:spChg chg="mod">
          <ac:chgData name="Enrique Villegas Valerio" userId="8ada793c76dcd6b1" providerId="LiveId" clId="{E032FAA1-94AB-4635-89A2-8715A6BCFE7A}" dt="2024-05-05T15:24:48.538" v="1404" actId="20577"/>
          <ac:spMkLst>
            <pc:docMk/>
            <pc:sldMk cId="3325595187" sldId="919"/>
            <ac:spMk id="2" creationId="{77529486-7CE6-E93A-10EB-DBA3AEB48CB6}"/>
          </ac:spMkLst>
        </pc:spChg>
        <pc:spChg chg="mod">
          <ac:chgData name="Enrique Villegas Valerio" userId="8ada793c76dcd6b1" providerId="LiveId" clId="{E032FAA1-94AB-4635-89A2-8715A6BCFE7A}" dt="2024-05-05T16:20:11.129" v="1406" actId="20577"/>
          <ac:spMkLst>
            <pc:docMk/>
            <pc:sldMk cId="3325595187" sldId="919"/>
            <ac:spMk id="3" creationId="{FE7227F2-B6D7-1F38-5157-B357E6705D49}"/>
          </ac:spMkLst>
        </pc:spChg>
      </pc:sldChg>
      <pc:sldChg chg="new del">
        <pc:chgData name="Enrique Villegas Valerio" userId="8ada793c76dcd6b1" providerId="LiveId" clId="{E032FAA1-94AB-4635-89A2-8715A6BCFE7A}" dt="2024-05-05T15:22:36.325" v="1350" actId="680"/>
        <pc:sldMkLst>
          <pc:docMk/>
          <pc:sldMk cId="3964731107" sldId="919"/>
        </pc:sldMkLst>
      </pc:sldChg>
      <pc:sldChg chg="modSp add mod">
        <pc:chgData name="Enrique Villegas Valerio" userId="8ada793c76dcd6b1" providerId="LiveId" clId="{E032FAA1-94AB-4635-89A2-8715A6BCFE7A}" dt="2024-05-05T17:05:03.756" v="1448" actId="207"/>
        <pc:sldMkLst>
          <pc:docMk/>
          <pc:sldMk cId="2606544073" sldId="920"/>
        </pc:sldMkLst>
        <pc:spChg chg="mod">
          <ac:chgData name="Enrique Villegas Valerio" userId="8ada793c76dcd6b1" providerId="LiveId" clId="{E032FAA1-94AB-4635-89A2-8715A6BCFE7A}" dt="2024-05-05T17:05:03.756" v="1448" actId="207"/>
          <ac:spMkLst>
            <pc:docMk/>
            <pc:sldMk cId="2606544073" sldId="920"/>
            <ac:spMk id="3" creationId="{F83FCBC4-22A5-47A6-4825-B2DAAEE92F0C}"/>
          </ac:spMkLst>
        </pc:spChg>
      </pc:sldChg>
      <pc:sldChg chg="modSp add mod">
        <pc:chgData name="Enrique Villegas Valerio" userId="8ada793c76dcd6b1" providerId="LiveId" clId="{E032FAA1-94AB-4635-89A2-8715A6BCFE7A}" dt="2024-05-05T17:05:11.266" v="1451" actId="207"/>
        <pc:sldMkLst>
          <pc:docMk/>
          <pc:sldMk cId="1127511821" sldId="921"/>
        </pc:sldMkLst>
        <pc:spChg chg="mod">
          <ac:chgData name="Enrique Villegas Valerio" userId="8ada793c76dcd6b1" providerId="LiveId" clId="{E032FAA1-94AB-4635-89A2-8715A6BCFE7A}" dt="2024-05-05T17:05:11.266" v="1451" actId="207"/>
          <ac:spMkLst>
            <pc:docMk/>
            <pc:sldMk cId="1127511821" sldId="921"/>
            <ac:spMk id="3" creationId="{F83FCBC4-22A5-47A6-4825-B2DAAEE92F0C}"/>
          </ac:spMkLst>
        </pc:spChg>
      </pc:sldChg>
      <pc:sldChg chg="modSp add mod">
        <pc:chgData name="Enrique Villegas Valerio" userId="8ada793c76dcd6b1" providerId="LiveId" clId="{E032FAA1-94AB-4635-89A2-8715A6BCFE7A}" dt="2024-05-05T17:09:59.357" v="1452" actId="207"/>
        <pc:sldMkLst>
          <pc:docMk/>
          <pc:sldMk cId="3763550959" sldId="922"/>
        </pc:sldMkLst>
        <pc:spChg chg="mod">
          <ac:chgData name="Enrique Villegas Valerio" userId="8ada793c76dcd6b1" providerId="LiveId" clId="{E032FAA1-94AB-4635-89A2-8715A6BCFE7A}" dt="2024-05-05T17:09:59.357" v="1452" actId="207"/>
          <ac:spMkLst>
            <pc:docMk/>
            <pc:sldMk cId="3763550959" sldId="922"/>
            <ac:spMk id="3" creationId="{F83FCBC4-22A5-47A6-4825-B2DAAEE92F0C}"/>
          </ac:spMkLst>
        </pc:spChg>
      </pc:sldChg>
      <pc:sldChg chg="modSp add mod">
        <pc:chgData name="Enrique Villegas Valerio" userId="8ada793c76dcd6b1" providerId="LiveId" clId="{E032FAA1-94AB-4635-89A2-8715A6BCFE7A}" dt="2024-05-05T17:10:14.301" v="1454" actId="207"/>
        <pc:sldMkLst>
          <pc:docMk/>
          <pc:sldMk cId="838211649" sldId="923"/>
        </pc:sldMkLst>
        <pc:spChg chg="mod">
          <ac:chgData name="Enrique Villegas Valerio" userId="8ada793c76dcd6b1" providerId="LiveId" clId="{E032FAA1-94AB-4635-89A2-8715A6BCFE7A}" dt="2024-05-05T17:10:14.301" v="1454" actId="207"/>
          <ac:spMkLst>
            <pc:docMk/>
            <pc:sldMk cId="838211649" sldId="923"/>
            <ac:spMk id="3" creationId="{F83FCBC4-22A5-47A6-4825-B2DAAEE92F0C}"/>
          </ac:spMkLst>
        </pc:spChg>
      </pc:sldChg>
      <pc:sldChg chg="add">
        <pc:chgData name="Enrique Villegas Valerio" userId="8ada793c76dcd6b1" providerId="LiveId" clId="{E032FAA1-94AB-4635-89A2-8715A6BCFE7A}" dt="2024-05-05T17:10:03.374" v="1453"/>
        <pc:sldMkLst>
          <pc:docMk/>
          <pc:sldMk cId="3185970094" sldId="924"/>
        </pc:sldMkLst>
      </pc:sldChg>
    </pc:docChg>
  </pc:docChgLst>
  <pc:docChgLst>
    <pc:chgData name="Enrique Villegas Valerio" userId="8ada793c76dcd6b1" providerId="LiveId" clId="{CDC2C08B-765D-41C0-A2C7-AC4B25AAD00D}"/>
    <pc:docChg chg="undo custSel addSld delSld modSld sldOrd modMainMaster modSection">
      <pc:chgData name="Enrique Villegas Valerio" userId="8ada793c76dcd6b1" providerId="LiveId" clId="{CDC2C08B-765D-41C0-A2C7-AC4B25AAD00D}" dt="2024-04-24T18:59:27.990" v="3294" actId="1366"/>
      <pc:docMkLst>
        <pc:docMk/>
      </pc:docMkLst>
      <pc:sldChg chg="modSp mod">
        <pc:chgData name="Enrique Villegas Valerio" userId="8ada793c76dcd6b1" providerId="LiveId" clId="{CDC2C08B-765D-41C0-A2C7-AC4B25AAD00D}" dt="2024-04-21T15:10:44.722" v="2555"/>
        <pc:sldMkLst>
          <pc:docMk/>
          <pc:sldMk cId="2459707463" sldId="517"/>
        </pc:sldMkLst>
        <pc:spChg chg="mod">
          <ac:chgData name="Enrique Villegas Valerio" userId="8ada793c76dcd6b1" providerId="LiveId" clId="{CDC2C08B-765D-41C0-A2C7-AC4B25AAD00D}" dt="2024-04-21T15:10:44.722" v="2555"/>
          <ac:spMkLst>
            <pc:docMk/>
            <pc:sldMk cId="2459707463" sldId="517"/>
            <ac:spMk id="3" creationId="{F83FCBC4-22A5-47A6-4825-B2DAAEE92F0C}"/>
          </ac:spMkLst>
        </pc:spChg>
      </pc:sldChg>
      <pc:sldChg chg="modSp mod ord">
        <pc:chgData name="Enrique Villegas Valerio" userId="8ada793c76dcd6b1" providerId="LiveId" clId="{CDC2C08B-765D-41C0-A2C7-AC4B25AAD00D}" dt="2024-04-21T12:02:42.356" v="1666" actId="1036"/>
        <pc:sldMkLst>
          <pc:docMk/>
          <pc:sldMk cId="59613358" sldId="518"/>
        </pc:sldMkLst>
        <pc:spChg chg="mod">
          <ac:chgData name="Enrique Villegas Valerio" userId="8ada793c76dcd6b1" providerId="LiveId" clId="{CDC2C08B-765D-41C0-A2C7-AC4B25AAD00D}" dt="2024-04-21T12:02:13.942" v="1649" actId="207"/>
          <ac:spMkLst>
            <pc:docMk/>
            <pc:sldMk cId="59613358" sldId="518"/>
            <ac:spMk id="3" creationId="{CA07F423-46C6-CDD8-E4AD-233D53E2809D}"/>
          </ac:spMkLst>
        </pc:spChg>
        <pc:spChg chg="mod">
          <ac:chgData name="Enrique Villegas Valerio" userId="8ada793c76dcd6b1" providerId="LiveId" clId="{CDC2C08B-765D-41C0-A2C7-AC4B25AAD00D}" dt="2024-04-21T12:02:42.356" v="1666" actId="1036"/>
          <ac:spMkLst>
            <pc:docMk/>
            <pc:sldMk cId="59613358" sldId="518"/>
            <ac:spMk id="4" creationId="{64DD97DD-43D3-F5D3-B4EE-BD7F9628B26B}"/>
          </ac:spMkLst>
        </pc:spChg>
      </pc:sldChg>
      <pc:sldChg chg="modSp mod ord">
        <pc:chgData name="Enrique Villegas Valerio" userId="8ada793c76dcd6b1" providerId="LiveId" clId="{CDC2C08B-765D-41C0-A2C7-AC4B25AAD00D}" dt="2024-04-21T11:55:10.977" v="1470" actId="20577"/>
        <pc:sldMkLst>
          <pc:docMk/>
          <pc:sldMk cId="3565370651" sldId="619"/>
        </pc:sldMkLst>
        <pc:spChg chg="mod">
          <ac:chgData name="Enrique Villegas Valerio" userId="8ada793c76dcd6b1" providerId="LiveId" clId="{CDC2C08B-765D-41C0-A2C7-AC4B25AAD00D}" dt="2024-04-21T11:55:06.141" v="1459"/>
          <ac:spMkLst>
            <pc:docMk/>
            <pc:sldMk cId="3565370651" sldId="619"/>
            <ac:spMk id="2" creationId="{F9514DA0-BE75-5888-FE06-2837D81A98C5}"/>
          </ac:spMkLst>
        </pc:spChg>
        <pc:spChg chg="mod">
          <ac:chgData name="Enrique Villegas Valerio" userId="8ada793c76dcd6b1" providerId="LiveId" clId="{CDC2C08B-765D-41C0-A2C7-AC4B25AAD00D}" dt="2024-04-21T11:55:10.977" v="1470" actId="20577"/>
          <ac:spMkLst>
            <pc:docMk/>
            <pc:sldMk cId="3565370651" sldId="619"/>
            <ac:spMk id="3" creationId="{7C68BD49-EB98-945B-E1DB-FD4A8FC66606}"/>
          </ac:spMkLst>
        </pc:spChg>
      </pc:sldChg>
      <pc:sldChg chg="del">
        <pc:chgData name="Enrique Villegas Valerio" userId="8ada793c76dcd6b1" providerId="LiveId" clId="{CDC2C08B-765D-41C0-A2C7-AC4B25AAD00D}" dt="2024-04-07T12:46:38.128" v="19" actId="47"/>
        <pc:sldMkLst>
          <pc:docMk/>
          <pc:sldMk cId="1727271413" sldId="620"/>
        </pc:sldMkLst>
      </pc:sldChg>
      <pc:sldChg chg="del">
        <pc:chgData name="Enrique Villegas Valerio" userId="8ada793c76dcd6b1" providerId="LiveId" clId="{CDC2C08B-765D-41C0-A2C7-AC4B25AAD00D}" dt="2024-04-07T12:46:16.938" v="15" actId="47"/>
        <pc:sldMkLst>
          <pc:docMk/>
          <pc:sldMk cId="3487798009" sldId="621"/>
        </pc:sldMkLst>
      </pc:sldChg>
      <pc:sldChg chg="del">
        <pc:chgData name="Enrique Villegas Valerio" userId="8ada793c76dcd6b1" providerId="LiveId" clId="{CDC2C08B-765D-41C0-A2C7-AC4B25AAD00D}" dt="2024-04-07T12:49:03.118" v="23" actId="47"/>
        <pc:sldMkLst>
          <pc:docMk/>
          <pc:sldMk cId="3718908424" sldId="622"/>
        </pc:sldMkLst>
      </pc:sldChg>
      <pc:sldChg chg="del">
        <pc:chgData name="Enrique Villegas Valerio" userId="8ada793c76dcd6b1" providerId="LiveId" clId="{CDC2C08B-765D-41C0-A2C7-AC4B25AAD00D}" dt="2024-04-07T12:46:04.303" v="1" actId="47"/>
        <pc:sldMkLst>
          <pc:docMk/>
          <pc:sldMk cId="4148459029" sldId="623"/>
        </pc:sldMkLst>
      </pc:sldChg>
      <pc:sldChg chg="del">
        <pc:chgData name="Enrique Villegas Valerio" userId="8ada793c76dcd6b1" providerId="LiveId" clId="{CDC2C08B-765D-41C0-A2C7-AC4B25AAD00D}" dt="2024-04-07T12:46:02.473" v="0" actId="47"/>
        <pc:sldMkLst>
          <pc:docMk/>
          <pc:sldMk cId="3308717625" sldId="624"/>
        </pc:sldMkLst>
      </pc:sldChg>
      <pc:sldChg chg="del">
        <pc:chgData name="Enrique Villegas Valerio" userId="8ada793c76dcd6b1" providerId="LiveId" clId="{CDC2C08B-765D-41C0-A2C7-AC4B25AAD00D}" dt="2024-04-07T12:46:05.292" v="2" actId="47"/>
        <pc:sldMkLst>
          <pc:docMk/>
          <pc:sldMk cId="3948492993" sldId="625"/>
        </pc:sldMkLst>
      </pc:sldChg>
      <pc:sldChg chg="del">
        <pc:chgData name="Enrique Villegas Valerio" userId="8ada793c76dcd6b1" providerId="LiveId" clId="{CDC2C08B-765D-41C0-A2C7-AC4B25AAD00D}" dt="2024-04-07T12:46:06.713" v="3" actId="47"/>
        <pc:sldMkLst>
          <pc:docMk/>
          <pc:sldMk cId="2406067261" sldId="627"/>
        </pc:sldMkLst>
      </pc:sldChg>
      <pc:sldChg chg="del">
        <pc:chgData name="Enrique Villegas Valerio" userId="8ada793c76dcd6b1" providerId="LiveId" clId="{CDC2C08B-765D-41C0-A2C7-AC4B25AAD00D}" dt="2024-04-07T12:46:07.666" v="4" actId="47"/>
        <pc:sldMkLst>
          <pc:docMk/>
          <pc:sldMk cId="3541811059" sldId="629"/>
        </pc:sldMkLst>
      </pc:sldChg>
      <pc:sldChg chg="del">
        <pc:chgData name="Enrique Villegas Valerio" userId="8ada793c76dcd6b1" providerId="LiveId" clId="{CDC2C08B-765D-41C0-A2C7-AC4B25AAD00D}" dt="2024-04-07T12:46:08.352" v="5" actId="47"/>
        <pc:sldMkLst>
          <pc:docMk/>
          <pc:sldMk cId="3489231012" sldId="630"/>
        </pc:sldMkLst>
      </pc:sldChg>
      <pc:sldChg chg="del">
        <pc:chgData name="Enrique Villegas Valerio" userId="8ada793c76dcd6b1" providerId="LiveId" clId="{CDC2C08B-765D-41C0-A2C7-AC4B25AAD00D}" dt="2024-04-07T12:46:10.406" v="7" actId="47"/>
        <pc:sldMkLst>
          <pc:docMk/>
          <pc:sldMk cId="2496932168" sldId="631"/>
        </pc:sldMkLst>
      </pc:sldChg>
      <pc:sldChg chg="del">
        <pc:chgData name="Enrique Villegas Valerio" userId="8ada793c76dcd6b1" providerId="LiveId" clId="{CDC2C08B-765D-41C0-A2C7-AC4B25AAD00D}" dt="2024-04-07T12:46:11.172" v="8" actId="47"/>
        <pc:sldMkLst>
          <pc:docMk/>
          <pc:sldMk cId="1655910859" sldId="632"/>
        </pc:sldMkLst>
      </pc:sldChg>
      <pc:sldChg chg="del">
        <pc:chgData name="Enrique Villegas Valerio" userId="8ada793c76dcd6b1" providerId="LiveId" clId="{CDC2C08B-765D-41C0-A2C7-AC4B25AAD00D}" dt="2024-04-07T12:46:11.744" v="9" actId="47"/>
        <pc:sldMkLst>
          <pc:docMk/>
          <pc:sldMk cId="2159040137" sldId="633"/>
        </pc:sldMkLst>
      </pc:sldChg>
      <pc:sldChg chg="del">
        <pc:chgData name="Enrique Villegas Valerio" userId="8ada793c76dcd6b1" providerId="LiveId" clId="{CDC2C08B-765D-41C0-A2C7-AC4B25AAD00D}" dt="2024-04-07T12:46:12.282" v="10" actId="47"/>
        <pc:sldMkLst>
          <pc:docMk/>
          <pc:sldMk cId="3660709600" sldId="634"/>
        </pc:sldMkLst>
      </pc:sldChg>
      <pc:sldChg chg="del">
        <pc:chgData name="Enrique Villegas Valerio" userId="8ada793c76dcd6b1" providerId="LiveId" clId="{CDC2C08B-765D-41C0-A2C7-AC4B25AAD00D}" dt="2024-04-07T12:46:12.857" v="11" actId="47"/>
        <pc:sldMkLst>
          <pc:docMk/>
          <pc:sldMk cId="2463502322" sldId="635"/>
        </pc:sldMkLst>
      </pc:sldChg>
      <pc:sldChg chg="del">
        <pc:chgData name="Enrique Villegas Valerio" userId="8ada793c76dcd6b1" providerId="LiveId" clId="{CDC2C08B-765D-41C0-A2C7-AC4B25AAD00D}" dt="2024-04-07T12:46:13.363" v="12" actId="47"/>
        <pc:sldMkLst>
          <pc:docMk/>
          <pc:sldMk cId="1820967091" sldId="638"/>
        </pc:sldMkLst>
      </pc:sldChg>
      <pc:sldChg chg="del">
        <pc:chgData name="Enrique Villegas Valerio" userId="8ada793c76dcd6b1" providerId="LiveId" clId="{CDC2C08B-765D-41C0-A2C7-AC4B25AAD00D}" dt="2024-04-07T12:46:09.551" v="6" actId="47"/>
        <pc:sldMkLst>
          <pc:docMk/>
          <pc:sldMk cId="1286045280" sldId="639"/>
        </pc:sldMkLst>
      </pc:sldChg>
      <pc:sldChg chg="del">
        <pc:chgData name="Enrique Villegas Valerio" userId="8ada793c76dcd6b1" providerId="LiveId" clId="{CDC2C08B-765D-41C0-A2C7-AC4B25AAD00D}" dt="2024-04-07T12:46:17.918" v="16" actId="47"/>
        <pc:sldMkLst>
          <pc:docMk/>
          <pc:sldMk cId="2842406516" sldId="640"/>
        </pc:sldMkLst>
      </pc:sldChg>
      <pc:sldChg chg="del">
        <pc:chgData name="Enrique Villegas Valerio" userId="8ada793c76dcd6b1" providerId="LiveId" clId="{CDC2C08B-765D-41C0-A2C7-AC4B25AAD00D}" dt="2024-04-07T12:46:14.368" v="13" actId="47"/>
        <pc:sldMkLst>
          <pc:docMk/>
          <pc:sldMk cId="1497405485" sldId="641"/>
        </pc:sldMkLst>
      </pc:sldChg>
      <pc:sldChg chg="del">
        <pc:chgData name="Enrique Villegas Valerio" userId="8ada793c76dcd6b1" providerId="LiveId" clId="{CDC2C08B-765D-41C0-A2C7-AC4B25AAD00D}" dt="2024-04-07T12:46:15.198" v="14" actId="47"/>
        <pc:sldMkLst>
          <pc:docMk/>
          <pc:sldMk cId="2995814007" sldId="642"/>
        </pc:sldMkLst>
      </pc:sldChg>
      <pc:sldChg chg="del">
        <pc:chgData name="Enrique Villegas Valerio" userId="8ada793c76dcd6b1" providerId="LiveId" clId="{CDC2C08B-765D-41C0-A2C7-AC4B25AAD00D}" dt="2024-04-07T12:46:38.128" v="19" actId="47"/>
        <pc:sldMkLst>
          <pc:docMk/>
          <pc:sldMk cId="3463674693" sldId="643"/>
        </pc:sldMkLst>
      </pc:sldChg>
      <pc:sldChg chg="del">
        <pc:chgData name="Enrique Villegas Valerio" userId="8ada793c76dcd6b1" providerId="LiveId" clId="{CDC2C08B-765D-41C0-A2C7-AC4B25AAD00D}" dt="2024-04-07T12:46:19.888" v="17" actId="47"/>
        <pc:sldMkLst>
          <pc:docMk/>
          <pc:sldMk cId="879913515" sldId="644"/>
        </pc:sldMkLst>
      </pc:sldChg>
      <pc:sldChg chg="del">
        <pc:chgData name="Enrique Villegas Valerio" userId="8ada793c76dcd6b1" providerId="LiveId" clId="{CDC2C08B-765D-41C0-A2C7-AC4B25AAD00D}" dt="2024-04-07T12:46:33.555" v="18" actId="47"/>
        <pc:sldMkLst>
          <pc:docMk/>
          <pc:sldMk cId="2267134591" sldId="645"/>
        </pc:sldMkLst>
      </pc:sldChg>
      <pc:sldChg chg="del">
        <pc:chgData name="Enrique Villegas Valerio" userId="8ada793c76dcd6b1" providerId="LiveId" clId="{CDC2C08B-765D-41C0-A2C7-AC4B25AAD00D}" dt="2024-04-07T12:46:33.555" v="18" actId="47"/>
        <pc:sldMkLst>
          <pc:docMk/>
          <pc:sldMk cId="251748061" sldId="646"/>
        </pc:sldMkLst>
      </pc:sldChg>
      <pc:sldChg chg="del ord">
        <pc:chgData name="Enrique Villegas Valerio" userId="8ada793c76dcd6b1" providerId="LiveId" clId="{CDC2C08B-765D-41C0-A2C7-AC4B25AAD00D}" dt="2024-04-21T12:02:06.648" v="1647" actId="47"/>
        <pc:sldMkLst>
          <pc:docMk/>
          <pc:sldMk cId="2175877941" sldId="647"/>
        </pc:sldMkLst>
      </pc:sldChg>
      <pc:sldChg chg="modSp add mod">
        <pc:chgData name="Enrique Villegas Valerio" userId="8ada793c76dcd6b1" providerId="LiveId" clId="{CDC2C08B-765D-41C0-A2C7-AC4B25AAD00D}" dt="2024-04-21T12:14:59.075" v="1764" actId="207"/>
        <pc:sldMkLst>
          <pc:docMk/>
          <pc:sldMk cId="1863978871" sldId="648"/>
        </pc:sldMkLst>
        <pc:spChg chg="mod">
          <ac:chgData name="Enrique Villegas Valerio" userId="8ada793c76dcd6b1" providerId="LiveId" clId="{CDC2C08B-765D-41C0-A2C7-AC4B25AAD00D}" dt="2024-04-21T12:14:59.075" v="1764" actId="207"/>
          <ac:spMkLst>
            <pc:docMk/>
            <pc:sldMk cId="1863978871" sldId="648"/>
            <ac:spMk id="2" creationId="{F9514DA0-BE75-5888-FE06-2837D81A98C5}"/>
          </ac:spMkLst>
        </pc:spChg>
        <pc:spChg chg="mod">
          <ac:chgData name="Enrique Villegas Valerio" userId="8ada793c76dcd6b1" providerId="LiveId" clId="{CDC2C08B-765D-41C0-A2C7-AC4B25AAD00D}" dt="2024-04-21T12:03:48.580" v="1685" actId="20577"/>
          <ac:spMkLst>
            <pc:docMk/>
            <pc:sldMk cId="1863978871" sldId="648"/>
            <ac:spMk id="3" creationId="{7C68BD49-EB98-945B-E1DB-FD4A8FC66606}"/>
          </ac:spMkLst>
        </pc:spChg>
      </pc:sldChg>
      <pc:sldChg chg="del">
        <pc:chgData name="Enrique Villegas Valerio" userId="8ada793c76dcd6b1" providerId="LiveId" clId="{CDC2C08B-765D-41C0-A2C7-AC4B25AAD00D}" dt="2024-04-07T12:46:38.128" v="19" actId="47"/>
        <pc:sldMkLst>
          <pc:docMk/>
          <pc:sldMk cId="2536920399" sldId="648"/>
        </pc:sldMkLst>
      </pc:sldChg>
      <pc:sldChg chg="del">
        <pc:chgData name="Enrique Villegas Valerio" userId="8ada793c76dcd6b1" providerId="LiveId" clId="{CDC2C08B-765D-41C0-A2C7-AC4B25AAD00D}" dt="2024-04-07T12:46:38.128" v="19" actId="47"/>
        <pc:sldMkLst>
          <pc:docMk/>
          <pc:sldMk cId="1195595564" sldId="649"/>
        </pc:sldMkLst>
      </pc:sldChg>
      <pc:sldChg chg="modSp add del mod">
        <pc:chgData name="Enrique Villegas Valerio" userId="8ada793c76dcd6b1" providerId="LiveId" clId="{CDC2C08B-765D-41C0-A2C7-AC4B25AAD00D}" dt="2024-04-21T12:02:06.648" v="1647" actId="47"/>
        <pc:sldMkLst>
          <pc:docMk/>
          <pc:sldMk cId="3710083402" sldId="649"/>
        </pc:sldMkLst>
        <pc:spChg chg="mod">
          <ac:chgData name="Enrique Villegas Valerio" userId="8ada793c76dcd6b1" providerId="LiveId" clId="{CDC2C08B-765D-41C0-A2C7-AC4B25AAD00D}" dt="2024-04-07T12:51:52.593" v="72" actId="404"/>
          <ac:spMkLst>
            <pc:docMk/>
            <pc:sldMk cId="3710083402" sldId="649"/>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3622716666" sldId="650"/>
        </pc:sldMkLst>
        <pc:spChg chg="mod">
          <ac:chgData name="Enrique Villegas Valerio" userId="8ada793c76dcd6b1" providerId="LiveId" clId="{CDC2C08B-765D-41C0-A2C7-AC4B25AAD00D}" dt="2024-04-07T13:25:12.997" v="108" actId="13926"/>
          <ac:spMkLst>
            <pc:docMk/>
            <pc:sldMk cId="3622716666" sldId="650"/>
            <ac:spMk id="2" creationId="{F9514DA0-BE75-5888-FE06-2837D81A98C5}"/>
          </ac:spMkLst>
        </pc:spChg>
        <pc:spChg chg="mod">
          <ac:chgData name="Enrique Villegas Valerio" userId="8ada793c76dcd6b1" providerId="LiveId" clId="{CDC2C08B-765D-41C0-A2C7-AC4B25AAD00D}" dt="2024-04-07T12:52:19.673" v="79" actId="20577"/>
          <ac:spMkLst>
            <pc:docMk/>
            <pc:sldMk cId="3622716666" sldId="650"/>
            <ac:spMk id="3" creationId="{7C68BD49-EB98-945B-E1DB-FD4A8FC66606}"/>
          </ac:spMkLst>
        </pc:spChg>
      </pc:sldChg>
      <pc:sldChg chg="del">
        <pc:chgData name="Enrique Villegas Valerio" userId="8ada793c76dcd6b1" providerId="LiveId" clId="{CDC2C08B-765D-41C0-A2C7-AC4B25AAD00D}" dt="2024-04-07T12:46:38.128" v="19" actId="47"/>
        <pc:sldMkLst>
          <pc:docMk/>
          <pc:sldMk cId="3742352768" sldId="650"/>
        </pc:sldMkLst>
      </pc:sldChg>
      <pc:sldChg chg="modSp add del mod">
        <pc:chgData name="Enrique Villegas Valerio" userId="8ada793c76dcd6b1" providerId="LiveId" clId="{CDC2C08B-765D-41C0-A2C7-AC4B25AAD00D}" dt="2024-04-21T12:02:06.648" v="1647" actId="47"/>
        <pc:sldMkLst>
          <pc:docMk/>
          <pc:sldMk cId="365194930" sldId="651"/>
        </pc:sldMkLst>
        <pc:spChg chg="mod">
          <ac:chgData name="Enrique Villegas Valerio" userId="8ada793c76dcd6b1" providerId="LiveId" clId="{CDC2C08B-765D-41C0-A2C7-AC4B25AAD00D}" dt="2024-04-07T12:53:29.756" v="101" actId="20577"/>
          <ac:spMkLst>
            <pc:docMk/>
            <pc:sldMk cId="365194930" sldId="651"/>
            <ac:spMk id="2" creationId="{F9514DA0-BE75-5888-FE06-2837D81A98C5}"/>
          </ac:spMkLst>
        </pc:spChg>
      </pc:sldChg>
      <pc:sldChg chg="del">
        <pc:chgData name="Enrique Villegas Valerio" userId="8ada793c76dcd6b1" providerId="LiveId" clId="{CDC2C08B-765D-41C0-A2C7-AC4B25AAD00D}" dt="2024-04-07T12:46:38.128" v="19" actId="47"/>
        <pc:sldMkLst>
          <pc:docMk/>
          <pc:sldMk cId="3161172122" sldId="651"/>
        </pc:sldMkLst>
      </pc:sldChg>
      <pc:sldChg chg="modSp add del mod">
        <pc:chgData name="Enrique Villegas Valerio" userId="8ada793c76dcd6b1" providerId="LiveId" clId="{CDC2C08B-765D-41C0-A2C7-AC4B25AAD00D}" dt="2024-04-21T12:02:06.648" v="1647" actId="47"/>
        <pc:sldMkLst>
          <pc:docMk/>
          <pc:sldMk cId="443738992" sldId="652"/>
        </pc:sldMkLst>
        <pc:spChg chg="mod">
          <ac:chgData name="Enrique Villegas Valerio" userId="8ada793c76dcd6b1" providerId="LiveId" clId="{CDC2C08B-765D-41C0-A2C7-AC4B25AAD00D}" dt="2024-04-07T13:29:45.293" v="124" actId="13926"/>
          <ac:spMkLst>
            <pc:docMk/>
            <pc:sldMk cId="443738992" sldId="652"/>
            <ac:spMk id="2" creationId="{F9514DA0-BE75-5888-FE06-2837D81A98C5}"/>
          </ac:spMkLst>
        </pc:spChg>
      </pc:sldChg>
      <pc:sldChg chg="del">
        <pc:chgData name="Enrique Villegas Valerio" userId="8ada793c76dcd6b1" providerId="LiveId" clId="{CDC2C08B-765D-41C0-A2C7-AC4B25AAD00D}" dt="2024-04-07T12:46:38.128" v="19" actId="47"/>
        <pc:sldMkLst>
          <pc:docMk/>
          <pc:sldMk cId="1420209562" sldId="652"/>
        </pc:sldMkLst>
      </pc:sldChg>
      <pc:sldChg chg="modSp add del mod">
        <pc:chgData name="Enrique Villegas Valerio" userId="8ada793c76dcd6b1" providerId="LiveId" clId="{CDC2C08B-765D-41C0-A2C7-AC4B25AAD00D}" dt="2024-04-21T12:02:06.648" v="1647" actId="47"/>
        <pc:sldMkLst>
          <pc:docMk/>
          <pc:sldMk cId="925484648" sldId="653"/>
        </pc:sldMkLst>
        <pc:spChg chg="mod">
          <ac:chgData name="Enrique Villegas Valerio" userId="8ada793c76dcd6b1" providerId="LiveId" clId="{CDC2C08B-765D-41C0-A2C7-AC4B25AAD00D}" dt="2024-04-07T13:25:19.436" v="109" actId="13926"/>
          <ac:spMkLst>
            <pc:docMk/>
            <pc:sldMk cId="925484648" sldId="653"/>
            <ac:spMk id="2" creationId="{F9514DA0-BE75-5888-FE06-2837D81A98C5}"/>
          </ac:spMkLst>
        </pc:spChg>
      </pc:sldChg>
      <pc:sldChg chg="del">
        <pc:chgData name="Enrique Villegas Valerio" userId="8ada793c76dcd6b1" providerId="LiveId" clId="{CDC2C08B-765D-41C0-A2C7-AC4B25AAD00D}" dt="2024-04-07T12:46:38.128" v="19" actId="47"/>
        <pc:sldMkLst>
          <pc:docMk/>
          <pc:sldMk cId="1182268207" sldId="653"/>
        </pc:sldMkLst>
      </pc:sldChg>
      <pc:sldChg chg="modSp add del mod">
        <pc:chgData name="Enrique Villegas Valerio" userId="8ada793c76dcd6b1" providerId="LiveId" clId="{CDC2C08B-765D-41C0-A2C7-AC4B25AAD00D}" dt="2024-04-21T12:02:06.648" v="1647" actId="47"/>
        <pc:sldMkLst>
          <pc:docMk/>
          <pc:sldMk cId="1864149646" sldId="654"/>
        </pc:sldMkLst>
        <pc:spChg chg="mod">
          <ac:chgData name="Enrique Villegas Valerio" userId="8ada793c76dcd6b1" providerId="LiveId" clId="{CDC2C08B-765D-41C0-A2C7-AC4B25AAD00D}" dt="2024-04-07T13:25:31.991" v="111" actId="13926"/>
          <ac:spMkLst>
            <pc:docMk/>
            <pc:sldMk cId="1864149646" sldId="654"/>
            <ac:spMk id="2" creationId="{F9514DA0-BE75-5888-FE06-2837D81A98C5}"/>
          </ac:spMkLst>
        </pc:spChg>
      </pc:sldChg>
      <pc:sldChg chg="del">
        <pc:chgData name="Enrique Villegas Valerio" userId="8ada793c76dcd6b1" providerId="LiveId" clId="{CDC2C08B-765D-41C0-A2C7-AC4B25AAD00D}" dt="2024-04-07T12:46:38.128" v="19" actId="47"/>
        <pc:sldMkLst>
          <pc:docMk/>
          <pc:sldMk cId="3740941221" sldId="654"/>
        </pc:sldMkLst>
      </pc:sldChg>
      <pc:sldChg chg="modSp add del mod">
        <pc:chgData name="Enrique Villegas Valerio" userId="8ada793c76dcd6b1" providerId="LiveId" clId="{CDC2C08B-765D-41C0-A2C7-AC4B25AAD00D}" dt="2024-04-21T12:02:06.648" v="1647" actId="47"/>
        <pc:sldMkLst>
          <pc:docMk/>
          <pc:sldMk cId="1753382044" sldId="655"/>
        </pc:sldMkLst>
        <pc:spChg chg="mod">
          <ac:chgData name="Enrique Villegas Valerio" userId="8ada793c76dcd6b1" providerId="LiveId" clId="{CDC2C08B-765D-41C0-A2C7-AC4B25AAD00D}" dt="2024-04-07T13:25:38.111" v="112" actId="13926"/>
          <ac:spMkLst>
            <pc:docMk/>
            <pc:sldMk cId="1753382044" sldId="655"/>
            <ac:spMk id="2" creationId="{F9514DA0-BE75-5888-FE06-2837D81A98C5}"/>
          </ac:spMkLst>
        </pc:spChg>
      </pc:sldChg>
      <pc:sldChg chg="del">
        <pc:chgData name="Enrique Villegas Valerio" userId="8ada793c76dcd6b1" providerId="LiveId" clId="{CDC2C08B-765D-41C0-A2C7-AC4B25AAD00D}" dt="2024-04-07T12:46:38.128" v="19" actId="47"/>
        <pc:sldMkLst>
          <pc:docMk/>
          <pc:sldMk cId="2919253981" sldId="655"/>
        </pc:sldMkLst>
      </pc:sldChg>
      <pc:sldChg chg="del">
        <pc:chgData name="Enrique Villegas Valerio" userId="8ada793c76dcd6b1" providerId="LiveId" clId="{CDC2C08B-765D-41C0-A2C7-AC4B25AAD00D}" dt="2024-04-07T12:46:38.128" v="19" actId="47"/>
        <pc:sldMkLst>
          <pc:docMk/>
          <pc:sldMk cId="2003372233" sldId="656"/>
        </pc:sldMkLst>
      </pc:sldChg>
      <pc:sldChg chg="modSp add del mod">
        <pc:chgData name="Enrique Villegas Valerio" userId="8ada793c76dcd6b1" providerId="LiveId" clId="{CDC2C08B-765D-41C0-A2C7-AC4B25AAD00D}" dt="2024-04-21T12:02:06.648" v="1647" actId="47"/>
        <pc:sldMkLst>
          <pc:docMk/>
          <pc:sldMk cId="2912443806" sldId="656"/>
        </pc:sldMkLst>
        <pc:spChg chg="mod">
          <ac:chgData name="Enrique Villegas Valerio" userId="8ada793c76dcd6b1" providerId="LiveId" clId="{CDC2C08B-765D-41C0-A2C7-AC4B25AAD00D}" dt="2024-04-07T13:29:07.913" v="118" actId="13926"/>
          <ac:spMkLst>
            <pc:docMk/>
            <pc:sldMk cId="2912443806" sldId="656"/>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1012075313" sldId="657"/>
        </pc:sldMkLst>
        <pc:spChg chg="mod">
          <ac:chgData name="Enrique Villegas Valerio" userId="8ada793c76dcd6b1" providerId="LiveId" clId="{CDC2C08B-765D-41C0-A2C7-AC4B25AAD00D}" dt="2024-04-07T13:29:12.888" v="119" actId="13926"/>
          <ac:spMkLst>
            <pc:docMk/>
            <pc:sldMk cId="1012075313" sldId="657"/>
            <ac:spMk id="2" creationId="{F9514DA0-BE75-5888-FE06-2837D81A98C5}"/>
          </ac:spMkLst>
        </pc:spChg>
      </pc:sldChg>
      <pc:sldChg chg="del">
        <pc:chgData name="Enrique Villegas Valerio" userId="8ada793c76dcd6b1" providerId="LiveId" clId="{CDC2C08B-765D-41C0-A2C7-AC4B25AAD00D}" dt="2024-04-07T12:46:38.128" v="19" actId="47"/>
        <pc:sldMkLst>
          <pc:docMk/>
          <pc:sldMk cId="4179037820" sldId="657"/>
        </pc:sldMkLst>
      </pc:sldChg>
      <pc:sldChg chg="del">
        <pc:chgData name="Enrique Villegas Valerio" userId="8ada793c76dcd6b1" providerId="LiveId" clId="{CDC2C08B-765D-41C0-A2C7-AC4B25AAD00D}" dt="2024-04-07T12:46:38.128" v="19" actId="47"/>
        <pc:sldMkLst>
          <pc:docMk/>
          <pc:sldMk cId="2503147654" sldId="658"/>
        </pc:sldMkLst>
      </pc:sldChg>
      <pc:sldChg chg="modSp add del mod">
        <pc:chgData name="Enrique Villegas Valerio" userId="8ada793c76dcd6b1" providerId="LiveId" clId="{CDC2C08B-765D-41C0-A2C7-AC4B25AAD00D}" dt="2024-04-21T12:02:06.648" v="1647" actId="47"/>
        <pc:sldMkLst>
          <pc:docMk/>
          <pc:sldMk cId="3228153944" sldId="658"/>
        </pc:sldMkLst>
        <pc:spChg chg="mod">
          <ac:chgData name="Enrique Villegas Valerio" userId="8ada793c76dcd6b1" providerId="LiveId" clId="{CDC2C08B-765D-41C0-A2C7-AC4B25AAD00D}" dt="2024-04-07T13:29:18.398" v="120" actId="13926"/>
          <ac:spMkLst>
            <pc:docMk/>
            <pc:sldMk cId="3228153944" sldId="658"/>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2657496803" sldId="659"/>
        </pc:sldMkLst>
        <pc:spChg chg="mod">
          <ac:chgData name="Enrique Villegas Valerio" userId="8ada793c76dcd6b1" providerId="LiveId" clId="{CDC2C08B-765D-41C0-A2C7-AC4B25AAD00D}" dt="2024-04-07T13:29:29.248" v="121" actId="13926"/>
          <ac:spMkLst>
            <pc:docMk/>
            <pc:sldMk cId="2657496803" sldId="659"/>
            <ac:spMk id="2" creationId="{F9514DA0-BE75-5888-FE06-2837D81A98C5}"/>
          </ac:spMkLst>
        </pc:spChg>
      </pc:sldChg>
      <pc:sldChg chg="del">
        <pc:chgData name="Enrique Villegas Valerio" userId="8ada793c76dcd6b1" providerId="LiveId" clId="{CDC2C08B-765D-41C0-A2C7-AC4B25AAD00D}" dt="2024-04-07T12:46:38.128" v="19" actId="47"/>
        <pc:sldMkLst>
          <pc:docMk/>
          <pc:sldMk cId="4114409690" sldId="659"/>
        </pc:sldMkLst>
      </pc:sldChg>
      <pc:sldChg chg="modSp add del mod">
        <pc:chgData name="Enrique Villegas Valerio" userId="8ada793c76dcd6b1" providerId="LiveId" clId="{CDC2C08B-765D-41C0-A2C7-AC4B25AAD00D}" dt="2024-04-21T12:02:06.648" v="1647" actId="47"/>
        <pc:sldMkLst>
          <pc:docMk/>
          <pc:sldMk cId="652998298" sldId="660"/>
        </pc:sldMkLst>
        <pc:spChg chg="mod">
          <ac:chgData name="Enrique Villegas Valerio" userId="8ada793c76dcd6b1" providerId="LiveId" clId="{CDC2C08B-765D-41C0-A2C7-AC4B25AAD00D}" dt="2024-04-07T13:29:34.809" v="122" actId="13926"/>
          <ac:spMkLst>
            <pc:docMk/>
            <pc:sldMk cId="652998298" sldId="660"/>
            <ac:spMk id="2" creationId="{F9514DA0-BE75-5888-FE06-2837D81A98C5}"/>
          </ac:spMkLst>
        </pc:spChg>
      </pc:sldChg>
      <pc:sldChg chg="del">
        <pc:chgData name="Enrique Villegas Valerio" userId="8ada793c76dcd6b1" providerId="LiveId" clId="{CDC2C08B-765D-41C0-A2C7-AC4B25AAD00D}" dt="2024-04-07T12:46:38.128" v="19" actId="47"/>
        <pc:sldMkLst>
          <pc:docMk/>
          <pc:sldMk cId="4276759801" sldId="660"/>
        </pc:sldMkLst>
      </pc:sldChg>
      <pc:sldChg chg="del">
        <pc:chgData name="Enrique Villegas Valerio" userId="8ada793c76dcd6b1" providerId="LiveId" clId="{CDC2C08B-765D-41C0-A2C7-AC4B25AAD00D}" dt="2024-04-07T12:46:38.128" v="19" actId="47"/>
        <pc:sldMkLst>
          <pc:docMk/>
          <pc:sldMk cId="2440042760" sldId="661"/>
        </pc:sldMkLst>
      </pc:sldChg>
      <pc:sldChg chg="modSp new del mod">
        <pc:chgData name="Enrique Villegas Valerio" userId="8ada793c76dcd6b1" providerId="LiveId" clId="{CDC2C08B-765D-41C0-A2C7-AC4B25AAD00D}" dt="2024-04-21T12:02:06.648" v="1647" actId="47"/>
        <pc:sldMkLst>
          <pc:docMk/>
          <pc:sldMk cId="2526859485" sldId="661"/>
        </pc:sldMkLst>
        <pc:spChg chg="mod">
          <ac:chgData name="Enrique Villegas Valerio" userId="8ada793c76dcd6b1" providerId="LiveId" clId="{CDC2C08B-765D-41C0-A2C7-AC4B25AAD00D}" dt="2024-04-07T13:35:04.968" v="135" actId="5793"/>
          <ac:spMkLst>
            <pc:docMk/>
            <pc:sldMk cId="2526859485" sldId="661"/>
            <ac:spMk id="2" creationId="{BC6AA646-38E1-6B39-3BE2-246E5D7AD9F7}"/>
          </ac:spMkLst>
        </pc:spChg>
        <pc:spChg chg="mod">
          <ac:chgData name="Enrique Villegas Valerio" userId="8ada793c76dcd6b1" providerId="LiveId" clId="{CDC2C08B-765D-41C0-A2C7-AC4B25AAD00D}" dt="2024-04-07T13:35:10.568" v="145" actId="20577"/>
          <ac:spMkLst>
            <pc:docMk/>
            <pc:sldMk cId="2526859485" sldId="661"/>
            <ac:spMk id="3" creationId="{E8940C64-E738-A244-24D8-A04EA847B1E5}"/>
          </ac:spMkLst>
        </pc:spChg>
      </pc:sldChg>
      <pc:sldChg chg="add del">
        <pc:chgData name="Enrique Villegas Valerio" userId="8ada793c76dcd6b1" providerId="LiveId" clId="{CDC2C08B-765D-41C0-A2C7-AC4B25AAD00D}" dt="2024-04-07T13:29:50.969" v="125" actId="47"/>
        <pc:sldMkLst>
          <pc:docMk/>
          <pc:sldMk cId="4128707410" sldId="661"/>
        </pc:sldMkLst>
      </pc:sldChg>
      <pc:sldChg chg="del">
        <pc:chgData name="Enrique Villegas Valerio" userId="8ada793c76dcd6b1" providerId="LiveId" clId="{CDC2C08B-765D-41C0-A2C7-AC4B25AAD00D}" dt="2024-04-07T12:46:38.128" v="19" actId="47"/>
        <pc:sldMkLst>
          <pc:docMk/>
          <pc:sldMk cId="930791695" sldId="662"/>
        </pc:sldMkLst>
      </pc:sldChg>
      <pc:sldChg chg="modSp add del mod">
        <pc:chgData name="Enrique Villegas Valerio" userId="8ada793c76dcd6b1" providerId="LiveId" clId="{CDC2C08B-765D-41C0-A2C7-AC4B25AAD00D}" dt="2024-04-21T12:02:06.648" v="1647" actId="47"/>
        <pc:sldMkLst>
          <pc:docMk/>
          <pc:sldMk cId="3743986458" sldId="662"/>
        </pc:sldMkLst>
        <pc:spChg chg="mod">
          <ac:chgData name="Enrique Villegas Valerio" userId="8ada793c76dcd6b1" providerId="LiveId" clId="{CDC2C08B-765D-41C0-A2C7-AC4B25AAD00D}" dt="2024-04-07T13:38:09.054" v="163" actId="20577"/>
          <ac:spMkLst>
            <pc:docMk/>
            <pc:sldMk cId="3743986458" sldId="662"/>
            <ac:spMk id="2" creationId="{F9514DA0-BE75-5888-FE06-2837D81A98C5}"/>
          </ac:spMkLst>
        </pc:spChg>
        <pc:spChg chg="mod">
          <ac:chgData name="Enrique Villegas Valerio" userId="8ada793c76dcd6b1" providerId="LiveId" clId="{CDC2C08B-765D-41C0-A2C7-AC4B25AAD00D}" dt="2024-04-07T13:37:58.083" v="157" actId="20577"/>
          <ac:spMkLst>
            <pc:docMk/>
            <pc:sldMk cId="3743986458" sldId="662"/>
            <ac:spMk id="3" creationId="{7C68BD49-EB98-945B-E1DB-FD4A8FC66606}"/>
          </ac:spMkLst>
        </pc:spChg>
      </pc:sldChg>
      <pc:sldChg chg="del">
        <pc:chgData name="Enrique Villegas Valerio" userId="8ada793c76dcd6b1" providerId="LiveId" clId="{CDC2C08B-765D-41C0-A2C7-AC4B25AAD00D}" dt="2024-04-07T12:46:38.128" v="19" actId="47"/>
        <pc:sldMkLst>
          <pc:docMk/>
          <pc:sldMk cId="775458845" sldId="663"/>
        </pc:sldMkLst>
      </pc:sldChg>
      <pc:sldChg chg="modSp add del mod">
        <pc:chgData name="Enrique Villegas Valerio" userId="8ada793c76dcd6b1" providerId="LiveId" clId="{CDC2C08B-765D-41C0-A2C7-AC4B25AAD00D}" dt="2024-04-21T12:02:06.648" v="1647" actId="47"/>
        <pc:sldMkLst>
          <pc:docMk/>
          <pc:sldMk cId="3811002914" sldId="663"/>
        </pc:sldMkLst>
        <pc:spChg chg="mod">
          <ac:chgData name="Enrique Villegas Valerio" userId="8ada793c76dcd6b1" providerId="LiveId" clId="{CDC2C08B-765D-41C0-A2C7-AC4B25AAD00D}" dt="2024-04-07T13:38:11.563" v="164"/>
          <ac:spMkLst>
            <pc:docMk/>
            <pc:sldMk cId="3811002914" sldId="663"/>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758706162" sldId="664"/>
        </pc:sldMkLst>
        <pc:spChg chg="mod">
          <ac:chgData name="Enrique Villegas Valerio" userId="8ada793c76dcd6b1" providerId="LiveId" clId="{CDC2C08B-765D-41C0-A2C7-AC4B25AAD00D}" dt="2024-04-07T13:41:53.131" v="167" actId="6549"/>
          <ac:spMkLst>
            <pc:docMk/>
            <pc:sldMk cId="758706162" sldId="664"/>
            <ac:spMk id="2" creationId="{F9514DA0-BE75-5888-FE06-2837D81A98C5}"/>
          </ac:spMkLst>
        </pc:spChg>
        <pc:spChg chg="mod">
          <ac:chgData name="Enrique Villegas Valerio" userId="8ada793c76dcd6b1" providerId="LiveId" clId="{CDC2C08B-765D-41C0-A2C7-AC4B25AAD00D}" dt="2024-04-07T13:42:09.093" v="186" actId="20577"/>
          <ac:spMkLst>
            <pc:docMk/>
            <pc:sldMk cId="758706162" sldId="664"/>
            <ac:spMk id="3" creationId="{7C68BD49-EB98-945B-E1DB-FD4A8FC66606}"/>
          </ac:spMkLst>
        </pc:spChg>
      </pc:sldChg>
      <pc:sldChg chg="del">
        <pc:chgData name="Enrique Villegas Valerio" userId="8ada793c76dcd6b1" providerId="LiveId" clId="{CDC2C08B-765D-41C0-A2C7-AC4B25AAD00D}" dt="2024-04-07T12:46:38.128" v="19" actId="47"/>
        <pc:sldMkLst>
          <pc:docMk/>
          <pc:sldMk cId="3422998595" sldId="664"/>
        </pc:sldMkLst>
      </pc:sldChg>
      <pc:sldChg chg="modSp add del mod">
        <pc:chgData name="Enrique Villegas Valerio" userId="8ada793c76dcd6b1" providerId="LiveId" clId="{CDC2C08B-765D-41C0-A2C7-AC4B25AAD00D}" dt="2024-04-21T12:02:06.648" v="1647" actId="47"/>
        <pc:sldMkLst>
          <pc:docMk/>
          <pc:sldMk cId="3701962660" sldId="665"/>
        </pc:sldMkLst>
        <pc:spChg chg="mod">
          <ac:chgData name="Enrique Villegas Valerio" userId="8ada793c76dcd6b1" providerId="LiveId" clId="{CDC2C08B-765D-41C0-A2C7-AC4B25AAD00D}" dt="2024-04-07T13:54:13.110" v="417" actId="20577"/>
          <ac:spMkLst>
            <pc:docMk/>
            <pc:sldMk cId="3701962660" sldId="665"/>
            <ac:spMk id="3" creationId="{CA07F423-46C6-CDD8-E4AD-233D53E2809D}"/>
          </ac:spMkLst>
        </pc:spChg>
        <pc:spChg chg="mod">
          <ac:chgData name="Enrique Villegas Valerio" userId="8ada793c76dcd6b1" providerId="LiveId" clId="{CDC2C08B-765D-41C0-A2C7-AC4B25AAD00D}" dt="2024-04-07T13:56:24.645" v="419" actId="20577"/>
          <ac:spMkLst>
            <pc:docMk/>
            <pc:sldMk cId="3701962660" sldId="665"/>
            <ac:spMk id="4" creationId="{64DD97DD-43D3-F5D3-B4EE-BD7F9628B26B}"/>
          </ac:spMkLst>
        </pc:spChg>
      </pc:sldChg>
      <pc:sldChg chg="new del">
        <pc:chgData name="Enrique Villegas Valerio" userId="8ada793c76dcd6b1" providerId="LiveId" clId="{CDC2C08B-765D-41C0-A2C7-AC4B25AAD00D}" dt="2024-04-07T14:03:25.162" v="422" actId="47"/>
        <pc:sldMkLst>
          <pc:docMk/>
          <pc:sldMk cId="3281568121" sldId="666"/>
        </pc:sldMkLst>
      </pc:sldChg>
      <pc:sldChg chg="modSp add del mod">
        <pc:chgData name="Enrique Villegas Valerio" userId="8ada793c76dcd6b1" providerId="LiveId" clId="{CDC2C08B-765D-41C0-A2C7-AC4B25AAD00D}" dt="2024-04-21T12:02:06.648" v="1647" actId="47"/>
        <pc:sldMkLst>
          <pc:docMk/>
          <pc:sldMk cId="683895397" sldId="667"/>
        </pc:sldMkLst>
        <pc:spChg chg="mod">
          <ac:chgData name="Enrique Villegas Valerio" userId="8ada793c76dcd6b1" providerId="LiveId" clId="{CDC2C08B-765D-41C0-A2C7-AC4B25AAD00D}" dt="2024-04-07T14:04:00.383" v="442" actId="404"/>
          <ac:spMkLst>
            <pc:docMk/>
            <pc:sldMk cId="683895397" sldId="667"/>
            <ac:spMk id="2" creationId="{F9514DA0-BE75-5888-FE06-2837D81A98C5}"/>
          </ac:spMkLst>
        </pc:spChg>
        <pc:spChg chg="mod">
          <ac:chgData name="Enrique Villegas Valerio" userId="8ada793c76dcd6b1" providerId="LiveId" clId="{CDC2C08B-765D-41C0-A2C7-AC4B25AAD00D}" dt="2024-04-07T14:03:29.153" v="429" actId="20577"/>
          <ac:spMkLst>
            <pc:docMk/>
            <pc:sldMk cId="683895397" sldId="667"/>
            <ac:spMk id="3" creationId="{7C68BD49-EB98-945B-E1DB-FD4A8FC66606}"/>
          </ac:spMkLst>
        </pc:spChg>
      </pc:sldChg>
      <pc:sldChg chg="modSp add del mod">
        <pc:chgData name="Enrique Villegas Valerio" userId="8ada793c76dcd6b1" providerId="LiveId" clId="{CDC2C08B-765D-41C0-A2C7-AC4B25AAD00D}" dt="2024-04-21T12:02:06.648" v="1647" actId="47"/>
        <pc:sldMkLst>
          <pc:docMk/>
          <pc:sldMk cId="3463523011" sldId="668"/>
        </pc:sldMkLst>
        <pc:spChg chg="mod">
          <ac:chgData name="Enrique Villegas Valerio" userId="8ada793c76dcd6b1" providerId="LiveId" clId="{CDC2C08B-765D-41C0-A2C7-AC4B25AAD00D}" dt="2024-04-07T14:04:05.343" v="445" actId="20577"/>
          <ac:spMkLst>
            <pc:docMk/>
            <pc:sldMk cId="3463523011" sldId="668"/>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3254322274" sldId="669"/>
        </pc:sldMkLst>
        <pc:spChg chg="mod">
          <ac:chgData name="Enrique Villegas Valerio" userId="8ada793c76dcd6b1" providerId="LiveId" clId="{CDC2C08B-765D-41C0-A2C7-AC4B25AAD00D}" dt="2024-04-07T14:04:08.334" v="447" actId="20577"/>
          <ac:spMkLst>
            <pc:docMk/>
            <pc:sldMk cId="3254322274" sldId="669"/>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1684307421" sldId="670"/>
        </pc:sldMkLst>
        <pc:spChg chg="mod">
          <ac:chgData name="Enrique Villegas Valerio" userId="8ada793c76dcd6b1" providerId="LiveId" clId="{CDC2C08B-765D-41C0-A2C7-AC4B25AAD00D}" dt="2024-04-07T14:10:09.614" v="465" actId="6549"/>
          <ac:spMkLst>
            <pc:docMk/>
            <pc:sldMk cId="1684307421" sldId="670"/>
            <ac:spMk id="2" creationId="{F9514DA0-BE75-5888-FE06-2837D81A98C5}"/>
          </ac:spMkLst>
        </pc:spChg>
        <pc:spChg chg="mod">
          <ac:chgData name="Enrique Villegas Valerio" userId="8ada793c76dcd6b1" providerId="LiveId" clId="{CDC2C08B-765D-41C0-A2C7-AC4B25AAD00D}" dt="2024-04-07T14:09:59.042" v="460" actId="20577"/>
          <ac:spMkLst>
            <pc:docMk/>
            <pc:sldMk cId="1684307421" sldId="670"/>
            <ac:spMk id="3" creationId="{7C68BD49-EB98-945B-E1DB-FD4A8FC66606}"/>
          </ac:spMkLst>
        </pc:spChg>
      </pc:sldChg>
      <pc:sldChg chg="new del">
        <pc:chgData name="Enrique Villegas Valerio" userId="8ada793c76dcd6b1" providerId="LiveId" clId="{CDC2C08B-765D-41C0-A2C7-AC4B25AAD00D}" dt="2024-04-07T14:09:38.703" v="449" actId="680"/>
        <pc:sldMkLst>
          <pc:docMk/>
          <pc:sldMk cId="3475689693" sldId="670"/>
        </pc:sldMkLst>
      </pc:sldChg>
      <pc:sldChg chg="modSp add del mod">
        <pc:chgData name="Enrique Villegas Valerio" userId="8ada793c76dcd6b1" providerId="LiveId" clId="{CDC2C08B-765D-41C0-A2C7-AC4B25AAD00D}" dt="2024-04-21T12:02:06.648" v="1647" actId="47"/>
        <pc:sldMkLst>
          <pc:docMk/>
          <pc:sldMk cId="765843385" sldId="671"/>
        </pc:sldMkLst>
        <pc:spChg chg="mod">
          <ac:chgData name="Enrique Villegas Valerio" userId="8ada793c76dcd6b1" providerId="LiveId" clId="{CDC2C08B-765D-41C0-A2C7-AC4B25AAD00D}" dt="2024-04-07T14:11:01.186" v="487" actId="403"/>
          <ac:spMkLst>
            <pc:docMk/>
            <pc:sldMk cId="765843385" sldId="671"/>
            <ac:spMk id="2" creationId="{F9514DA0-BE75-5888-FE06-2837D81A98C5}"/>
          </ac:spMkLst>
        </pc:spChg>
        <pc:spChg chg="mod">
          <ac:chgData name="Enrique Villegas Valerio" userId="8ada793c76dcd6b1" providerId="LiveId" clId="{CDC2C08B-765D-41C0-A2C7-AC4B25AAD00D}" dt="2024-04-07T14:10:57.247" v="484"/>
          <ac:spMkLst>
            <pc:docMk/>
            <pc:sldMk cId="765843385" sldId="671"/>
            <ac:spMk id="3" creationId="{7C68BD49-EB98-945B-E1DB-FD4A8FC66606}"/>
          </ac:spMkLst>
        </pc:spChg>
      </pc:sldChg>
      <pc:sldChg chg="modSp add del mod">
        <pc:chgData name="Enrique Villegas Valerio" userId="8ada793c76dcd6b1" providerId="LiveId" clId="{CDC2C08B-765D-41C0-A2C7-AC4B25AAD00D}" dt="2024-04-21T12:02:06.648" v="1647" actId="47"/>
        <pc:sldMkLst>
          <pc:docMk/>
          <pc:sldMk cId="2164278905" sldId="672"/>
        </pc:sldMkLst>
        <pc:spChg chg="mod">
          <ac:chgData name="Enrique Villegas Valerio" userId="8ada793c76dcd6b1" providerId="LiveId" clId="{CDC2C08B-765D-41C0-A2C7-AC4B25AAD00D}" dt="2024-04-07T14:38:10.209" v="495" actId="404"/>
          <ac:spMkLst>
            <pc:docMk/>
            <pc:sldMk cId="2164278905" sldId="672"/>
            <ac:spMk id="2" creationId="{F9514DA0-BE75-5888-FE06-2837D81A98C5}"/>
          </ac:spMkLst>
        </pc:spChg>
        <pc:spChg chg="mod">
          <ac:chgData name="Enrique Villegas Valerio" userId="8ada793c76dcd6b1" providerId="LiveId" clId="{CDC2C08B-765D-41C0-A2C7-AC4B25AAD00D}" dt="2024-04-07T14:38:17.903" v="498"/>
          <ac:spMkLst>
            <pc:docMk/>
            <pc:sldMk cId="2164278905" sldId="672"/>
            <ac:spMk id="3" creationId="{7C68BD49-EB98-945B-E1DB-FD4A8FC66606}"/>
          </ac:spMkLst>
        </pc:spChg>
      </pc:sldChg>
      <pc:sldChg chg="add del">
        <pc:chgData name="Enrique Villegas Valerio" userId="8ada793c76dcd6b1" providerId="LiveId" clId="{CDC2C08B-765D-41C0-A2C7-AC4B25AAD00D}" dt="2024-04-21T12:02:06.648" v="1647" actId="47"/>
        <pc:sldMkLst>
          <pc:docMk/>
          <pc:sldMk cId="932395896" sldId="673"/>
        </pc:sldMkLst>
      </pc:sldChg>
      <pc:sldChg chg="addSp delSp new del mod modClrScheme chgLayout">
        <pc:chgData name="Enrique Villegas Valerio" userId="8ada793c76dcd6b1" providerId="LiveId" clId="{CDC2C08B-765D-41C0-A2C7-AC4B25AAD00D}" dt="2024-04-21T12:02:06.648" v="1647" actId="47"/>
        <pc:sldMkLst>
          <pc:docMk/>
          <pc:sldMk cId="2362790315" sldId="674"/>
        </pc:sldMkLst>
        <pc:spChg chg="del">
          <ac:chgData name="Enrique Villegas Valerio" userId="8ada793c76dcd6b1" providerId="LiveId" clId="{CDC2C08B-765D-41C0-A2C7-AC4B25AAD00D}" dt="2024-04-07T14:46:07.365" v="501" actId="700"/>
          <ac:spMkLst>
            <pc:docMk/>
            <pc:sldMk cId="2362790315" sldId="674"/>
            <ac:spMk id="2" creationId="{5B0E44E3-76AA-F6AE-BA7B-32379C2ACEF0}"/>
          </ac:spMkLst>
        </pc:spChg>
        <pc:spChg chg="del">
          <ac:chgData name="Enrique Villegas Valerio" userId="8ada793c76dcd6b1" providerId="LiveId" clId="{CDC2C08B-765D-41C0-A2C7-AC4B25AAD00D}" dt="2024-04-07T14:46:07.365" v="501" actId="700"/>
          <ac:spMkLst>
            <pc:docMk/>
            <pc:sldMk cId="2362790315" sldId="674"/>
            <ac:spMk id="3" creationId="{01B0231B-4168-9F05-7D47-F854AB9F5DB9}"/>
          </ac:spMkLst>
        </pc:spChg>
        <pc:picChg chg="add">
          <ac:chgData name="Enrique Villegas Valerio" userId="8ada793c76dcd6b1" providerId="LiveId" clId="{CDC2C08B-765D-41C0-A2C7-AC4B25AAD00D}" dt="2024-04-07T14:46:08.390" v="502" actId="22"/>
          <ac:picMkLst>
            <pc:docMk/>
            <pc:sldMk cId="2362790315" sldId="674"/>
            <ac:picMk id="5" creationId="{E37B54F5-114E-2A1A-BBC0-6E11C3F76249}"/>
          </ac:picMkLst>
        </pc:picChg>
      </pc:sldChg>
      <pc:sldChg chg="modSp add del mod">
        <pc:chgData name="Enrique Villegas Valerio" userId="8ada793c76dcd6b1" providerId="LiveId" clId="{CDC2C08B-765D-41C0-A2C7-AC4B25AAD00D}" dt="2024-04-21T12:02:06.648" v="1647" actId="47"/>
        <pc:sldMkLst>
          <pc:docMk/>
          <pc:sldMk cId="2169214258" sldId="675"/>
        </pc:sldMkLst>
        <pc:spChg chg="mod">
          <ac:chgData name="Enrique Villegas Valerio" userId="8ada793c76dcd6b1" providerId="LiveId" clId="{CDC2C08B-765D-41C0-A2C7-AC4B25AAD00D}" dt="2024-04-07T14:50:33.095" v="523" actId="404"/>
          <ac:spMkLst>
            <pc:docMk/>
            <pc:sldMk cId="2169214258" sldId="675"/>
            <ac:spMk id="2" creationId="{F9514DA0-BE75-5888-FE06-2837D81A98C5}"/>
          </ac:spMkLst>
        </pc:spChg>
        <pc:spChg chg="mod">
          <ac:chgData name="Enrique Villegas Valerio" userId="8ada793c76dcd6b1" providerId="LiveId" clId="{CDC2C08B-765D-41C0-A2C7-AC4B25AAD00D}" dt="2024-04-07T14:50:30.375" v="522" actId="20577"/>
          <ac:spMkLst>
            <pc:docMk/>
            <pc:sldMk cId="2169214258" sldId="675"/>
            <ac:spMk id="3" creationId="{7C68BD49-EB98-945B-E1DB-FD4A8FC66606}"/>
          </ac:spMkLst>
        </pc:spChg>
      </pc:sldChg>
      <pc:sldChg chg="addSp delSp modSp new del mod modClrScheme chgLayout">
        <pc:chgData name="Enrique Villegas Valerio" userId="8ada793c76dcd6b1" providerId="LiveId" clId="{CDC2C08B-765D-41C0-A2C7-AC4B25AAD00D}" dt="2024-04-21T12:02:06.648" v="1647" actId="47"/>
        <pc:sldMkLst>
          <pc:docMk/>
          <pc:sldMk cId="1295296830" sldId="676"/>
        </pc:sldMkLst>
        <pc:spChg chg="del mod ord">
          <ac:chgData name="Enrique Villegas Valerio" userId="8ada793c76dcd6b1" providerId="LiveId" clId="{CDC2C08B-765D-41C0-A2C7-AC4B25AAD00D}" dt="2024-04-07T14:54:36.991" v="525" actId="700"/>
          <ac:spMkLst>
            <pc:docMk/>
            <pc:sldMk cId="1295296830" sldId="676"/>
            <ac:spMk id="2" creationId="{8DD77160-1DB5-A602-8E5A-6FC10DCEB4A1}"/>
          </ac:spMkLst>
        </pc:spChg>
        <pc:spChg chg="del mod ord">
          <ac:chgData name="Enrique Villegas Valerio" userId="8ada793c76dcd6b1" providerId="LiveId" clId="{CDC2C08B-765D-41C0-A2C7-AC4B25AAD00D}" dt="2024-04-07T14:54:36.991" v="525" actId="700"/>
          <ac:spMkLst>
            <pc:docMk/>
            <pc:sldMk cId="1295296830" sldId="676"/>
            <ac:spMk id="3" creationId="{C5B99A3A-DCEE-2083-4BD1-9DE320479B86}"/>
          </ac:spMkLst>
        </pc:spChg>
        <pc:spChg chg="add del mod ord">
          <ac:chgData name="Enrique Villegas Valerio" userId="8ada793c76dcd6b1" providerId="LiveId" clId="{CDC2C08B-765D-41C0-A2C7-AC4B25AAD00D}" dt="2024-04-07T14:57:57.297" v="774" actId="478"/>
          <ac:spMkLst>
            <pc:docMk/>
            <pc:sldMk cId="1295296830" sldId="676"/>
            <ac:spMk id="4" creationId="{6DF264A2-358D-8ABA-A616-A94D27E31065}"/>
          </ac:spMkLst>
        </pc:spChg>
        <pc:spChg chg="add del mod ord">
          <ac:chgData name="Enrique Villegas Valerio" userId="8ada793c76dcd6b1" providerId="LiveId" clId="{CDC2C08B-765D-41C0-A2C7-AC4B25AAD00D}" dt="2024-04-07T14:57:57.297" v="774" actId="478"/>
          <ac:spMkLst>
            <pc:docMk/>
            <pc:sldMk cId="1295296830" sldId="676"/>
            <ac:spMk id="5" creationId="{5BBBC5D0-A074-1268-3CCC-540ADD7F75A0}"/>
          </ac:spMkLst>
        </pc:spChg>
        <pc:spChg chg="add mod">
          <ac:chgData name="Enrique Villegas Valerio" userId="8ada793c76dcd6b1" providerId="LiveId" clId="{CDC2C08B-765D-41C0-A2C7-AC4B25AAD00D}" dt="2024-04-07T14:58:05.358" v="778"/>
          <ac:spMkLst>
            <pc:docMk/>
            <pc:sldMk cId="1295296830" sldId="676"/>
            <ac:spMk id="6" creationId="{35449903-F304-8B1E-5055-FE1FCBB35FDF}"/>
          </ac:spMkLst>
        </pc:spChg>
        <pc:spChg chg="add mod">
          <ac:chgData name="Enrique Villegas Valerio" userId="8ada793c76dcd6b1" providerId="LiveId" clId="{CDC2C08B-765D-41C0-A2C7-AC4B25AAD00D}" dt="2024-04-07T14:58:05.358" v="778"/>
          <ac:spMkLst>
            <pc:docMk/>
            <pc:sldMk cId="1295296830" sldId="676"/>
            <ac:spMk id="7" creationId="{4E8A90E3-55E2-D4B9-DDEE-5F667A9CE49C}"/>
          </ac:spMkLst>
        </pc:spChg>
        <pc:spChg chg="add mod">
          <ac:chgData name="Enrique Villegas Valerio" userId="8ada793c76dcd6b1" providerId="LiveId" clId="{CDC2C08B-765D-41C0-A2C7-AC4B25AAD00D}" dt="2024-04-07T14:58:27.473" v="797" actId="20577"/>
          <ac:spMkLst>
            <pc:docMk/>
            <pc:sldMk cId="1295296830" sldId="676"/>
            <ac:spMk id="9" creationId="{850DA090-261B-107F-7F1A-60CA4C65CA5A}"/>
          </ac:spMkLst>
        </pc:spChg>
        <pc:spChg chg="add del mod">
          <ac:chgData name="Enrique Villegas Valerio" userId="8ada793c76dcd6b1" providerId="LiveId" clId="{CDC2C08B-765D-41C0-A2C7-AC4B25AAD00D}" dt="2024-04-07T14:59:58.061" v="952" actId="478"/>
          <ac:spMkLst>
            <pc:docMk/>
            <pc:sldMk cId="1295296830" sldId="676"/>
            <ac:spMk id="10" creationId="{1D10651A-7732-2510-CF9F-BC2A35DBCB91}"/>
          </ac:spMkLst>
        </pc:spChg>
        <pc:spChg chg="add mod">
          <ac:chgData name="Enrique Villegas Valerio" userId="8ada793c76dcd6b1" providerId="LiveId" clId="{CDC2C08B-765D-41C0-A2C7-AC4B25AAD00D}" dt="2024-04-07T14:59:42.055" v="931" actId="1036"/>
          <ac:spMkLst>
            <pc:docMk/>
            <pc:sldMk cId="1295296830" sldId="676"/>
            <ac:spMk id="11" creationId="{AD8E98F4-B307-7515-3E94-262651A47113}"/>
          </ac:spMkLst>
        </pc:spChg>
        <pc:spChg chg="add del mod">
          <ac:chgData name="Enrique Villegas Valerio" userId="8ada793c76dcd6b1" providerId="LiveId" clId="{CDC2C08B-765D-41C0-A2C7-AC4B25AAD00D}" dt="2024-04-07T14:59:58.061" v="952" actId="478"/>
          <ac:spMkLst>
            <pc:docMk/>
            <pc:sldMk cId="1295296830" sldId="676"/>
            <ac:spMk id="12" creationId="{1DBB9608-8847-98D7-3597-2D9E69036C94}"/>
          </ac:spMkLst>
        </pc:spChg>
        <pc:picChg chg="add">
          <ac:chgData name="Enrique Villegas Valerio" userId="8ada793c76dcd6b1" providerId="LiveId" clId="{CDC2C08B-765D-41C0-A2C7-AC4B25AAD00D}" dt="2024-04-07T14:58:05.448" v="779"/>
          <ac:picMkLst>
            <pc:docMk/>
            <pc:sldMk cId="1295296830" sldId="676"/>
            <ac:picMk id="8" creationId="{E3A86A8F-A3F4-BC65-8910-1F0C6A66F68C}"/>
          </ac:picMkLst>
        </pc:picChg>
      </pc:sldChg>
      <pc:sldChg chg="delSp add del mod modAnim">
        <pc:chgData name="Enrique Villegas Valerio" userId="8ada793c76dcd6b1" providerId="LiveId" clId="{CDC2C08B-765D-41C0-A2C7-AC4B25AAD00D}" dt="2024-04-21T12:02:06.648" v="1647" actId="47"/>
        <pc:sldMkLst>
          <pc:docMk/>
          <pc:sldMk cId="170801458" sldId="677"/>
        </pc:sldMkLst>
        <pc:spChg chg="del">
          <ac:chgData name="Enrique Villegas Valerio" userId="8ada793c76dcd6b1" providerId="LiveId" clId="{CDC2C08B-765D-41C0-A2C7-AC4B25AAD00D}" dt="2024-04-07T15:00:00.961" v="953" actId="478"/>
          <ac:spMkLst>
            <pc:docMk/>
            <pc:sldMk cId="170801458" sldId="677"/>
            <ac:spMk id="12" creationId="{1DBB9608-8847-98D7-3597-2D9E69036C94}"/>
          </ac:spMkLst>
        </pc:spChg>
      </pc:sldChg>
      <pc:sldChg chg="modSp add del mod">
        <pc:chgData name="Enrique Villegas Valerio" userId="8ada793c76dcd6b1" providerId="LiveId" clId="{CDC2C08B-765D-41C0-A2C7-AC4B25AAD00D}" dt="2024-04-21T12:02:06.648" v="1647" actId="47"/>
        <pc:sldMkLst>
          <pc:docMk/>
          <pc:sldMk cId="3441119422" sldId="678"/>
        </pc:sldMkLst>
        <pc:spChg chg="mod">
          <ac:chgData name="Enrique Villegas Valerio" userId="8ada793c76dcd6b1" providerId="LiveId" clId="{CDC2C08B-765D-41C0-A2C7-AC4B25AAD00D}" dt="2024-04-07T15:00:08.548" v="964" actId="1037"/>
          <ac:spMkLst>
            <pc:docMk/>
            <pc:sldMk cId="3441119422" sldId="678"/>
            <ac:spMk id="12" creationId="{1DBB9608-8847-98D7-3597-2D9E69036C94}"/>
          </ac:spMkLst>
        </pc:spChg>
      </pc:sldChg>
      <pc:sldChg chg="modSp add del mod">
        <pc:chgData name="Enrique Villegas Valerio" userId="8ada793c76dcd6b1" providerId="LiveId" clId="{CDC2C08B-765D-41C0-A2C7-AC4B25AAD00D}" dt="2024-04-21T12:02:06.648" v="1647" actId="47"/>
        <pc:sldMkLst>
          <pc:docMk/>
          <pc:sldMk cId="2710820381" sldId="679"/>
        </pc:sldMkLst>
        <pc:spChg chg="mod">
          <ac:chgData name="Enrique Villegas Valerio" userId="8ada793c76dcd6b1" providerId="LiveId" clId="{CDC2C08B-765D-41C0-A2C7-AC4B25AAD00D}" dt="2024-04-07T15:02:06.485" v="985" actId="20577"/>
          <ac:spMkLst>
            <pc:docMk/>
            <pc:sldMk cId="2710820381" sldId="679"/>
            <ac:spMk id="3" creationId="{CA07F423-46C6-CDD8-E4AD-233D53E2809D}"/>
          </ac:spMkLst>
        </pc:spChg>
        <pc:spChg chg="mod">
          <ac:chgData name="Enrique Villegas Valerio" userId="8ada793c76dcd6b1" providerId="LiveId" clId="{CDC2C08B-765D-41C0-A2C7-AC4B25AAD00D}" dt="2024-04-07T15:02:11.726" v="993" actId="20577"/>
          <ac:spMkLst>
            <pc:docMk/>
            <pc:sldMk cId="2710820381" sldId="679"/>
            <ac:spMk id="4" creationId="{64DD97DD-43D3-F5D3-B4EE-BD7F9628B26B}"/>
          </ac:spMkLst>
        </pc:spChg>
      </pc:sldChg>
      <pc:sldChg chg="modSp add del mod">
        <pc:chgData name="Enrique Villegas Valerio" userId="8ada793c76dcd6b1" providerId="LiveId" clId="{CDC2C08B-765D-41C0-A2C7-AC4B25AAD00D}" dt="2024-04-21T12:02:06.648" v="1647" actId="47"/>
        <pc:sldMkLst>
          <pc:docMk/>
          <pc:sldMk cId="1587180771" sldId="680"/>
        </pc:sldMkLst>
        <pc:spChg chg="mod">
          <ac:chgData name="Enrique Villegas Valerio" userId="8ada793c76dcd6b1" providerId="LiveId" clId="{CDC2C08B-765D-41C0-A2C7-AC4B25AAD00D}" dt="2024-04-07T15:11:33.172" v="1071" actId="20577"/>
          <ac:spMkLst>
            <pc:docMk/>
            <pc:sldMk cId="1587180771" sldId="680"/>
            <ac:spMk id="2" creationId="{F9514DA0-BE75-5888-FE06-2837D81A98C5}"/>
          </ac:spMkLst>
        </pc:spChg>
        <pc:spChg chg="mod">
          <ac:chgData name="Enrique Villegas Valerio" userId="8ada793c76dcd6b1" providerId="LiveId" clId="{CDC2C08B-765D-41C0-A2C7-AC4B25AAD00D}" dt="2024-04-07T15:10:33.100" v="1046" actId="20577"/>
          <ac:spMkLst>
            <pc:docMk/>
            <pc:sldMk cId="1587180771" sldId="680"/>
            <ac:spMk id="3" creationId="{7C68BD49-EB98-945B-E1DB-FD4A8FC66606}"/>
          </ac:spMkLst>
        </pc:spChg>
      </pc:sldChg>
      <pc:sldChg chg="modSp add del mod">
        <pc:chgData name="Enrique Villegas Valerio" userId="8ada793c76dcd6b1" providerId="LiveId" clId="{CDC2C08B-765D-41C0-A2C7-AC4B25AAD00D}" dt="2024-04-21T12:02:06.648" v="1647" actId="47"/>
        <pc:sldMkLst>
          <pc:docMk/>
          <pc:sldMk cId="2650733549" sldId="681"/>
        </pc:sldMkLst>
        <pc:spChg chg="mod">
          <ac:chgData name="Enrique Villegas Valerio" userId="8ada793c76dcd6b1" providerId="LiveId" clId="{CDC2C08B-765D-41C0-A2C7-AC4B25AAD00D}" dt="2024-04-07T15:11:41.615" v="1074" actId="20577"/>
          <ac:spMkLst>
            <pc:docMk/>
            <pc:sldMk cId="2650733549" sldId="681"/>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2260251805" sldId="682"/>
        </pc:sldMkLst>
        <pc:spChg chg="mod">
          <ac:chgData name="Enrique Villegas Valerio" userId="8ada793c76dcd6b1" providerId="LiveId" clId="{CDC2C08B-765D-41C0-A2C7-AC4B25AAD00D}" dt="2024-04-07T15:11:47.847" v="1077" actId="20577"/>
          <ac:spMkLst>
            <pc:docMk/>
            <pc:sldMk cId="2260251805" sldId="682"/>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2214204123" sldId="683"/>
        </pc:sldMkLst>
        <pc:spChg chg="mod">
          <ac:chgData name="Enrique Villegas Valerio" userId="8ada793c76dcd6b1" providerId="LiveId" clId="{CDC2C08B-765D-41C0-A2C7-AC4B25AAD00D}" dt="2024-04-07T15:11:53.592" v="1080" actId="20577"/>
          <ac:spMkLst>
            <pc:docMk/>
            <pc:sldMk cId="2214204123" sldId="683"/>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2425344730" sldId="684"/>
        </pc:sldMkLst>
        <pc:spChg chg="mod">
          <ac:chgData name="Enrique Villegas Valerio" userId="8ada793c76dcd6b1" providerId="LiveId" clId="{CDC2C08B-765D-41C0-A2C7-AC4B25AAD00D}" dt="2024-04-07T15:12:00.205" v="1083" actId="20577"/>
          <ac:spMkLst>
            <pc:docMk/>
            <pc:sldMk cId="2425344730" sldId="684"/>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1139487378" sldId="685"/>
        </pc:sldMkLst>
        <pc:spChg chg="mod">
          <ac:chgData name="Enrique Villegas Valerio" userId="8ada793c76dcd6b1" providerId="LiveId" clId="{CDC2C08B-765D-41C0-A2C7-AC4B25AAD00D}" dt="2024-04-07T15:12:06.943" v="1086" actId="20577"/>
          <ac:spMkLst>
            <pc:docMk/>
            <pc:sldMk cId="1139487378" sldId="685"/>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3141107797" sldId="686"/>
        </pc:sldMkLst>
        <pc:spChg chg="mod">
          <ac:chgData name="Enrique Villegas Valerio" userId="8ada793c76dcd6b1" providerId="LiveId" clId="{CDC2C08B-765D-41C0-A2C7-AC4B25AAD00D}" dt="2024-04-07T15:12:12.578" v="1089" actId="20577"/>
          <ac:spMkLst>
            <pc:docMk/>
            <pc:sldMk cId="3141107797" sldId="686"/>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484316165" sldId="687"/>
        </pc:sldMkLst>
        <pc:spChg chg="mod">
          <ac:chgData name="Enrique Villegas Valerio" userId="8ada793c76dcd6b1" providerId="LiveId" clId="{CDC2C08B-765D-41C0-A2C7-AC4B25AAD00D}" dt="2024-04-07T15:12:18.873" v="1092" actId="20577"/>
          <ac:spMkLst>
            <pc:docMk/>
            <pc:sldMk cId="484316165" sldId="687"/>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1432785095" sldId="688"/>
        </pc:sldMkLst>
        <pc:spChg chg="mod">
          <ac:chgData name="Enrique Villegas Valerio" userId="8ada793c76dcd6b1" providerId="LiveId" clId="{CDC2C08B-765D-41C0-A2C7-AC4B25AAD00D}" dt="2024-04-07T15:12:34.507" v="1096" actId="255"/>
          <ac:spMkLst>
            <pc:docMk/>
            <pc:sldMk cId="1432785095" sldId="688"/>
            <ac:spMk id="2" creationId="{F9514DA0-BE75-5888-FE06-2837D81A98C5}"/>
          </ac:spMkLst>
        </pc:spChg>
      </pc:sldChg>
      <pc:sldChg chg="add del">
        <pc:chgData name="Enrique Villegas Valerio" userId="8ada793c76dcd6b1" providerId="LiveId" clId="{CDC2C08B-765D-41C0-A2C7-AC4B25AAD00D}" dt="2024-04-21T12:02:06.648" v="1647" actId="47"/>
        <pc:sldMkLst>
          <pc:docMk/>
          <pc:sldMk cId="194887151" sldId="689"/>
        </pc:sldMkLst>
      </pc:sldChg>
      <pc:sldChg chg="modSp add del mod">
        <pc:chgData name="Enrique Villegas Valerio" userId="8ada793c76dcd6b1" providerId="LiveId" clId="{CDC2C08B-765D-41C0-A2C7-AC4B25AAD00D}" dt="2024-04-21T12:02:06.648" v="1647" actId="47"/>
        <pc:sldMkLst>
          <pc:docMk/>
          <pc:sldMk cId="3360183814" sldId="690"/>
        </pc:sldMkLst>
        <pc:spChg chg="mod">
          <ac:chgData name="Enrique Villegas Valerio" userId="8ada793c76dcd6b1" providerId="LiveId" clId="{CDC2C08B-765D-41C0-A2C7-AC4B25AAD00D}" dt="2024-04-07T16:11:07.044" v="1099"/>
          <ac:spMkLst>
            <pc:docMk/>
            <pc:sldMk cId="3360183814" sldId="690"/>
            <ac:spMk id="2" creationId="{F9514DA0-BE75-5888-FE06-2837D81A98C5}"/>
          </ac:spMkLst>
        </pc:spChg>
        <pc:spChg chg="mod">
          <ac:chgData name="Enrique Villegas Valerio" userId="8ada793c76dcd6b1" providerId="LiveId" clId="{CDC2C08B-765D-41C0-A2C7-AC4B25AAD00D}" dt="2024-04-07T16:11:15.898" v="1116" actId="20577"/>
          <ac:spMkLst>
            <pc:docMk/>
            <pc:sldMk cId="3360183814" sldId="690"/>
            <ac:spMk id="3" creationId="{7C68BD49-EB98-945B-E1DB-FD4A8FC66606}"/>
          </ac:spMkLst>
        </pc:spChg>
      </pc:sldChg>
      <pc:sldChg chg="modSp add del mod">
        <pc:chgData name="Enrique Villegas Valerio" userId="8ada793c76dcd6b1" providerId="LiveId" clId="{CDC2C08B-765D-41C0-A2C7-AC4B25AAD00D}" dt="2024-04-21T12:02:06.648" v="1647" actId="47"/>
        <pc:sldMkLst>
          <pc:docMk/>
          <pc:sldMk cId="864455291" sldId="691"/>
        </pc:sldMkLst>
        <pc:spChg chg="mod">
          <ac:chgData name="Enrique Villegas Valerio" userId="8ada793c76dcd6b1" providerId="LiveId" clId="{CDC2C08B-765D-41C0-A2C7-AC4B25AAD00D}" dt="2024-04-07T16:13:44.365" v="1143" actId="21"/>
          <ac:spMkLst>
            <pc:docMk/>
            <pc:sldMk cId="864455291" sldId="691"/>
            <ac:spMk id="2" creationId="{F9514DA0-BE75-5888-FE06-2837D81A98C5}"/>
          </ac:spMkLst>
        </pc:spChg>
        <pc:spChg chg="mod">
          <ac:chgData name="Enrique Villegas Valerio" userId="8ada793c76dcd6b1" providerId="LiveId" clId="{CDC2C08B-765D-41C0-A2C7-AC4B25AAD00D}" dt="2024-04-07T16:13:24.911" v="1135" actId="20577"/>
          <ac:spMkLst>
            <pc:docMk/>
            <pc:sldMk cId="864455291" sldId="691"/>
            <ac:spMk id="3" creationId="{7C68BD49-EB98-945B-E1DB-FD4A8FC66606}"/>
          </ac:spMkLst>
        </pc:spChg>
      </pc:sldChg>
      <pc:sldChg chg="modSp add del mod">
        <pc:chgData name="Enrique Villegas Valerio" userId="8ada793c76dcd6b1" providerId="LiveId" clId="{CDC2C08B-765D-41C0-A2C7-AC4B25AAD00D}" dt="2024-04-21T12:02:06.648" v="1647" actId="47"/>
        <pc:sldMkLst>
          <pc:docMk/>
          <pc:sldMk cId="1922617798" sldId="692"/>
        </pc:sldMkLst>
        <pc:spChg chg="mod">
          <ac:chgData name="Enrique Villegas Valerio" userId="8ada793c76dcd6b1" providerId="LiveId" clId="{CDC2C08B-765D-41C0-A2C7-AC4B25AAD00D}" dt="2024-04-07T16:13:59.333" v="1145" actId="21"/>
          <ac:spMkLst>
            <pc:docMk/>
            <pc:sldMk cId="1922617798" sldId="692"/>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3204150675" sldId="693"/>
        </pc:sldMkLst>
        <pc:spChg chg="mod">
          <ac:chgData name="Enrique Villegas Valerio" userId="8ada793c76dcd6b1" providerId="LiveId" clId="{CDC2C08B-765D-41C0-A2C7-AC4B25AAD00D}" dt="2024-04-07T16:14:05.829" v="1147" actId="21"/>
          <ac:spMkLst>
            <pc:docMk/>
            <pc:sldMk cId="3204150675" sldId="693"/>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1915793057" sldId="694"/>
        </pc:sldMkLst>
        <pc:spChg chg="mod">
          <ac:chgData name="Enrique Villegas Valerio" userId="8ada793c76dcd6b1" providerId="LiveId" clId="{CDC2C08B-765D-41C0-A2C7-AC4B25AAD00D}" dt="2024-04-07T16:14:07.880" v="1148"/>
          <ac:spMkLst>
            <pc:docMk/>
            <pc:sldMk cId="1915793057" sldId="694"/>
            <ac:spMk id="2" creationId="{F9514DA0-BE75-5888-FE06-2837D81A98C5}"/>
          </ac:spMkLst>
        </pc:spChg>
      </pc:sldChg>
      <pc:sldChg chg="add del">
        <pc:chgData name="Enrique Villegas Valerio" userId="8ada793c76dcd6b1" providerId="LiveId" clId="{CDC2C08B-765D-41C0-A2C7-AC4B25AAD00D}" dt="2024-04-07T16:14:10.353" v="1149" actId="47"/>
        <pc:sldMkLst>
          <pc:docMk/>
          <pc:sldMk cId="285102020" sldId="695"/>
        </pc:sldMkLst>
      </pc:sldChg>
      <pc:sldChg chg="modSp add del mod">
        <pc:chgData name="Enrique Villegas Valerio" userId="8ada793c76dcd6b1" providerId="LiveId" clId="{CDC2C08B-765D-41C0-A2C7-AC4B25AAD00D}" dt="2024-04-21T13:40:16.303" v="2051" actId="47"/>
        <pc:sldMkLst>
          <pc:docMk/>
          <pc:sldMk cId="3123575682" sldId="695"/>
        </pc:sldMkLst>
        <pc:spChg chg="mod">
          <ac:chgData name="Enrique Villegas Valerio" userId="8ada793c76dcd6b1" providerId="LiveId" clId="{CDC2C08B-765D-41C0-A2C7-AC4B25AAD00D}" dt="2024-04-21T12:01:31.850" v="1642" actId="207"/>
          <ac:spMkLst>
            <pc:docMk/>
            <pc:sldMk cId="3123575682" sldId="695"/>
            <ac:spMk id="3" creationId="{CA07F423-46C6-CDD8-E4AD-233D53E2809D}"/>
          </ac:spMkLst>
        </pc:spChg>
        <pc:spChg chg="mod">
          <ac:chgData name="Enrique Villegas Valerio" userId="8ada793c76dcd6b1" providerId="LiveId" clId="{CDC2C08B-765D-41C0-A2C7-AC4B25AAD00D}" dt="2024-04-21T12:03:35.622" v="1683" actId="20577"/>
          <ac:spMkLst>
            <pc:docMk/>
            <pc:sldMk cId="3123575682" sldId="695"/>
            <ac:spMk id="4" creationId="{64DD97DD-43D3-F5D3-B4EE-BD7F9628B26B}"/>
          </ac:spMkLst>
        </pc:spChg>
      </pc:sldChg>
      <pc:sldChg chg="new del">
        <pc:chgData name="Enrique Villegas Valerio" userId="8ada793c76dcd6b1" providerId="LiveId" clId="{CDC2C08B-765D-41C0-A2C7-AC4B25AAD00D}" dt="2024-04-21T11:41:33.138" v="1157" actId="680"/>
        <pc:sldMkLst>
          <pc:docMk/>
          <pc:sldMk cId="3468981113" sldId="695"/>
        </pc:sldMkLst>
      </pc:sldChg>
      <pc:sldChg chg="add del">
        <pc:chgData name="Enrique Villegas Valerio" userId="8ada793c76dcd6b1" providerId="LiveId" clId="{CDC2C08B-765D-41C0-A2C7-AC4B25AAD00D}" dt="2024-04-07T16:14:14.461" v="1150" actId="47"/>
        <pc:sldMkLst>
          <pc:docMk/>
          <pc:sldMk cId="1836793294" sldId="696"/>
        </pc:sldMkLst>
      </pc:sldChg>
      <pc:sldChg chg="addSp delSp modSp new mod">
        <pc:chgData name="Enrique Villegas Valerio" userId="8ada793c76dcd6b1" providerId="LiveId" clId="{CDC2C08B-765D-41C0-A2C7-AC4B25AAD00D}" dt="2024-04-21T11:52:54.138" v="1451" actId="1036"/>
        <pc:sldMkLst>
          <pc:docMk/>
          <pc:sldMk cId="3493310682" sldId="696"/>
        </pc:sldMkLst>
        <pc:spChg chg="add mod">
          <ac:chgData name="Enrique Villegas Valerio" userId="8ada793c76dcd6b1" providerId="LiveId" clId="{CDC2C08B-765D-41C0-A2C7-AC4B25AAD00D}" dt="2024-04-21T11:52:44.180" v="1444" actId="404"/>
          <ac:spMkLst>
            <pc:docMk/>
            <pc:sldMk cId="3493310682" sldId="696"/>
            <ac:spMk id="4" creationId="{0BC2F95A-B101-BD4F-1F9A-CE7CEA5A0BD8}"/>
          </ac:spMkLst>
        </pc:spChg>
        <pc:spChg chg="add mod ord">
          <ac:chgData name="Enrique Villegas Valerio" userId="8ada793c76dcd6b1" providerId="LiveId" clId="{CDC2C08B-765D-41C0-A2C7-AC4B25AAD00D}" dt="2024-04-21T11:52:35.902" v="1441" actId="14100"/>
          <ac:spMkLst>
            <pc:docMk/>
            <pc:sldMk cId="3493310682" sldId="696"/>
            <ac:spMk id="5" creationId="{5857E7BB-BD8C-1C22-6F94-5A3271E1384D}"/>
          </ac:spMkLst>
        </pc:spChg>
        <pc:spChg chg="add mod">
          <ac:chgData name="Enrique Villegas Valerio" userId="8ada793c76dcd6b1" providerId="LiveId" clId="{CDC2C08B-765D-41C0-A2C7-AC4B25AAD00D}" dt="2024-04-21T11:52:54.138" v="1451" actId="1036"/>
          <ac:spMkLst>
            <pc:docMk/>
            <pc:sldMk cId="3493310682" sldId="696"/>
            <ac:spMk id="6" creationId="{10809FDB-AC2C-DBA5-7B50-F0D0A60EB007}"/>
          </ac:spMkLst>
        </pc:spChg>
        <pc:picChg chg="add del mod modCrop">
          <ac:chgData name="Enrique Villegas Valerio" userId="8ada793c76dcd6b1" providerId="LiveId" clId="{CDC2C08B-765D-41C0-A2C7-AC4B25AAD00D}" dt="2024-04-21T11:51:34.350" v="1406" actId="732"/>
          <ac:picMkLst>
            <pc:docMk/>
            <pc:sldMk cId="3493310682" sldId="696"/>
            <ac:picMk id="3" creationId="{F8EBD500-7E4D-E3A0-BAC0-70D13E60BE48}"/>
          </ac:picMkLst>
        </pc:picChg>
      </pc:sldChg>
      <pc:sldChg chg="addSp modSp new mod ord setBg">
        <pc:chgData name="Enrique Villegas Valerio" userId="8ada793c76dcd6b1" providerId="LiveId" clId="{CDC2C08B-765D-41C0-A2C7-AC4B25AAD00D}" dt="2024-04-21T11:55:32.588" v="1474"/>
        <pc:sldMkLst>
          <pc:docMk/>
          <pc:sldMk cId="1624671987" sldId="697"/>
        </pc:sldMkLst>
        <pc:spChg chg="add">
          <ac:chgData name="Enrique Villegas Valerio" userId="8ada793c76dcd6b1" providerId="LiveId" clId="{CDC2C08B-765D-41C0-A2C7-AC4B25AAD00D}" dt="2024-04-21T11:54:32.081" v="1454" actId="26606"/>
          <ac:spMkLst>
            <pc:docMk/>
            <pc:sldMk cId="1624671987" sldId="697"/>
            <ac:spMk id="1031" creationId="{32BC26D8-82FB-445E-AA49-62A77D7C1EE0}"/>
          </ac:spMkLst>
        </pc:spChg>
        <pc:spChg chg="add">
          <ac:chgData name="Enrique Villegas Valerio" userId="8ada793c76dcd6b1" providerId="LiveId" clId="{CDC2C08B-765D-41C0-A2C7-AC4B25AAD00D}" dt="2024-04-21T11:54:32.081" v="1454" actId="26606"/>
          <ac:spMkLst>
            <pc:docMk/>
            <pc:sldMk cId="1624671987" sldId="697"/>
            <ac:spMk id="1033" creationId="{CB44330D-EA18-4254-AA95-EB49948539B8}"/>
          </ac:spMkLst>
        </pc:spChg>
        <pc:picChg chg="add mod">
          <ac:chgData name="Enrique Villegas Valerio" userId="8ada793c76dcd6b1" providerId="LiveId" clId="{CDC2C08B-765D-41C0-A2C7-AC4B25AAD00D}" dt="2024-04-21T11:55:00.145" v="1457" actId="27614"/>
          <ac:picMkLst>
            <pc:docMk/>
            <pc:sldMk cId="1624671987" sldId="697"/>
            <ac:picMk id="1026" creationId="{14452B05-4D2A-096E-5D37-DE2A37DE50DD}"/>
          </ac:picMkLst>
        </pc:picChg>
      </pc:sldChg>
      <pc:sldChg chg="add del">
        <pc:chgData name="Enrique Villegas Valerio" userId="8ada793c76dcd6b1" providerId="LiveId" clId="{CDC2C08B-765D-41C0-A2C7-AC4B25AAD00D}" dt="2024-04-07T16:14:15.492" v="1151" actId="47"/>
        <pc:sldMkLst>
          <pc:docMk/>
          <pc:sldMk cId="1922460567" sldId="697"/>
        </pc:sldMkLst>
      </pc:sldChg>
      <pc:sldChg chg="addSp delSp modSp add mod ord">
        <pc:chgData name="Enrique Villegas Valerio" userId="8ada793c76dcd6b1" providerId="LiveId" clId="{CDC2C08B-765D-41C0-A2C7-AC4B25AAD00D}" dt="2024-04-21T11:58:32.314" v="1525" actId="207"/>
        <pc:sldMkLst>
          <pc:docMk/>
          <pc:sldMk cId="3807254055" sldId="698"/>
        </pc:sldMkLst>
        <pc:spChg chg="del mod">
          <ac:chgData name="Enrique Villegas Valerio" userId="8ada793c76dcd6b1" providerId="LiveId" clId="{CDC2C08B-765D-41C0-A2C7-AC4B25AAD00D}" dt="2024-04-21T11:57:22.254" v="1510" actId="478"/>
          <ac:spMkLst>
            <pc:docMk/>
            <pc:sldMk cId="3807254055" sldId="698"/>
            <ac:spMk id="2" creationId="{B0D08076-5D69-7E8E-18D5-536187914F89}"/>
          </ac:spMkLst>
        </pc:spChg>
        <pc:spChg chg="mod">
          <ac:chgData name="Enrique Villegas Valerio" userId="8ada793c76dcd6b1" providerId="LiveId" clId="{CDC2C08B-765D-41C0-A2C7-AC4B25AAD00D}" dt="2024-04-21T11:58:32.314" v="1525" actId="207"/>
          <ac:spMkLst>
            <pc:docMk/>
            <pc:sldMk cId="3807254055" sldId="698"/>
            <ac:spMk id="3" creationId="{F83FCBC4-22A5-47A6-4825-B2DAAEE92F0C}"/>
          </ac:spMkLst>
        </pc:spChg>
        <pc:spChg chg="add del mod">
          <ac:chgData name="Enrique Villegas Valerio" userId="8ada793c76dcd6b1" providerId="LiveId" clId="{CDC2C08B-765D-41C0-A2C7-AC4B25AAD00D}" dt="2024-04-21T11:57:24.738" v="1511" actId="478"/>
          <ac:spMkLst>
            <pc:docMk/>
            <pc:sldMk cId="3807254055" sldId="698"/>
            <ac:spMk id="5" creationId="{F810AA2C-86A7-7D25-FF94-6995C104CB1C}"/>
          </ac:spMkLst>
        </pc:spChg>
      </pc:sldChg>
      <pc:sldChg chg="modSp add mod">
        <pc:chgData name="Enrique Villegas Valerio" userId="8ada793c76dcd6b1" providerId="LiveId" clId="{CDC2C08B-765D-41C0-A2C7-AC4B25AAD00D}" dt="2024-04-21T11:58:37.694" v="1526" actId="207"/>
        <pc:sldMkLst>
          <pc:docMk/>
          <pc:sldMk cId="11573337" sldId="699"/>
        </pc:sldMkLst>
        <pc:spChg chg="mod">
          <ac:chgData name="Enrique Villegas Valerio" userId="8ada793c76dcd6b1" providerId="LiveId" clId="{CDC2C08B-765D-41C0-A2C7-AC4B25AAD00D}" dt="2024-04-21T11:58:37.694" v="1526" actId="207"/>
          <ac:spMkLst>
            <pc:docMk/>
            <pc:sldMk cId="11573337" sldId="699"/>
            <ac:spMk id="3" creationId="{F83FCBC4-22A5-47A6-4825-B2DAAEE92F0C}"/>
          </ac:spMkLst>
        </pc:spChg>
      </pc:sldChg>
      <pc:sldChg chg="add del">
        <pc:chgData name="Enrique Villegas Valerio" userId="8ada793c76dcd6b1" providerId="LiveId" clId="{CDC2C08B-765D-41C0-A2C7-AC4B25AAD00D}" dt="2024-04-21T11:55:55.831" v="1477"/>
        <pc:sldMkLst>
          <pc:docMk/>
          <pc:sldMk cId="190088126" sldId="699"/>
        </pc:sldMkLst>
      </pc:sldChg>
      <pc:sldChg chg="add del">
        <pc:chgData name="Enrique Villegas Valerio" userId="8ada793c76dcd6b1" providerId="LiveId" clId="{CDC2C08B-765D-41C0-A2C7-AC4B25AAD00D}" dt="2024-04-21T11:57:51.131" v="1519"/>
        <pc:sldMkLst>
          <pc:docMk/>
          <pc:sldMk cId="653889853" sldId="699"/>
        </pc:sldMkLst>
      </pc:sldChg>
      <pc:sldChg chg="add del">
        <pc:chgData name="Enrique Villegas Valerio" userId="8ada793c76dcd6b1" providerId="LiveId" clId="{CDC2C08B-765D-41C0-A2C7-AC4B25AAD00D}" dt="2024-04-21T11:56:55.008" v="1499"/>
        <pc:sldMkLst>
          <pc:docMk/>
          <pc:sldMk cId="2293296899" sldId="699"/>
        </pc:sldMkLst>
      </pc:sldChg>
      <pc:sldChg chg="add">
        <pc:chgData name="Enrique Villegas Valerio" userId="8ada793c76dcd6b1" providerId="LiveId" clId="{CDC2C08B-765D-41C0-A2C7-AC4B25AAD00D}" dt="2024-04-21T11:58:18.116" v="1524"/>
        <pc:sldMkLst>
          <pc:docMk/>
          <pc:sldMk cId="207412264" sldId="700"/>
        </pc:sldMkLst>
      </pc:sldChg>
      <pc:sldChg chg="add del">
        <pc:chgData name="Enrique Villegas Valerio" userId="8ada793c76dcd6b1" providerId="LiveId" clId="{CDC2C08B-765D-41C0-A2C7-AC4B25AAD00D}" dt="2024-04-21T11:57:50.866" v="1518"/>
        <pc:sldMkLst>
          <pc:docMk/>
          <pc:sldMk cId="617658056" sldId="700"/>
        </pc:sldMkLst>
      </pc:sldChg>
      <pc:sldChg chg="delSp add setBg delDesignElem">
        <pc:chgData name="Enrique Villegas Valerio" userId="8ada793c76dcd6b1" providerId="LiveId" clId="{CDC2C08B-765D-41C0-A2C7-AC4B25AAD00D}" dt="2024-04-21T12:01:53.846" v="1646"/>
        <pc:sldMkLst>
          <pc:docMk/>
          <pc:sldMk cId="1152918895" sldId="701"/>
        </pc:sldMkLst>
        <pc:spChg chg="del">
          <ac:chgData name="Enrique Villegas Valerio" userId="8ada793c76dcd6b1" providerId="LiveId" clId="{CDC2C08B-765D-41C0-A2C7-AC4B25AAD00D}" dt="2024-04-21T12:01:53.846" v="1646"/>
          <ac:spMkLst>
            <pc:docMk/>
            <pc:sldMk cId="1152918895" sldId="701"/>
            <ac:spMk id="1031" creationId="{32BC26D8-82FB-445E-AA49-62A77D7C1EE0}"/>
          </ac:spMkLst>
        </pc:spChg>
        <pc:spChg chg="del">
          <ac:chgData name="Enrique Villegas Valerio" userId="8ada793c76dcd6b1" providerId="LiveId" clId="{CDC2C08B-765D-41C0-A2C7-AC4B25AAD00D}" dt="2024-04-21T12:01:53.846" v="1646"/>
          <ac:spMkLst>
            <pc:docMk/>
            <pc:sldMk cId="1152918895" sldId="701"/>
            <ac:spMk id="1033" creationId="{CB44330D-EA18-4254-AA95-EB49948539B8}"/>
          </ac:spMkLst>
        </pc:spChg>
      </pc:sldChg>
      <pc:sldChg chg="modSp add mod">
        <pc:chgData name="Enrique Villegas Valerio" userId="8ada793c76dcd6b1" providerId="LiveId" clId="{CDC2C08B-765D-41C0-A2C7-AC4B25AAD00D}" dt="2024-04-21T12:18:12.968" v="1765" actId="21"/>
        <pc:sldMkLst>
          <pc:docMk/>
          <pc:sldMk cId="635178873" sldId="702"/>
        </pc:sldMkLst>
        <pc:spChg chg="mod">
          <ac:chgData name="Enrique Villegas Valerio" userId="8ada793c76dcd6b1" providerId="LiveId" clId="{CDC2C08B-765D-41C0-A2C7-AC4B25AAD00D}" dt="2024-04-21T12:18:12.968" v="1765" actId="21"/>
          <ac:spMkLst>
            <pc:docMk/>
            <pc:sldMk cId="635178873" sldId="702"/>
            <ac:spMk id="2" creationId="{F9514DA0-BE75-5888-FE06-2837D81A98C5}"/>
          </ac:spMkLst>
        </pc:spChg>
      </pc:sldChg>
      <pc:sldChg chg="modSp add mod">
        <pc:chgData name="Enrique Villegas Valerio" userId="8ada793c76dcd6b1" providerId="LiveId" clId="{CDC2C08B-765D-41C0-A2C7-AC4B25AAD00D}" dt="2024-04-21T12:18:17.041" v="1766"/>
        <pc:sldMkLst>
          <pc:docMk/>
          <pc:sldMk cId="1905916967" sldId="703"/>
        </pc:sldMkLst>
        <pc:spChg chg="mod">
          <ac:chgData name="Enrique Villegas Valerio" userId="8ada793c76dcd6b1" providerId="LiveId" clId="{CDC2C08B-765D-41C0-A2C7-AC4B25AAD00D}" dt="2024-04-21T12:18:17.041" v="1766"/>
          <ac:spMkLst>
            <pc:docMk/>
            <pc:sldMk cId="1905916967" sldId="703"/>
            <ac:spMk id="2" creationId="{F9514DA0-BE75-5888-FE06-2837D81A98C5}"/>
          </ac:spMkLst>
        </pc:spChg>
      </pc:sldChg>
      <pc:sldChg chg="modSp add mod">
        <pc:chgData name="Enrique Villegas Valerio" userId="8ada793c76dcd6b1" providerId="LiveId" clId="{CDC2C08B-765D-41C0-A2C7-AC4B25AAD00D}" dt="2024-04-21T12:05:26.126" v="1710" actId="21"/>
        <pc:sldMkLst>
          <pc:docMk/>
          <pc:sldMk cId="2823826177" sldId="704"/>
        </pc:sldMkLst>
        <pc:spChg chg="mod">
          <ac:chgData name="Enrique Villegas Valerio" userId="8ada793c76dcd6b1" providerId="LiveId" clId="{CDC2C08B-765D-41C0-A2C7-AC4B25AAD00D}" dt="2024-04-21T12:05:26.126" v="1710" actId="21"/>
          <ac:spMkLst>
            <pc:docMk/>
            <pc:sldMk cId="2823826177" sldId="704"/>
            <ac:spMk id="2" creationId="{F9514DA0-BE75-5888-FE06-2837D81A98C5}"/>
          </ac:spMkLst>
        </pc:spChg>
      </pc:sldChg>
      <pc:sldChg chg="modSp add mod">
        <pc:chgData name="Enrique Villegas Valerio" userId="8ada793c76dcd6b1" providerId="LiveId" clId="{CDC2C08B-765D-41C0-A2C7-AC4B25AAD00D}" dt="2024-04-21T12:05:42.286" v="1714" actId="404"/>
        <pc:sldMkLst>
          <pc:docMk/>
          <pc:sldMk cId="1187357223" sldId="705"/>
        </pc:sldMkLst>
        <pc:spChg chg="mod">
          <ac:chgData name="Enrique Villegas Valerio" userId="8ada793c76dcd6b1" providerId="LiveId" clId="{CDC2C08B-765D-41C0-A2C7-AC4B25AAD00D}" dt="2024-04-21T12:05:42.286" v="1714" actId="404"/>
          <ac:spMkLst>
            <pc:docMk/>
            <pc:sldMk cId="1187357223" sldId="705"/>
            <ac:spMk id="2" creationId="{F9514DA0-BE75-5888-FE06-2837D81A98C5}"/>
          </ac:spMkLst>
        </pc:spChg>
      </pc:sldChg>
      <pc:sldChg chg="modSp add mod ord">
        <pc:chgData name="Enrique Villegas Valerio" userId="8ada793c76dcd6b1" providerId="LiveId" clId="{CDC2C08B-765D-41C0-A2C7-AC4B25AAD00D}" dt="2024-04-21T13:23:09.309" v="1898"/>
        <pc:sldMkLst>
          <pc:docMk/>
          <pc:sldMk cId="881579910" sldId="706"/>
        </pc:sldMkLst>
        <pc:spChg chg="mod">
          <ac:chgData name="Enrique Villegas Valerio" userId="8ada793c76dcd6b1" providerId="LiveId" clId="{CDC2C08B-765D-41C0-A2C7-AC4B25AAD00D}" dt="2024-04-21T12:06:01.340" v="1723" actId="20577"/>
          <ac:spMkLst>
            <pc:docMk/>
            <pc:sldMk cId="881579910" sldId="706"/>
            <ac:spMk id="2" creationId="{F9514DA0-BE75-5888-FE06-2837D81A98C5}"/>
          </ac:spMkLst>
        </pc:spChg>
      </pc:sldChg>
      <pc:sldChg chg="modSp add mod">
        <pc:chgData name="Enrique Villegas Valerio" userId="8ada793c76dcd6b1" providerId="LiveId" clId="{CDC2C08B-765D-41C0-A2C7-AC4B25AAD00D}" dt="2024-04-21T12:06:08.291" v="1726" actId="20577"/>
        <pc:sldMkLst>
          <pc:docMk/>
          <pc:sldMk cId="969524156" sldId="707"/>
        </pc:sldMkLst>
        <pc:spChg chg="mod">
          <ac:chgData name="Enrique Villegas Valerio" userId="8ada793c76dcd6b1" providerId="LiveId" clId="{CDC2C08B-765D-41C0-A2C7-AC4B25AAD00D}" dt="2024-04-21T12:06:08.291" v="1726" actId="20577"/>
          <ac:spMkLst>
            <pc:docMk/>
            <pc:sldMk cId="969524156" sldId="707"/>
            <ac:spMk id="2" creationId="{F9514DA0-BE75-5888-FE06-2837D81A98C5}"/>
          </ac:spMkLst>
        </pc:spChg>
      </pc:sldChg>
      <pc:sldChg chg="modSp add mod">
        <pc:chgData name="Enrique Villegas Valerio" userId="8ada793c76dcd6b1" providerId="LiveId" clId="{CDC2C08B-765D-41C0-A2C7-AC4B25AAD00D}" dt="2024-04-21T12:06:15.574" v="1729" actId="20577"/>
        <pc:sldMkLst>
          <pc:docMk/>
          <pc:sldMk cId="2069940102" sldId="708"/>
        </pc:sldMkLst>
        <pc:spChg chg="mod">
          <ac:chgData name="Enrique Villegas Valerio" userId="8ada793c76dcd6b1" providerId="LiveId" clId="{CDC2C08B-765D-41C0-A2C7-AC4B25AAD00D}" dt="2024-04-21T12:06:15.574" v="1729" actId="20577"/>
          <ac:spMkLst>
            <pc:docMk/>
            <pc:sldMk cId="2069940102" sldId="708"/>
            <ac:spMk id="2" creationId="{F9514DA0-BE75-5888-FE06-2837D81A98C5}"/>
          </ac:spMkLst>
        </pc:spChg>
      </pc:sldChg>
      <pc:sldChg chg="modSp add mod">
        <pc:chgData name="Enrique Villegas Valerio" userId="8ada793c76dcd6b1" providerId="LiveId" clId="{CDC2C08B-765D-41C0-A2C7-AC4B25AAD00D}" dt="2024-04-21T12:06:24.890" v="1731" actId="255"/>
        <pc:sldMkLst>
          <pc:docMk/>
          <pc:sldMk cId="1778528371" sldId="709"/>
        </pc:sldMkLst>
        <pc:spChg chg="mod">
          <ac:chgData name="Enrique Villegas Valerio" userId="8ada793c76dcd6b1" providerId="LiveId" clId="{CDC2C08B-765D-41C0-A2C7-AC4B25AAD00D}" dt="2024-04-21T12:06:24.890" v="1731" actId="255"/>
          <ac:spMkLst>
            <pc:docMk/>
            <pc:sldMk cId="1778528371" sldId="709"/>
            <ac:spMk id="2" creationId="{F9514DA0-BE75-5888-FE06-2837D81A98C5}"/>
          </ac:spMkLst>
        </pc:spChg>
      </pc:sldChg>
      <pc:sldChg chg="addSp delSp modSp new mod setBg modClrScheme chgLayout">
        <pc:chgData name="Enrique Villegas Valerio" userId="8ada793c76dcd6b1" providerId="LiveId" clId="{CDC2C08B-765D-41C0-A2C7-AC4B25AAD00D}" dt="2024-04-21T12:06:55.262" v="1740" actId="26606"/>
        <pc:sldMkLst>
          <pc:docMk/>
          <pc:sldMk cId="461501848" sldId="710"/>
        </pc:sldMkLst>
        <pc:spChg chg="del">
          <ac:chgData name="Enrique Villegas Valerio" userId="8ada793c76dcd6b1" providerId="LiveId" clId="{CDC2C08B-765D-41C0-A2C7-AC4B25AAD00D}" dt="2024-04-21T12:06:44.525" v="1734" actId="700"/>
          <ac:spMkLst>
            <pc:docMk/>
            <pc:sldMk cId="461501848" sldId="710"/>
            <ac:spMk id="2" creationId="{62DDFF34-462E-F3AA-D4F7-C4495ABAC035}"/>
          </ac:spMkLst>
        </pc:spChg>
        <pc:spChg chg="del">
          <ac:chgData name="Enrique Villegas Valerio" userId="8ada793c76dcd6b1" providerId="LiveId" clId="{CDC2C08B-765D-41C0-A2C7-AC4B25AAD00D}" dt="2024-04-21T12:06:44.525" v="1734" actId="700"/>
          <ac:spMkLst>
            <pc:docMk/>
            <pc:sldMk cId="461501848" sldId="710"/>
            <ac:spMk id="3" creationId="{AEDAB11D-E123-BF4B-1F82-FE3E31A953B7}"/>
          </ac:spMkLst>
        </pc:spChg>
        <pc:spChg chg="add del">
          <ac:chgData name="Enrique Villegas Valerio" userId="8ada793c76dcd6b1" providerId="LiveId" clId="{CDC2C08B-765D-41C0-A2C7-AC4B25AAD00D}" dt="2024-04-21T12:06:55.247" v="1739" actId="26606"/>
          <ac:spMkLst>
            <pc:docMk/>
            <pc:sldMk cId="461501848" sldId="710"/>
            <ac:spMk id="10" creationId="{AB8C311F-7253-4AED-9701-7FC0708C41C7}"/>
          </ac:spMkLst>
        </pc:spChg>
        <pc:spChg chg="add del">
          <ac:chgData name="Enrique Villegas Valerio" userId="8ada793c76dcd6b1" providerId="LiveId" clId="{CDC2C08B-765D-41C0-A2C7-AC4B25AAD00D}" dt="2024-04-21T12:06:55.247" v="1739" actId="26606"/>
          <ac:spMkLst>
            <pc:docMk/>
            <pc:sldMk cId="461501848" sldId="710"/>
            <ac:spMk id="12" creationId="{E2384209-CB15-4CDF-9D31-C44FD9A3F20D}"/>
          </ac:spMkLst>
        </pc:spChg>
        <pc:spChg chg="add del">
          <ac:chgData name="Enrique Villegas Valerio" userId="8ada793c76dcd6b1" providerId="LiveId" clId="{CDC2C08B-765D-41C0-A2C7-AC4B25AAD00D}" dt="2024-04-21T12:06:55.247" v="1739" actId="26606"/>
          <ac:spMkLst>
            <pc:docMk/>
            <pc:sldMk cId="461501848" sldId="710"/>
            <ac:spMk id="14" creationId="{2633B3B5-CC90-43F0-8714-D31D1F3F0209}"/>
          </ac:spMkLst>
        </pc:spChg>
        <pc:spChg chg="add del">
          <ac:chgData name="Enrique Villegas Valerio" userId="8ada793c76dcd6b1" providerId="LiveId" clId="{CDC2C08B-765D-41C0-A2C7-AC4B25AAD00D}" dt="2024-04-21T12:06:55.247" v="1739" actId="26606"/>
          <ac:spMkLst>
            <pc:docMk/>
            <pc:sldMk cId="461501848" sldId="710"/>
            <ac:spMk id="16" creationId="{A8D57A06-A426-446D-B02C-A2DC6B62E45E}"/>
          </ac:spMkLst>
        </pc:spChg>
        <pc:spChg chg="add">
          <ac:chgData name="Enrique Villegas Valerio" userId="8ada793c76dcd6b1" providerId="LiveId" clId="{CDC2C08B-765D-41C0-A2C7-AC4B25AAD00D}" dt="2024-04-21T12:06:55.262" v="1740" actId="26606"/>
          <ac:spMkLst>
            <pc:docMk/>
            <pc:sldMk cId="461501848" sldId="710"/>
            <ac:spMk id="18" creationId="{42A4FC2C-047E-45A5-965D-8E1E3BF09BC6}"/>
          </ac:spMkLst>
        </pc:spChg>
        <pc:picChg chg="add mod">
          <ac:chgData name="Enrique Villegas Valerio" userId="8ada793c76dcd6b1" providerId="LiveId" clId="{CDC2C08B-765D-41C0-A2C7-AC4B25AAD00D}" dt="2024-04-21T12:06:55.262" v="1740" actId="26606"/>
          <ac:picMkLst>
            <pc:docMk/>
            <pc:sldMk cId="461501848" sldId="710"/>
            <ac:picMk id="5" creationId="{9B799483-9F51-BA5D-F16E-DE36AE8DC512}"/>
          </ac:picMkLst>
        </pc:picChg>
      </pc:sldChg>
      <pc:sldChg chg="add del">
        <pc:chgData name="Enrique Villegas Valerio" userId="8ada793c76dcd6b1" providerId="LiveId" clId="{CDC2C08B-765D-41C0-A2C7-AC4B25AAD00D}" dt="2024-04-21T12:06:27.471" v="1732" actId="47"/>
        <pc:sldMkLst>
          <pc:docMk/>
          <pc:sldMk cId="2278693696" sldId="710"/>
        </pc:sldMkLst>
      </pc:sldChg>
      <pc:sldChg chg="addSp modSp new">
        <pc:chgData name="Enrique Villegas Valerio" userId="8ada793c76dcd6b1" providerId="LiveId" clId="{CDC2C08B-765D-41C0-A2C7-AC4B25AAD00D}" dt="2024-04-21T12:09:02.261" v="1752" actId="1076"/>
        <pc:sldMkLst>
          <pc:docMk/>
          <pc:sldMk cId="1257577453" sldId="711"/>
        </pc:sldMkLst>
        <pc:picChg chg="add mod">
          <ac:chgData name="Enrique Villegas Valerio" userId="8ada793c76dcd6b1" providerId="LiveId" clId="{CDC2C08B-765D-41C0-A2C7-AC4B25AAD00D}" dt="2024-04-21T12:08:21.095" v="1747"/>
          <ac:picMkLst>
            <pc:docMk/>
            <pc:sldMk cId="1257577453" sldId="711"/>
            <ac:picMk id="2050" creationId="{81541B47-592D-666C-993C-07195B03E223}"/>
          </ac:picMkLst>
        </pc:picChg>
        <pc:picChg chg="add mod">
          <ac:chgData name="Enrique Villegas Valerio" userId="8ada793c76dcd6b1" providerId="LiveId" clId="{CDC2C08B-765D-41C0-A2C7-AC4B25AAD00D}" dt="2024-04-21T12:09:02.261" v="1752" actId="1076"/>
          <ac:picMkLst>
            <pc:docMk/>
            <pc:sldMk cId="1257577453" sldId="711"/>
            <ac:picMk id="2052" creationId="{698D3FD8-2A5F-CDC2-0B4C-857EE27CA8EF}"/>
          </ac:picMkLst>
        </pc:picChg>
        <pc:picChg chg="add mod">
          <ac:chgData name="Enrique Villegas Valerio" userId="8ada793c76dcd6b1" providerId="LiveId" clId="{CDC2C08B-765D-41C0-A2C7-AC4B25AAD00D}" dt="2024-04-21T12:08:59.191" v="1751" actId="1076"/>
          <ac:picMkLst>
            <pc:docMk/>
            <pc:sldMk cId="1257577453" sldId="711"/>
            <ac:picMk id="2054" creationId="{768D0346-E983-B333-CD3A-8869D6DB8DB3}"/>
          </ac:picMkLst>
        </pc:picChg>
        <pc:picChg chg="add mod">
          <ac:chgData name="Enrique Villegas Valerio" userId="8ada793c76dcd6b1" providerId="LiveId" clId="{CDC2C08B-765D-41C0-A2C7-AC4B25AAD00D}" dt="2024-04-21T12:08:56.987" v="1750" actId="1076"/>
          <ac:picMkLst>
            <pc:docMk/>
            <pc:sldMk cId="1257577453" sldId="711"/>
            <ac:picMk id="2056" creationId="{08E5C36E-E9B3-DB5C-F239-4B5FE64921AF}"/>
          </ac:picMkLst>
        </pc:picChg>
      </pc:sldChg>
      <pc:sldChg chg="addSp delSp modSp new mod setBg">
        <pc:chgData name="Enrique Villegas Valerio" userId="8ada793c76dcd6b1" providerId="LiveId" clId="{CDC2C08B-765D-41C0-A2C7-AC4B25AAD00D}" dt="2024-04-21T12:12:05.544" v="1762" actId="26606"/>
        <pc:sldMkLst>
          <pc:docMk/>
          <pc:sldMk cId="2341645576" sldId="712"/>
        </pc:sldMkLst>
        <pc:spChg chg="add">
          <ac:chgData name="Enrique Villegas Valerio" userId="8ada793c76dcd6b1" providerId="LiveId" clId="{CDC2C08B-765D-41C0-A2C7-AC4B25AAD00D}" dt="2024-04-21T12:10:01.437" v="1754"/>
          <ac:spMkLst>
            <pc:docMk/>
            <pc:sldMk cId="2341645576" sldId="712"/>
            <ac:spMk id="2" creationId="{A9006434-BC6B-F82D-B7FF-8648FFDCDF02}"/>
          </ac:spMkLst>
        </pc:spChg>
        <pc:spChg chg="add del mod">
          <ac:chgData name="Enrique Villegas Valerio" userId="8ada793c76dcd6b1" providerId="LiveId" clId="{CDC2C08B-765D-41C0-A2C7-AC4B25AAD00D}" dt="2024-04-21T12:10:14.305" v="1757" actId="478"/>
          <ac:spMkLst>
            <pc:docMk/>
            <pc:sldMk cId="2341645576" sldId="712"/>
            <ac:spMk id="3" creationId="{48B1AC40-B690-1BBF-D328-DFDA68989692}"/>
          </ac:spMkLst>
        </pc:spChg>
        <pc:spChg chg="add">
          <ac:chgData name="Enrique Villegas Valerio" userId="8ada793c76dcd6b1" providerId="LiveId" clId="{CDC2C08B-765D-41C0-A2C7-AC4B25AAD00D}" dt="2024-04-21T12:10:25.030" v="1758"/>
          <ac:spMkLst>
            <pc:docMk/>
            <pc:sldMk cId="2341645576" sldId="712"/>
            <ac:spMk id="4" creationId="{8528931F-0E30-1EAD-F888-6C1E8A94FA72}"/>
          </ac:spMkLst>
        </pc:spChg>
        <pc:spChg chg="add del">
          <ac:chgData name="Enrique Villegas Valerio" userId="8ada793c76dcd6b1" providerId="LiveId" clId="{CDC2C08B-765D-41C0-A2C7-AC4B25AAD00D}" dt="2024-04-21T12:12:05.544" v="1762" actId="26606"/>
          <ac:spMkLst>
            <pc:docMk/>
            <pc:sldMk cId="2341645576" sldId="712"/>
            <ac:spMk id="11" creationId="{32BC26D8-82FB-445E-AA49-62A77D7C1EE0}"/>
          </ac:spMkLst>
        </pc:spChg>
        <pc:spChg chg="add del">
          <ac:chgData name="Enrique Villegas Valerio" userId="8ada793c76dcd6b1" providerId="LiveId" clId="{CDC2C08B-765D-41C0-A2C7-AC4B25AAD00D}" dt="2024-04-21T12:12:05.544" v="1762" actId="26606"/>
          <ac:spMkLst>
            <pc:docMk/>
            <pc:sldMk cId="2341645576" sldId="712"/>
            <ac:spMk id="13" creationId="{CB44330D-EA18-4254-AA95-EB49948539B8}"/>
          </ac:spMkLst>
        </pc:spChg>
        <pc:spChg chg="add">
          <ac:chgData name="Enrique Villegas Valerio" userId="8ada793c76dcd6b1" providerId="LiveId" clId="{CDC2C08B-765D-41C0-A2C7-AC4B25AAD00D}" dt="2024-04-21T12:12:05.544" v="1762" actId="26606"/>
          <ac:spMkLst>
            <pc:docMk/>
            <pc:sldMk cId="2341645576" sldId="712"/>
            <ac:spMk id="18" creationId="{8950AD4C-6AF3-49F8-94E1-DBCAFB39478B}"/>
          </ac:spMkLst>
        </pc:spChg>
        <pc:spChg chg="add">
          <ac:chgData name="Enrique Villegas Valerio" userId="8ada793c76dcd6b1" providerId="LiveId" clId="{CDC2C08B-765D-41C0-A2C7-AC4B25AAD00D}" dt="2024-04-21T12:12:05.544" v="1762" actId="26606"/>
          <ac:spMkLst>
            <pc:docMk/>
            <pc:sldMk cId="2341645576" sldId="712"/>
            <ac:spMk id="20" creationId="{2F0E00C3-4613-415F-BE3A-78FBAD9061C0}"/>
          </ac:spMkLst>
        </pc:spChg>
        <pc:spChg chg="add">
          <ac:chgData name="Enrique Villegas Valerio" userId="8ada793c76dcd6b1" providerId="LiveId" clId="{CDC2C08B-765D-41C0-A2C7-AC4B25AAD00D}" dt="2024-04-21T12:12:05.544" v="1762" actId="26606"/>
          <ac:spMkLst>
            <pc:docMk/>
            <pc:sldMk cId="2341645576" sldId="712"/>
            <ac:spMk id="22" creationId="{8DBEAE55-3EA1-41D7-A212-5F7D8986C1F2}"/>
          </ac:spMkLst>
        </pc:spChg>
        <pc:spChg chg="add">
          <ac:chgData name="Enrique Villegas Valerio" userId="8ada793c76dcd6b1" providerId="LiveId" clId="{CDC2C08B-765D-41C0-A2C7-AC4B25AAD00D}" dt="2024-04-21T12:12:05.544" v="1762" actId="26606"/>
          <ac:spMkLst>
            <pc:docMk/>
            <pc:sldMk cId="2341645576" sldId="712"/>
            <ac:spMk id="24" creationId="{CFC5F0E7-644F-4101-BE72-12825CF537E7}"/>
          </ac:spMkLst>
        </pc:spChg>
        <pc:picChg chg="add mod">
          <ac:chgData name="Enrique Villegas Valerio" userId="8ada793c76dcd6b1" providerId="LiveId" clId="{CDC2C08B-765D-41C0-A2C7-AC4B25AAD00D}" dt="2024-04-21T12:12:05.544" v="1762" actId="26606"/>
          <ac:picMkLst>
            <pc:docMk/>
            <pc:sldMk cId="2341645576" sldId="712"/>
            <ac:picMk id="6" creationId="{65439831-BD64-2D9D-802C-EDDF65E80BE0}"/>
          </ac:picMkLst>
        </pc:picChg>
      </pc:sldChg>
      <pc:sldChg chg="add">
        <pc:chgData name="Enrique Villegas Valerio" userId="8ada793c76dcd6b1" providerId="LiveId" clId="{CDC2C08B-765D-41C0-A2C7-AC4B25AAD00D}" dt="2024-04-21T12:14:47.914" v="1763"/>
        <pc:sldMkLst>
          <pc:docMk/>
          <pc:sldMk cId="2372110217" sldId="713"/>
        </pc:sldMkLst>
      </pc:sldChg>
      <pc:sldChg chg="modSp add mod">
        <pc:chgData name="Enrique Villegas Valerio" userId="8ada793c76dcd6b1" providerId="LiveId" clId="{CDC2C08B-765D-41C0-A2C7-AC4B25AAD00D}" dt="2024-04-21T12:20:41.526" v="1884" actId="20577"/>
        <pc:sldMkLst>
          <pc:docMk/>
          <pc:sldMk cId="1827792804" sldId="714"/>
        </pc:sldMkLst>
        <pc:spChg chg="mod">
          <ac:chgData name="Enrique Villegas Valerio" userId="8ada793c76dcd6b1" providerId="LiveId" clId="{CDC2C08B-765D-41C0-A2C7-AC4B25AAD00D}" dt="2024-04-21T12:20:41.526" v="1884" actId="20577"/>
          <ac:spMkLst>
            <pc:docMk/>
            <pc:sldMk cId="1827792804" sldId="714"/>
            <ac:spMk id="3" creationId="{F83FCBC4-22A5-47A6-4825-B2DAAEE92F0C}"/>
          </ac:spMkLst>
        </pc:spChg>
      </pc:sldChg>
      <pc:sldChg chg="modSp new mod">
        <pc:chgData name="Enrique Villegas Valerio" userId="8ada793c76dcd6b1" providerId="LiveId" clId="{CDC2C08B-765D-41C0-A2C7-AC4B25AAD00D}" dt="2024-04-21T12:49:45.021" v="1892" actId="27636"/>
        <pc:sldMkLst>
          <pc:docMk/>
          <pc:sldMk cId="2676365126" sldId="715"/>
        </pc:sldMkLst>
        <pc:spChg chg="mod">
          <ac:chgData name="Enrique Villegas Valerio" userId="8ada793c76dcd6b1" providerId="LiveId" clId="{CDC2C08B-765D-41C0-A2C7-AC4B25AAD00D}" dt="2024-04-21T12:49:45.021" v="1892" actId="27636"/>
          <ac:spMkLst>
            <pc:docMk/>
            <pc:sldMk cId="2676365126" sldId="715"/>
            <ac:spMk id="2" creationId="{6A900F9C-5506-5CAC-01F2-B9D9FE2E5FC3}"/>
          </ac:spMkLst>
        </pc:spChg>
        <pc:spChg chg="mod">
          <ac:chgData name="Enrique Villegas Valerio" userId="8ada793c76dcd6b1" providerId="LiveId" clId="{CDC2C08B-765D-41C0-A2C7-AC4B25AAD00D}" dt="2024-04-21T12:49:17.059" v="1886"/>
          <ac:spMkLst>
            <pc:docMk/>
            <pc:sldMk cId="2676365126" sldId="715"/>
            <ac:spMk id="3" creationId="{62C205F8-8C52-3B0B-27DA-B73EA7E0A268}"/>
          </ac:spMkLst>
        </pc:spChg>
      </pc:sldChg>
      <pc:sldChg chg="modSp add mod">
        <pc:chgData name="Enrique Villegas Valerio" userId="8ada793c76dcd6b1" providerId="LiveId" clId="{CDC2C08B-765D-41C0-A2C7-AC4B25AAD00D}" dt="2024-04-21T12:49:54.970" v="1895" actId="21"/>
        <pc:sldMkLst>
          <pc:docMk/>
          <pc:sldMk cId="742796102" sldId="716"/>
        </pc:sldMkLst>
        <pc:spChg chg="mod">
          <ac:chgData name="Enrique Villegas Valerio" userId="8ada793c76dcd6b1" providerId="LiveId" clId="{CDC2C08B-765D-41C0-A2C7-AC4B25AAD00D}" dt="2024-04-21T12:49:54.970" v="1895" actId="21"/>
          <ac:spMkLst>
            <pc:docMk/>
            <pc:sldMk cId="742796102" sldId="716"/>
            <ac:spMk id="2" creationId="{6A900F9C-5506-5CAC-01F2-B9D9FE2E5FC3}"/>
          </ac:spMkLst>
        </pc:spChg>
      </pc:sldChg>
      <pc:sldChg chg="modSp add mod">
        <pc:chgData name="Enrique Villegas Valerio" userId="8ada793c76dcd6b1" providerId="LiveId" clId="{CDC2C08B-765D-41C0-A2C7-AC4B25AAD00D}" dt="2024-04-21T12:50:03.982" v="1896"/>
        <pc:sldMkLst>
          <pc:docMk/>
          <pc:sldMk cId="1786523329" sldId="717"/>
        </pc:sldMkLst>
        <pc:spChg chg="mod">
          <ac:chgData name="Enrique Villegas Valerio" userId="8ada793c76dcd6b1" providerId="LiveId" clId="{CDC2C08B-765D-41C0-A2C7-AC4B25AAD00D}" dt="2024-04-21T12:50:03.982" v="1896"/>
          <ac:spMkLst>
            <pc:docMk/>
            <pc:sldMk cId="1786523329" sldId="717"/>
            <ac:spMk id="2" creationId="{6A900F9C-5506-5CAC-01F2-B9D9FE2E5FC3}"/>
          </ac:spMkLst>
        </pc:spChg>
      </pc:sldChg>
      <pc:sldChg chg="modSp new mod">
        <pc:chgData name="Enrique Villegas Valerio" userId="8ada793c76dcd6b1" providerId="LiveId" clId="{CDC2C08B-765D-41C0-A2C7-AC4B25AAD00D}" dt="2024-04-21T13:25:41.646" v="1910" actId="20577"/>
        <pc:sldMkLst>
          <pc:docMk/>
          <pc:sldMk cId="579347164" sldId="718"/>
        </pc:sldMkLst>
        <pc:spChg chg="mod">
          <ac:chgData name="Enrique Villegas Valerio" userId="8ada793c76dcd6b1" providerId="LiveId" clId="{CDC2C08B-765D-41C0-A2C7-AC4B25AAD00D}" dt="2024-04-21T13:25:37.182" v="1901" actId="27636"/>
          <ac:spMkLst>
            <pc:docMk/>
            <pc:sldMk cId="579347164" sldId="718"/>
            <ac:spMk id="2" creationId="{94E3FB8D-08A8-FC10-E34A-95879748DE01}"/>
          </ac:spMkLst>
        </pc:spChg>
        <pc:spChg chg="mod">
          <ac:chgData name="Enrique Villegas Valerio" userId="8ada793c76dcd6b1" providerId="LiveId" clId="{CDC2C08B-765D-41C0-A2C7-AC4B25AAD00D}" dt="2024-04-21T13:25:41.646" v="1910" actId="20577"/>
          <ac:spMkLst>
            <pc:docMk/>
            <pc:sldMk cId="579347164" sldId="718"/>
            <ac:spMk id="3" creationId="{130E258D-D715-7985-14B5-9E680296798A}"/>
          </ac:spMkLst>
        </pc:spChg>
      </pc:sldChg>
      <pc:sldChg chg="modSp new mod">
        <pc:chgData name="Enrique Villegas Valerio" userId="8ada793c76dcd6b1" providerId="LiveId" clId="{CDC2C08B-765D-41C0-A2C7-AC4B25AAD00D}" dt="2024-04-21T13:27:30.469" v="1926" actId="404"/>
        <pc:sldMkLst>
          <pc:docMk/>
          <pc:sldMk cId="1756163945" sldId="719"/>
        </pc:sldMkLst>
        <pc:spChg chg="mod">
          <ac:chgData name="Enrique Villegas Valerio" userId="8ada793c76dcd6b1" providerId="LiveId" clId="{CDC2C08B-765D-41C0-A2C7-AC4B25AAD00D}" dt="2024-04-21T13:27:30.469" v="1926" actId="404"/>
          <ac:spMkLst>
            <pc:docMk/>
            <pc:sldMk cId="1756163945" sldId="719"/>
            <ac:spMk id="2" creationId="{15A9E3DE-3E06-AA9C-3C4A-F61C94503236}"/>
          </ac:spMkLst>
        </pc:spChg>
        <pc:spChg chg="mod">
          <ac:chgData name="Enrique Villegas Valerio" userId="8ada793c76dcd6b1" providerId="LiveId" clId="{CDC2C08B-765D-41C0-A2C7-AC4B25AAD00D}" dt="2024-04-21T13:27:27.259" v="1925"/>
          <ac:spMkLst>
            <pc:docMk/>
            <pc:sldMk cId="1756163945" sldId="719"/>
            <ac:spMk id="3" creationId="{E90232DD-5BAC-A787-8F47-4C21F8F0F8FC}"/>
          </ac:spMkLst>
        </pc:spChg>
      </pc:sldChg>
      <pc:sldChg chg="modSp new mod">
        <pc:chgData name="Enrique Villegas Valerio" userId="8ada793c76dcd6b1" providerId="LiveId" clId="{CDC2C08B-765D-41C0-A2C7-AC4B25AAD00D}" dt="2024-04-21T13:29:01.676" v="1947" actId="5793"/>
        <pc:sldMkLst>
          <pc:docMk/>
          <pc:sldMk cId="3729316981" sldId="720"/>
        </pc:sldMkLst>
        <pc:spChg chg="mod">
          <ac:chgData name="Enrique Villegas Valerio" userId="8ada793c76dcd6b1" providerId="LiveId" clId="{CDC2C08B-765D-41C0-A2C7-AC4B25AAD00D}" dt="2024-04-21T13:29:01.676" v="1947" actId="5793"/>
          <ac:spMkLst>
            <pc:docMk/>
            <pc:sldMk cId="3729316981" sldId="720"/>
            <ac:spMk id="2" creationId="{D2F125BE-3EC7-0A96-D835-BF71D519FE6F}"/>
          </ac:spMkLst>
        </pc:spChg>
        <pc:spChg chg="mod">
          <ac:chgData name="Enrique Villegas Valerio" userId="8ada793c76dcd6b1" providerId="LiveId" clId="{CDC2C08B-765D-41C0-A2C7-AC4B25AAD00D}" dt="2024-04-21T13:28:53.996" v="1942" actId="20577"/>
          <ac:spMkLst>
            <pc:docMk/>
            <pc:sldMk cId="3729316981" sldId="720"/>
            <ac:spMk id="3" creationId="{0B4DA7C3-8081-0F1C-AB74-2296012A1166}"/>
          </ac:spMkLst>
        </pc:spChg>
      </pc:sldChg>
      <pc:sldChg chg="addSp delSp modSp new mod modClrScheme chgLayout">
        <pc:chgData name="Enrique Villegas Valerio" userId="8ada793c76dcd6b1" providerId="LiveId" clId="{CDC2C08B-765D-41C0-A2C7-AC4B25AAD00D}" dt="2024-04-21T13:29:46.401" v="1950"/>
        <pc:sldMkLst>
          <pc:docMk/>
          <pc:sldMk cId="3376233568" sldId="721"/>
        </pc:sldMkLst>
        <pc:spChg chg="del mod ord">
          <ac:chgData name="Enrique Villegas Valerio" userId="8ada793c76dcd6b1" providerId="LiveId" clId="{CDC2C08B-765D-41C0-A2C7-AC4B25AAD00D}" dt="2024-04-21T13:29:44.118" v="1949" actId="700"/>
          <ac:spMkLst>
            <pc:docMk/>
            <pc:sldMk cId="3376233568" sldId="721"/>
            <ac:spMk id="2" creationId="{86C44253-0FCC-8582-5133-2852C92CDE9F}"/>
          </ac:spMkLst>
        </pc:spChg>
        <pc:spChg chg="del">
          <ac:chgData name="Enrique Villegas Valerio" userId="8ada793c76dcd6b1" providerId="LiveId" clId="{CDC2C08B-765D-41C0-A2C7-AC4B25AAD00D}" dt="2024-04-21T13:29:44.118" v="1949" actId="700"/>
          <ac:spMkLst>
            <pc:docMk/>
            <pc:sldMk cId="3376233568" sldId="721"/>
            <ac:spMk id="3" creationId="{762D14CE-945D-56C7-66F6-B74B0C1FAAF2}"/>
          </ac:spMkLst>
        </pc:spChg>
        <pc:spChg chg="add mod ord">
          <ac:chgData name="Enrique Villegas Valerio" userId="8ada793c76dcd6b1" providerId="LiveId" clId="{CDC2C08B-765D-41C0-A2C7-AC4B25AAD00D}" dt="2024-04-21T13:29:46.401" v="1950"/>
          <ac:spMkLst>
            <pc:docMk/>
            <pc:sldMk cId="3376233568" sldId="721"/>
            <ac:spMk id="4" creationId="{DC290E1D-77D7-488D-E10D-902F4661149C}"/>
          </ac:spMkLst>
        </pc:spChg>
      </pc:sldChg>
      <pc:sldChg chg="addSp delSp modSp new del mod modClrScheme chgLayout">
        <pc:chgData name="Enrique Villegas Valerio" userId="8ada793c76dcd6b1" providerId="LiveId" clId="{CDC2C08B-765D-41C0-A2C7-AC4B25AAD00D}" dt="2024-04-21T13:32:55.477" v="2025" actId="47"/>
        <pc:sldMkLst>
          <pc:docMk/>
          <pc:sldMk cId="3775475592" sldId="722"/>
        </pc:sldMkLst>
        <pc:spChg chg="mod ord">
          <ac:chgData name="Enrique Villegas Valerio" userId="8ada793c76dcd6b1" providerId="LiveId" clId="{CDC2C08B-765D-41C0-A2C7-AC4B25AAD00D}" dt="2024-04-21T13:31:29.601" v="2004" actId="20577"/>
          <ac:spMkLst>
            <pc:docMk/>
            <pc:sldMk cId="3775475592" sldId="722"/>
            <ac:spMk id="2" creationId="{B5D4E7B7-431D-D48A-88C2-A705995C3B17}"/>
          </ac:spMkLst>
        </pc:spChg>
        <pc:spChg chg="add del mod ord">
          <ac:chgData name="Enrique Villegas Valerio" userId="8ada793c76dcd6b1" providerId="LiveId" clId="{CDC2C08B-765D-41C0-A2C7-AC4B25AAD00D}" dt="2024-04-21T13:31:10.947" v="2001" actId="700"/>
          <ac:spMkLst>
            <pc:docMk/>
            <pc:sldMk cId="3775475592" sldId="722"/>
            <ac:spMk id="3" creationId="{7E60D4BE-4D6B-B804-6E31-9628C04F6038}"/>
          </ac:spMkLst>
        </pc:spChg>
        <pc:spChg chg="add del mod ord">
          <ac:chgData name="Enrique Villegas Valerio" userId="8ada793c76dcd6b1" providerId="LiveId" clId="{CDC2C08B-765D-41C0-A2C7-AC4B25AAD00D}" dt="2024-04-21T13:31:22.906" v="2002" actId="700"/>
          <ac:spMkLst>
            <pc:docMk/>
            <pc:sldMk cId="3775475592" sldId="722"/>
            <ac:spMk id="4" creationId="{ECC4A5C4-3DB8-EDFC-2B1A-B9AA66489726}"/>
          </ac:spMkLst>
        </pc:spChg>
      </pc:sldChg>
      <pc:sldChg chg="modSp add mod">
        <pc:chgData name="Enrique Villegas Valerio" userId="8ada793c76dcd6b1" providerId="LiveId" clId="{CDC2C08B-765D-41C0-A2C7-AC4B25AAD00D}" dt="2024-04-21T13:32:38.010" v="2024" actId="948"/>
        <pc:sldMkLst>
          <pc:docMk/>
          <pc:sldMk cId="1888237764" sldId="723"/>
        </pc:sldMkLst>
        <pc:spChg chg="mod">
          <ac:chgData name="Enrique Villegas Valerio" userId="8ada793c76dcd6b1" providerId="LiveId" clId="{CDC2C08B-765D-41C0-A2C7-AC4B25AAD00D}" dt="2024-04-21T13:32:09.203" v="2013"/>
          <ac:spMkLst>
            <pc:docMk/>
            <pc:sldMk cId="1888237764" sldId="723"/>
            <ac:spMk id="2" creationId="{B0D08076-5D69-7E8E-18D5-536187914F89}"/>
          </ac:spMkLst>
        </pc:spChg>
        <pc:spChg chg="mod">
          <ac:chgData name="Enrique Villegas Valerio" userId="8ada793c76dcd6b1" providerId="LiveId" clId="{CDC2C08B-765D-41C0-A2C7-AC4B25AAD00D}" dt="2024-04-21T13:32:38.010" v="2024" actId="948"/>
          <ac:spMkLst>
            <pc:docMk/>
            <pc:sldMk cId="1888237764" sldId="723"/>
            <ac:spMk id="3" creationId="{F83FCBC4-22A5-47A6-4825-B2DAAEE92F0C}"/>
          </ac:spMkLst>
        </pc:spChg>
      </pc:sldChg>
      <pc:sldChg chg="modSp new add del mod">
        <pc:chgData name="Enrique Villegas Valerio" userId="8ada793c76dcd6b1" providerId="LiveId" clId="{CDC2C08B-765D-41C0-A2C7-AC4B25AAD00D}" dt="2024-04-21T13:45:17.246" v="2169" actId="47"/>
        <pc:sldMkLst>
          <pc:docMk/>
          <pc:sldMk cId="3301532757" sldId="724"/>
        </pc:sldMkLst>
        <pc:spChg chg="mod">
          <ac:chgData name="Enrique Villegas Valerio" userId="8ada793c76dcd6b1" providerId="LiveId" clId="{CDC2C08B-765D-41C0-A2C7-AC4B25AAD00D}" dt="2024-04-21T13:45:11.045" v="2166"/>
          <ac:spMkLst>
            <pc:docMk/>
            <pc:sldMk cId="3301532757" sldId="724"/>
            <ac:spMk id="2" creationId="{9F679A93-A70F-734D-6B39-BDE735BB6E66}"/>
          </ac:spMkLst>
        </pc:spChg>
      </pc:sldChg>
      <pc:sldChg chg="modSp add mod ord">
        <pc:chgData name="Enrique Villegas Valerio" userId="8ada793c76dcd6b1" providerId="LiveId" clId="{CDC2C08B-765D-41C0-A2C7-AC4B25AAD00D}" dt="2024-04-21T13:51:43.849" v="2226"/>
        <pc:sldMkLst>
          <pc:docMk/>
          <pc:sldMk cId="4261628322" sldId="725"/>
        </pc:sldMkLst>
        <pc:spChg chg="mod">
          <ac:chgData name="Enrique Villegas Valerio" userId="8ada793c76dcd6b1" providerId="LiveId" clId="{CDC2C08B-765D-41C0-A2C7-AC4B25AAD00D}" dt="2024-04-21T13:47:39.344" v="2222"/>
          <ac:spMkLst>
            <pc:docMk/>
            <pc:sldMk cId="4261628322" sldId="725"/>
            <ac:spMk id="4" creationId="{DC290E1D-77D7-488D-E10D-902F4661149C}"/>
          </ac:spMkLst>
        </pc:spChg>
      </pc:sldChg>
      <pc:sldChg chg="modSp add mod ord">
        <pc:chgData name="Enrique Villegas Valerio" userId="8ada793c76dcd6b1" providerId="LiveId" clId="{CDC2C08B-765D-41C0-A2C7-AC4B25AAD00D}" dt="2024-04-21T14:32:22.086" v="2315" actId="20577"/>
        <pc:sldMkLst>
          <pc:docMk/>
          <pc:sldMk cId="3050137477" sldId="726"/>
        </pc:sldMkLst>
        <pc:spChg chg="mod">
          <ac:chgData name="Enrique Villegas Valerio" userId="8ada793c76dcd6b1" providerId="LiveId" clId="{CDC2C08B-765D-41C0-A2C7-AC4B25AAD00D}" dt="2024-04-21T14:32:22.086" v="2315" actId="20577"/>
          <ac:spMkLst>
            <pc:docMk/>
            <pc:sldMk cId="3050137477" sldId="726"/>
            <ac:spMk id="3" creationId="{F83FCBC4-22A5-47A6-4825-B2DAAEE92F0C}"/>
          </ac:spMkLst>
        </pc:spChg>
      </pc:sldChg>
      <pc:sldChg chg="modSp add mod">
        <pc:chgData name="Enrique Villegas Valerio" userId="8ada793c76dcd6b1" providerId="LiveId" clId="{CDC2C08B-765D-41C0-A2C7-AC4B25AAD00D}" dt="2024-04-21T13:41:32.010" v="2110" actId="20577"/>
        <pc:sldMkLst>
          <pc:docMk/>
          <pc:sldMk cId="4080344541" sldId="727"/>
        </pc:sldMkLst>
        <pc:spChg chg="mod">
          <ac:chgData name="Enrique Villegas Valerio" userId="8ada793c76dcd6b1" providerId="LiveId" clId="{CDC2C08B-765D-41C0-A2C7-AC4B25AAD00D}" dt="2024-04-21T13:41:32.010" v="2110" actId="20577"/>
          <ac:spMkLst>
            <pc:docMk/>
            <pc:sldMk cId="4080344541" sldId="727"/>
            <ac:spMk id="3" creationId="{CA07F423-46C6-CDD8-E4AD-233D53E2809D}"/>
          </ac:spMkLst>
        </pc:spChg>
        <pc:spChg chg="mod">
          <ac:chgData name="Enrique Villegas Valerio" userId="8ada793c76dcd6b1" providerId="LiveId" clId="{CDC2C08B-765D-41C0-A2C7-AC4B25AAD00D}" dt="2024-04-21T13:41:22.745" v="2103" actId="948"/>
          <ac:spMkLst>
            <pc:docMk/>
            <pc:sldMk cId="4080344541" sldId="727"/>
            <ac:spMk id="4" creationId="{64DD97DD-43D3-F5D3-B4EE-BD7F9628B26B}"/>
          </ac:spMkLst>
        </pc:spChg>
      </pc:sldChg>
      <pc:sldChg chg="add">
        <pc:chgData name="Enrique Villegas Valerio" userId="8ada793c76dcd6b1" providerId="LiveId" clId="{CDC2C08B-765D-41C0-A2C7-AC4B25AAD00D}" dt="2024-04-21T13:33:13.936" v="2028"/>
        <pc:sldMkLst>
          <pc:docMk/>
          <pc:sldMk cId="1175835528" sldId="728"/>
        </pc:sldMkLst>
      </pc:sldChg>
      <pc:sldChg chg="modSp add mod">
        <pc:chgData name="Enrique Villegas Valerio" userId="8ada793c76dcd6b1" providerId="LiveId" clId="{CDC2C08B-765D-41C0-A2C7-AC4B25AAD00D}" dt="2024-04-21T13:45:49.210" v="2180" actId="404"/>
        <pc:sldMkLst>
          <pc:docMk/>
          <pc:sldMk cId="1186402150" sldId="729"/>
        </pc:sldMkLst>
        <pc:spChg chg="mod">
          <ac:chgData name="Enrique Villegas Valerio" userId="8ada793c76dcd6b1" providerId="LiveId" clId="{CDC2C08B-765D-41C0-A2C7-AC4B25AAD00D}" dt="2024-04-21T13:45:49.210" v="2180" actId="404"/>
          <ac:spMkLst>
            <pc:docMk/>
            <pc:sldMk cId="1186402150" sldId="729"/>
            <ac:spMk id="2" creationId="{D2F125BE-3EC7-0A96-D835-BF71D519FE6F}"/>
          </ac:spMkLst>
        </pc:spChg>
        <pc:spChg chg="mod">
          <ac:chgData name="Enrique Villegas Valerio" userId="8ada793c76dcd6b1" providerId="LiveId" clId="{CDC2C08B-765D-41C0-A2C7-AC4B25AAD00D}" dt="2024-04-21T13:43:53.654" v="2134" actId="20577"/>
          <ac:spMkLst>
            <pc:docMk/>
            <pc:sldMk cId="1186402150" sldId="729"/>
            <ac:spMk id="3" creationId="{0B4DA7C3-8081-0F1C-AB74-2296012A1166}"/>
          </ac:spMkLst>
        </pc:spChg>
      </pc:sldChg>
      <pc:sldChg chg="add ord">
        <pc:chgData name="Enrique Villegas Valerio" userId="8ada793c76dcd6b1" providerId="LiveId" clId="{CDC2C08B-765D-41C0-A2C7-AC4B25AAD00D}" dt="2024-04-21T13:40:18.695" v="2054"/>
        <pc:sldMkLst>
          <pc:docMk/>
          <pc:sldMk cId="858109033" sldId="730"/>
        </pc:sldMkLst>
      </pc:sldChg>
      <pc:sldChg chg="modSp add mod">
        <pc:chgData name="Enrique Villegas Valerio" userId="8ada793c76dcd6b1" providerId="LiveId" clId="{CDC2C08B-765D-41C0-A2C7-AC4B25AAD00D}" dt="2024-04-21T13:45:58.347" v="2183" actId="20577"/>
        <pc:sldMkLst>
          <pc:docMk/>
          <pc:sldMk cId="942090785" sldId="731"/>
        </pc:sldMkLst>
        <pc:spChg chg="mod">
          <ac:chgData name="Enrique Villegas Valerio" userId="8ada793c76dcd6b1" providerId="LiveId" clId="{CDC2C08B-765D-41C0-A2C7-AC4B25AAD00D}" dt="2024-04-21T13:45:58.347" v="2183" actId="20577"/>
          <ac:spMkLst>
            <pc:docMk/>
            <pc:sldMk cId="942090785" sldId="731"/>
            <ac:spMk id="2" creationId="{D2F125BE-3EC7-0A96-D835-BF71D519FE6F}"/>
          </ac:spMkLst>
        </pc:spChg>
      </pc:sldChg>
      <pc:sldChg chg="modSp add mod">
        <pc:chgData name="Enrique Villegas Valerio" userId="8ada793c76dcd6b1" providerId="LiveId" clId="{CDC2C08B-765D-41C0-A2C7-AC4B25AAD00D}" dt="2024-04-21T13:46:10.778" v="2188" actId="404"/>
        <pc:sldMkLst>
          <pc:docMk/>
          <pc:sldMk cId="2627965699" sldId="732"/>
        </pc:sldMkLst>
        <pc:spChg chg="mod">
          <ac:chgData name="Enrique Villegas Valerio" userId="8ada793c76dcd6b1" providerId="LiveId" clId="{CDC2C08B-765D-41C0-A2C7-AC4B25AAD00D}" dt="2024-04-21T13:46:10.778" v="2188" actId="404"/>
          <ac:spMkLst>
            <pc:docMk/>
            <pc:sldMk cId="2627965699" sldId="732"/>
            <ac:spMk id="2" creationId="{D2F125BE-3EC7-0A96-D835-BF71D519FE6F}"/>
          </ac:spMkLst>
        </pc:spChg>
      </pc:sldChg>
      <pc:sldChg chg="modSp add mod">
        <pc:chgData name="Enrique Villegas Valerio" userId="8ada793c76dcd6b1" providerId="LiveId" clId="{CDC2C08B-765D-41C0-A2C7-AC4B25AAD00D}" dt="2024-04-21T13:46:16.713" v="2191" actId="20577"/>
        <pc:sldMkLst>
          <pc:docMk/>
          <pc:sldMk cId="1681979810" sldId="733"/>
        </pc:sldMkLst>
        <pc:spChg chg="mod">
          <ac:chgData name="Enrique Villegas Valerio" userId="8ada793c76dcd6b1" providerId="LiveId" clId="{CDC2C08B-765D-41C0-A2C7-AC4B25AAD00D}" dt="2024-04-21T13:46:16.713" v="2191" actId="20577"/>
          <ac:spMkLst>
            <pc:docMk/>
            <pc:sldMk cId="1681979810" sldId="733"/>
            <ac:spMk id="2" creationId="{D2F125BE-3EC7-0A96-D835-BF71D519FE6F}"/>
          </ac:spMkLst>
        </pc:spChg>
      </pc:sldChg>
      <pc:sldChg chg="modSp add mod">
        <pc:chgData name="Enrique Villegas Valerio" userId="8ada793c76dcd6b1" providerId="LiveId" clId="{CDC2C08B-765D-41C0-A2C7-AC4B25AAD00D}" dt="2024-04-21T13:46:24.712" v="2195" actId="404"/>
        <pc:sldMkLst>
          <pc:docMk/>
          <pc:sldMk cId="2699387487" sldId="734"/>
        </pc:sldMkLst>
        <pc:spChg chg="mod">
          <ac:chgData name="Enrique Villegas Valerio" userId="8ada793c76dcd6b1" providerId="LiveId" clId="{CDC2C08B-765D-41C0-A2C7-AC4B25AAD00D}" dt="2024-04-21T13:46:24.712" v="2195" actId="404"/>
          <ac:spMkLst>
            <pc:docMk/>
            <pc:sldMk cId="2699387487" sldId="734"/>
            <ac:spMk id="2" creationId="{D2F125BE-3EC7-0A96-D835-BF71D519FE6F}"/>
          </ac:spMkLst>
        </pc:spChg>
      </pc:sldChg>
      <pc:sldChg chg="modSp add mod">
        <pc:chgData name="Enrique Villegas Valerio" userId="8ada793c76dcd6b1" providerId="LiveId" clId="{CDC2C08B-765D-41C0-A2C7-AC4B25AAD00D}" dt="2024-04-21T13:46:34.415" v="2199" actId="404"/>
        <pc:sldMkLst>
          <pc:docMk/>
          <pc:sldMk cId="1014141131" sldId="735"/>
        </pc:sldMkLst>
        <pc:spChg chg="mod">
          <ac:chgData name="Enrique Villegas Valerio" userId="8ada793c76dcd6b1" providerId="LiveId" clId="{CDC2C08B-765D-41C0-A2C7-AC4B25AAD00D}" dt="2024-04-21T13:46:34.415" v="2199" actId="404"/>
          <ac:spMkLst>
            <pc:docMk/>
            <pc:sldMk cId="1014141131" sldId="735"/>
            <ac:spMk id="2" creationId="{D2F125BE-3EC7-0A96-D835-BF71D519FE6F}"/>
          </ac:spMkLst>
        </pc:spChg>
      </pc:sldChg>
      <pc:sldChg chg="modSp add mod">
        <pc:chgData name="Enrique Villegas Valerio" userId="8ada793c76dcd6b1" providerId="LiveId" clId="{CDC2C08B-765D-41C0-A2C7-AC4B25AAD00D}" dt="2024-04-21T13:46:43.983" v="2205" actId="404"/>
        <pc:sldMkLst>
          <pc:docMk/>
          <pc:sldMk cId="2599747815" sldId="736"/>
        </pc:sldMkLst>
        <pc:spChg chg="mod">
          <ac:chgData name="Enrique Villegas Valerio" userId="8ada793c76dcd6b1" providerId="LiveId" clId="{CDC2C08B-765D-41C0-A2C7-AC4B25AAD00D}" dt="2024-04-21T13:46:43.983" v="2205" actId="404"/>
          <ac:spMkLst>
            <pc:docMk/>
            <pc:sldMk cId="2599747815" sldId="736"/>
            <ac:spMk id="2" creationId="{D2F125BE-3EC7-0A96-D835-BF71D519FE6F}"/>
          </ac:spMkLst>
        </pc:spChg>
      </pc:sldChg>
      <pc:sldChg chg="modSp add mod">
        <pc:chgData name="Enrique Villegas Valerio" userId="8ada793c76dcd6b1" providerId="LiveId" clId="{CDC2C08B-765D-41C0-A2C7-AC4B25AAD00D}" dt="2024-04-21T13:47:14.672" v="2214" actId="20577"/>
        <pc:sldMkLst>
          <pc:docMk/>
          <pc:sldMk cId="42847906" sldId="737"/>
        </pc:sldMkLst>
        <pc:spChg chg="mod">
          <ac:chgData name="Enrique Villegas Valerio" userId="8ada793c76dcd6b1" providerId="LiveId" clId="{CDC2C08B-765D-41C0-A2C7-AC4B25AAD00D}" dt="2024-04-21T13:47:14.672" v="2214" actId="20577"/>
          <ac:spMkLst>
            <pc:docMk/>
            <pc:sldMk cId="42847906" sldId="737"/>
            <ac:spMk id="2" creationId="{D2F125BE-3EC7-0A96-D835-BF71D519FE6F}"/>
          </ac:spMkLst>
        </pc:spChg>
      </pc:sldChg>
      <pc:sldChg chg="modSp add mod">
        <pc:chgData name="Enrique Villegas Valerio" userId="8ada793c76dcd6b1" providerId="LiveId" clId="{CDC2C08B-765D-41C0-A2C7-AC4B25AAD00D}" dt="2024-04-21T13:47:20.581" v="2217" actId="20577"/>
        <pc:sldMkLst>
          <pc:docMk/>
          <pc:sldMk cId="217723856" sldId="738"/>
        </pc:sldMkLst>
        <pc:spChg chg="mod">
          <ac:chgData name="Enrique Villegas Valerio" userId="8ada793c76dcd6b1" providerId="LiveId" clId="{CDC2C08B-765D-41C0-A2C7-AC4B25AAD00D}" dt="2024-04-21T13:47:20.581" v="2217" actId="20577"/>
          <ac:spMkLst>
            <pc:docMk/>
            <pc:sldMk cId="217723856" sldId="738"/>
            <ac:spMk id="2" creationId="{D2F125BE-3EC7-0A96-D835-BF71D519FE6F}"/>
          </ac:spMkLst>
        </pc:spChg>
      </pc:sldChg>
      <pc:sldChg chg="modSp add mod">
        <pc:chgData name="Enrique Villegas Valerio" userId="8ada793c76dcd6b1" providerId="LiveId" clId="{CDC2C08B-765D-41C0-A2C7-AC4B25AAD00D}" dt="2024-04-21T13:47:05.111" v="2212" actId="20577"/>
        <pc:sldMkLst>
          <pc:docMk/>
          <pc:sldMk cId="4129015968" sldId="739"/>
        </pc:sldMkLst>
        <pc:spChg chg="mod">
          <ac:chgData name="Enrique Villegas Valerio" userId="8ada793c76dcd6b1" providerId="LiveId" clId="{CDC2C08B-765D-41C0-A2C7-AC4B25AAD00D}" dt="2024-04-21T13:47:05.111" v="2212" actId="20577"/>
          <ac:spMkLst>
            <pc:docMk/>
            <pc:sldMk cId="4129015968" sldId="739"/>
            <ac:spMk id="2" creationId="{D2F125BE-3EC7-0A96-D835-BF71D519FE6F}"/>
          </ac:spMkLst>
        </pc:spChg>
      </pc:sldChg>
      <pc:sldChg chg="modSp add mod ord">
        <pc:chgData name="Enrique Villegas Valerio" userId="8ada793c76dcd6b1" providerId="LiveId" clId="{CDC2C08B-765D-41C0-A2C7-AC4B25AAD00D}" dt="2024-04-21T13:47:23.271" v="2220"/>
        <pc:sldMkLst>
          <pc:docMk/>
          <pc:sldMk cId="1255978089" sldId="740"/>
        </pc:sldMkLst>
        <pc:spChg chg="mod">
          <ac:chgData name="Enrique Villegas Valerio" userId="8ada793c76dcd6b1" providerId="LiveId" clId="{CDC2C08B-765D-41C0-A2C7-AC4B25AAD00D}" dt="2024-04-21T13:47:23.271" v="2220"/>
          <ac:spMkLst>
            <pc:docMk/>
            <pc:sldMk cId="1255978089" sldId="740"/>
            <ac:spMk id="2" creationId="{D2F125BE-3EC7-0A96-D835-BF71D519FE6F}"/>
          </ac:spMkLst>
        </pc:spChg>
      </pc:sldChg>
      <pc:sldChg chg="add del">
        <pc:chgData name="Enrique Villegas Valerio" userId="8ada793c76dcd6b1" providerId="LiveId" clId="{CDC2C08B-765D-41C0-A2C7-AC4B25AAD00D}" dt="2024-04-21T13:47:26.530" v="2221" actId="47"/>
        <pc:sldMkLst>
          <pc:docMk/>
          <pc:sldMk cId="1840671034" sldId="741"/>
        </pc:sldMkLst>
      </pc:sldChg>
      <pc:sldChg chg="modSp new mod">
        <pc:chgData name="Enrique Villegas Valerio" userId="8ada793c76dcd6b1" providerId="LiveId" clId="{CDC2C08B-765D-41C0-A2C7-AC4B25AAD00D}" dt="2024-04-21T14:12:38.986" v="2252" actId="20577"/>
        <pc:sldMkLst>
          <pc:docMk/>
          <pc:sldMk cId="3845828418" sldId="741"/>
        </pc:sldMkLst>
        <pc:spChg chg="mod">
          <ac:chgData name="Enrique Villegas Valerio" userId="8ada793c76dcd6b1" providerId="LiveId" clId="{CDC2C08B-765D-41C0-A2C7-AC4B25AAD00D}" dt="2024-04-21T14:12:30.847" v="2246" actId="5793"/>
          <ac:spMkLst>
            <pc:docMk/>
            <pc:sldMk cId="3845828418" sldId="741"/>
            <ac:spMk id="2" creationId="{FD34480F-DE92-33F2-09CE-5ECD8405935E}"/>
          </ac:spMkLst>
        </pc:spChg>
        <pc:spChg chg="mod">
          <ac:chgData name="Enrique Villegas Valerio" userId="8ada793c76dcd6b1" providerId="LiveId" clId="{CDC2C08B-765D-41C0-A2C7-AC4B25AAD00D}" dt="2024-04-21T14:12:38.986" v="2252" actId="20577"/>
          <ac:spMkLst>
            <pc:docMk/>
            <pc:sldMk cId="3845828418" sldId="741"/>
            <ac:spMk id="3" creationId="{E692B25E-F1A0-FFBE-1B2F-DBD16C94B412}"/>
          </ac:spMkLst>
        </pc:spChg>
      </pc:sldChg>
      <pc:sldChg chg="add del">
        <pc:chgData name="Enrique Villegas Valerio" userId="8ada793c76dcd6b1" providerId="LiveId" clId="{CDC2C08B-765D-41C0-A2C7-AC4B25AAD00D}" dt="2024-04-21T13:45:12.077" v="2168"/>
        <pc:sldMkLst>
          <pc:docMk/>
          <pc:sldMk cId="10428711" sldId="742"/>
        </pc:sldMkLst>
      </pc:sldChg>
      <pc:sldChg chg="modSp new mod">
        <pc:chgData name="Enrique Villegas Valerio" userId="8ada793c76dcd6b1" providerId="LiveId" clId="{CDC2C08B-765D-41C0-A2C7-AC4B25AAD00D}" dt="2024-04-21T14:26:56.821" v="2296" actId="27636"/>
        <pc:sldMkLst>
          <pc:docMk/>
          <pc:sldMk cId="3562662680" sldId="742"/>
        </pc:sldMkLst>
        <pc:spChg chg="mod">
          <ac:chgData name="Enrique Villegas Valerio" userId="8ada793c76dcd6b1" providerId="LiveId" clId="{CDC2C08B-765D-41C0-A2C7-AC4B25AAD00D}" dt="2024-04-21T14:26:56.821" v="2296" actId="27636"/>
          <ac:spMkLst>
            <pc:docMk/>
            <pc:sldMk cId="3562662680" sldId="742"/>
            <ac:spMk id="2" creationId="{5FC4D084-2EC4-32A1-372C-E2A9D06976C9}"/>
          </ac:spMkLst>
        </pc:spChg>
        <pc:spChg chg="mod">
          <ac:chgData name="Enrique Villegas Valerio" userId="8ada793c76dcd6b1" providerId="LiveId" clId="{CDC2C08B-765D-41C0-A2C7-AC4B25AAD00D}" dt="2024-04-21T14:26:24.446" v="2279" actId="20577"/>
          <ac:spMkLst>
            <pc:docMk/>
            <pc:sldMk cId="3562662680" sldId="742"/>
            <ac:spMk id="3" creationId="{7B15F4D3-C692-E73C-469C-518E9ACCD6EF}"/>
          </ac:spMkLst>
        </pc:spChg>
      </pc:sldChg>
      <pc:sldChg chg="modSp add mod">
        <pc:chgData name="Enrique Villegas Valerio" userId="8ada793c76dcd6b1" providerId="LiveId" clId="{CDC2C08B-765D-41C0-A2C7-AC4B25AAD00D}" dt="2024-04-21T14:27:03.453" v="2297" actId="404"/>
        <pc:sldMkLst>
          <pc:docMk/>
          <pc:sldMk cId="1031900184" sldId="743"/>
        </pc:sldMkLst>
        <pc:spChg chg="mod">
          <ac:chgData name="Enrique Villegas Valerio" userId="8ada793c76dcd6b1" providerId="LiveId" clId="{CDC2C08B-765D-41C0-A2C7-AC4B25AAD00D}" dt="2024-04-21T14:27:03.453" v="2297" actId="404"/>
          <ac:spMkLst>
            <pc:docMk/>
            <pc:sldMk cId="1031900184" sldId="743"/>
            <ac:spMk id="2" creationId="{5FC4D084-2EC4-32A1-372C-E2A9D06976C9}"/>
          </ac:spMkLst>
        </pc:spChg>
      </pc:sldChg>
      <pc:sldChg chg="add del">
        <pc:chgData name="Enrique Villegas Valerio" userId="8ada793c76dcd6b1" providerId="LiveId" clId="{CDC2C08B-765D-41C0-A2C7-AC4B25AAD00D}" dt="2024-04-21T13:45:11.577" v="2167"/>
        <pc:sldMkLst>
          <pc:docMk/>
          <pc:sldMk cId="3614426722" sldId="743"/>
        </pc:sldMkLst>
      </pc:sldChg>
      <pc:sldChg chg="modSp new mod">
        <pc:chgData name="Enrique Villegas Valerio" userId="8ada793c76dcd6b1" providerId="LiveId" clId="{CDC2C08B-765D-41C0-A2C7-AC4B25AAD00D}" dt="2024-04-21T14:41:15.396" v="2338" actId="20577"/>
        <pc:sldMkLst>
          <pc:docMk/>
          <pc:sldMk cId="2954507347" sldId="744"/>
        </pc:sldMkLst>
        <pc:spChg chg="mod">
          <ac:chgData name="Enrique Villegas Valerio" userId="8ada793c76dcd6b1" providerId="LiveId" clId="{CDC2C08B-765D-41C0-A2C7-AC4B25AAD00D}" dt="2024-04-21T14:41:07.663" v="2321" actId="404"/>
          <ac:spMkLst>
            <pc:docMk/>
            <pc:sldMk cId="2954507347" sldId="744"/>
            <ac:spMk id="2" creationId="{1D62EBF5-3582-9E92-D960-325C8547A260}"/>
          </ac:spMkLst>
        </pc:spChg>
        <pc:spChg chg="mod">
          <ac:chgData name="Enrique Villegas Valerio" userId="8ada793c76dcd6b1" providerId="LiveId" clId="{CDC2C08B-765D-41C0-A2C7-AC4B25AAD00D}" dt="2024-04-21T14:41:15.396" v="2338" actId="20577"/>
          <ac:spMkLst>
            <pc:docMk/>
            <pc:sldMk cId="2954507347" sldId="744"/>
            <ac:spMk id="3" creationId="{CBE50B53-3F40-B0C7-4011-F60D497408BC}"/>
          </ac:spMkLst>
        </pc:spChg>
      </pc:sldChg>
      <pc:sldChg chg="modSp add mod ord">
        <pc:chgData name="Enrique Villegas Valerio" userId="8ada793c76dcd6b1" providerId="LiveId" clId="{CDC2C08B-765D-41C0-A2C7-AC4B25AAD00D}" dt="2024-04-21T15:08:02.271" v="2455"/>
        <pc:sldMkLst>
          <pc:docMk/>
          <pc:sldMk cId="408355803" sldId="745"/>
        </pc:sldMkLst>
        <pc:spChg chg="mod">
          <ac:chgData name="Enrique Villegas Valerio" userId="8ada793c76dcd6b1" providerId="LiveId" clId="{CDC2C08B-765D-41C0-A2C7-AC4B25AAD00D}" dt="2024-04-21T15:07:54.730" v="2453"/>
          <ac:spMkLst>
            <pc:docMk/>
            <pc:sldMk cId="408355803" sldId="745"/>
            <ac:spMk id="4" creationId="{DC290E1D-77D7-488D-E10D-902F4661149C}"/>
          </ac:spMkLst>
        </pc:spChg>
      </pc:sldChg>
      <pc:sldChg chg="modSp add mod ord">
        <pc:chgData name="Enrique Villegas Valerio" userId="8ada793c76dcd6b1" providerId="LiveId" clId="{CDC2C08B-765D-41C0-A2C7-AC4B25AAD00D}" dt="2024-04-21T15:08:02.271" v="2455"/>
        <pc:sldMkLst>
          <pc:docMk/>
          <pc:sldMk cId="2623102239" sldId="746"/>
        </pc:sldMkLst>
        <pc:spChg chg="mod">
          <ac:chgData name="Enrique Villegas Valerio" userId="8ada793c76dcd6b1" providerId="LiveId" clId="{CDC2C08B-765D-41C0-A2C7-AC4B25AAD00D}" dt="2024-04-21T15:07:11.059" v="2452" actId="20577"/>
          <ac:spMkLst>
            <pc:docMk/>
            <pc:sldMk cId="2623102239" sldId="746"/>
            <ac:spMk id="3" creationId="{F83FCBC4-22A5-47A6-4825-B2DAAEE92F0C}"/>
          </ac:spMkLst>
        </pc:spChg>
      </pc:sldChg>
      <pc:sldChg chg="modSp add mod">
        <pc:chgData name="Enrique Villegas Valerio" userId="8ada793c76dcd6b1" providerId="LiveId" clId="{CDC2C08B-765D-41C0-A2C7-AC4B25AAD00D}" dt="2024-04-21T14:42:44.497" v="2368" actId="20577"/>
        <pc:sldMkLst>
          <pc:docMk/>
          <pc:sldMk cId="3227108644" sldId="747"/>
        </pc:sldMkLst>
        <pc:spChg chg="mod">
          <ac:chgData name="Enrique Villegas Valerio" userId="8ada793c76dcd6b1" providerId="LiveId" clId="{CDC2C08B-765D-41C0-A2C7-AC4B25AAD00D}" dt="2024-04-21T14:42:35.770" v="2346" actId="20577"/>
          <ac:spMkLst>
            <pc:docMk/>
            <pc:sldMk cId="3227108644" sldId="747"/>
            <ac:spMk id="3" creationId="{CA07F423-46C6-CDD8-E4AD-233D53E2809D}"/>
          </ac:spMkLst>
        </pc:spChg>
        <pc:spChg chg="mod">
          <ac:chgData name="Enrique Villegas Valerio" userId="8ada793c76dcd6b1" providerId="LiveId" clId="{CDC2C08B-765D-41C0-A2C7-AC4B25AAD00D}" dt="2024-04-21T14:42:44.497" v="2368" actId="20577"/>
          <ac:spMkLst>
            <pc:docMk/>
            <pc:sldMk cId="3227108644" sldId="747"/>
            <ac:spMk id="4" creationId="{64DD97DD-43D3-F5D3-B4EE-BD7F9628B26B}"/>
          </ac:spMkLst>
        </pc:spChg>
      </pc:sldChg>
      <pc:sldChg chg="add">
        <pc:chgData name="Enrique Villegas Valerio" userId="8ada793c76dcd6b1" providerId="LiveId" clId="{CDC2C08B-765D-41C0-A2C7-AC4B25AAD00D}" dt="2024-04-21T14:42:31.593" v="2340"/>
        <pc:sldMkLst>
          <pc:docMk/>
          <pc:sldMk cId="1844220400" sldId="748"/>
        </pc:sldMkLst>
      </pc:sldChg>
      <pc:sldChg chg="modSp add mod">
        <pc:chgData name="Enrique Villegas Valerio" userId="8ada793c76dcd6b1" providerId="LiveId" clId="{CDC2C08B-765D-41C0-A2C7-AC4B25AAD00D}" dt="2024-04-21T14:43:51.184" v="2397" actId="20577"/>
        <pc:sldMkLst>
          <pc:docMk/>
          <pc:sldMk cId="2615206711" sldId="749"/>
        </pc:sldMkLst>
        <pc:spChg chg="mod">
          <ac:chgData name="Enrique Villegas Valerio" userId="8ada793c76dcd6b1" providerId="LiveId" clId="{CDC2C08B-765D-41C0-A2C7-AC4B25AAD00D}" dt="2024-04-21T14:43:51.184" v="2397" actId="20577"/>
          <ac:spMkLst>
            <pc:docMk/>
            <pc:sldMk cId="2615206711" sldId="749"/>
            <ac:spMk id="2" creationId="{1D62EBF5-3582-9E92-D960-325C8547A260}"/>
          </ac:spMkLst>
        </pc:spChg>
        <pc:spChg chg="mod">
          <ac:chgData name="Enrique Villegas Valerio" userId="8ada793c76dcd6b1" providerId="LiveId" clId="{CDC2C08B-765D-41C0-A2C7-AC4B25AAD00D}" dt="2024-04-21T14:43:22.181" v="2379" actId="20577"/>
          <ac:spMkLst>
            <pc:docMk/>
            <pc:sldMk cId="2615206711" sldId="749"/>
            <ac:spMk id="3" creationId="{CBE50B53-3F40-B0C7-4011-F60D497408BC}"/>
          </ac:spMkLst>
        </pc:spChg>
      </pc:sldChg>
      <pc:sldChg chg="modSp add mod">
        <pc:chgData name="Enrique Villegas Valerio" userId="8ada793c76dcd6b1" providerId="LiveId" clId="{CDC2C08B-765D-41C0-A2C7-AC4B25AAD00D}" dt="2024-04-21T14:44:02.932" v="2400" actId="20577"/>
        <pc:sldMkLst>
          <pc:docMk/>
          <pc:sldMk cId="2955606564" sldId="750"/>
        </pc:sldMkLst>
        <pc:spChg chg="mod">
          <ac:chgData name="Enrique Villegas Valerio" userId="8ada793c76dcd6b1" providerId="LiveId" clId="{CDC2C08B-765D-41C0-A2C7-AC4B25AAD00D}" dt="2024-04-21T14:44:02.932" v="2400" actId="20577"/>
          <ac:spMkLst>
            <pc:docMk/>
            <pc:sldMk cId="2955606564" sldId="750"/>
            <ac:spMk id="2" creationId="{1D62EBF5-3582-9E92-D960-325C8547A260}"/>
          </ac:spMkLst>
        </pc:spChg>
      </pc:sldChg>
      <pc:sldChg chg="modSp add mod">
        <pc:chgData name="Enrique Villegas Valerio" userId="8ada793c76dcd6b1" providerId="LiveId" clId="{CDC2C08B-765D-41C0-A2C7-AC4B25AAD00D}" dt="2024-04-21T14:44:13.294" v="2403" actId="20577"/>
        <pc:sldMkLst>
          <pc:docMk/>
          <pc:sldMk cId="2795727232" sldId="751"/>
        </pc:sldMkLst>
        <pc:spChg chg="mod">
          <ac:chgData name="Enrique Villegas Valerio" userId="8ada793c76dcd6b1" providerId="LiveId" clId="{CDC2C08B-765D-41C0-A2C7-AC4B25AAD00D}" dt="2024-04-21T14:44:13.294" v="2403" actId="20577"/>
          <ac:spMkLst>
            <pc:docMk/>
            <pc:sldMk cId="2795727232" sldId="751"/>
            <ac:spMk id="2" creationId="{1D62EBF5-3582-9E92-D960-325C8547A260}"/>
          </ac:spMkLst>
        </pc:spChg>
      </pc:sldChg>
      <pc:sldChg chg="modSp add mod">
        <pc:chgData name="Enrique Villegas Valerio" userId="8ada793c76dcd6b1" providerId="LiveId" clId="{CDC2C08B-765D-41C0-A2C7-AC4B25AAD00D}" dt="2024-04-21T14:44:21.360" v="2406" actId="20577"/>
        <pc:sldMkLst>
          <pc:docMk/>
          <pc:sldMk cId="307501430" sldId="752"/>
        </pc:sldMkLst>
        <pc:spChg chg="mod">
          <ac:chgData name="Enrique Villegas Valerio" userId="8ada793c76dcd6b1" providerId="LiveId" clId="{CDC2C08B-765D-41C0-A2C7-AC4B25AAD00D}" dt="2024-04-21T14:44:21.360" v="2406" actId="20577"/>
          <ac:spMkLst>
            <pc:docMk/>
            <pc:sldMk cId="307501430" sldId="752"/>
            <ac:spMk id="2" creationId="{1D62EBF5-3582-9E92-D960-325C8547A260}"/>
          </ac:spMkLst>
        </pc:spChg>
      </pc:sldChg>
      <pc:sldChg chg="modSp add mod">
        <pc:chgData name="Enrique Villegas Valerio" userId="8ada793c76dcd6b1" providerId="LiveId" clId="{CDC2C08B-765D-41C0-A2C7-AC4B25AAD00D}" dt="2024-04-21T14:44:28.158" v="2409" actId="20577"/>
        <pc:sldMkLst>
          <pc:docMk/>
          <pc:sldMk cId="2681378688" sldId="753"/>
        </pc:sldMkLst>
        <pc:spChg chg="mod">
          <ac:chgData name="Enrique Villegas Valerio" userId="8ada793c76dcd6b1" providerId="LiveId" clId="{CDC2C08B-765D-41C0-A2C7-AC4B25AAD00D}" dt="2024-04-21T14:44:28.158" v="2409" actId="20577"/>
          <ac:spMkLst>
            <pc:docMk/>
            <pc:sldMk cId="2681378688" sldId="753"/>
            <ac:spMk id="2" creationId="{1D62EBF5-3582-9E92-D960-325C8547A260}"/>
          </ac:spMkLst>
        </pc:spChg>
      </pc:sldChg>
      <pc:sldChg chg="modSp add mod">
        <pc:chgData name="Enrique Villegas Valerio" userId="8ada793c76dcd6b1" providerId="LiveId" clId="{CDC2C08B-765D-41C0-A2C7-AC4B25AAD00D}" dt="2024-04-21T14:44:31.181" v="2410"/>
        <pc:sldMkLst>
          <pc:docMk/>
          <pc:sldMk cId="303894514" sldId="754"/>
        </pc:sldMkLst>
        <pc:spChg chg="mod">
          <ac:chgData name="Enrique Villegas Valerio" userId="8ada793c76dcd6b1" providerId="LiveId" clId="{CDC2C08B-765D-41C0-A2C7-AC4B25AAD00D}" dt="2024-04-21T14:44:31.181" v="2410"/>
          <ac:spMkLst>
            <pc:docMk/>
            <pc:sldMk cId="303894514" sldId="754"/>
            <ac:spMk id="2" creationId="{1D62EBF5-3582-9E92-D960-325C8547A260}"/>
          </ac:spMkLst>
        </pc:spChg>
      </pc:sldChg>
      <pc:sldChg chg="delSp modSp add mod">
        <pc:chgData name="Enrique Villegas Valerio" userId="8ada793c76dcd6b1" providerId="LiveId" clId="{CDC2C08B-765D-41C0-A2C7-AC4B25AAD00D}" dt="2024-04-21T15:09:31.111" v="2526" actId="1036"/>
        <pc:sldMkLst>
          <pc:docMk/>
          <pc:sldMk cId="297649183" sldId="755"/>
        </pc:sldMkLst>
        <pc:spChg chg="mod">
          <ac:chgData name="Enrique Villegas Valerio" userId="8ada793c76dcd6b1" providerId="LiveId" clId="{CDC2C08B-765D-41C0-A2C7-AC4B25AAD00D}" dt="2024-04-21T15:09:31.111" v="2526" actId="1036"/>
          <ac:spMkLst>
            <pc:docMk/>
            <pc:sldMk cId="297649183" sldId="755"/>
            <ac:spMk id="3" creationId="{CA07F423-46C6-CDD8-E4AD-233D53E2809D}"/>
          </ac:spMkLst>
        </pc:spChg>
        <pc:spChg chg="del mod">
          <ac:chgData name="Enrique Villegas Valerio" userId="8ada793c76dcd6b1" providerId="LiveId" clId="{CDC2C08B-765D-41C0-A2C7-AC4B25AAD00D}" dt="2024-04-21T15:09:26.403" v="2472" actId="478"/>
          <ac:spMkLst>
            <pc:docMk/>
            <pc:sldMk cId="297649183" sldId="755"/>
            <ac:spMk id="4" creationId="{64DD97DD-43D3-F5D3-B4EE-BD7F9628B26B}"/>
          </ac:spMkLst>
        </pc:spChg>
      </pc:sldChg>
      <pc:sldChg chg="add del">
        <pc:chgData name="Enrique Villegas Valerio" userId="8ada793c76dcd6b1" providerId="LiveId" clId="{CDC2C08B-765D-41C0-A2C7-AC4B25AAD00D}" dt="2024-04-21T14:44:33.274" v="2411" actId="47"/>
        <pc:sldMkLst>
          <pc:docMk/>
          <pc:sldMk cId="1682915470" sldId="755"/>
        </pc:sldMkLst>
      </pc:sldChg>
      <pc:sldChg chg="add">
        <pc:chgData name="Enrique Villegas Valerio" userId="8ada793c76dcd6b1" providerId="LiveId" clId="{CDC2C08B-765D-41C0-A2C7-AC4B25AAD00D}" dt="2024-04-21T15:10:52.544" v="2556"/>
        <pc:sldMkLst>
          <pc:docMk/>
          <pc:sldMk cId="4093056462" sldId="756"/>
        </pc:sldMkLst>
      </pc:sldChg>
      <pc:sldChg chg="add">
        <pc:chgData name="Enrique Villegas Valerio" userId="8ada793c76dcd6b1" providerId="LiveId" clId="{CDC2C08B-765D-41C0-A2C7-AC4B25AAD00D}" dt="2024-04-21T15:11:08.847" v="2557"/>
        <pc:sldMkLst>
          <pc:docMk/>
          <pc:sldMk cId="3429242866" sldId="757"/>
        </pc:sldMkLst>
      </pc:sldChg>
      <pc:sldChg chg="add">
        <pc:chgData name="Enrique Villegas Valerio" userId="8ada793c76dcd6b1" providerId="LiveId" clId="{CDC2C08B-765D-41C0-A2C7-AC4B25AAD00D}" dt="2024-04-21T15:11:18.074" v="2558"/>
        <pc:sldMkLst>
          <pc:docMk/>
          <pc:sldMk cId="838995400" sldId="758"/>
        </pc:sldMkLst>
      </pc:sldChg>
      <pc:sldChg chg="add">
        <pc:chgData name="Enrique Villegas Valerio" userId="8ada793c76dcd6b1" providerId="LiveId" clId="{CDC2C08B-765D-41C0-A2C7-AC4B25AAD00D}" dt="2024-04-21T15:11:36.040" v="2559"/>
        <pc:sldMkLst>
          <pc:docMk/>
          <pc:sldMk cId="3594748842" sldId="759"/>
        </pc:sldMkLst>
      </pc:sldChg>
      <pc:sldChg chg="add">
        <pc:chgData name="Enrique Villegas Valerio" userId="8ada793c76dcd6b1" providerId="LiveId" clId="{CDC2C08B-765D-41C0-A2C7-AC4B25AAD00D}" dt="2024-04-21T15:11:36.040" v="2559"/>
        <pc:sldMkLst>
          <pc:docMk/>
          <pc:sldMk cId="988940524" sldId="760"/>
        </pc:sldMkLst>
      </pc:sldChg>
      <pc:sldChg chg="add">
        <pc:chgData name="Enrique Villegas Valerio" userId="8ada793c76dcd6b1" providerId="LiveId" clId="{CDC2C08B-765D-41C0-A2C7-AC4B25AAD00D}" dt="2024-04-21T15:11:36.040" v="2559"/>
        <pc:sldMkLst>
          <pc:docMk/>
          <pc:sldMk cId="1457925784" sldId="761"/>
        </pc:sldMkLst>
      </pc:sldChg>
      <pc:sldChg chg="add">
        <pc:chgData name="Enrique Villegas Valerio" userId="8ada793c76dcd6b1" providerId="LiveId" clId="{CDC2C08B-765D-41C0-A2C7-AC4B25AAD00D}" dt="2024-04-21T15:11:36.040" v="2559"/>
        <pc:sldMkLst>
          <pc:docMk/>
          <pc:sldMk cId="3489304264" sldId="762"/>
        </pc:sldMkLst>
      </pc:sldChg>
      <pc:sldChg chg="addSp delSp modSp add mod">
        <pc:chgData name="Enrique Villegas Valerio" userId="8ada793c76dcd6b1" providerId="LiveId" clId="{CDC2C08B-765D-41C0-A2C7-AC4B25AAD00D}" dt="2024-04-21T15:59:47.895" v="2574" actId="27636"/>
        <pc:sldMkLst>
          <pc:docMk/>
          <pc:sldMk cId="2951377007" sldId="763"/>
        </pc:sldMkLst>
        <pc:spChg chg="del">
          <ac:chgData name="Enrique Villegas Valerio" userId="8ada793c76dcd6b1" providerId="LiveId" clId="{CDC2C08B-765D-41C0-A2C7-AC4B25AAD00D}" dt="2024-04-21T15:59:42.539" v="2571" actId="478"/>
          <ac:spMkLst>
            <pc:docMk/>
            <pc:sldMk cId="2951377007" sldId="763"/>
            <ac:spMk id="2" creationId="{B0D08076-5D69-7E8E-18D5-536187914F89}"/>
          </ac:spMkLst>
        </pc:spChg>
        <pc:spChg chg="mod">
          <ac:chgData name="Enrique Villegas Valerio" userId="8ada793c76dcd6b1" providerId="LiveId" clId="{CDC2C08B-765D-41C0-A2C7-AC4B25AAD00D}" dt="2024-04-21T15:59:47.895" v="2574" actId="27636"/>
          <ac:spMkLst>
            <pc:docMk/>
            <pc:sldMk cId="2951377007" sldId="763"/>
            <ac:spMk id="3" creationId="{F83FCBC4-22A5-47A6-4825-B2DAAEE92F0C}"/>
          </ac:spMkLst>
        </pc:spChg>
        <pc:spChg chg="add del mod">
          <ac:chgData name="Enrique Villegas Valerio" userId="8ada793c76dcd6b1" providerId="LiveId" clId="{CDC2C08B-765D-41C0-A2C7-AC4B25AAD00D}" dt="2024-04-21T15:59:44.167" v="2572" actId="478"/>
          <ac:spMkLst>
            <pc:docMk/>
            <pc:sldMk cId="2951377007" sldId="763"/>
            <ac:spMk id="5" creationId="{AFBD3649-E349-20CC-A49D-F8FEF32C9838}"/>
          </ac:spMkLst>
        </pc:spChg>
      </pc:sldChg>
      <pc:sldChg chg="add del">
        <pc:chgData name="Enrique Villegas Valerio" userId="8ada793c76dcd6b1" providerId="LiveId" clId="{CDC2C08B-765D-41C0-A2C7-AC4B25AAD00D}" dt="2024-04-21T15:59:25.539" v="2562"/>
        <pc:sldMkLst>
          <pc:docMk/>
          <pc:sldMk cId="1917519324" sldId="764"/>
        </pc:sldMkLst>
      </pc:sldChg>
      <pc:sldChg chg="addSp delSp modSp new mod modClrScheme chgLayout">
        <pc:chgData name="Enrique Villegas Valerio" userId="8ada793c76dcd6b1" providerId="LiveId" clId="{CDC2C08B-765D-41C0-A2C7-AC4B25AAD00D}" dt="2024-04-21T16:18:23.585" v="3130" actId="22"/>
        <pc:sldMkLst>
          <pc:docMk/>
          <pc:sldMk cId="2843221620" sldId="764"/>
        </pc:sldMkLst>
        <pc:spChg chg="del mod ord">
          <ac:chgData name="Enrique Villegas Valerio" userId="8ada793c76dcd6b1" providerId="LiveId" clId="{CDC2C08B-765D-41C0-A2C7-AC4B25AAD00D}" dt="2024-04-21T16:10:45.847" v="3083" actId="700"/>
          <ac:spMkLst>
            <pc:docMk/>
            <pc:sldMk cId="2843221620" sldId="764"/>
            <ac:spMk id="2" creationId="{BC0C286B-D039-7B57-F50F-2C24B4942A61}"/>
          </ac:spMkLst>
        </pc:spChg>
        <pc:spChg chg="del mod ord">
          <ac:chgData name="Enrique Villegas Valerio" userId="8ada793c76dcd6b1" providerId="LiveId" clId="{CDC2C08B-765D-41C0-A2C7-AC4B25AAD00D}" dt="2024-04-21T16:10:48.710" v="3084" actId="478"/>
          <ac:spMkLst>
            <pc:docMk/>
            <pc:sldMk cId="2843221620" sldId="764"/>
            <ac:spMk id="3" creationId="{3D557E4C-BA7F-F5E4-4F40-5D4DD31847F4}"/>
          </ac:spMkLst>
        </pc:spChg>
        <pc:spChg chg="add mod ord">
          <ac:chgData name="Enrique Villegas Valerio" userId="8ada793c76dcd6b1" providerId="LiveId" clId="{CDC2C08B-765D-41C0-A2C7-AC4B25AAD00D}" dt="2024-04-21T16:11:00.322" v="3125" actId="20577"/>
          <ac:spMkLst>
            <pc:docMk/>
            <pc:sldMk cId="2843221620" sldId="764"/>
            <ac:spMk id="4" creationId="{C9CA52E3-FA23-193B-9719-2628EC7F722F}"/>
          </ac:spMkLst>
        </pc:spChg>
        <pc:spChg chg="add del">
          <ac:chgData name="Enrique Villegas Valerio" userId="8ada793c76dcd6b1" providerId="LiveId" clId="{CDC2C08B-765D-41C0-A2C7-AC4B25AAD00D}" dt="2024-04-21T16:18:23.585" v="3130" actId="22"/>
          <ac:spMkLst>
            <pc:docMk/>
            <pc:sldMk cId="2843221620" sldId="764"/>
            <ac:spMk id="6" creationId="{104F6560-2D6B-D9E0-3FEB-C54CCA7453BE}"/>
          </ac:spMkLst>
        </pc:spChg>
      </pc:sldChg>
      <pc:sldChg chg="modSp add mod">
        <pc:chgData name="Enrique Villegas Valerio" userId="8ada793c76dcd6b1" providerId="LiveId" clId="{CDC2C08B-765D-41C0-A2C7-AC4B25AAD00D}" dt="2024-04-21T16:02:58.904" v="2684" actId="1035"/>
        <pc:sldMkLst>
          <pc:docMk/>
          <pc:sldMk cId="1036406417" sldId="765"/>
        </pc:sldMkLst>
        <pc:spChg chg="mod">
          <ac:chgData name="Enrique Villegas Valerio" userId="8ada793c76dcd6b1" providerId="LiveId" clId="{CDC2C08B-765D-41C0-A2C7-AC4B25AAD00D}" dt="2024-04-21T16:02:58.904" v="2684" actId="1035"/>
          <ac:spMkLst>
            <pc:docMk/>
            <pc:sldMk cId="1036406417" sldId="765"/>
            <ac:spMk id="3" creationId="{CA07F423-46C6-CDD8-E4AD-233D53E2809D}"/>
          </ac:spMkLst>
        </pc:spChg>
        <pc:spChg chg="mod">
          <ac:chgData name="Enrique Villegas Valerio" userId="8ada793c76dcd6b1" providerId="LiveId" clId="{CDC2C08B-765D-41C0-A2C7-AC4B25AAD00D}" dt="2024-04-21T16:02:58.904" v="2684" actId="1035"/>
          <ac:spMkLst>
            <pc:docMk/>
            <pc:sldMk cId="1036406417" sldId="765"/>
            <ac:spMk id="4" creationId="{64DD97DD-43D3-F5D3-B4EE-BD7F9628B26B}"/>
          </ac:spMkLst>
        </pc:spChg>
      </pc:sldChg>
      <pc:sldChg chg="modSp add mod">
        <pc:chgData name="Enrique Villegas Valerio" userId="8ada793c76dcd6b1" providerId="LiveId" clId="{CDC2C08B-765D-41C0-A2C7-AC4B25AAD00D}" dt="2024-04-21T16:05:07.932" v="2877" actId="20577"/>
        <pc:sldMkLst>
          <pc:docMk/>
          <pc:sldMk cId="558599693" sldId="766"/>
        </pc:sldMkLst>
        <pc:spChg chg="mod">
          <ac:chgData name="Enrique Villegas Valerio" userId="8ada793c76dcd6b1" providerId="LiveId" clId="{CDC2C08B-765D-41C0-A2C7-AC4B25AAD00D}" dt="2024-04-21T16:05:05.240" v="2875" actId="404"/>
          <ac:spMkLst>
            <pc:docMk/>
            <pc:sldMk cId="558599693" sldId="766"/>
            <ac:spMk id="3" creationId="{CA07F423-46C6-CDD8-E4AD-233D53E2809D}"/>
          </ac:spMkLst>
        </pc:spChg>
        <pc:spChg chg="mod">
          <ac:chgData name="Enrique Villegas Valerio" userId="8ada793c76dcd6b1" providerId="LiveId" clId="{CDC2C08B-765D-41C0-A2C7-AC4B25AAD00D}" dt="2024-04-21T16:05:07.932" v="2877" actId="20577"/>
          <ac:spMkLst>
            <pc:docMk/>
            <pc:sldMk cId="558599693" sldId="766"/>
            <ac:spMk id="4" creationId="{64DD97DD-43D3-F5D3-B4EE-BD7F9628B26B}"/>
          </ac:spMkLst>
        </pc:spChg>
      </pc:sldChg>
      <pc:sldChg chg="modSp add del mod">
        <pc:chgData name="Enrique Villegas Valerio" userId="8ada793c76dcd6b1" providerId="LiveId" clId="{CDC2C08B-765D-41C0-A2C7-AC4B25AAD00D}" dt="2024-04-21T16:07:12.910" v="2982" actId="47"/>
        <pc:sldMkLst>
          <pc:docMk/>
          <pc:sldMk cId="3622196445" sldId="767"/>
        </pc:sldMkLst>
        <pc:spChg chg="mod">
          <ac:chgData name="Enrique Villegas Valerio" userId="8ada793c76dcd6b1" providerId="LiveId" clId="{CDC2C08B-765D-41C0-A2C7-AC4B25AAD00D}" dt="2024-04-21T16:03:41.917" v="2746" actId="20577"/>
          <ac:spMkLst>
            <pc:docMk/>
            <pc:sldMk cId="3622196445" sldId="767"/>
            <ac:spMk id="4" creationId="{64DD97DD-43D3-F5D3-B4EE-BD7F9628B26B}"/>
          </ac:spMkLst>
        </pc:spChg>
      </pc:sldChg>
      <pc:sldChg chg="add">
        <pc:chgData name="Enrique Villegas Valerio" userId="8ada793c76dcd6b1" providerId="LiveId" clId="{CDC2C08B-765D-41C0-A2C7-AC4B25AAD00D}" dt="2024-04-21T16:05:09.434" v="2878"/>
        <pc:sldMkLst>
          <pc:docMk/>
          <pc:sldMk cId="881164162" sldId="768"/>
        </pc:sldMkLst>
      </pc:sldChg>
      <pc:sldChg chg="modSp add mod">
        <pc:chgData name="Enrique Villegas Valerio" userId="8ada793c76dcd6b1" providerId="LiveId" clId="{CDC2C08B-765D-41C0-A2C7-AC4B25AAD00D}" dt="2024-04-21T16:05:51.875" v="2939" actId="14100"/>
        <pc:sldMkLst>
          <pc:docMk/>
          <pc:sldMk cId="1072409482" sldId="769"/>
        </pc:sldMkLst>
        <pc:spChg chg="mod">
          <ac:chgData name="Enrique Villegas Valerio" userId="8ada793c76dcd6b1" providerId="LiveId" clId="{CDC2C08B-765D-41C0-A2C7-AC4B25AAD00D}" dt="2024-04-21T16:05:43.714" v="2925" actId="20577"/>
          <ac:spMkLst>
            <pc:docMk/>
            <pc:sldMk cId="1072409482" sldId="769"/>
            <ac:spMk id="3" creationId="{CA07F423-46C6-CDD8-E4AD-233D53E2809D}"/>
          </ac:spMkLst>
        </pc:spChg>
        <pc:spChg chg="mod">
          <ac:chgData name="Enrique Villegas Valerio" userId="8ada793c76dcd6b1" providerId="LiveId" clId="{CDC2C08B-765D-41C0-A2C7-AC4B25AAD00D}" dt="2024-04-21T16:05:51.875" v="2939" actId="14100"/>
          <ac:spMkLst>
            <pc:docMk/>
            <pc:sldMk cId="1072409482" sldId="769"/>
            <ac:spMk id="4" creationId="{64DD97DD-43D3-F5D3-B4EE-BD7F9628B26B}"/>
          </ac:spMkLst>
        </pc:spChg>
      </pc:sldChg>
      <pc:sldChg chg="modSp add mod">
        <pc:chgData name="Enrique Villegas Valerio" userId="8ada793c76dcd6b1" providerId="LiveId" clId="{CDC2C08B-765D-41C0-A2C7-AC4B25AAD00D}" dt="2024-04-21T16:08:40.384" v="3081" actId="1036"/>
        <pc:sldMkLst>
          <pc:docMk/>
          <pc:sldMk cId="2431892705" sldId="770"/>
        </pc:sldMkLst>
        <pc:spChg chg="mod">
          <ac:chgData name="Enrique Villegas Valerio" userId="8ada793c76dcd6b1" providerId="LiveId" clId="{CDC2C08B-765D-41C0-A2C7-AC4B25AAD00D}" dt="2024-04-21T16:08:40.384" v="3081" actId="1036"/>
          <ac:spMkLst>
            <pc:docMk/>
            <pc:sldMk cId="2431892705" sldId="770"/>
            <ac:spMk id="3" creationId="{CA07F423-46C6-CDD8-E4AD-233D53E2809D}"/>
          </ac:spMkLst>
        </pc:spChg>
        <pc:spChg chg="mod">
          <ac:chgData name="Enrique Villegas Valerio" userId="8ada793c76dcd6b1" providerId="LiveId" clId="{CDC2C08B-765D-41C0-A2C7-AC4B25AAD00D}" dt="2024-04-21T16:08:40.384" v="3081" actId="1036"/>
          <ac:spMkLst>
            <pc:docMk/>
            <pc:sldMk cId="2431892705" sldId="770"/>
            <ac:spMk id="4" creationId="{64DD97DD-43D3-F5D3-B4EE-BD7F9628B26B}"/>
          </ac:spMkLst>
        </pc:spChg>
      </pc:sldChg>
      <pc:sldChg chg="modSp add mod ord">
        <pc:chgData name="Enrique Villegas Valerio" userId="8ada793c76dcd6b1" providerId="LiveId" clId="{CDC2C08B-765D-41C0-A2C7-AC4B25AAD00D}" dt="2024-04-21T16:07:50.105" v="3036"/>
        <pc:sldMkLst>
          <pc:docMk/>
          <pc:sldMk cId="2518094582" sldId="771"/>
        </pc:sldMkLst>
        <pc:spChg chg="mod">
          <ac:chgData name="Enrique Villegas Valerio" userId="8ada793c76dcd6b1" providerId="LiveId" clId="{CDC2C08B-765D-41C0-A2C7-AC4B25AAD00D}" dt="2024-04-21T16:07:46.586" v="3034" actId="14100"/>
          <ac:spMkLst>
            <pc:docMk/>
            <pc:sldMk cId="2518094582" sldId="771"/>
            <ac:spMk id="3" creationId="{F83FCBC4-22A5-47A6-4825-B2DAAEE92F0C}"/>
          </ac:spMkLst>
        </pc:spChg>
      </pc:sldChg>
      <pc:sldChg chg="modSp add mod">
        <pc:chgData name="Enrique Villegas Valerio" userId="8ada793c76dcd6b1" providerId="LiveId" clId="{CDC2C08B-765D-41C0-A2C7-AC4B25AAD00D}" dt="2024-04-21T16:08:28.565" v="3067" actId="27636"/>
        <pc:sldMkLst>
          <pc:docMk/>
          <pc:sldMk cId="4274744633" sldId="772"/>
        </pc:sldMkLst>
        <pc:spChg chg="mod">
          <ac:chgData name="Enrique Villegas Valerio" userId="8ada793c76dcd6b1" providerId="LiveId" clId="{CDC2C08B-765D-41C0-A2C7-AC4B25AAD00D}" dt="2024-04-21T16:08:28.565" v="3067" actId="27636"/>
          <ac:spMkLst>
            <pc:docMk/>
            <pc:sldMk cId="4274744633" sldId="772"/>
            <ac:spMk id="3" creationId="{F83FCBC4-22A5-47A6-4825-B2DAAEE92F0C}"/>
          </ac:spMkLst>
        </pc:spChg>
      </pc:sldChg>
      <pc:sldChg chg="add">
        <pc:chgData name="Enrique Villegas Valerio" userId="8ada793c76dcd6b1" providerId="LiveId" clId="{CDC2C08B-765D-41C0-A2C7-AC4B25AAD00D}" dt="2024-04-21T16:11:13.512" v="3128"/>
        <pc:sldMkLst>
          <pc:docMk/>
          <pc:sldMk cId="2786650950" sldId="773"/>
        </pc:sldMkLst>
      </pc:sldChg>
      <pc:sldChg chg="new del">
        <pc:chgData name="Enrique Villegas Valerio" userId="8ada793c76dcd6b1" providerId="LiveId" clId="{CDC2C08B-765D-41C0-A2C7-AC4B25AAD00D}" dt="2024-04-21T16:11:07.274" v="3127" actId="680"/>
        <pc:sldMkLst>
          <pc:docMk/>
          <pc:sldMk cId="4207051008" sldId="773"/>
        </pc:sldMkLst>
      </pc:sldChg>
      <pc:sldChg chg="modSp add mod">
        <pc:chgData name="Enrique Villegas Valerio" userId="8ada793c76dcd6b1" providerId="LiveId" clId="{CDC2C08B-765D-41C0-A2C7-AC4B25AAD00D}" dt="2024-04-21T16:18:40.247" v="3142"/>
        <pc:sldMkLst>
          <pc:docMk/>
          <pc:sldMk cId="1500486157" sldId="774"/>
        </pc:sldMkLst>
        <pc:spChg chg="mod">
          <ac:chgData name="Enrique Villegas Valerio" userId="8ada793c76dcd6b1" providerId="LiveId" clId="{CDC2C08B-765D-41C0-A2C7-AC4B25AAD00D}" dt="2024-04-21T16:18:40.247" v="3142"/>
          <ac:spMkLst>
            <pc:docMk/>
            <pc:sldMk cId="1500486157" sldId="774"/>
            <ac:spMk id="2" creationId="{1D62EBF5-3582-9E92-D960-325C8547A260}"/>
          </ac:spMkLst>
        </pc:spChg>
        <pc:spChg chg="mod">
          <ac:chgData name="Enrique Villegas Valerio" userId="8ada793c76dcd6b1" providerId="LiveId" clId="{CDC2C08B-765D-41C0-A2C7-AC4B25AAD00D}" dt="2024-04-21T16:18:31.212" v="3141" actId="20577"/>
          <ac:spMkLst>
            <pc:docMk/>
            <pc:sldMk cId="1500486157" sldId="774"/>
            <ac:spMk id="3" creationId="{CBE50B53-3F40-B0C7-4011-F60D497408BC}"/>
          </ac:spMkLst>
        </pc:spChg>
      </pc:sldChg>
      <pc:sldChg chg="modSp add mod">
        <pc:chgData name="Enrique Villegas Valerio" userId="8ada793c76dcd6b1" providerId="LiveId" clId="{CDC2C08B-765D-41C0-A2C7-AC4B25AAD00D}" dt="2024-04-21T16:18:57.783" v="3158" actId="20577"/>
        <pc:sldMkLst>
          <pc:docMk/>
          <pc:sldMk cId="3631565729" sldId="775"/>
        </pc:sldMkLst>
        <pc:spChg chg="mod">
          <ac:chgData name="Enrique Villegas Valerio" userId="8ada793c76dcd6b1" providerId="LiveId" clId="{CDC2C08B-765D-41C0-A2C7-AC4B25AAD00D}" dt="2024-04-21T16:18:53.431" v="3146" actId="404"/>
          <ac:spMkLst>
            <pc:docMk/>
            <pc:sldMk cId="3631565729" sldId="775"/>
            <ac:spMk id="2" creationId="{1D62EBF5-3582-9E92-D960-325C8547A260}"/>
          </ac:spMkLst>
        </pc:spChg>
        <pc:spChg chg="mod">
          <ac:chgData name="Enrique Villegas Valerio" userId="8ada793c76dcd6b1" providerId="LiveId" clId="{CDC2C08B-765D-41C0-A2C7-AC4B25AAD00D}" dt="2024-04-21T16:18:57.783" v="3158" actId="20577"/>
          <ac:spMkLst>
            <pc:docMk/>
            <pc:sldMk cId="3631565729" sldId="775"/>
            <ac:spMk id="3" creationId="{CBE50B53-3F40-B0C7-4011-F60D497408BC}"/>
          </ac:spMkLst>
        </pc:spChg>
      </pc:sldChg>
      <pc:sldChg chg="modSp add mod">
        <pc:chgData name="Enrique Villegas Valerio" userId="8ada793c76dcd6b1" providerId="LiveId" clId="{CDC2C08B-765D-41C0-A2C7-AC4B25AAD00D}" dt="2024-04-21T16:19:30.649" v="3186" actId="20577"/>
        <pc:sldMkLst>
          <pc:docMk/>
          <pc:sldMk cId="3272485913" sldId="776"/>
        </pc:sldMkLst>
        <pc:spChg chg="mod">
          <ac:chgData name="Enrique Villegas Valerio" userId="8ada793c76dcd6b1" providerId="LiveId" clId="{CDC2C08B-765D-41C0-A2C7-AC4B25AAD00D}" dt="2024-04-21T16:19:30.649" v="3186" actId="20577"/>
          <ac:spMkLst>
            <pc:docMk/>
            <pc:sldMk cId="3272485913" sldId="776"/>
            <ac:spMk id="2" creationId="{1D62EBF5-3582-9E92-D960-325C8547A260}"/>
          </ac:spMkLst>
        </pc:spChg>
        <pc:spChg chg="mod">
          <ac:chgData name="Enrique Villegas Valerio" userId="8ada793c76dcd6b1" providerId="LiveId" clId="{CDC2C08B-765D-41C0-A2C7-AC4B25AAD00D}" dt="2024-04-21T16:19:15.777" v="3177" actId="20577"/>
          <ac:spMkLst>
            <pc:docMk/>
            <pc:sldMk cId="3272485913" sldId="776"/>
            <ac:spMk id="3" creationId="{CBE50B53-3F40-B0C7-4011-F60D497408BC}"/>
          </ac:spMkLst>
        </pc:spChg>
      </pc:sldChg>
      <pc:sldChg chg="modSp new mod">
        <pc:chgData name="Enrique Villegas Valerio" userId="8ada793c76dcd6b1" providerId="LiveId" clId="{CDC2C08B-765D-41C0-A2C7-AC4B25AAD00D}" dt="2024-04-21T16:20:09.043" v="3206"/>
        <pc:sldMkLst>
          <pc:docMk/>
          <pc:sldMk cId="3545591661" sldId="777"/>
        </pc:sldMkLst>
        <pc:spChg chg="mod">
          <ac:chgData name="Enrique Villegas Valerio" userId="8ada793c76dcd6b1" providerId="LiveId" clId="{CDC2C08B-765D-41C0-A2C7-AC4B25AAD00D}" dt="2024-04-21T16:20:07.417" v="3205" actId="6549"/>
          <ac:spMkLst>
            <pc:docMk/>
            <pc:sldMk cId="3545591661" sldId="777"/>
            <ac:spMk id="2" creationId="{60C05181-E1D9-13AA-73EE-63DAB186EC2B}"/>
          </ac:spMkLst>
        </pc:spChg>
        <pc:spChg chg="mod">
          <ac:chgData name="Enrique Villegas Valerio" userId="8ada793c76dcd6b1" providerId="LiveId" clId="{CDC2C08B-765D-41C0-A2C7-AC4B25AAD00D}" dt="2024-04-21T16:20:09.043" v="3206"/>
          <ac:spMkLst>
            <pc:docMk/>
            <pc:sldMk cId="3545591661" sldId="777"/>
            <ac:spMk id="3" creationId="{15495477-F1C6-DED9-A2EB-75923A9BAAE2}"/>
          </ac:spMkLst>
        </pc:spChg>
      </pc:sldChg>
      <pc:sldChg chg="modSp new mod">
        <pc:chgData name="Enrique Villegas Valerio" userId="8ada793c76dcd6b1" providerId="LiveId" clId="{CDC2C08B-765D-41C0-A2C7-AC4B25AAD00D}" dt="2024-04-21T16:20:16.357" v="3211" actId="20577"/>
        <pc:sldMkLst>
          <pc:docMk/>
          <pc:sldMk cId="1301569592" sldId="778"/>
        </pc:sldMkLst>
        <pc:spChg chg="mod">
          <ac:chgData name="Enrique Villegas Valerio" userId="8ada793c76dcd6b1" providerId="LiveId" clId="{CDC2C08B-765D-41C0-A2C7-AC4B25AAD00D}" dt="2024-04-21T16:20:16.357" v="3211" actId="20577"/>
          <ac:spMkLst>
            <pc:docMk/>
            <pc:sldMk cId="1301569592" sldId="778"/>
            <ac:spMk id="2" creationId="{230D6673-9FF2-62EA-8110-011224713BA4}"/>
          </ac:spMkLst>
        </pc:spChg>
        <pc:spChg chg="mod">
          <ac:chgData name="Enrique Villegas Valerio" userId="8ada793c76dcd6b1" providerId="LiveId" clId="{CDC2C08B-765D-41C0-A2C7-AC4B25AAD00D}" dt="2024-04-21T16:20:11.487" v="3207"/>
          <ac:spMkLst>
            <pc:docMk/>
            <pc:sldMk cId="1301569592" sldId="778"/>
            <ac:spMk id="3" creationId="{C5A7EE23-CF33-FD78-D4E9-15AE0E7B87D5}"/>
          </ac:spMkLst>
        </pc:spChg>
      </pc:sldChg>
      <pc:sldChg chg="addSp delSp modSp new mod setBg modClrScheme chgLayout">
        <pc:chgData name="Enrique Villegas Valerio" userId="8ada793c76dcd6b1" providerId="LiveId" clId="{CDC2C08B-765D-41C0-A2C7-AC4B25AAD00D}" dt="2024-04-21T16:21:12.938" v="3215" actId="26606"/>
        <pc:sldMkLst>
          <pc:docMk/>
          <pc:sldMk cId="1256220797" sldId="779"/>
        </pc:sldMkLst>
        <pc:spChg chg="del">
          <ac:chgData name="Enrique Villegas Valerio" userId="8ada793c76dcd6b1" providerId="LiveId" clId="{CDC2C08B-765D-41C0-A2C7-AC4B25AAD00D}" dt="2024-04-21T16:21:10.162" v="3214" actId="700"/>
          <ac:spMkLst>
            <pc:docMk/>
            <pc:sldMk cId="1256220797" sldId="779"/>
            <ac:spMk id="2" creationId="{A3BCA7B3-09BC-1812-FCE4-042585622B3D}"/>
          </ac:spMkLst>
        </pc:spChg>
        <pc:spChg chg="del">
          <ac:chgData name="Enrique Villegas Valerio" userId="8ada793c76dcd6b1" providerId="LiveId" clId="{CDC2C08B-765D-41C0-A2C7-AC4B25AAD00D}" dt="2024-04-21T16:21:10.162" v="3214" actId="700"/>
          <ac:spMkLst>
            <pc:docMk/>
            <pc:sldMk cId="1256220797" sldId="779"/>
            <ac:spMk id="3" creationId="{FA3D15B9-2D5B-0A66-09B5-D6D34692B9F6}"/>
          </ac:spMkLst>
        </pc:spChg>
        <pc:spChg chg="add">
          <ac:chgData name="Enrique Villegas Valerio" userId="8ada793c76dcd6b1" providerId="LiveId" clId="{CDC2C08B-765D-41C0-A2C7-AC4B25AAD00D}" dt="2024-04-21T16:21:12.938" v="3215" actId="26606"/>
          <ac:spMkLst>
            <pc:docMk/>
            <pc:sldMk cId="1256220797" sldId="779"/>
            <ac:spMk id="5127" creationId="{42A4FC2C-047E-45A5-965D-8E1E3BF09BC6}"/>
          </ac:spMkLst>
        </pc:spChg>
        <pc:picChg chg="add mod">
          <ac:chgData name="Enrique Villegas Valerio" userId="8ada793c76dcd6b1" providerId="LiveId" clId="{CDC2C08B-765D-41C0-A2C7-AC4B25AAD00D}" dt="2024-04-21T16:21:12.938" v="3215" actId="26606"/>
          <ac:picMkLst>
            <pc:docMk/>
            <pc:sldMk cId="1256220797" sldId="779"/>
            <ac:picMk id="5122" creationId="{95070D11-87DD-3747-62FD-C8CED7909EF9}"/>
          </ac:picMkLst>
        </pc:picChg>
      </pc:sldChg>
      <pc:sldChg chg="addSp delSp modSp add mod">
        <pc:chgData name="Enrique Villegas Valerio" userId="8ada793c76dcd6b1" providerId="LiveId" clId="{CDC2C08B-765D-41C0-A2C7-AC4B25AAD00D}" dt="2024-04-24T18:59:27.990" v="3294" actId="1366"/>
        <pc:sldMkLst>
          <pc:docMk/>
          <pc:sldMk cId="595888006" sldId="780"/>
        </pc:sldMkLst>
        <pc:spChg chg="mod">
          <ac:chgData name="Enrique Villegas Valerio" userId="8ada793c76dcd6b1" providerId="LiveId" clId="{CDC2C08B-765D-41C0-A2C7-AC4B25AAD00D}" dt="2024-04-24T18:59:15.345" v="3291" actId="1035"/>
          <ac:spMkLst>
            <pc:docMk/>
            <pc:sldMk cId="595888006" sldId="780"/>
            <ac:spMk id="4" creationId="{0BC2F95A-B101-BD4F-1F9A-CE7CEA5A0BD8}"/>
          </ac:spMkLst>
        </pc:spChg>
        <pc:spChg chg="del">
          <ac:chgData name="Enrique Villegas Valerio" userId="8ada793c76dcd6b1" providerId="LiveId" clId="{CDC2C08B-765D-41C0-A2C7-AC4B25AAD00D}" dt="2024-04-24T18:58:44.300" v="3220" actId="478"/>
          <ac:spMkLst>
            <pc:docMk/>
            <pc:sldMk cId="595888006" sldId="780"/>
            <ac:spMk id="6" creationId="{10809FDB-AC2C-DBA5-7B50-F0D0A60EB007}"/>
          </ac:spMkLst>
        </pc:spChg>
        <pc:picChg chg="add mod">
          <ac:chgData name="Enrique Villegas Valerio" userId="8ada793c76dcd6b1" providerId="LiveId" clId="{CDC2C08B-765D-41C0-A2C7-AC4B25AAD00D}" dt="2024-04-24T18:59:27.990" v="3294" actId="1366"/>
          <ac:picMkLst>
            <pc:docMk/>
            <pc:sldMk cId="595888006" sldId="780"/>
            <ac:picMk id="7" creationId="{98228B16-1FA4-8945-BA5F-7E6E16AE4B32}"/>
          </ac:picMkLst>
        </pc:picChg>
      </pc:sldChg>
      <pc:sldMasterChg chg="modSldLayout">
        <pc:chgData name="Enrique Villegas Valerio" userId="8ada793c76dcd6b1" providerId="LiveId" clId="{CDC2C08B-765D-41C0-A2C7-AC4B25AAD00D}" dt="2024-04-21T11:56:32.836" v="1478" actId="14861"/>
        <pc:sldMasterMkLst>
          <pc:docMk/>
          <pc:sldMasterMk cId="2344839324" sldId="2147483660"/>
        </pc:sldMasterMkLst>
        <pc:sldLayoutChg chg="modSp mod">
          <pc:chgData name="Enrique Villegas Valerio" userId="8ada793c76dcd6b1" providerId="LiveId" clId="{CDC2C08B-765D-41C0-A2C7-AC4B25AAD00D}" dt="2024-04-21T11:56:32.836" v="1478" actId="14861"/>
          <pc:sldLayoutMkLst>
            <pc:docMk/>
            <pc:sldMasterMk cId="2344839324" sldId="2147483660"/>
            <pc:sldLayoutMk cId="3300451521" sldId="2147483663"/>
          </pc:sldLayoutMkLst>
          <pc:spChg chg="mod">
            <ac:chgData name="Enrique Villegas Valerio" userId="8ada793c76dcd6b1" providerId="LiveId" clId="{CDC2C08B-765D-41C0-A2C7-AC4B25AAD00D}" dt="2024-04-21T11:56:32.836" v="1478" actId="14861"/>
            <ac:spMkLst>
              <pc:docMk/>
              <pc:sldMasterMk cId="2344839324" sldId="2147483660"/>
              <pc:sldLayoutMk cId="3300451521" sldId="2147483663"/>
              <ac:spMk id="6" creationId="{CC6AAE60-C183-0B5E-BF22-42D727255D6B}"/>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01FDB4-1A5D-4B9F-AF6A-52FA43DC7FCB}" type="datetimeFigureOut">
              <a:rPr lang="es-MX" smtClean="0"/>
              <a:t>05/05/2024</a:t>
            </a:fld>
            <a:endParaRPr lang="es-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1109B-DB30-4047-AA4B-24982097BA7D}" type="slidenum">
              <a:rPr lang="es-MX" smtClean="0"/>
              <a:t>‹#›</a:t>
            </a:fld>
            <a:endParaRPr lang="es-MX"/>
          </a:p>
        </p:txBody>
      </p:sp>
    </p:spTree>
    <p:extLst>
      <p:ext uri="{BB962C8B-B14F-4D97-AF65-F5344CB8AC3E}">
        <p14:creationId xmlns:p14="http://schemas.microsoft.com/office/powerpoint/2010/main" val="247572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4" name="Picture 3" descr="A logo with a lion head and clouds&#10;&#10;Description automatically generated">
            <a:extLst>
              <a:ext uri="{FF2B5EF4-FFF2-40B4-BE49-F238E27FC236}">
                <a16:creationId xmlns:a16="http://schemas.microsoft.com/office/drawing/2014/main" id="{96AB1972-E7F1-CFAC-94DD-81E6B1F3F6B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96690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629258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C6AAE60-C183-0B5E-BF22-42D727255D6B}"/>
              </a:ext>
            </a:extLst>
          </p:cNvPr>
          <p:cNvSpPr/>
          <p:nvPr userDrawn="1"/>
        </p:nvSpPr>
        <p:spPr>
          <a:xfrm>
            <a:off x="1168401" y="0"/>
            <a:ext cx="11023600" cy="6858000"/>
          </a:xfrm>
          <a:prstGeom prst="rect">
            <a:avLst/>
          </a:prstGeom>
          <a:solidFill>
            <a:schemeClr val="tx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itle 1"/>
          <p:cNvSpPr>
            <a:spLocks noGrp="1"/>
          </p:cNvSpPr>
          <p:nvPr>
            <p:ph type="title"/>
          </p:nvPr>
        </p:nvSpPr>
        <p:spPr>
          <a:xfrm>
            <a:off x="1651000" y="397668"/>
            <a:ext cx="9696450" cy="5317332"/>
          </a:xfrm>
        </p:spPr>
        <p:txBody>
          <a:bodyPr anchor="ctr">
            <a:normAutofit/>
          </a:bodyPr>
          <a:lstStyle>
            <a:lvl1pPr algn="l">
              <a:lnSpc>
                <a:spcPct val="135000"/>
              </a:lnSpc>
              <a:defRPr sz="54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1651000" y="6121400"/>
            <a:ext cx="6197600" cy="438150"/>
          </a:xfrm>
        </p:spPr>
        <p:txBody>
          <a:bodyPr/>
          <a:lstStyle>
            <a:lvl1pPr marL="0" indent="0">
              <a:buNone/>
              <a:defRPr sz="2400" cap="all" spc="400" baseline="0">
                <a:solidFill>
                  <a:schemeClr val="bg1">
                    <a:lumMod val="85000"/>
                    <a:lumOff val="15000"/>
                  </a:schemeClr>
                </a:solidFill>
                <a:latin typeface="Yeseva One"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Haga clic para modificar los estilos de texto del patrón</a:t>
            </a:r>
          </a:p>
        </p:txBody>
      </p:sp>
      <p:pic>
        <p:nvPicPr>
          <p:cNvPr id="8" name="Imagen 7" descr="Dibujo en blanco y negro&#10;&#10;Descripción generada automáticamente con confianza baja">
            <a:extLst>
              <a:ext uri="{FF2B5EF4-FFF2-40B4-BE49-F238E27FC236}">
                <a16:creationId xmlns:a16="http://schemas.microsoft.com/office/drawing/2014/main" id="{165B58CA-7C57-EBCB-9B5B-C0E7FC8F5B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13901" y="6089428"/>
            <a:ext cx="1672314" cy="444100"/>
          </a:xfrm>
          <a:prstGeom prst="rect">
            <a:avLst/>
          </a:prstGeom>
        </p:spPr>
      </p:pic>
    </p:spTree>
    <p:extLst>
      <p:ext uri="{BB962C8B-B14F-4D97-AF65-F5344CB8AC3E}">
        <p14:creationId xmlns:p14="http://schemas.microsoft.com/office/powerpoint/2010/main" val="3300451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527901" y="397668"/>
            <a:ext cx="10819549" cy="5317332"/>
          </a:xfrm>
        </p:spPr>
        <p:txBody>
          <a:bodyPr anchor="ctr">
            <a:normAutofit/>
          </a:bodyPr>
          <a:lstStyle>
            <a:lvl1pPr algn="l">
              <a:lnSpc>
                <a:spcPct val="135000"/>
              </a:lnSpc>
              <a:defRPr sz="54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527901" y="6121400"/>
            <a:ext cx="7320699" cy="438150"/>
          </a:xfrm>
        </p:spPr>
        <p:txBody>
          <a:bodyPr/>
          <a:lstStyle>
            <a:lvl1pPr marL="0" indent="0">
              <a:buNone/>
              <a:defRPr sz="2400" cap="all" spc="400" baseline="0">
                <a:solidFill>
                  <a:schemeClr val="bg1">
                    <a:lumMod val="85000"/>
                    <a:lumOff val="15000"/>
                  </a:schemeClr>
                </a:solidFill>
                <a:latin typeface="Yeseva One"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Haga clic para modificar los estilos de texto del patrón</a:t>
            </a:r>
          </a:p>
        </p:txBody>
      </p:sp>
    </p:spTree>
    <p:extLst>
      <p:ext uri="{BB962C8B-B14F-4D97-AF65-F5344CB8AC3E}">
        <p14:creationId xmlns:p14="http://schemas.microsoft.com/office/powerpoint/2010/main" val="602325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6_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405353" y="397668"/>
            <a:ext cx="10942097" cy="5317332"/>
          </a:xfrm>
        </p:spPr>
        <p:txBody>
          <a:bodyPr anchor="ctr">
            <a:normAutofit/>
          </a:bodyPr>
          <a:lstStyle>
            <a:lvl1pPr algn="l">
              <a:lnSpc>
                <a:spcPct val="135000"/>
              </a:lnSpc>
              <a:defRPr sz="54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405353" y="6121400"/>
            <a:ext cx="7443247" cy="438150"/>
          </a:xfrm>
        </p:spPr>
        <p:txBody>
          <a:bodyPr/>
          <a:lstStyle>
            <a:lvl1pPr marL="0" indent="0">
              <a:buNone/>
              <a:defRPr sz="2400" cap="all" spc="400" baseline="0">
                <a:solidFill>
                  <a:schemeClr val="bg1">
                    <a:lumMod val="85000"/>
                    <a:lumOff val="15000"/>
                  </a:schemeClr>
                </a:solidFill>
                <a:latin typeface="Yeseva One"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Haga clic para modificar los estilos de texto del patrón</a:t>
            </a:r>
          </a:p>
        </p:txBody>
      </p:sp>
      <p:pic>
        <p:nvPicPr>
          <p:cNvPr id="6" name="Picture 2">
            <a:extLst>
              <a:ext uri="{FF2B5EF4-FFF2-40B4-BE49-F238E27FC236}">
                <a16:creationId xmlns:a16="http://schemas.microsoft.com/office/drawing/2014/main" id="{FF4C5FA9-6EEA-72B9-B468-AD24EA985640}"/>
              </a:ext>
            </a:extLst>
          </p:cNvPr>
          <p:cNvPicPr>
            <a:picLocks noChangeAspect="1" noChangeArrowheads="1"/>
          </p:cNvPicPr>
          <p:nvPr userDrawn="1"/>
        </p:nvPicPr>
        <p:blipFill rotWithShape="1">
          <a:blip r:embed="rId2">
            <a:clrChange>
              <a:clrFrom>
                <a:srgbClr val="000000"/>
              </a:clrFrom>
              <a:clrTo>
                <a:srgbClr val="000000">
                  <a:alpha val="0"/>
                </a:srgbClr>
              </a:clrTo>
            </a:clrChange>
            <a:duotone>
              <a:prstClr val="black"/>
              <a:schemeClr val="accent3">
                <a:tint val="45000"/>
                <a:satMod val="400000"/>
              </a:schemeClr>
            </a:duotone>
            <a:extLst>
              <a:ext uri="{28A0092B-C50C-407E-A947-70E740481C1C}">
                <a14:useLocalDpi xmlns:a14="http://schemas.microsoft.com/office/drawing/2010/main" val="0"/>
              </a:ext>
            </a:extLst>
          </a:blip>
          <a:srcRect l="36666" t="14505" r="16779" b="29067"/>
          <a:stretch/>
        </p:blipFill>
        <p:spPr bwMode="auto">
          <a:xfrm>
            <a:off x="10042204" y="5907784"/>
            <a:ext cx="1305246" cy="785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4153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7_Encabezado de secció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3315" y="397668"/>
            <a:ext cx="10744135" cy="5317332"/>
          </a:xfrm>
        </p:spPr>
        <p:txBody>
          <a:bodyPr anchor="ctr">
            <a:normAutofit/>
          </a:bodyPr>
          <a:lstStyle>
            <a:lvl1pPr algn="l">
              <a:lnSpc>
                <a:spcPct val="135000"/>
              </a:lnSpc>
              <a:defRPr sz="54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603315" y="6121400"/>
            <a:ext cx="7245285" cy="438150"/>
          </a:xfrm>
        </p:spPr>
        <p:txBody>
          <a:bodyPr/>
          <a:lstStyle>
            <a:lvl1pPr marL="0" indent="0">
              <a:buNone/>
              <a:defRPr sz="2400" cap="all" spc="400" baseline="0">
                <a:solidFill>
                  <a:schemeClr val="bg1">
                    <a:lumMod val="85000"/>
                    <a:lumOff val="15000"/>
                  </a:schemeClr>
                </a:solidFill>
                <a:latin typeface="Yeseva One"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Haga clic para modificar los estilos de texto del patrón</a:t>
            </a:r>
          </a:p>
        </p:txBody>
      </p:sp>
      <p:pic>
        <p:nvPicPr>
          <p:cNvPr id="7" name="Imagen 4" descr="Icono&#10;&#10;Descripción generada automáticamente">
            <a:extLst>
              <a:ext uri="{FF2B5EF4-FFF2-40B4-BE49-F238E27FC236}">
                <a16:creationId xmlns:a16="http://schemas.microsoft.com/office/drawing/2014/main" id="{E760794D-4195-1CBE-AAA0-9C7751238D7F}"/>
              </a:ext>
            </a:extLst>
          </p:cNvPr>
          <p:cNvPicPr>
            <a:picLocks noChangeAspect="1"/>
          </p:cNvPicPr>
          <p:nvPr userDrawn="1"/>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10702648" y="5747899"/>
            <a:ext cx="644802" cy="874391"/>
          </a:xfrm>
          <a:prstGeom prst="rect">
            <a:avLst/>
          </a:prstGeom>
        </p:spPr>
      </p:pic>
    </p:spTree>
    <p:extLst>
      <p:ext uri="{BB962C8B-B14F-4D97-AF65-F5344CB8AC3E}">
        <p14:creationId xmlns:p14="http://schemas.microsoft.com/office/powerpoint/2010/main" val="1162778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DE81D74-8AAE-16C6-9103-D99086590DC4}"/>
              </a:ext>
            </a:extLst>
          </p:cNvPr>
          <p:cNvSpPr/>
          <p:nvPr userDrawn="1"/>
        </p:nvSpPr>
        <p:spPr>
          <a:xfrm>
            <a:off x="1150071" y="0"/>
            <a:ext cx="1104193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ítulo 1">
            <a:extLst>
              <a:ext uri="{FF2B5EF4-FFF2-40B4-BE49-F238E27FC236}">
                <a16:creationId xmlns:a16="http://schemas.microsoft.com/office/drawing/2014/main" id="{55228655-8A01-4C21-2519-CA4F7EEB055E}"/>
              </a:ext>
            </a:extLst>
          </p:cNvPr>
          <p:cNvSpPr>
            <a:spLocks noGrp="1"/>
          </p:cNvSpPr>
          <p:nvPr>
            <p:ph type="title"/>
          </p:nvPr>
        </p:nvSpPr>
        <p:spPr>
          <a:xfrm>
            <a:off x="1640264" y="365125"/>
            <a:ext cx="9713535" cy="1325563"/>
          </a:xfrm>
        </p:spPr>
        <p:txBody>
          <a:bodyPr/>
          <a:lstStyle>
            <a:lvl1pPr algn="r">
              <a:defRPr baseline="0">
                <a:solidFill>
                  <a:schemeClr val="bg1">
                    <a:lumMod val="85000"/>
                    <a:lumOff val="15000"/>
                  </a:schemeClr>
                </a:solidFill>
                <a:latin typeface="Montserrat SemiBold" panose="00000700000000000000" pitchFamily="2" charset="0"/>
              </a:defRPr>
            </a:lvl1pPr>
          </a:lstStyle>
          <a:p>
            <a:r>
              <a:rPr lang="es-ES" dirty="0"/>
              <a:t>Haga clic para modificar el estilo de título del patrón</a:t>
            </a:r>
            <a:endParaRPr lang="es-MX" dirty="0"/>
          </a:p>
        </p:txBody>
      </p:sp>
      <p:sp>
        <p:nvSpPr>
          <p:cNvPr id="4" name="Marcador de texto 3">
            <a:extLst>
              <a:ext uri="{FF2B5EF4-FFF2-40B4-BE49-F238E27FC236}">
                <a16:creationId xmlns:a16="http://schemas.microsoft.com/office/drawing/2014/main" id="{5BF85EFB-ECD7-05BB-421A-A69167FA1B7D}"/>
              </a:ext>
            </a:extLst>
          </p:cNvPr>
          <p:cNvSpPr>
            <a:spLocks noGrp="1"/>
          </p:cNvSpPr>
          <p:nvPr>
            <p:ph type="body" sz="quarter" idx="10"/>
          </p:nvPr>
        </p:nvSpPr>
        <p:spPr>
          <a:xfrm>
            <a:off x="1640264" y="2133600"/>
            <a:ext cx="9713536" cy="3657600"/>
          </a:xfrm>
        </p:spPr>
        <p:txBody>
          <a:bodyPr>
            <a:normAutofit/>
          </a:bodyPr>
          <a:lstStyle>
            <a:lvl1pPr>
              <a:lnSpc>
                <a:spcPct val="125000"/>
              </a:lnSpc>
              <a:spcAft>
                <a:spcPts val="2400"/>
              </a:spcAft>
              <a:defRPr sz="4400">
                <a:solidFill>
                  <a:schemeClr val="bg1">
                    <a:lumMod val="85000"/>
                    <a:lumOff val="15000"/>
                  </a:schemeClr>
                </a:solidFill>
                <a:latin typeface="Montserrat" panose="00000500000000000000" pitchFamily="2" charset="0"/>
              </a:defRPr>
            </a:lvl1pPr>
            <a:lvl2pPr>
              <a:lnSpc>
                <a:spcPct val="125000"/>
              </a:lnSpc>
              <a:spcAft>
                <a:spcPts val="2400"/>
              </a:spcAft>
              <a:defRPr sz="4000">
                <a:solidFill>
                  <a:schemeClr val="bg1">
                    <a:lumMod val="85000"/>
                    <a:lumOff val="15000"/>
                  </a:schemeClr>
                </a:solidFill>
                <a:latin typeface="Montserrat" panose="00000500000000000000" pitchFamily="2" charset="0"/>
              </a:defRPr>
            </a:lvl2pPr>
            <a:lvl3pPr>
              <a:lnSpc>
                <a:spcPct val="125000"/>
              </a:lnSpc>
              <a:spcAft>
                <a:spcPts val="2400"/>
              </a:spcAft>
              <a:defRPr sz="3600">
                <a:solidFill>
                  <a:schemeClr val="bg1">
                    <a:lumMod val="85000"/>
                    <a:lumOff val="15000"/>
                  </a:schemeClr>
                </a:solidFill>
                <a:latin typeface="Montserrat" panose="00000500000000000000" pitchFamily="2" charset="0"/>
              </a:defRPr>
            </a:lvl3pPr>
            <a:lvl4pPr>
              <a:lnSpc>
                <a:spcPct val="125000"/>
              </a:lnSpc>
              <a:spcAft>
                <a:spcPts val="2400"/>
              </a:spcAft>
              <a:defRPr sz="3200">
                <a:solidFill>
                  <a:schemeClr val="bg1">
                    <a:lumMod val="85000"/>
                    <a:lumOff val="15000"/>
                  </a:schemeClr>
                </a:solidFill>
                <a:latin typeface="Montserrat" panose="00000500000000000000" pitchFamily="2" charset="0"/>
              </a:defRPr>
            </a:lvl4pPr>
            <a:lvl5pPr>
              <a:lnSpc>
                <a:spcPct val="125000"/>
              </a:lnSpc>
              <a:spcAft>
                <a:spcPts val="2400"/>
              </a:spcAft>
              <a:defRPr sz="3200">
                <a:solidFill>
                  <a:schemeClr val="bg1">
                    <a:lumMod val="85000"/>
                    <a:lumOff val="15000"/>
                  </a:schemeClr>
                </a:solidFill>
                <a:latin typeface="Montserrat" panose="00000500000000000000" pitchFamily="2"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MX" dirty="0"/>
          </a:p>
        </p:txBody>
      </p:sp>
    </p:spTree>
    <p:extLst>
      <p:ext uri="{BB962C8B-B14F-4D97-AF65-F5344CB8AC3E}">
        <p14:creationId xmlns:p14="http://schemas.microsoft.com/office/powerpoint/2010/main" val="4104134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Encabezado de secció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5D1984-18EC-3271-9E13-347D49F3D50B}"/>
              </a:ext>
            </a:extLst>
          </p:cNvPr>
          <p:cNvSpPr/>
          <p:nvPr userDrawn="1"/>
        </p:nvSpPr>
        <p:spPr>
          <a:xfrm>
            <a:off x="2045615" y="0"/>
            <a:ext cx="10146385"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itle 1"/>
          <p:cNvSpPr>
            <a:spLocks noGrp="1"/>
          </p:cNvSpPr>
          <p:nvPr>
            <p:ph type="title"/>
          </p:nvPr>
        </p:nvSpPr>
        <p:spPr>
          <a:xfrm>
            <a:off x="4194628" y="879871"/>
            <a:ext cx="7033491" cy="5098257"/>
          </a:xfrm>
        </p:spPr>
        <p:txBody>
          <a:bodyPr anchor="ctr">
            <a:normAutofit/>
          </a:bodyPr>
          <a:lstStyle>
            <a:lvl1pPr algn="l">
              <a:lnSpc>
                <a:spcPct val="135000"/>
              </a:lnSpc>
              <a:defRPr sz="40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Tree>
    <p:extLst>
      <p:ext uri="{BB962C8B-B14F-4D97-AF65-F5344CB8AC3E}">
        <p14:creationId xmlns:p14="http://schemas.microsoft.com/office/powerpoint/2010/main" val="4029444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Encabezado de secció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D39CACC-FFD2-07EE-5D90-D9461F47CC44}"/>
              </a:ext>
            </a:extLst>
          </p:cNvPr>
          <p:cNvSpPr/>
          <p:nvPr userDrawn="1"/>
        </p:nvSpPr>
        <p:spPr>
          <a:xfrm>
            <a:off x="2422689" y="0"/>
            <a:ext cx="976931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itle 1"/>
          <p:cNvSpPr>
            <a:spLocks noGrp="1"/>
          </p:cNvSpPr>
          <p:nvPr>
            <p:ph type="title"/>
          </p:nvPr>
        </p:nvSpPr>
        <p:spPr>
          <a:xfrm>
            <a:off x="4194628" y="501919"/>
            <a:ext cx="7546268" cy="729473"/>
          </a:xfrm>
        </p:spPr>
        <p:txBody>
          <a:bodyPr anchor="ctr">
            <a:noAutofit/>
          </a:bodyPr>
          <a:lstStyle>
            <a:lvl1pPr algn="r">
              <a:lnSpc>
                <a:spcPct val="135000"/>
              </a:lnSpc>
              <a:defRPr sz="3200" b="1">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
        <p:nvSpPr>
          <p:cNvPr id="5" name="Text Placeholder 2">
            <a:extLst>
              <a:ext uri="{FF2B5EF4-FFF2-40B4-BE49-F238E27FC236}">
                <a16:creationId xmlns:a16="http://schemas.microsoft.com/office/drawing/2014/main" id="{B38ECB4E-C7A2-7A5E-D26E-9BD8F0C1C29A}"/>
              </a:ext>
            </a:extLst>
          </p:cNvPr>
          <p:cNvSpPr>
            <a:spLocks noGrp="1"/>
          </p:cNvSpPr>
          <p:nvPr>
            <p:ph idx="1"/>
          </p:nvPr>
        </p:nvSpPr>
        <p:spPr>
          <a:xfrm>
            <a:off x="4194628" y="1825624"/>
            <a:ext cx="7546268" cy="4530457"/>
          </a:xfrm>
          <a:prstGeom prst="rect">
            <a:avLst/>
          </a:prstGeom>
        </p:spPr>
        <p:txBody>
          <a:bodyPr vert="horz" lIns="91440" tIns="45720" rIns="91440" bIns="45720" rtlCol="0">
            <a:normAutofit/>
          </a:bodyPr>
          <a:lstStyle>
            <a:lvl1pPr>
              <a:lnSpc>
                <a:spcPct val="135000"/>
              </a:lnSpc>
              <a:defRPr>
                <a:solidFill>
                  <a:schemeClr val="bg1">
                    <a:lumMod val="85000"/>
                    <a:lumOff val="15000"/>
                  </a:schemeClr>
                </a:solidFill>
                <a:latin typeface="Montserrat" panose="00000500000000000000" pitchFamily="2" charset="0"/>
              </a:defRPr>
            </a:lvl1pPr>
            <a:lvl2pPr>
              <a:lnSpc>
                <a:spcPct val="135000"/>
              </a:lnSpc>
              <a:defRPr>
                <a:solidFill>
                  <a:schemeClr val="bg1">
                    <a:lumMod val="85000"/>
                    <a:lumOff val="15000"/>
                  </a:schemeClr>
                </a:solidFill>
                <a:latin typeface="Montserrat" panose="00000500000000000000" pitchFamily="2" charset="0"/>
              </a:defRPr>
            </a:lvl2pPr>
            <a:lvl3pPr>
              <a:lnSpc>
                <a:spcPct val="135000"/>
              </a:lnSpc>
              <a:defRPr>
                <a:solidFill>
                  <a:schemeClr val="bg1">
                    <a:lumMod val="85000"/>
                    <a:lumOff val="15000"/>
                  </a:schemeClr>
                </a:solidFill>
                <a:latin typeface="Montserrat" panose="00000500000000000000" pitchFamily="2" charset="0"/>
              </a:defRPr>
            </a:lvl3pPr>
            <a:lvl4pPr>
              <a:lnSpc>
                <a:spcPct val="135000"/>
              </a:lnSpc>
              <a:defRPr>
                <a:solidFill>
                  <a:schemeClr val="bg1">
                    <a:lumMod val="85000"/>
                    <a:lumOff val="15000"/>
                  </a:schemeClr>
                </a:solidFill>
                <a:latin typeface="Montserrat" panose="00000500000000000000" pitchFamily="2" charset="0"/>
              </a:defRPr>
            </a:lvl4pPr>
            <a:lvl5pPr>
              <a:lnSpc>
                <a:spcPct val="135000"/>
              </a:lnSpc>
              <a:defRPr>
                <a:solidFill>
                  <a:schemeClr val="bg1">
                    <a:lumMod val="85000"/>
                    <a:lumOff val="15000"/>
                  </a:schemeClr>
                </a:solidFill>
                <a:latin typeface="Montserrat" panose="00000500000000000000" pitchFamily="2"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Tree>
    <p:extLst>
      <p:ext uri="{BB962C8B-B14F-4D97-AF65-F5344CB8AC3E}">
        <p14:creationId xmlns:p14="http://schemas.microsoft.com/office/powerpoint/2010/main" val="3640837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Encabezado de secció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5D1984-18EC-3271-9E13-347D49F3D50B}"/>
              </a:ext>
            </a:extLst>
          </p:cNvPr>
          <p:cNvSpPr/>
          <p:nvPr userDrawn="1"/>
        </p:nvSpPr>
        <p:spPr>
          <a:xfrm>
            <a:off x="1" y="1104900"/>
            <a:ext cx="12192000" cy="4679043"/>
          </a:xfrm>
          <a:prstGeom prst="rect">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itle 1"/>
          <p:cNvSpPr>
            <a:spLocks noGrp="1"/>
          </p:cNvSpPr>
          <p:nvPr>
            <p:ph type="title"/>
          </p:nvPr>
        </p:nvSpPr>
        <p:spPr>
          <a:xfrm>
            <a:off x="914400" y="1320801"/>
            <a:ext cx="10313719" cy="4216398"/>
          </a:xfrm>
        </p:spPr>
        <p:txBody>
          <a:bodyPr anchor="ctr">
            <a:normAutofit/>
          </a:bodyPr>
          <a:lstStyle>
            <a:lvl1pPr algn="ctr">
              <a:lnSpc>
                <a:spcPct val="135000"/>
              </a:lnSpc>
              <a:defRPr sz="40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Tree>
    <p:extLst>
      <p:ext uri="{BB962C8B-B14F-4D97-AF65-F5344CB8AC3E}">
        <p14:creationId xmlns:p14="http://schemas.microsoft.com/office/powerpoint/2010/main" val="9276521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Encabezado de sección">
    <p:spTree>
      <p:nvGrpSpPr>
        <p:cNvPr id="1" name=""/>
        <p:cNvGrpSpPr/>
        <p:nvPr/>
      </p:nvGrpSpPr>
      <p:grpSpPr>
        <a:xfrm>
          <a:off x="0" y="0"/>
          <a:ext cx="0" cy="0"/>
          <a:chOff x="0" y="0"/>
          <a:chExt cx="0" cy="0"/>
        </a:xfrm>
      </p:grpSpPr>
      <p:pic>
        <p:nvPicPr>
          <p:cNvPr id="3" name="Picture 2" descr="A blurry image of a beach&#10;&#10;Description automatically generated">
            <a:extLst>
              <a:ext uri="{FF2B5EF4-FFF2-40B4-BE49-F238E27FC236}">
                <a16:creationId xmlns:a16="http://schemas.microsoft.com/office/drawing/2014/main" id="{CFE0AC08-ADB8-81C5-14CE-9CF0D87136C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
          <a:stretch/>
        </p:blipFill>
        <p:spPr>
          <a:xfrm>
            <a:off x="-3144" y="0"/>
            <a:ext cx="12195143" cy="6858000"/>
          </a:xfrm>
          <a:prstGeom prst="rect">
            <a:avLst/>
          </a:prstGeom>
        </p:spPr>
      </p:pic>
      <p:sp>
        <p:nvSpPr>
          <p:cNvPr id="4" name="Rectangle 3">
            <a:extLst>
              <a:ext uri="{FF2B5EF4-FFF2-40B4-BE49-F238E27FC236}">
                <a16:creationId xmlns:a16="http://schemas.microsoft.com/office/drawing/2014/main" id="{E95D1984-18EC-3271-9E13-347D49F3D50B}"/>
              </a:ext>
            </a:extLst>
          </p:cNvPr>
          <p:cNvSpPr/>
          <p:nvPr userDrawn="1"/>
        </p:nvSpPr>
        <p:spPr>
          <a:xfrm>
            <a:off x="1"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Tree>
    <p:extLst>
      <p:ext uri="{BB962C8B-B14F-4D97-AF65-F5344CB8AC3E}">
        <p14:creationId xmlns:p14="http://schemas.microsoft.com/office/powerpoint/2010/main" val="4145391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3DB29A-9567-452F-B6E9-31720CFDB69A}" type="datetimeFigureOut">
              <a:rPr lang="es-MX" smtClean="0"/>
              <a:t>05/05/2024</a:t>
            </a:fld>
            <a:endParaRPr lang="es-MX"/>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E7D430-150D-4B42-96A2-C567A201F998}" type="slidenum">
              <a:rPr lang="es-MX" smtClean="0"/>
              <a:t>‹#›</a:t>
            </a:fld>
            <a:endParaRPr lang="es-MX"/>
          </a:p>
        </p:txBody>
      </p:sp>
    </p:spTree>
    <p:extLst>
      <p:ext uri="{BB962C8B-B14F-4D97-AF65-F5344CB8AC3E}">
        <p14:creationId xmlns:p14="http://schemas.microsoft.com/office/powerpoint/2010/main" val="234483932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75" r:id="rId4"/>
    <p:sldLayoutId id="2147483670" r:id="rId5"/>
    <p:sldLayoutId id="2147483671" r:id="rId6"/>
    <p:sldLayoutId id="2147483664" r:id="rId7"/>
    <p:sldLayoutId id="2147483667" r:id="rId8"/>
    <p:sldLayoutId id="2147483673" r:id="rId9"/>
    <p:sldLayoutId id="2147483672" r:id="rId10"/>
    <p:sldLayoutId id="2147483674" r:id="rId11"/>
  </p:sldLayoutIdLst>
  <p:txStyles>
    <p:titleStyle>
      <a:lvl1pPr algn="l" defTabSz="914400" rtl="0" eaLnBrk="1" latinLnBrk="0" hangingPunct="1">
        <a:lnSpc>
          <a:spcPct val="90000"/>
        </a:lnSpc>
        <a:spcBef>
          <a:spcPct val="0"/>
        </a:spcBef>
        <a:buNone/>
        <a:defRPr sz="4400" b="1" kern="1200">
          <a:solidFill>
            <a:schemeClr val="accent4">
              <a:lumMod val="75000"/>
            </a:schemeClr>
          </a:solidFill>
          <a:latin typeface="Atkinson Hyperlegible"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lumOff val="5000"/>
            </a:schemeClr>
          </a:solidFill>
          <a:latin typeface="Merriweather" panose="00000500000000000000"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lumOff val="5000"/>
            </a:schemeClr>
          </a:solidFill>
          <a:latin typeface="Merriweather"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lumOff val="5000"/>
            </a:schemeClr>
          </a:solidFill>
          <a:latin typeface="Merriweather"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lumOff val="5000"/>
            </a:schemeClr>
          </a:solidFill>
          <a:latin typeface="Merriweather"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lumOff val="5000"/>
            </a:schemeClr>
          </a:solidFill>
          <a:latin typeface="Merriweather"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7195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1</a:t>
            </a:r>
            <a:r>
              <a:rPr lang="es-MX" sz="4400" dirty="0"/>
              <a:t>Entonces vi cuando el Cordero abrió uno de los siete sellos, y oí a uno de los cuatro seres vivientes que decía, como con voz de trueno: «Ven».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3728904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2</a:t>
            </a:r>
            <a:r>
              <a:rPr lang="es-MX" sz="4400" dirty="0"/>
              <a:t>Miré, y había un caballo blanco. El que estaba montado en él tenía un arco. Se le dio una corona, y salió conquistando y para conquistar.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1729703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3</a:t>
            </a:r>
            <a:r>
              <a:rPr lang="es-MX" sz="4400" dirty="0"/>
              <a:t>Cuando el Cordero abrió el segundo sello, oí al segundo ser viviente que decía: «Ven».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1539941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4</a:t>
            </a:r>
            <a:r>
              <a:rPr lang="es-MX" sz="4400" dirty="0"/>
              <a:t>Entonces salió otro caballo, rojo. Al que estaba montado en él se le concedió quitar la paz de la tierra y que los hombres se mataran unos a otros; y se le dio una gran espada.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896530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fontScale="90000"/>
          </a:bodyPr>
          <a:lstStyle/>
          <a:p>
            <a:r>
              <a:rPr lang="es-MX" sz="4400" u="none" strike="noStrike" baseline="30000" dirty="0">
                <a:effectLst/>
              </a:rPr>
              <a:t>5</a:t>
            </a:r>
            <a:r>
              <a:rPr lang="es-MX" sz="4400" dirty="0"/>
              <a:t>Cuando el Cordero abrió el tercer sello, oí al tercer ser viviente que decía: «Ven». Y miré, y había un caballo negro. El que estaba montado en él tenía una balanza en la mano.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692331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6</a:t>
            </a:r>
            <a:r>
              <a:rPr lang="es-MX" sz="4400" dirty="0"/>
              <a:t>Y oí como una voz en medio de los cuatro seres vivientes que decía: «Un litro de trigo por un denario, y tres litros de cebada por un denario, y no dañes el aceite y el vino».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836048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7</a:t>
            </a:r>
            <a:r>
              <a:rPr lang="es-MX" sz="4400" dirty="0"/>
              <a:t>Cuando el Cordero abrió el cuarto sello, oí la voz del cuarto ser viviente que decía: «Ven».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1129915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fontScale="90000"/>
          </a:bodyPr>
          <a:lstStyle/>
          <a:p>
            <a:r>
              <a:rPr lang="es-MX" sz="4400" u="none" strike="noStrike" baseline="30000" dirty="0">
                <a:effectLst/>
              </a:rPr>
              <a:t>8</a:t>
            </a:r>
            <a:r>
              <a:rPr lang="es-MX" sz="4400" dirty="0"/>
              <a:t>Y miré, y había un caballo amarillento. El que estaba montado en él se llamaba Muerte, y el Hades lo seguía. Y se les dio autoridad sobre la cuarta parte de la tierra, para matar con espada, con hambre, con pestilencia y con las fieras de la tierra.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1980646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9</a:t>
            </a:r>
            <a:r>
              <a:rPr lang="es-MX" sz="4400" dirty="0"/>
              <a:t>Cuando el Cordero abrió el quinto sello, vi debajo del altar las almas de los que habían sido muertos a causa de la palabra de Dios y del testimonio que habían mantenido.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125414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10</a:t>
            </a:r>
            <a:r>
              <a:rPr lang="es-MX" sz="4400" dirty="0"/>
              <a:t>Clamaban a gran voz: «¿Hasta cuándo, oh Señor santo y verdadero, esperarás para juzgar y vengar nuestra sangre de los que moran en la tierra?»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304965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fontScale="90000"/>
          </a:bodyPr>
          <a:lstStyle/>
          <a:p>
            <a:r>
              <a:rPr lang="es-MX" sz="4400" u="none" strike="noStrike" baseline="30000" dirty="0">
                <a:effectLst/>
              </a:rPr>
              <a:t>11</a:t>
            </a:r>
            <a:r>
              <a:rPr lang="es-MX" sz="4400" dirty="0"/>
              <a:t>Y se les dio a cada uno de ellos una vestidura blanca, y se les dijo que descansaran un poco más de tiempo, hasta que se completara también el número de sus consiervos y de sus hermanos que habrían de ser muertos como ellos lo habían sido.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286052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12</a:t>
            </a:r>
            <a:r>
              <a:rPr lang="es-MX" sz="4400" dirty="0"/>
              <a:t>Vi cuando el Cordero abrió el sexto sello, y hubo un gran terremoto, y el sol se puso negro como cilicio hecho de cerda, y toda la luna se volvió como sangre,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2650228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13</a:t>
            </a:r>
            <a:r>
              <a:rPr lang="es-MX" sz="4400" dirty="0"/>
              <a:t>y las estrellas del cielo cayeron a la tierra, como la higuera deja caer sus higos verdes al ser sacudida por un fuerte viento.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646148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14</a:t>
            </a:r>
            <a:r>
              <a:rPr lang="es-MX" sz="4400" dirty="0"/>
              <a:t>El cielo desapareció como un pergamino que se enrolla, y todo monte e isla fueron removidos de su lugar.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2530010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15</a:t>
            </a:r>
            <a:r>
              <a:rPr lang="es-MX" sz="4400" dirty="0"/>
              <a:t>Los reyes de la tierra, y los grandes, los comandantes, los ricos, los poderosos, y todo siervo y todo libre, se escondieron en las cuevas y entre las peñas de los montes,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38938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fontScale="90000"/>
          </a:bodyPr>
          <a:lstStyle/>
          <a:p>
            <a:r>
              <a:rPr lang="es-MX" sz="4400" u="none" strike="noStrike" baseline="30000" dirty="0">
                <a:effectLst/>
              </a:rPr>
              <a:t>16</a:t>
            </a:r>
            <a:r>
              <a:rPr lang="es-MX" sz="4400" dirty="0"/>
              <a:t>y decían* a los montes y a las peñas: «Caigan sobre nosotros y escóndannos de la presencia de Aquel que está sentado en el trono y de la ira del Cordero. </a:t>
            </a:r>
            <a:r>
              <a:rPr lang="es-MX" sz="4400" u="none" strike="noStrike" baseline="30000" dirty="0">
                <a:effectLst/>
              </a:rPr>
              <a:t>17</a:t>
            </a:r>
            <a:r>
              <a:rPr lang="es-MX" sz="4400" dirty="0"/>
              <a:t>Porque ha llegado el gran día de la ira de ellos, ¿y quién podrá sostenerse?».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37903370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Autofit/>
          </a:bodyPr>
          <a:lstStyle/>
          <a:p>
            <a:r>
              <a:rPr lang="es-MX" sz="4000" u="none" strike="noStrike" baseline="30000" dirty="0">
                <a:effectLst/>
              </a:rPr>
              <a:t>1</a:t>
            </a:r>
            <a:r>
              <a:rPr lang="es-MX" sz="4000" dirty="0"/>
              <a:t>Después de esto, vi a cuatro ángeles de pie en los cuatro extremos de la tierra, que detenían los cuatro vientos de la tierra, para que no soplara viento alguno, ni sobre la tierra ni sobre el mar ni sobre ningún árbol.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35367392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Autofit/>
          </a:bodyPr>
          <a:lstStyle/>
          <a:p>
            <a:r>
              <a:rPr lang="es-MX" sz="4400" u="none" strike="noStrike" baseline="30000" dirty="0">
                <a:effectLst/>
              </a:rPr>
              <a:t>2</a:t>
            </a:r>
            <a:r>
              <a:rPr lang="es-MX" sz="4400" dirty="0"/>
              <a:t>También vi a otro ángel que subía de donde sale el sol y que tenía el sello del Dios vivo. Y gritó a gran voz a los cuatro ángeles a quienes se les había concedido hacer daño a la tierra y al mar: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27851861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3</a:t>
            </a:r>
            <a:r>
              <a:rPr lang="es-MX" sz="4400" dirty="0"/>
              <a:t>«No hagan daño, ni a la tierra ni al mar ni a los árboles, hasta que hayamos puesto un sello en la frente a los siervos de nuestro Dios».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36526915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4</a:t>
            </a:r>
            <a:r>
              <a:rPr lang="es-MX" sz="4400" dirty="0"/>
              <a:t>Oí el número de los que fueron sellados: 144,000 sellados de todas las tribus de los israelitas.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29954316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5</a:t>
            </a:r>
            <a:r>
              <a:rPr lang="es-MX" sz="4400" dirty="0"/>
              <a:t>De la tribu de Judá fueron sellados 12,000; de la tribu de Rubén, 12,000; de la tribu de Gad, 12,000;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16096497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6</a:t>
            </a:r>
            <a:r>
              <a:rPr lang="es-MX" sz="4400" dirty="0"/>
              <a:t>de la tribu de Aser, 12,000; de la tribu de Neftalí, 12,000; de la tribu de Manasés, 12,000;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23095602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7</a:t>
            </a:r>
            <a:r>
              <a:rPr lang="es-MX" sz="4400" dirty="0"/>
              <a:t>de la tribu de Simeón, 12,000; de la tribu de Leví, 12,000; de la tribu de Isacar, 12,000;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25732257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8</a:t>
            </a:r>
            <a:r>
              <a:rPr lang="es-MX" sz="4400" dirty="0"/>
              <a:t>de la tribu de Zabulón, 12,000; de la tribu de José, 12,000 y de la tribu de Benjamín fueron sellados 12,000.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247617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fontScale="90000"/>
          </a:bodyPr>
          <a:lstStyle/>
          <a:p>
            <a:r>
              <a:rPr lang="es-MX" sz="4400" u="none" strike="noStrike" baseline="30000" dirty="0">
                <a:effectLst/>
              </a:rPr>
              <a:t>9</a:t>
            </a:r>
            <a:r>
              <a:rPr lang="es-MX" sz="4400" dirty="0"/>
              <a:t>Después de esto miré, y vi una gran multitud, que nadie podía contar, de todas las naciones, tribus, pueblos, y lenguas, de pie delante del trono y delante del Cordero, vestidos con vestiduras blancas y con palmas en las manos.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24653686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10</a:t>
            </a:r>
            <a:r>
              <a:rPr lang="es-MX" sz="4400" dirty="0"/>
              <a:t>Clamaban a gran voz: «La salvación pertenece a nuestro Dios que está sentado en el trono, y al Cordero».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37978221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fontScale="90000"/>
          </a:bodyPr>
          <a:lstStyle/>
          <a:p>
            <a:r>
              <a:rPr lang="es-MX" sz="4400" u="none" strike="noStrike" baseline="30000" dirty="0">
                <a:effectLst/>
              </a:rPr>
              <a:t>11</a:t>
            </a:r>
            <a:r>
              <a:rPr lang="es-MX" sz="4400" dirty="0"/>
              <a:t>Todos los ángeles estaban de pie alrededor del trono y alrededor de los ancianos y de los cuatro seres vivientes. Estos cayeron sobre sus rostros delante del trono y adoraron a Dios,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17674567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12</a:t>
            </a:r>
            <a:r>
              <a:rPr lang="es-MX" sz="4400" dirty="0"/>
              <a:t>diciendo: «¡Amén! La bendición, la gloria, la sabiduría, la acción de gracias, el honor, el poder y la fortaleza, sean a nuestro Dios por los siglos de los siglos. Amén».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41179578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13</a:t>
            </a:r>
            <a:r>
              <a:rPr lang="es-MX" sz="4400" dirty="0"/>
              <a:t>Uno de los ancianos habló diciéndome: «Estos que están vestidos con vestiduras blancas, ¿quiénes son y de dónde han venido?».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42369084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fontScale="90000"/>
          </a:bodyPr>
          <a:lstStyle/>
          <a:p>
            <a:r>
              <a:rPr lang="es-MX" sz="4400" u="none" strike="noStrike" baseline="30000" dirty="0">
                <a:effectLst/>
              </a:rPr>
              <a:t>14</a:t>
            </a:r>
            <a:r>
              <a:rPr lang="es-MX" sz="4400" dirty="0"/>
              <a:t>Y le respondí: «Señor mío, usted lo sabe». Y él me dijo: «Estos son los que vienen de la gran tribulación, y han lavado sus vestiduras y las han emblanquecido en la sangre del Cordero.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15833836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15</a:t>
            </a:r>
            <a:r>
              <a:rPr lang="es-MX" sz="4400" dirty="0"/>
              <a:t>»Por eso están delante del trono de Dios, y le sirven día y noche en Su templo; y Aquel que está sentado en el trono extenderá Su tabernáculo sobre ellos.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3656917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fontScale="90000"/>
          </a:bodyPr>
          <a:lstStyle/>
          <a:p>
            <a:r>
              <a:rPr lang="es-MX" sz="4400" u="none" strike="noStrike" baseline="30000" dirty="0">
                <a:effectLst/>
              </a:rPr>
              <a:t>16</a:t>
            </a:r>
            <a:r>
              <a:rPr lang="es-MX" sz="4400" dirty="0"/>
              <a:t>»Ya no tendrán hambre ni sed, ni el sol les hará daño, ni ningún calor abrasador, </a:t>
            </a:r>
            <a:r>
              <a:rPr lang="es-MX" sz="4400" u="none" strike="noStrike" baseline="30000" dirty="0">
                <a:effectLst/>
              </a:rPr>
              <a:t>17</a:t>
            </a:r>
            <a:r>
              <a:rPr lang="es-MX" sz="4400" dirty="0"/>
              <a:t>pues el Cordero que está en medio del trono los pastoreará y los guiará a manantiales de aguas de vida, y Dios enjugará toda lágrima de sus ojos»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1010282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83FCBC4-22A5-47A6-4825-B2DAAEE92F0C}"/>
              </a:ext>
            </a:extLst>
          </p:cNvPr>
          <p:cNvSpPr>
            <a:spLocks noGrp="1"/>
          </p:cNvSpPr>
          <p:nvPr>
            <p:ph type="body" sz="quarter" idx="10"/>
          </p:nvPr>
        </p:nvSpPr>
        <p:spPr>
          <a:xfrm>
            <a:off x="1715679" y="968189"/>
            <a:ext cx="10040892" cy="5331012"/>
          </a:xfrm>
        </p:spPr>
        <p:txBody>
          <a:bodyPr>
            <a:normAutofit lnSpcReduction="10000"/>
          </a:bodyPr>
          <a:lstStyle/>
          <a:p>
            <a:pPr marL="742950" indent="-742950">
              <a:lnSpc>
                <a:spcPct val="130000"/>
              </a:lnSpc>
              <a:spcAft>
                <a:spcPts val="3600"/>
              </a:spcAft>
              <a:buFont typeface="+mj-lt"/>
              <a:buAutoNum type="arabicPeriod"/>
            </a:pPr>
            <a:r>
              <a:rPr lang="es-MX" dirty="0">
                <a:latin typeface="Montserrat SemiBold" panose="00000700000000000000" pitchFamily="2" charset="0"/>
              </a:rPr>
              <a:t>¿Dónde vemos a Dios en Apocalipsis?</a:t>
            </a:r>
          </a:p>
          <a:p>
            <a:pPr marL="742950" indent="-742950">
              <a:lnSpc>
                <a:spcPct val="130000"/>
              </a:lnSpc>
              <a:spcAft>
                <a:spcPts val="3600"/>
              </a:spcAft>
              <a:buFont typeface="+mj-lt"/>
              <a:buAutoNum type="arabicPeriod"/>
            </a:pPr>
            <a:r>
              <a:rPr lang="es-MX" dirty="0">
                <a:solidFill>
                  <a:schemeClr val="tx1">
                    <a:lumMod val="65000"/>
                  </a:schemeClr>
                </a:solidFill>
                <a:latin typeface="Montserrat SemiBold" panose="00000700000000000000" pitchFamily="2" charset="0"/>
              </a:rPr>
              <a:t>¿Qué hace Dios en Apocalipsis?</a:t>
            </a:r>
          </a:p>
          <a:p>
            <a:pPr marL="742950" indent="-742950">
              <a:lnSpc>
                <a:spcPct val="130000"/>
              </a:lnSpc>
              <a:spcAft>
                <a:spcPts val="3600"/>
              </a:spcAft>
              <a:buFont typeface="+mj-lt"/>
              <a:buAutoNum type="arabicPeriod"/>
            </a:pPr>
            <a:r>
              <a:rPr lang="es-MX" dirty="0">
                <a:solidFill>
                  <a:schemeClr val="tx1">
                    <a:lumMod val="65000"/>
                  </a:schemeClr>
                </a:solidFill>
                <a:latin typeface="Montserrat SemiBold" panose="00000700000000000000" pitchFamily="2" charset="0"/>
              </a:rPr>
              <a:t>¿A qué me está llamando Dios?</a:t>
            </a:r>
          </a:p>
        </p:txBody>
      </p:sp>
    </p:spTree>
    <p:extLst>
      <p:ext uri="{BB962C8B-B14F-4D97-AF65-F5344CB8AC3E}">
        <p14:creationId xmlns:p14="http://schemas.microsoft.com/office/powerpoint/2010/main" val="24123853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83FCBC4-22A5-47A6-4825-B2DAAEE92F0C}"/>
              </a:ext>
            </a:extLst>
          </p:cNvPr>
          <p:cNvSpPr>
            <a:spLocks noGrp="1"/>
          </p:cNvSpPr>
          <p:nvPr>
            <p:ph type="body" sz="quarter" idx="10"/>
          </p:nvPr>
        </p:nvSpPr>
        <p:spPr>
          <a:xfrm>
            <a:off x="1715679" y="968189"/>
            <a:ext cx="10040892" cy="5331012"/>
          </a:xfrm>
        </p:spPr>
        <p:txBody>
          <a:bodyPr>
            <a:normAutofit lnSpcReduction="10000"/>
          </a:bodyPr>
          <a:lstStyle/>
          <a:p>
            <a:pPr marL="742950" indent="-742950">
              <a:lnSpc>
                <a:spcPct val="130000"/>
              </a:lnSpc>
              <a:spcAft>
                <a:spcPts val="3600"/>
              </a:spcAft>
              <a:buFont typeface="+mj-lt"/>
              <a:buAutoNum type="arabicPeriod"/>
            </a:pPr>
            <a:r>
              <a:rPr lang="es-MX" dirty="0">
                <a:latin typeface="Montserrat SemiBold" panose="00000700000000000000" pitchFamily="2" charset="0"/>
              </a:rPr>
              <a:t>¿Dónde vemos a Dios en Apocalipsis?</a:t>
            </a:r>
          </a:p>
          <a:p>
            <a:pPr marL="742950" indent="-742950">
              <a:lnSpc>
                <a:spcPct val="130000"/>
              </a:lnSpc>
              <a:spcAft>
                <a:spcPts val="3600"/>
              </a:spcAft>
              <a:buFont typeface="+mj-lt"/>
              <a:buAutoNum type="arabicPeriod"/>
            </a:pPr>
            <a:r>
              <a:rPr lang="es-MX" dirty="0">
                <a:latin typeface="Montserrat SemiBold" panose="00000700000000000000" pitchFamily="2" charset="0"/>
              </a:rPr>
              <a:t>¿Qué hace Dios en Apocalipsis?</a:t>
            </a:r>
          </a:p>
          <a:p>
            <a:pPr marL="742950" indent="-742950">
              <a:lnSpc>
                <a:spcPct val="130000"/>
              </a:lnSpc>
              <a:spcAft>
                <a:spcPts val="3600"/>
              </a:spcAft>
              <a:buFont typeface="+mj-lt"/>
              <a:buAutoNum type="arabicPeriod"/>
            </a:pPr>
            <a:r>
              <a:rPr lang="es-MX" dirty="0">
                <a:solidFill>
                  <a:schemeClr val="tx1">
                    <a:lumMod val="65000"/>
                  </a:schemeClr>
                </a:solidFill>
                <a:latin typeface="Montserrat SemiBold" panose="00000700000000000000" pitchFamily="2" charset="0"/>
              </a:rPr>
              <a:t>¿A qué me está llamando Dios?</a:t>
            </a:r>
          </a:p>
        </p:txBody>
      </p:sp>
    </p:spTree>
    <p:extLst>
      <p:ext uri="{BB962C8B-B14F-4D97-AF65-F5344CB8AC3E}">
        <p14:creationId xmlns:p14="http://schemas.microsoft.com/office/powerpoint/2010/main" val="5901422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83FCBC4-22A5-47A6-4825-B2DAAEE92F0C}"/>
              </a:ext>
            </a:extLst>
          </p:cNvPr>
          <p:cNvSpPr>
            <a:spLocks noGrp="1"/>
          </p:cNvSpPr>
          <p:nvPr>
            <p:ph type="body" sz="quarter" idx="10"/>
          </p:nvPr>
        </p:nvSpPr>
        <p:spPr>
          <a:xfrm>
            <a:off x="1715679" y="968189"/>
            <a:ext cx="10040892" cy="5331012"/>
          </a:xfrm>
        </p:spPr>
        <p:txBody>
          <a:bodyPr>
            <a:normAutofit lnSpcReduction="10000"/>
          </a:bodyPr>
          <a:lstStyle/>
          <a:p>
            <a:pPr marL="742950" indent="-742950">
              <a:lnSpc>
                <a:spcPct val="130000"/>
              </a:lnSpc>
              <a:spcAft>
                <a:spcPts val="3600"/>
              </a:spcAft>
              <a:buFont typeface="+mj-lt"/>
              <a:buAutoNum type="arabicPeriod"/>
            </a:pPr>
            <a:r>
              <a:rPr lang="es-MX" dirty="0">
                <a:latin typeface="Montserrat SemiBold" panose="00000700000000000000" pitchFamily="2" charset="0"/>
              </a:rPr>
              <a:t>¿Dónde vemos a Dios en Apocalipsis?</a:t>
            </a:r>
          </a:p>
          <a:p>
            <a:pPr marL="742950" indent="-742950">
              <a:lnSpc>
                <a:spcPct val="130000"/>
              </a:lnSpc>
              <a:spcAft>
                <a:spcPts val="3600"/>
              </a:spcAft>
              <a:buFont typeface="+mj-lt"/>
              <a:buAutoNum type="arabicPeriod"/>
            </a:pPr>
            <a:r>
              <a:rPr lang="es-MX" dirty="0">
                <a:latin typeface="Montserrat SemiBold" panose="00000700000000000000" pitchFamily="2" charset="0"/>
              </a:rPr>
              <a:t>¿Qué hace Dios en Apocalipsis?</a:t>
            </a:r>
          </a:p>
          <a:p>
            <a:pPr marL="742950" indent="-742950">
              <a:lnSpc>
                <a:spcPct val="130000"/>
              </a:lnSpc>
              <a:spcAft>
                <a:spcPts val="3600"/>
              </a:spcAft>
              <a:buFont typeface="+mj-lt"/>
              <a:buAutoNum type="arabicPeriod"/>
            </a:pPr>
            <a:r>
              <a:rPr lang="es-MX" dirty="0">
                <a:latin typeface="Montserrat SemiBold" panose="00000700000000000000" pitchFamily="2" charset="0"/>
              </a:rPr>
              <a:t>¿A qué me está llamando Dios?</a:t>
            </a:r>
          </a:p>
        </p:txBody>
      </p:sp>
    </p:spTree>
    <p:extLst>
      <p:ext uri="{BB962C8B-B14F-4D97-AF65-F5344CB8AC3E}">
        <p14:creationId xmlns:p14="http://schemas.microsoft.com/office/powerpoint/2010/main" val="14886460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C719AF-65EA-EBBA-BA4F-38E211C9A7D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90252" y="590143"/>
            <a:ext cx="3802812" cy="3802812"/>
          </a:xfrm>
          <a:prstGeom prst="rect">
            <a:avLst/>
          </a:prstGeom>
        </p:spPr>
      </p:pic>
      <p:sp>
        <p:nvSpPr>
          <p:cNvPr id="6" name="TextBox 5">
            <a:extLst>
              <a:ext uri="{FF2B5EF4-FFF2-40B4-BE49-F238E27FC236}">
                <a16:creationId xmlns:a16="http://schemas.microsoft.com/office/drawing/2014/main" id="{38D63825-ADEE-B658-26DD-D522C2C0DD8B}"/>
              </a:ext>
            </a:extLst>
          </p:cNvPr>
          <p:cNvSpPr txBox="1"/>
          <p:nvPr/>
        </p:nvSpPr>
        <p:spPr>
          <a:xfrm>
            <a:off x="4268342" y="1265060"/>
            <a:ext cx="9069898" cy="1569660"/>
          </a:xfrm>
          <a:prstGeom prst="rect">
            <a:avLst/>
          </a:prstGeom>
          <a:noFill/>
        </p:spPr>
        <p:txBody>
          <a:bodyPr wrap="square" rtlCol="0">
            <a:spAutoFit/>
          </a:bodyPr>
          <a:lstStyle/>
          <a:p>
            <a:r>
              <a:rPr lang="es-MX" sz="9600" b="1" cap="all" dirty="0">
                <a:solidFill>
                  <a:schemeClr val="bg1">
                    <a:lumMod val="75000"/>
                    <a:lumOff val="25000"/>
                  </a:schemeClr>
                </a:solidFill>
                <a:latin typeface="Montserrat" panose="00000500000000000000" pitchFamily="2" charset="0"/>
              </a:rPr>
              <a:t>El trono</a:t>
            </a:r>
          </a:p>
        </p:txBody>
      </p:sp>
      <p:sp>
        <p:nvSpPr>
          <p:cNvPr id="7" name="Rectángulo 1">
            <a:extLst>
              <a:ext uri="{FF2B5EF4-FFF2-40B4-BE49-F238E27FC236}">
                <a16:creationId xmlns:a16="http://schemas.microsoft.com/office/drawing/2014/main" id="{CA4F695F-5937-72B8-A646-52445A2C3105}"/>
              </a:ext>
            </a:extLst>
          </p:cNvPr>
          <p:cNvSpPr/>
          <p:nvPr/>
        </p:nvSpPr>
        <p:spPr>
          <a:xfrm>
            <a:off x="3806372" y="1595204"/>
            <a:ext cx="7758069" cy="2215991"/>
          </a:xfrm>
          <a:prstGeom prst="rect">
            <a:avLst/>
          </a:prstGeom>
          <a:noFill/>
          <a:effectLst/>
        </p:spPr>
        <p:txBody>
          <a:bodyPr wrap="square" lIns="91440" tIns="45720" rIns="91440" bIns="45720">
            <a:spAutoFit/>
          </a:bodyPr>
          <a:lstStyle/>
          <a:p>
            <a:endParaRPr lang="es-ES" sz="13800" cap="all" dirty="0">
              <a:ln w="12700" cmpd="sng">
                <a:noFill/>
                <a:prstDash val="solid"/>
              </a:ln>
              <a:solidFill>
                <a:schemeClr val="bg1">
                  <a:lumMod val="75000"/>
                  <a:lumOff val="25000"/>
                </a:schemeClr>
              </a:solidFill>
              <a:effectLst>
                <a:outerShdw blurRad="50800" dist="38100" dir="2700000" algn="tl" rotWithShape="0">
                  <a:prstClr val="black">
                    <a:alpha val="40000"/>
                  </a:prstClr>
                </a:outerShdw>
              </a:effectLst>
              <a:latin typeface="EB Garamond" pitchFamily="2" charset="0"/>
              <a:ea typeface="EB Garamond" pitchFamily="2" charset="0"/>
              <a:cs typeface="EB Garamond" pitchFamily="2" charset="0"/>
            </a:endParaRPr>
          </a:p>
        </p:txBody>
      </p:sp>
      <p:sp>
        <p:nvSpPr>
          <p:cNvPr id="9" name="TextBox 8">
            <a:extLst>
              <a:ext uri="{FF2B5EF4-FFF2-40B4-BE49-F238E27FC236}">
                <a16:creationId xmlns:a16="http://schemas.microsoft.com/office/drawing/2014/main" id="{D4E21D2C-0BC2-C6D1-6994-B8FECE1D9356}"/>
              </a:ext>
            </a:extLst>
          </p:cNvPr>
          <p:cNvSpPr txBox="1"/>
          <p:nvPr/>
        </p:nvSpPr>
        <p:spPr>
          <a:xfrm>
            <a:off x="4359055" y="2941674"/>
            <a:ext cx="6437084" cy="1054135"/>
          </a:xfrm>
          <a:prstGeom prst="rect">
            <a:avLst/>
          </a:prstGeom>
          <a:noFill/>
        </p:spPr>
        <p:txBody>
          <a:bodyPr wrap="square">
            <a:spAutoFit/>
          </a:bodyPr>
          <a:lstStyle/>
          <a:p>
            <a:r>
              <a:rPr lang="es-ES" sz="6250" i="1" dirty="0">
                <a:ln w="12700" cmpd="sng">
                  <a:noFill/>
                  <a:prstDash val="solid"/>
                </a:ln>
                <a:solidFill>
                  <a:schemeClr val="bg1">
                    <a:lumMod val="75000"/>
                    <a:lumOff val="25000"/>
                  </a:schemeClr>
                </a:solidFill>
                <a:latin typeface="EB Garamond" pitchFamily="2" charset="0"/>
                <a:ea typeface="EB Garamond" pitchFamily="2" charset="0"/>
                <a:cs typeface="EB Garamond" pitchFamily="2" charset="0"/>
              </a:rPr>
              <a:t>El Cordero y los sellos</a:t>
            </a:r>
          </a:p>
        </p:txBody>
      </p:sp>
      <p:sp>
        <p:nvSpPr>
          <p:cNvPr id="10" name="TextBox 9">
            <a:extLst>
              <a:ext uri="{FF2B5EF4-FFF2-40B4-BE49-F238E27FC236}">
                <a16:creationId xmlns:a16="http://schemas.microsoft.com/office/drawing/2014/main" id="{53C7DBE5-5021-6E92-D2A1-DFF743F4A66E}"/>
              </a:ext>
            </a:extLst>
          </p:cNvPr>
          <p:cNvSpPr txBox="1"/>
          <p:nvPr/>
        </p:nvSpPr>
        <p:spPr>
          <a:xfrm>
            <a:off x="1165412" y="4255412"/>
            <a:ext cx="9861176" cy="2434204"/>
          </a:xfrm>
          <a:prstGeom prst="rect">
            <a:avLst/>
          </a:prstGeom>
          <a:noFill/>
        </p:spPr>
        <p:txBody>
          <a:bodyPr wrap="square">
            <a:spAutoFit/>
          </a:bodyPr>
          <a:lstStyle/>
          <a:p>
            <a:pPr algn="ctr">
              <a:lnSpc>
                <a:spcPct val="125000"/>
              </a:lnSpc>
            </a:pPr>
            <a:r>
              <a:rPr lang="es-MX" sz="2800" dirty="0">
                <a:ln w="12700" cmpd="sng">
                  <a:noFill/>
                  <a:prstDash val="solid"/>
                </a:ln>
                <a:solidFill>
                  <a:schemeClr val="bg1">
                    <a:lumMod val="75000"/>
                    <a:lumOff val="25000"/>
                  </a:schemeClr>
                </a:solidFill>
                <a:latin typeface="Atkinson Hyperlegible" pitchFamily="2" charset="0"/>
                <a:ea typeface="EB Garamond" pitchFamily="2" charset="0"/>
                <a:cs typeface="EB Garamond" pitchFamily="2" charset="0"/>
              </a:rPr>
              <a:t>Dios y el Cordero son glorificados porque Cristo ha probado su soberanía sobre toda la creación. Todo está bajo su dominio; Él tiene el derecho de juzgar a las naciones, redimir a su pueblo y sostenerlo en la tribulación y la muerte.</a:t>
            </a:r>
            <a:endParaRPr lang="es-ES" sz="2800" dirty="0">
              <a:ln w="12700" cmpd="sng">
                <a:noFill/>
                <a:prstDash val="solid"/>
              </a:ln>
              <a:solidFill>
                <a:schemeClr val="bg1">
                  <a:lumMod val="75000"/>
                  <a:lumOff val="25000"/>
                </a:schemeClr>
              </a:solidFill>
              <a:latin typeface="Atkinson Hyperlegible" pitchFamily="2" charset="0"/>
              <a:ea typeface="EB Garamond" pitchFamily="2" charset="0"/>
              <a:cs typeface="EB Garamond" pitchFamily="2" charset="0"/>
            </a:endParaRPr>
          </a:p>
        </p:txBody>
      </p:sp>
    </p:spTree>
    <p:extLst>
      <p:ext uri="{BB962C8B-B14F-4D97-AF65-F5344CB8AC3E}">
        <p14:creationId xmlns:p14="http://schemas.microsoft.com/office/powerpoint/2010/main" val="42582649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DD97DD-43D3-F5D3-B4EE-BD7F9628B26B}"/>
              </a:ext>
            </a:extLst>
          </p:cNvPr>
          <p:cNvSpPr txBox="1"/>
          <p:nvPr/>
        </p:nvSpPr>
        <p:spPr>
          <a:xfrm>
            <a:off x="1487291" y="1862275"/>
            <a:ext cx="9069898" cy="4093428"/>
          </a:xfrm>
          <a:prstGeom prst="rect">
            <a:avLst/>
          </a:prstGeom>
          <a:noFill/>
        </p:spPr>
        <p:txBody>
          <a:bodyPr wrap="square" rtlCol="0">
            <a:spAutoFit/>
          </a:bodyPr>
          <a:lstStyle/>
          <a:p>
            <a:pPr algn="ctr"/>
            <a:r>
              <a:rPr lang="es-MX" sz="8000" b="1" cap="all" spc="500" dirty="0">
                <a:solidFill>
                  <a:schemeClr val="bg1">
                    <a:lumMod val="75000"/>
                    <a:lumOff val="25000"/>
                  </a:schemeClr>
                </a:solidFill>
                <a:latin typeface="Montserrat" panose="00000500000000000000" pitchFamily="2" charset="0"/>
              </a:rPr>
              <a:t>LOS 7 </a:t>
            </a:r>
            <a:r>
              <a:rPr lang="es-MX" sz="8000" b="1" cap="all" spc="500" dirty="0" err="1">
                <a:solidFill>
                  <a:schemeClr val="bg1">
                    <a:lumMod val="75000"/>
                    <a:lumOff val="25000"/>
                  </a:schemeClr>
                </a:solidFill>
                <a:latin typeface="Montserrat" panose="00000500000000000000" pitchFamily="2" charset="0"/>
              </a:rPr>
              <a:t>SELLOs</a:t>
            </a:r>
            <a:endParaRPr lang="es-MX" sz="8000" b="1" cap="all" spc="500" dirty="0">
              <a:solidFill>
                <a:schemeClr val="bg1">
                  <a:lumMod val="75000"/>
                  <a:lumOff val="25000"/>
                </a:schemeClr>
              </a:solidFill>
              <a:latin typeface="Montserrat" panose="00000500000000000000" pitchFamily="2" charset="0"/>
            </a:endParaRPr>
          </a:p>
          <a:p>
            <a:pPr algn="ctr"/>
            <a:endParaRPr lang="es-MX" sz="3200" b="1" cap="all" spc="600" dirty="0">
              <a:solidFill>
                <a:schemeClr val="bg1">
                  <a:lumMod val="75000"/>
                  <a:lumOff val="25000"/>
                </a:schemeClr>
              </a:solidFill>
              <a:latin typeface="Montserrat" panose="00000500000000000000" pitchFamily="2" charset="0"/>
            </a:endParaRPr>
          </a:p>
          <a:p>
            <a:pPr algn="ctr"/>
            <a:endParaRPr lang="es-MX" sz="3200" b="1" cap="all" spc="600" dirty="0">
              <a:solidFill>
                <a:schemeClr val="bg1">
                  <a:lumMod val="75000"/>
                  <a:lumOff val="25000"/>
                </a:schemeClr>
              </a:solidFill>
              <a:latin typeface="Montserrat" panose="00000500000000000000" pitchFamily="2" charset="0"/>
            </a:endParaRPr>
          </a:p>
          <a:p>
            <a:pPr algn="ctr"/>
            <a:endParaRPr lang="es-MX" sz="3200" b="1" cap="all" spc="600" dirty="0">
              <a:solidFill>
                <a:schemeClr val="bg1">
                  <a:lumMod val="75000"/>
                  <a:lumOff val="25000"/>
                </a:schemeClr>
              </a:solidFill>
              <a:latin typeface="Montserrat" panose="00000500000000000000" pitchFamily="2" charset="0"/>
            </a:endParaRPr>
          </a:p>
          <a:p>
            <a:pPr algn="ctr"/>
            <a:endParaRPr lang="es-MX" sz="3200" b="1" cap="all" spc="600" dirty="0">
              <a:solidFill>
                <a:schemeClr val="bg1">
                  <a:lumMod val="75000"/>
                  <a:lumOff val="25000"/>
                </a:schemeClr>
              </a:solidFill>
              <a:latin typeface="Montserrat" panose="00000500000000000000" pitchFamily="2" charset="0"/>
            </a:endParaRPr>
          </a:p>
          <a:p>
            <a:pPr algn="ctr"/>
            <a:endParaRPr lang="es-MX" sz="3200" b="1" cap="all" spc="600" dirty="0">
              <a:solidFill>
                <a:schemeClr val="bg1">
                  <a:lumMod val="75000"/>
                  <a:lumOff val="25000"/>
                </a:schemeClr>
              </a:solidFill>
              <a:latin typeface="Montserrat" panose="00000500000000000000" pitchFamily="2" charset="0"/>
            </a:endParaRPr>
          </a:p>
          <a:p>
            <a:pPr algn="ctr"/>
            <a:r>
              <a:rPr lang="es-MX" sz="2000" b="1" cap="all" spc="600" dirty="0">
                <a:solidFill>
                  <a:schemeClr val="bg1">
                    <a:lumMod val="75000"/>
                    <a:lumOff val="25000"/>
                  </a:schemeClr>
                </a:solidFill>
                <a:latin typeface="Montserrat" panose="00000500000000000000" pitchFamily="2" charset="0"/>
              </a:rPr>
              <a:t>(Apocalipsis 6 y 7)</a:t>
            </a:r>
          </a:p>
        </p:txBody>
      </p:sp>
      <p:sp>
        <p:nvSpPr>
          <p:cNvPr id="3" name="Rectángulo 1">
            <a:extLst>
              <a:ext uri="{FF2B5EF4-FFF2-40B4-BE49-F238E27FC236}">
                <a16:creationId xmlns:a16="http://schemas.microsoft.com/office/drawing/2014/main" id="{CA07F423-46C6-CDD8-E4AD-233D53E2809D}"/>
              </a:ext>
            </a:extLst>
          </p:cNvPr>
          <p:cNvSpPr/>
          <p:nvPr/>
        </p:nvSpPr>
        <p:spPr>
          <a:xfrm>
            <a:off x="697155" y="3208124"/>
            <a:ext cx="10650170" cy="707886"/>
          </a:xfrm>
          <a:prstGeom prst="rect">
            <a:avLst/>
          </a:prstGeom>
          <a:noFill/>
          <a:effectLst/>
        </p:spPr>
        <p:txBody>
          <a:bodyPr wrap="square" lIns="91440" tIns="45720" rIns="91440" bIns="45720">
            <a:spAutoFit/>
          </a:bodyPr>
          <a:lstStyle/>
          <a:p>
            <a:pPr marL="0" algn="ctr" rtl="0" eaLnBrk="1" latinLnBrk="0" hangingPunct="1">
              <a:spcBef>
                <a:spcPts val="0"/>
              </a:spcBef>
              <a:spcAft>
                <a:spcPts val="0"/>
              </a:spcAft>
            </a:pPr>
            <a:r>
              <a:rPr lang="es-MX" sz="4000" i="1" kern="1200" dirty="0">
                <a:ln>
                  <a:noFill/>
                </a:ln>
                <a:solidFill>
                  <a:srgbClr val="404040"/>
                </a:solidFill>
                <a:latin typeface="EB Garamond" pitchFamily="2" charset="0"/>
                <a:ea typeface="EB Garamond" pitchFamily="2" charset="0"/>
                <a:cs typeface="EB Garamond" pitchFamily="2" charset="0"/>
              </a:rPr>
              <a:t>El Rey decreta el destino del mundo</a:t>
            </a:r>
            <a:endParaRPr lang="es-MX" sz="13800" i="1" dirty="0"/>
          </a:p>
        </p:txBody>
      </p:sp>
    </p:spTree>
    <p:extLst>
      <p:ext uri="{BB962C8B-B14F-4D97-AF65-F5344CB8AC3E}">
        <p14:creationId xmlns:p14="http://schemas.microsoft.com/office/powerpoint/2010/main" val="596133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08076-5D69-7E8E-18D5-536187914F89}"/>
              </a:ext>
            </a:extLst>
          </p:cNvPr>
          <p:cNvSpPr>
            <a:spLocks noGrp="1"/>
          </p:cNvSpPr>
          <p:nvPr>
            <p:ph type="title"/>
          </p:nvPr>
        </p:nvSpPr>
        <p:spPr>
          <a:xfrm>
            <a:off x="2685142" y="397701"/>
            <a:ext cx="8668657" cy="748347"/>
          </a:xfrm>
        </p:spPr>
        <p:txBody>
          <a:bodyPr/>
          <a:lstStyle/>
          <a:p>
            <a:r>
              <a:rPr lang="es-MX" dirty="0">
                <a:latin typeface="Montserrat ExtraBold" panose="00000900000000000000" pitchFamily="2" charset="0"/>
              </a:rPr>
              <a:t>Resumen:</a:t>
            </a:r>
          </a:p>
        </p:txBody>
      </p:sp>
      <p:sp>
        <p:nvSpPr>
          <p:cNvPr id="3" name="Text Placeholder 2">
            <a:extLst>
              <a:ext uri="{FF2B5EF4-FFF2-40B4-BE49-F238E27FC236}">
                <a16:creationId xmlns:a16="http://schemas.microsoft.com/office/drawing/2014/main" id="{F83FCBC4-22A5-47A6-4825-B2DAAEE92F0C}"/>
              </a:ext>
            </a:extLst>
          </p:cNvPr>
          <p:cNvSpPr>
            <a:spLocks noGrp="1"/>
          </p:cNvSpPr>
          <p:nvPr>
            <p:ph type="body" sz="quarter" idx="10"/>
          </p:nvPr>
        </p:nvSpPr>
        <p:spPr>
          <a:xfrm>
            <a:off x="1715679" y="1536569"/>
            <a:ext cx="10040892" cy="4762631"/>
          </a:xfrm>
        </p:spPr>
        <p:txBody>
          <a:bodyPr>
            <a:normAutofit/>
          </a:bodyPr>
          <a:lstStyle/>
          <a:p>
            <a:pPr marL="742950" indent="-742950">
              <a:lnSpc>
                <a:spcPct val="130000"/>
              </a:lnSpc>
              <a:spcAft>
                <a:spcPts val="3600"/>
              </a:spcAft>
              <a:buFont typeface="+mj-lt"/>
              <a:buAutoNum type="arabicPeriod"/>
            </a:pPr>
            <a:r>
              <a:rPr lang="es-MX" sz="4000" dirty="0">
                <a:latin typeface="Montserrat SemiBold" panose="00000700000000000000" pitchFamily="2" charset="0"/>
              </a:rPr>
              <a:t>El Decreto del Rey para sus enemigos</a:t>
            </a:r>
          </a:p>
          <a:p>
            <a:pPr marL="742950" indent="-742950">
              <a:lnSpc>
                <a:spcPct val="130000"/>
              </a:lnSpc>
              <a:spcAft>
                <a:spcPts val="3600"/>
              </a:spcAft>
              <a:buFont typeface="+mj-lt"/>
              <a:buAutoNum type="arabicPeriod"/>
            </a:pPr>
            <a:r>
              <a:rPr lang="es-MX" sz="4000" dirty="0">
                <a:latin typeface="Montserrat SemiBold" panose="00000700000000000000" pitchFamily="2" charset="0"/>
              </a:rPr>
              <a:t>El decreto del Rey para sus </a:t>
            </a:r>
            <a:r>
              <a:rPr lang="es-MX" sz="4000" strike="sngStrike" dirty="0">
                <a:latin typeface="Montserrat SemiBold" panose="00000700000000000000" pitchFamily="2" charset="0"/>
              </a:rPr>
              <a:t>enemigos</a:t>
            </a:r>
            <a:r>
              <a:rPr lang="es-MX" sz="4000" dirty="0">
                <a:latin typeface="Montserrat SemiBold" panose="00000700000000000000" pitchFamily="2" charset="0"/>
              </a:rPr>
              <a:t> redimidos</a:t>
            </a:r>
          </a:p>
        </p:txBody>
      </p:sp>
    </p:spTree>
    <p:extLst>
      <p:ext uri="{BB962C8B-B14F-4D97-AF65-F5344CB8AC3E}">
        <p14:creationId xmlns:p14="http://schemas.microsoft.com/office/powerpoint/2010/main" val="24597074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A85515-295E-DD5D-53E5-37E10D935596}"/>
              </a:ext>
            </a:extLst>
          </p:cNvPr>
          <p:cNvSpPr>
            <a:spLocks noGrp="1"/>
          </p:cNvSpPr>
          <p:nvPr>
            <p:ph type="title"/>
          </p:nvPr>
        </p:nvSpPr>
        <p:spPr>
          <a:xfrm>
            <a:off x="1209049" y="1759970"/>
            <a:ext cx="9724422" cy="1838635"/>
          </a:xfrm>
        </p:spPr>
        <p:txBody>
          <a:bodyPr>
            <a:noAutofit/>
          </a:bodyPr>
          <a:lstStyle/>
          <a:p>
            <a:r>
              <a:rPr lang="es-MX" sz="3400" b="0" i="1" dirty="0">
                <a:solidFill>
                  <a:srgbClr val="404040"/>
                </a:solidFill>
                <a:latin typeface="EB Garamond" pitchFamily="2" charset="0"/>
                <a:ea typeface="EB Garamond" pitchFamily="2" charset="0"/>
                <a:cs typeface="EB Garamond" pitchFamily="2" charset="0"/>
              </a:rPr>
              <a:t>Aun en el sufrimiento confiamos en la soberanía y salvación del Rey, perseverando y  testificando porque</a:t>
            </a:r>
          </a:p>
        </p:txBody>
      </p:sp>
      <p:sp>
        <p:nvSpPr>
          <p:cNvPr id="2" name="TextBox 1">
            <a:extLst>
              <a:ext uri="{FF2B5EF4-FFF2-40B4-BE49-F238E27FC236}">
                <a16:creationId xmlns:a16="http://schemas.microsoft.com/office/drawing/2014/main" id="{C47C4E7A-958F-82CD-9F72-F0F577A39DD3}"/>
              </a:ext>
            </a:extLst>
          </p:cNvPr>
          <p:cNvSpPr txBox="1"/>
          <p:nvPr/>
        </p:nvSpPr>
        <p:spPr>
          <a:xfrm>
            <a:off x="875035" y="3651747"/>
            <a:ext cx="10294410" cy="923330"/>
          </a:xfrm>
          <a:prstGeom prst="rect">
            <a:avLst/>
          </a:prstGeom>
          <a:noFill/>
        </p:spPr>
        <p:txBody>
          <a:bodyPr wrap="square" rtlCol="0">
            <a:spAutoFit/>
          </a:bodyPr>
          <a:lstStyle/>
          <a:p>
            <a:pPr algn="ctr"/>
            <a:r>
              <a:rPr lang="es-MX" sz="5400" b="1" cap="all" spc="500" dirty="0">
                <a:solidFill>
                  <a:schemeClr val="bg1">
                    <a:lumMod val="75000"/>
                    <a:lumOff val="25000"/>
                  </a:schemeClr>
                </a:solidFill>
                <a:latin typeface="Montserrat" panose="00000500000000000000" pitchFamily="2" charset="0"/>
              </a:rPr>
              <a:t>ÉL ESTÁ EN SU TRONO</a:t>
            </a:r>
            <a:endParaRPr lang="es-MX" sz="1200" b="1" cap="all" spc="600" dirty="0">
              <a:solidFill>
                <a:schemeClr val="bg1">
                  <a:lumMod val="75000"/>
                  <a:lumOff val="25000"/>
                </a:schemeClr>
              </a:solidFill>
              <a:latin typeface="Montserrat" panose="00000500000000000000" pitchFamily="2" charset="0"/>
            </a:endParaRPr>
          </a:p>
        </p:txBody>
      </p:sp>
    </p:spTree>
    <p:extLst>
      <p:ext uri="{BB962C8B-B14F-4D97-AF65-F5344CB8AC3E}">
        <p14:creationId xmlns:p14="http://schemas.microsoft.com/office/powerpoint/2010/main" val="5346212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DD97DD-43D3-F5D3-B4EE-BD7F9628B26B}"/>
              </a:ext>
            </a:extLst>
          </p:cNvPr>
          <p:cNvSpPr txBox="1"/>
          <p:nvPr/>
        </p:nvSpPr>
        <p:spPr>
          <a:xfrm>
            <a:off x="1487291" y="2314560"/>
            <a:ext cx="9069898" cy="3970318"/>
          </a:xfrm>
          <a:prstGeom prst="rect">
            <a:avLst/>
          </a:prstGeom>
          <a:noFill/>
        </p:spPr>
        <p:txBody>
          <a:bodyPr wrap="square" rtlCol="0">
            <a:spAutoFit/>
          </a:bodyPr>
          <a:lstStyle/>
          <a:p>
            <a:pPr algn="ctr"/>
            <a:r>
              <a:rPr lang="es-MX" sz="7200" b="1" cap="all" spc="500" dirty="0">
                <a:solidFill>
                  <a:schemeClr val="bg1">
                    <a:lumMod val="75000"/>
                    <a:lumOff val="25000"/>
                  </a:schemeClr>
                </a:solidFill>
                <a:latin typeface="Montserrat" panose="00000500000000000000" pitchFamily="2" charset="0"/>
              </a:rPr>
              <a:t>Sus enemigos</a:t>
            </a:r>
          </a:p>
          <a:p>
            <a:pPr algn="ctr"/>
            <a:endParaRPr lang="es-MX" sz="3200" b="1" cap="all" spc="600" dirty="0">
              <a:solidFill>
                <a:schemeClr val="bg1">
                  <a:lumMod val="75000"/>
                  <a:lumOff val="25000"/>
                </a:schemeClr>
              </a:solidFill>
              <a:latin typeface="Montserrat" panose="00000500000000000000" pitchFamily="2" charset="0"/>
            </a:endParaRPr>
          </a:p>
          <a:p>
            <a:pPr algn="ctr"/>
            <a:endParaRPr lang="es-MX" sz="3200" b="1" cap="all" spc="600" dirty="0">
              <a:solidFill>
                <a:schemeClr val="bg1">
                  <a:lumMod val="75000"/>
                  <a:lumOff val="25000"/>
                </a:schemeClr>
              </a:solidFill>
              <a:latin typeface="Montserrat" panose="00000500000000000000" pitchFamily="2" charset="0"/>
            </a:endParaRPr>
          </a:p>
          <a:p>
            <a:pPr algn="ctr"/>
            <a:endParaRPr lang="es-MX" sz="3200" b="1" cap="all" spc="600" dirty="0">
              <a:solidFill>
                <a:schemeClr val="bg1">
                  <a:lumMod val="75000"/>
                  <a:lumOff val="25000"/>
                </a:schemeClr>
              </a:solidFill>
              <a:latin typeface="Montserrat" panose="00000500000000000000" pitchFamily="2" charset="0"/>
            </a:endParaRPr>
          </a:p>
          <a:p>
            <a:pPr algn="ctr"/>
            <a:endParaRPr lang="es-MX" sz="3200" b="1" cap="all" spc="600" dirty="0">
              <a:solidFill>
                <a:schemeClr val="bg1">
                  <a:lumMod val="75000"/>
                  <a:lumOff val="25000"/>
                </a:schemeClr>
              </a:solidFill>
              <a:latin typeface="Montserrat" panose="00000500000000000000" pitchFamily="2" charset="0"/>
            </a:endParaRPr>
          </a:p>
          <a:p>
            <a:pPr algn="ctr"/>
            <a:endParaRPr lang="es-MX" sz="3200" b="1" cap="all" spc="600" dirty="0">
              <a:solidFill>
                <a:schemeClr val="bg1">
                  <a:lumMod val="75000"/>
                  <a:lumOff val="25000"/>
                </a:schemeClr>
              </a:solidFill>
              <a:latin typeface="Montserrat" panose="00000500000000000000" pitchFamily="2" charset="0"/>
            </a:endParaRPr>
          </a:p>
          <a:p>
            <a:pPr algn="ctr"/>
            <a:r>
              <a:rPr lang="es-MX" sz="2000" b="1" cap="all" spc="600" dirty="0">
                <a:solidFill>
                  <a:schemeClr val="bg1">
                    <a:lumMod val="75000"/>
                    <a:lumOff val="25000"/>
                  </a:schemeClr>
                </a:solidFill>
                <a:latin typeface="Montserrat" panose="00000500000000000000" pitchFamily="2" charset="0"/>
              </a:rPr>
              <a:t>(Apocalipsis 6)</a:t>
            </a:r>
          </a:p>
        </p:txBody>
      </p:sp>
      <p:sp>
        <p:nvSpPr>
          <p:cNvPr id="3" name="Rectángulo 1">
            <a:extLst>
              <a:ext uri="{FF2B5EF4-FFF2-40B4-BE49-F238E27FC236}">
                <a16:creationId xmlns:a16="http://schemas.microsoft.com/office/drawing/2014/main" id="{CA07F423-46C6-CDD8-E4AD-233D53E2809D}"/>
              </a:ext>
            </a:extLst>
          </p:cNvPr>
          <p:cNvSpPr/>
          <p:nvPr/>
        </p:nvSpPr>
        <p:spPr>
          <a:xfrm>
            <a:off x="697155" y="1644796"/>
            <a:ext cx="10650170" cy="707886"/>
          </a:xfrm>
          <a:prstGeom prst="rect">
            <a:avLst/>
          </a:prstGeom>
          <a:noFill/>
          <a:effectLst/>
        </p:spPr>
        <p:txBody>
          <a:bodyPr wrap="square" lIns="91440" tIns="45720" rIns="91440" bIns="45720">
            <a:spAutoFit/>
          </a:bodyPr>
          <a:lstStyle/>
          <a:p>
            <a:pPr marL="0" algn="ctr" rtl="0" eaLnBrk="1" latinLnBrk="0" hangingPunct="1">
              <a:spcBef>
                <a:spcPts val="0"/>
              </a:spcBef>
              <a:spcAft>
                <a:spcPts val="0"/>
              </a:spcAft>
            </a:pPr>
            <a:r>
              <a:rPr lang="es-MX" sz="4000" i="1" kern="1200" dirty="0">
                <a:ln>
                  <a:noFill/>
                </a:ln>
                <a:solidFill>
                  <a:srgbClr val="404040"/>
                </a:solidFill>
                <a:latin typeface="EB Garamond" pitchFamily="2" charset="0"/>
                <a:ea typeface="EB Garamond" pitchFamily="2" charset="0"/>
                <a:cs typeface="EB Garamond" pitchFamily="2" charset="0"/>
              </a:rPr>
              <a:t>El decreto del Rey para</a:t>
            </a:r>
            <a:endParaRPr lang="es-MX" sz="13800" i="1" dirty="0"/>
          </a:p>
        </p:txBody>
      </p:sp>
    </p:spTree>
    <p:extLst>
      <p:ext uri="{BB962C8B-B14F-4D97-AF65-F5344CB8AC3E}">
        <p14:creationId xmlns:p14="http://schemas.microsoft.com/office/powerpoint/2010/main" val="2921525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ED747A-4ECA-25AA-E717-B5F043467DA2}"/>
              </a:ext>
            </a:extLst>
          </p:cNvPr>
          <p:cNvSpPr>
            <a:spLocks noGrp="1"/>
          </p:cNvSpPr>
          <p:nvPr>
            <p:ph type="title"/>
          </p:nvPr>
        </p:nvSpPr>
        <p:spPr>
          <a:xfrm>
            <a:off x="2690292" y="811048"/>
            <a:ext cx="7033491" cy="4272232"/>
          </a:xfrm>
        </p:spPr>
        <p:txBody>
          <a:bodyPr>
            <a:normAutofit/>
          </a:bodyPr>
          <a:lstStyle/>
          <a:p>
            <a:r>
              <a:rPr lang="es-MX" sz="6000" dirty="0"/>
              <a:t>El Rey usa </a:t>
            </a:r>
            <a:br>
              <a:rPr lang="es-MX" sz="6000" dirty="0"/>
            </a:br>
            <a:r>
              <a:rPr lang="es-MX" sz="6000" dirty="0"/>
              <a:t>el caos para sus propósitos</a:t>
            </a:r>
          </a:p>
        </p:txBody>
      </p:sp>
      <p:sp>
        <p:nvSpPr>
          <p:cNvPr id="5" name="Rectángulo 1">
            <a:extLst>
              <a:ext uri="{FF2B5EF4-FFF2-40B4-BE49-F238E27FC236}">
                <a16:creationId xmlns:a16="http://schemas.microsoft.com/office/drawing/2014/main" id="{7A4D72EA-2ADC-FEE9-B42F-93E4F7A37574}"/>
              </a:ext>
            </a:extLst>
          </p:cNvPr>
          <p:cNvSpPr/>
          <p:nvPr/>
        </p:nvSpPr>
        <p:spPr>
          <a:xfrm>
            <a:off x="2690292" y="5201418"/>
            <a:ext cx="5966268" cy="707886"/>
          </a:xfrm>
          <a:prstGeom prst="rect">
            <a:avLst/>
          </a:prstGeom>
          <a:noFill/>
          <a:effectLst/>
        </p:spPr>
        <p:txBody>
          <a:bodyPr wrap="square" lIns="91440" tIns="45720" rIns="91440" bIns="45720">
            <a:spAutoFit/>
          </a:bodyPr>
          <a:lstStyle/>
          <a:p>
            <a:pPr marL="0" rtl="0" eaLnBrk="1" latinLnBrk="0" hangingPunct="1">
              <a:spcBef>
                <a:spcPts val="0"/>
              </a:spcBef>
              <a:spcAft>
                <a:spcPts val="0"/>
              </a:spcAft>
            </a:pPr>
            <a:r>
              <a:rPr lang="es-MX" sz="4000" i="1" kern="1200" dirty="0">
                <a:ln>
                  <a:noFill/>
                </a:ln>
                <a:solidFill>
                  <a:srgbClr val="404040"/>
                </a:solidFill>
                <a:latin typeface="EB Garamond" pitchFamily="2" charset="0"/>
                <a:ea typeface="EB Garamond" pitchFamily="2" charset="0"/>
                <a:cs typeface="EB Garamond" pitchFamily="2" charset="0"/>
              </a:rPr>
              <a:t>(vv. 1 – 8)</a:t>
            </a:r>
            <a:endParaRPr lang="es-MX" sz="13800" i="1" dirty="0"/>
          </a:p>
        </p:txBody>
      </p:sp>
    </p:spTree>
    <p:extLst>
      <p:ext uri="{BB962C8B-B14F-4D97-AF65-F5344CB8AC3E}">
        <p14:creationId xmlns:p14="http://schemas.microsoft.com/office/powerpoint/2010/main" val="8816556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1</a:t>
            </a:r>
            <a:r>
              <a:rPr lang="es-MX" sz="4400" dirty="0"/>
              <a:t>Entonces vi cuando el Cordero abrió uno de los siete sellos, y oí a uno de los cuatro seres vivientes que decía, como con voz de trueno: «Ven».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16475213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2</a:t>
            </a:r>
            <a:r>
              <a:rPr lang="es-MX" sz="4400" dirty="0"/>
              <a:t>Miré, y había un caballo blanco. El que estaba montado en él tenía un arco. Se le dio una corona, y salió conquistando y para conquistar.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29506250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3</a:t>
            </a:r>
            <a:r>
              <a:rPr lang="es-MX" sz="4400" dirty="0"/>
              <a:t>Cuando el Cordero abrió el segundo sello, oí al segundo ser viviente que decía: «Ven».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30334993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4</a:t>
            </a:r>
            <a:r>
              <a:rPr lang="es-MX" sz="4400" dirty="0"/>
              <a:t>Entonces salió otro caballo, rojo. Al que estaba montado en él se le concedió quitar la paz de la tierra y que los hombres se mataran unos a otros; y se le dio una gran espada.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14768199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fontScale="90000"/>
          </a:bodyPr>
          <a:lstStyle/>
          <a:p>
            <a:r>
              <a:rPr lang="es-MX" sz="4400" u="none" strike="noStrike" baseline="30000" dirty="0">
                <a:effectLst/>
              </a:rPr>
              <a:t>5</a:t>
            </a:r>
            <a:r>
              <a:rPr lang="es-MX" sz="4400" dirty="0"/>
              <a:t>Cuando el Cordero abrió el tercer sello, oí al tercer ser viviente que decía: «Ven». Y miré, y había un caballo negro. El que estaba montado en él tenía una balanza en la mano.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35342824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6</a:t>
            </a:r>
            <a:r>
              <a:rPr lang="es-MX" sz="4400" dirty="0"/>
              <a:t>Y oí como una voz en medio de los cuatro seres vivientes que decía: «Un litro de trigo por un denario, y tres litros de cebada por un denario, y no dañes el aceite y el vino».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35033682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7</a:t>
            </a:r>
            <a:r>
              <a:rPr lang="es-MX" sz="4400" dirty="0"/>
              <a:t>Cuando el Cordero abrió el cuarto sello, oí la voz del cuarto ser viviente que decía: «Ven».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18279126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fontScale="90000"/>
          </a:bodyPr>
          <a:lstStyle/>
          <a:p>
            <a:r>
              <a:rPr lang="es-MX" sz="4400" u="none" strike="noStrike" baseline="30000" dirty="0">
                <a:effectLst/>
              </a:rPr>
              <a:t>8</a:t>
            </a:r>
            <a:r>
              <a:rPr lang="es-MX" sz="4400" dirty="0"/>
              <a:t>Y miré, y había un caballo amarillento. El que estaba montado en él se llamaba Muerte, y el Hades lo seguía. Y se les dio autoridad sobre la cuarta parte de la tierra, para matar con espada, con hambre, con pestilencia y con las fieras de la tierra.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42921617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17F48-6787-3F50-0C93-9206DBCA46BB}"/>
              </a:ext>
            </a:extLst>
          </p:cNvPr>
          <p:cNvSpPr>
            <a:spLocks noGrp="1"/>
          </p:cNvSpPr>
          <p:nvPr>
            <p:ph type="title"/>
          </p:nvPr>
        </p:nvSpPr>
        <p:spPr/>
        <p:txBody>
          <a:bodyPr>
            <a:normAutofit/>
          </a:bodyPr>
          <a:lstStyle/>
          <a:p>
            <a:r>
              <a:rPr lang="es-MX" dirty="0"/>
              <a:t>4Jesús les respondió: «Tengan cuidado de que nadie los engañe.</a:t>
            </a:r>
          </a:p>
        </p:txBody>
      </p:sp>
      <p:sp>
        <p:nvSpPr>
          <p:cNvPr id="3" name="Text Placeholder 2">
            <a:extLst>
              <a:ext uri="{FF2B5EF4-FFF2-40B4-BE49-F238E27FC236}">
                <a16:creationId xmlns:a16="http://schemas.microsoft.com/office/drawing/2014/main" id="{741E2E80-E1C3-0C42-B130-981826453F04}"/>
              </a:ext>
            </a:extLst>
          </p:cNvPr>
          <p:cNvSpPr>
            <a:spLocks noGrp="1"/>
          </p:cNvSpPr>
          <p:nvPr>
            <p:ph type="body" idx="1"/>
          </p:nvPr>
        </p:nvSpPr>
        <p:spPr/>
        <p:txBody>
          <a:bodyPr/>
          <a:lstStyle/>
          <a:p>
            <a:r>
              <a:rPr lang="es-MX" dirty="0"/>
              <a:t>Mateo 24:4-10</a:t>
            </a:r>
          </a:p>
        </p:txBody>
      </p:sp>
    </p:spTree>
    <p:extLst>
      <p:ext uri="{BB962C8B-B14F-4D97-AF65-F5344CB8AC3E}">
        <p14:creationId xmlns:p14="http://schemas.microsoft.com/office/powerpoint/2010/main" val="42714605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17F48-6787-3F50-0C93-9206DBCA46BB}"/>
              </a:ext>
            </a:extLst>
          </p:cNvPr>
          <p:cNvSpPr>
            <a:spLocks noGrp="1"/>
          </p:cNvSpPr>
          <p:nvPr>
            <p:ph type="title"/>
          </p:nvPr>
        </p:nvSpPr>
        <p:spPr/>
        <p:txBody>
          <a:bodyPr>
            <a:normAutofit/>
          </a:bodyPr>
          <a:lstStyle/>
          <a:p>
            <a:r>
              <a:rPr lang="es-MX" dirty="0"/>
              <a:t>5»Porque muchos vendrán en Mi nombre, diciendo: “Yo soy el Cristo”, y engañarán a muchos. </a:t>
            </a:r>
          </a:p>
        </p:txBody>
      </p:sp>
      <p:sp>
        <p:nvSpPr>
          <p:cNvPr id="3" name="Text Placeholder 2">
            <a:extLst>
              <a:ext uri="{FF2B5EF4-FFF2-40B4-BE49-F238E27FC236}">
                <a16:creationId xmlns:a16="http://schemas.microsoft.com/office/drawing/2014/main" id="{741E2E80-E1C3-0C42-B130-981826453F04}"/>
              </a:ext>
            </a:extLst>
          </p:cNvPr>
          <p:cNvSpPr>
            <a:spLocks noGrp="1"/>
          </p:cNvSpPr>
          <p:nvPr>
            <p:ph type="body" idx="1"/>
          </p:nvPr>
        </p:nvSpPr>
        <p:spPr/>
        <p:txBody>
          <a:bodyPr/>
          <a:lstStyle/>
          <a:p>
            <a:r>
              <a:rPr lang="es-MX" dirty="0"/>
              <a:t>Mateo 24:4-10</a:t>
            </a:r>
          </a:p>
        </p:txBody>
      </p:sp>
    </p:spTree>
    <p:extLst>
      <p:ext uri="{BB962C8B-B14F-4D97-AF65-F5344CB8AC3E}">
        <p14:creationId xmlns:p14="http://schemas.microsoft.com/office/powerpoint/2010/main" val="26183886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17F48-6787-3F50-0C93-9206DBCA46BB}"/>
              </a:ext>
            </a:extLst>
          </p:cNvPr>
          <p:cNvSpPr>
            <a:spLocks noGrp="1"/>
          </p:cNvSpPr>
          <p:nvPr>
            <p:ph type="title"/>
          </p:nvPr>
        </p:nvSpPr>
        <p:spPr/>
        <p:txBody>
          <a:bodyPr>
            <a:normAutofit fontScale="90000"/>
          </a:bodyPr>
          <a:lstStyle/>
          <a:p>
            <a:r>
              <a:rPr lang="es-MX" dirty="0"/>
              <a:t>6»Ustedes van a oír de guerras y rumores de guerras. ¡Cuidado! No se alarmen, porque es necesario que todo esto suceda; pero todavía no es el fin. </a:t>
            </a:r>
          </a:p>
        </p:txBody>
      </p:sp>
      <p:sp>
        <p:nvSpPr>
          <p:cNvPr id="3" name="Text Placeholder 2">
            <a:extLst>
              <a:ext uri="{FF2B5EF4-FFF2-40B4-BE49-F238E27FC236}">
                <a16:creationId xmlns:a16="http://schemas.microsoft.com/office/drawing/2014/main" id="{741E2E80-E1C3-0C42-B130-981826453F04}"/>
              </a:ext>
            </a:extLst>
          </p:cNvPr>
          <p:cNvSpPr>
            <a:spLocks noGrp="1"/>
          </p:cNvSpPr>
          <p:nvPr>
            <p:ph type="body" idx="1"/>
          </p:nvPr>
        </p:nvSpPr>
        <p:spPr/>
        <p:txBody>
          <a:bodyPr/>
          <a:lstStyle/>
          <a:p>
            <a:r>
              <a:rPr lang="es-MX" dirty="0"/>
              <a:t>Mateo 24:4-10</a:t>
            </a:r>
          </a:p>
        </p:txBody>
      </p:sp>
    </p:spTree>
    <p:extLst>
      <p:ext uri="{BB962C8B-B14F-4D97-AF65-F5344CB8AC3E}">
        <p14:creationId xmlns:p14="http://schemas.microsoft.com/office/powerpoint/2010/main" val="17022098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17F48-6787-3F50-0C93-9206DBCA46BB}"/>
              </a:ext>
            </a:extLst>
          </p:cNvPr>
          <p:cNvSpPr>
            <a:spLocks noGrp="1"/>
          </p:cNvSpPr>
          <p:nvPr>
            <p:ph type="title"/>
          </p:nvPr>
        </p:nvSpPr>
        <p:spPr/>
        <p:txBody>
          <a:bodyPr>
            <a:normAutofit fontScale="90000"/>
          </a:bodyPr>
          <a:lstStyle/>
          <a:p>
            <a:r>
              <a:rPr lang="es-MX" dirty="0"/>
              <a:t>7»Porque se levantará nación contra nación, y reino contra reino, y en diferentes lugares habrá hambre y terremotos. </a:t>
            </a:r>
          </a:p>
        </p:txBody>
      </p:sp>
      <p:sp>
        <p:nvSpPr>
          <p:cNvPr id="3" name="Text Placeholder 2">
            <a:extLst>
              <a:ext uri="{FF2B5EF4-FFF2-40B4-BE49-F238E27FC236}">
                <a16:creationId xmlns:a16="http://schemas.microsoft.com/office/drawing/2014/main" id="{741E2E80-E1C3-0C42-B130-981826453F04}"/>
              </a:ext>
            </a:extLst>
          </p:cNvPr>
          <p:cNvSpPr>
            <a:spLocks noGrp="1"/>
          </p:cNvSpPr>
          <p:nvPr>
            <p:ph type="body" idx="1"/>
          </p:nvPr>
        </p:nvSpPr>
        <p:spPr/>
        <p:txBody>
          <a:bodyPr/>
          <a:lstStyle/>
          <a:p>
            <a:r>
              <a:rPr lang="es-MX" dirty="0"/>
              <a:t>Mateo 24:4-10</a:t>
            </a:r>
          </a:p>
        </p:txBody>
      </p:sp>
    </p:spTree>
    <p:extLst>
      <p:ext uri="{BB962C8B-B14F-4D97-AF65-F5344CB8AC3E}">
        <p14:creationId xmlns:p14="http://schemas.microsoft.com/office/powerpoint/2010/main" val="42703520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17F48-6787-3F50-0C93-9206DBCA46BB}"/>
              </a:ext>
            </a:extLst>
          </p:cNvPr>
          <p:cNvSpPr>
            <a:spLocks noGrp="1"/>
          </p:cNvSpPr>
          <p:nvPr>
            <p:ph type="title"/>
          </p:nvPr>
        </p:nvSpPr>
        <p:spPr/>
        <p:txBody>
          <a:bodyPr>
            <a:normAutofit/>
          </a:bodyPr>
          <a:lstStyle/>
          <a:p>
            <a:r>
              <a:rPr lang="es-MX" dirty="0"/>
              <a:t>8»Pero todo esto es solo el comienzo de dolores. </a:t>
            </a:r>
          </a:p>
        </p:txBody>
      </p:sp>
      <p:sp>
        <p:nvSpPr>
          <p:cNvPr id="3" name="Text Placeholder 2">
            <a:extLst>
              <a:ext uri="{FF2B5EF4-FFF2-40B4-BE49-F238E27FC236}">
                <a16:creationId xmlns:a16="http://schemas.microsoft.com/office/drawing/2014/main" id="{741E2E80-E1C3-0C42-B130-981826453F04}"/>
              </a:ext>
            </a:extLst>
          </p:cNvPr>
          <p:cNvSpPr>
            <a:spLocks noGrp="1"/>
          </p:cNvSpPr>
          <p:nvPr>
            <p:ph type="body" idx="1"/>
          </p:nvPr>
        </p:nvSpPr>
        <p:spPr/>
        <p:txBody>
          <a:bodyPr/>
          <a:lstStyle/>
          <a:p>
            <a:r>
              <a:rPr lang="es-MX" dirty="0"/>
              <a:t>Mateo 24:4-10</a:t>
            </a:r>
          </a:p>
        </p:txBody>
      </p:sp>
    </p:spTree>
    <p:extLst>
      <p:ext uri="{BB962C8B-B14F-4D97-AF65-F5344CB8AC3E}">
        <p14:creationId xmlns:p14="http://schemas.microsoft.com/office/powerpoint/2010/main" val="26045984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17F48-6787-3F50-0C93-9206DBCA46BB}"/>
              </a:ext>
            </a:extLst>
          </p:cNvPr>
          <p:cNvSpPr>
            <a:spLocks noGrp="1"/>
          </p:cNvSpPr>
          <p:nvPr>
            <p:ph type="title"/>
          </p:nvPr>
        </p:nvSpPr>
        <p:spPr/>
        <p:txBody>
          <a:bodyPr>
            <a:normAutofit fontScale="90000"/>
          </a:bodyPr>
          <a:lstStyle/>
          <a:p>
            <a:r>
              <a:rPr lang="es-MX" dirty="0"/>
              <a:t>9»Entonces los entregarán a tribulación, y los matarán, y serán odiados de todas las naciones por causa de mi nombre. </a:t>
            </a:r>
          </a:p>
        </p:txBody>
      </p:sp>
      <p:sp>
        <p:nvSpPr>
          <p:cNvPr id="3" name="Text Placeholder 2">
            <a:extLst>
              <a:ext uri="{FF2B5EF4-FFF2-40B4-BE49-F238E27FC236}">
                <a16:creationId xmlns:a16="http://schemas.microsoft.com/office/drawing/2014/main" id="{741E2E80-E1C3-0C42-B130-981826453F04}"/>
              </a:ext>
            </a:extLst>
          </p:cNvPr>
          <p:cNvSpPr>
            <a:spLocks noGrp="1"/>
          </p:cNvSpPr>
          <p:nvPr>
            <p:ph type="body" idx="1"/>
          </p:nvPr>
        </p:nvSpPr>
        <p:spPr/>
        <p:txBody>
          <a:bodyPr/>
          <a:lstStyle/>
          <a:p>
            <a:r>
              <a:rPr lang="es-MX" dirty="0"/>
              <a:t>Mateo 24:4-10</a:t>
            </a:r>
          </a:p>
        </p:txBody>
      </p:sp>
    </p:spTree>
    <p:extLst>
      <p:ext uri="{BB962C8B-B14F-4D97-AF65-F5344CB8AC3E}">
        <p14:creationId xmlns:p14="http://schemas.microsoft.com/office/powerpoint/2010/main" val="26355065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17F48-6787-3F50-0C93-9206DBCA46BB}"/>
              </a:ext>
            </a:extLst>
          </p:cNvPr>
          <p:cNvSpPr>
            <a:spLocks noGrp="1"/>
          </p:cNvSpPr>
          <p:nvPr>
            <p:ph type="title"/>
          </p:nvPr>
        </p:nvSpPr>
        <p:spPr/>
        <p:txBody>
          <a:bodyPr/>
          <a:lstStyle/>
          <a:p>
            <a:r>
              <a:rPr lang="es-MX" dirty="0"/>
              <a:t>10»Muchos se apartarán de la fe entonces, y se traicionarán unos a otros, y unos a otros se odiarán.</a:t>
            </a:r>
          </a:p>
        </p:txBody>
      </p:sp>
      <p:sp>
        <p:nvSpPr>
          <p:cNvPr id="3" name="Text Placeholder 2">
            <a:extLst>
              <a:ext uri="{FF2B5EF4-FFF2-40B4-BE49-F238E27FC236}">
                <a16:creationId xmlns:a16="http://schemas.microsoft.com/office/drawing/2014/main" id="{741E2E80-E1C3-0C42-B130-981826453F04}"/>
              </a:ext>
            </a:extLst>
          </p:cNvPr>
          <p:cNvSpPr>
            <a:spLocks noGrp="1"/>
          </p:cNvSpPr>
          <p:nvPr>
            <p:ph type="body" idx="1"/>
          </p:nvPr>
        </p:nvSpPr>
        <p:spPr/>
        <p:txBody>
          <a:bodyPr/>
          <a:lstStyle/>
          <a:p>
            <a:r>
              <a:rPr lang="es-MX" dirty="0"/>
              <a:t>Mateo 24:4-10</a:t>
            </a:r>
          </a:p>
        </p:txBody>
      </p:sp>
    </p:spTree>
    <p:extLst>
      <p:ext uri="{BB962C8B-B14F-4D97-AF65-F5344CB8AC3E}">
        <p14:creationId xmlns:p14="http://schemas.microsoft.com/office/powerpoint/2010/main" val="38785743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9CA60-88DD-65A8-5A5A-A1069C872242}"/>
              </a:ext>
            </a:extLst>
          </p:cNvPr>
          <p:cNvSpPr>
            <a:spLocks noGrp="1"/>
          </p:cNvSpPr>
          <p:nvPr>
            <p:ph type="title"/>
          </p:nvPr>
        </p:nvSpPr>
        <p:spPr/>
        <p:txBody>
          <a:bodyPr>
            <a:noAutofit/>
          </a:bodyPr>
          <a:lstStyle/>
          <a:p>
            <a:r>
              <a:rPr lang="es-MX" sz="4000" dirty="0"/>
              <a:t>21Porque así dice el Señor DIOS: «¡Cuánto más cuando Yo envíe Mis cuatro terribles juicios contra Jerusalén: espada, hambre, fieras y plaga para exterminar de ella hombres y animales! </a:t>
            </a:r>
          </a:p>
        </p:txBody>
      </p:sp>
      <p:sp>
        <p:nvSpPr>
          <p:cNvPr id="3" name="Text Placeholder 2">
            <a:extLst>
              <a:ext uri="{FF2B5EF4-FFF2-40B4-BE49-F238E27FC236}">
                <a16:creationId xmlns:a16="http://schemas.microsoft.com/office/drawing/2014/main" id="{B5121C73-6B71-0B9D-DA22-188144587916}"/>
              </a:ext>
            </a:extLst>
          </p:cNvPr>
          <p:cNvSpPr>
            <a:spLocks noGrp="1"/>
          </p:cNvSpPr>
          <p:nvPr>
            <p:ph type="body" idx="1"/>
          </p:nvPr>
        </p:nvSpPr>
        <p:spPr/>
        <p:txBody>
          <a:bodyPr/>
          <a:lstStyle/>
          <a:p>
            <a:r>
              <a:rPr lang="es-MX" dirty="0"/>
              <a:t>Ezequiel 14:21-23</a:t>
            </a:r>
          </a:p>
        </p:txBody>
      </p:sp>
    </p:spTree>
    <p:extLst>
      <p:ext uri="{BB962C8B-B14F-4D97-AF65-F5344CB8AC3E}">
        <p14:creationId xmlns:p14="http://schemas.microsoft.com/office/powerpoint/2010/main" val="7570171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9CA60-88DD-65A8-5A5A-A1069C872242}"/>
              </a:ext>
            </a:extLst>
          </p:cNvPr>
          <p:cNvSpPr>
            <a:spLocks noGrp="1"/>
          </p:cNvSpPr>
          <p:nvPr>
            <p:ph type="title"/>
          </p:nvPr>
        </p:nvSpPr>
        <p:spPr/>
        <p:txBody>
          <a:bodyPr>
            <a:noAutofit/>
          </a:bodyPr>
          <a:lstStyle/>
          <a:p>
            <a:r>
              <a:rPr lang="es-MX" sz="4000" dirty="0"/>
              <a:t>22»Sin embargo, en ella quedarán </a:t>
            </a:r>
            <a:r>
              <a:rPr lang="es-MX" sz="4000" dirty="0">
                <a:highlight>
                  <a:srgbClr val="FFFF00"/>
                </a:highlight>
              </a:rPr>
              <a:t>sobrevivientes</a:t>
            </a:r>
            <a:r>
              <a:rPr lang="es-MX" sz="4000" dirty="0"/>
              <a:t>, hijos e hijas que serán sacados. Saldrán hacia ustedes y </a:t>
            </a:r>
            <a:r>
              <a:rPr lang="es-MX" sz="4000" dirty="0">
                <a:highlight>
                  <a:srgbClr val="FFFF00"/>
                </a:highlight>
              </a:rPr>
              <a:t>verán su conducta y sus obras</a:t>
            </a:r>
            <a:r>
              <a:rPr lang="es-MX" sz="4000" dirty="0"/>
              <a:t>; entonces serán consolados de la calamidad que he traído contra Jerusalén, de todo lo que he traído sobre ella. </a:t>
            </a:r>
          </a:p>
        </p:txBody>
      </p:sp>
      <p:sp>
        <p:nvSpPr>
          <p:cNvPr id="3" name="Text Placeholder 2">
            <a:extLst>
              <a:ext uri="{FF2B5EF4-FFF2-40B4-BE49-F238E27FC236}">
                <a16:creationId xmlns:a16="http://schemas.microsoft.com/office/drawing/2014/main" id="{B5121C73-6B71-0B9D-DA22-188144587916}"/>
              </a:ext>
            </a:extLst>
          </p:cNvPr>
          <p:cNvSpPr>
            <a:spLocks noGrp="1"/>
          </p:cNvSpPr>
          <p:nvPr>
            <p:ph type="body" idx="1"/>
          </p:nvPr>
        </p:nvSpPr>
        <p:spPr/>
        <p:txBody>
          <a:bodyPr/>
          <a:lstStyle/>
          <a:p>
            <a:r>
              <a:rPr lang="es-MX" dirty="0"/>
              <a:t>Ezequiel 14:21-23</a:t>
            </a:r>
          </a:p>
        </p:txBody>
      </p:sp>
    </p:spTree>
    <p:extLst>
      <p:ext uri="{BB962C8B-B14F-4D97-AF65-F5344CB8AC3E}">
        <p14:creationId xmlns:p14="http://schemas.microsoft.com/office/powerpoint/2010/main" val="25116697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9CA60-88DD-65A8-5A5A-A1069C872242}"/>
              </a:ext>
            </a:extLst>
          </p:cNvPr>
          <p:cNvSpPr>
            <a:spLocks noGrp="1"/>
          </p:cNvSpPr>
          <p:nvPr>
            <p:ph type="title"/>
          </p:nvPr>
        </p:nvSpPr>
        <p:spPr/>
        <p:txBody>
          <a:bodyPr>
            <a:normAutofit fontScale="90000"/>
          </a:bodyPr>
          <a:lstStyle/>
          <a:p>
            <a:r>
              <a:rPr lang="es-MX" dirty="0"/>
              <a:t>23»Y ellos los consolarán cuando vean sus caminos y sus obras, y sabrán que no he hecho en vano lo que hice en ella», declara el Señor DIOS.</a:t>
            </a:r>
          </a:p>
        </p:txBody>
      </p:sp>
      <p:sp>
        <p:nvSpPr>
          <p:cNvPr id="3" name="Text Placeholder 2">
            <a:extLst>
              <a:ext uri="{FF2B5EF4-FFF2-40B4-BE49-F238E27FC236}">
                <a16:creationId xmlns:a16="http://schemas.microsoft.com/office/drawing/2014/main" id="{B5121C73-6B71-0B9D-DA22-188144587916}"/>
              </a:ext>
            </a:extLst>
          </p:cNvPr>
          <p:cNvSpPr>
            <a:spLocks noGrp="1"/>
          </p:cNvSpPr>
          <p:nvPr>
            <p:ph type="body" idx="1"/>
          </p:nvPr>
        </p:nvSpPr>
        <p:spPr/>
        <p:txBody>
          <a:bodyPr/>
          <a:lstStyle/>
          <a:p>
            <a:r>
              <a:rPr lang="es-MX" dirty="0"/>
              <a:t>Ezequiel 14:21-23</a:t>
            </a:r>
          </a:p>
        </p:txBody>
      </p:sp>
    </p:spTree>
    <p:extLst>
      <p:ext uri="{BB962C8B-B14F-4D97-AF65-F5344CB8AC3E}">
        <p14:creationId xmlns:p14="http://schemas.microsoft.com/office/powerpoint/2010/main" val="28329813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ED747A-4ECA-25AA-E717-B5F043467DA2}"/>
              </a:ext>
            </a:extLst>
          </p:cNvPr>
          <p:cNvSpPr>
            <a:spLocks noGrp="1"/>
          </p:cNvSpPr>
          <p:nvPr>
            <p:ph type="title"/>
          </p:nvPr>
        </p:nvSpPr>
        <p:spPr>
          <a:xfrm>
            <a:off x="2690292" y="811048"/>
            <a:ext cx="7033491" cy="4272232"/>
          </a:xfrm>
        </p:spPr>
        <p:txBody>
          <a:bodyPr>
            <a:normAutofit/>
          </a:bodyPr>
          <a:lstStyle/>
          <a:p>
            <a:r>
              <a:rPr lang="es-MX" sz="6000" dirty="0"/>
              <a:t>Los creyentes son perseguidos por el testimonio</a:t>
            </a:r>
          </a:p>
        </p:txBody>
      </p:sp>
      <p:sp>
        <p:nvSpPr>
          <p:cNvPr id="5" name="Rectángulo 1">
            <a:extLst>
              <a:ext uri="{FF2B5EF4-FFF2-40B4-BE49-F238E27FC236}">
                <a16:creationId xmlns:a16="http://schemas.microsoft.com/office/drawing/2014/main" id="{7A4D72EA-2ADC-FEE9-B42F-93E4F7A37574}"/>
              </a:ext>
            </a:extLst>
          </p:cNvPr>
          <p:cNvSpPr/>
          <p:nvPr/>
        </p:nvSpPr>
        <p:spPr>
          <a:xfrm>
            <a:off x="2690292" y="5201418"/>
            <a:ext cx="5966268" cy="707886"/>
          </a:xfrm>
          <a:prstGeom prst="rect">
            <a:avLst/>
          </a:prstGeom>
          <a:noFill/>
          <a:effectLst/>
        </p:spPr>
        <p:txBody>
          <a:bodyPr wrap="square" lIns="91440" tIns="45720" rIns="91440" bIns="45720">
            <a:spAutoFit/>
          </a:bodyPr>
          <a:lstStyle/>
          <a:p>
            <a:pPr marL="0" rtl="0" eaLnBrk="1" latinLnBrk="0" hangingPunct="1">
              <a:spcBef>
                <a:spcPts val="0"/>
              </a:spcBef>
              <a:spcAft>
                <a:spcPts val="0"/>
              </a:spcAft>
            </a:pPr>
            <a:r>
              <a:rPr lang="es-MX" sz="4000" i="1" kern="1200" dirty="0">
                <a:ln>
                  <a:noFill/>
                </a:ln>
                <a:solidFill>
                  <a:srgbClr val="404040"/>
                </a:solidFill>
                <a:latin typeface="EB Garamond" pitchFamily="2" charset="0"/>
                <a:ea typeface="EB Garamond" pitchFamily="2" charset="0"/>
                <a:cs typeface="EB Garamond" pitchFamily="2" charset="0"/>
              </a:rPr>
              <a:t>(vv. </a:t>
            </a:r>
            <a:r>
              <a:rPr lang="es-MX" sz="4000" i="1" dirty="0">
                <a:solidFill>
                  <a:srgbClr val="404040"/>
                </a:solidFill>
                <a:latin typeface="EB Garamond" pitchFamily="2" charset="0"/>
                <a:ea typeface="EB Garamond" pitchFamily="2" charset="0"/>
                <a:cs typeface="EB Garamond" pitchFamily="2" charset="0"/>
              </a:rPr>
              <a:t>9 - 11</a:t>
            </a:r>
            <a:r>
              <a:rPr lang="es-MX" sz="4000" i="1" kern="1200" dirty="0">
                <a:ln>
                  <a:noFill/>
                </a:ln>
                <a:solidFill>
                  <a:srgbClr val="404040"/>
                </a:solidFill>
                <a:latin typeface="EB Garamond" pitchFamily="2" charset="0"/>
                <a:ea typeface="EB Garamond" pitchFamily="2" charset="0"/>
                <a:cs typeface="EB Garamond" pitchFamily="2" charset="0"/>
              </a:rPr>
              <a:t>)</a:t>
            </a:r>
            <a:endParaRPr lang="es-MX" sz="13800" i="1" dirty="0"/>
          </a:p>
        </p:txBody>
      </p:sp>
    </p:spTree>
    <p:extLst>
      <p:ext uri="{BB962C8B-B14F-4D97-AF65-F5344CB8AC3E}">
        <p14:creationId xmlns:p14="http://schemas.microsoft.com/office/powerpoint/2010/main" val="34798370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9</a:t>
            </a:r>
            <a:r>
              <a:rPr lang="es-MX" sz="4400" dirty="0"/>
              <a:t>Cuando el Cordero abrió el quinto sello, vi debajo del altar las almas de los que habían sido muertos a causa de la palabra de Dios y del testimonio que habían mantenido.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26912782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10</a:t>
            </a:r>
            <a:r>
              <a:rPr lang="es-MX" sz="4400" dirty="0"/>
              <a:t>Clamaban a gran voz: «¿Hasta cuándo, oh Señor santo y verdadero, esperarás para juzgar y vengar nuestra sangre de los que moran en la tierra?»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7883869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fontScale="90000"/>
          </a:bodyPr>
          <a:lstStyle/>
          <a:p>
            <a:r>
              <a:rPr lang="es-MX" sz="4400" u="none" strike="noStrike" baseline="30000" dirty="0">
                <a:effectLst/>
              </a:rPr>
              <a:t>11</a:t>
            </a:r>
            <a:r>
              <a:rPr lang="es-MX" sz="4400" dirty="0"/>
              <a:t>Y se les dio a cada uno de ellos una vestidura blanca, y se les dijo que descansaran un poco más de tiempo, hasta que se completara también el número de sus consiervos y de sus hermanos que habrían de ser muertos como ellos lo habían sido.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2083034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ED747A-4ECA-25AA-E717-B5F043467DA2}"/>
              </a:ext>
            </a:extLst>
          </p:cNvPr>
          <p:cNvSpPr>
            <a:spLocks noGrp="1"/>
          </p:cNvSpPr>
          <p:nvPr>
            <p:ph type="title"/>
          </p:nvPr>
        </p:nvSpPr>
        <p:spPr>
          <a:xfrm>
            <a:off x="2690292" y="811048"/>
            <a:ext cx="7033491" cy="4272232"/>
          </a:xfrm>
        </p:spPr>
        <p:txBody>
          <a:bodyPr>
            <a:normAutofit/>
          </a:bodyPr>
          <a:lstStyle/>
          <a:p>
            <a:r>
              <a:rPr lang="es-MX" sz="6000" dirty="0"/>
              <a:t>El día de la Ira viene pronto</a:t>
            </a:r>
          </a:p>
        </p:txBody>
      </p:sp>
      <p:sp>
        <p:nvSpPr>
          <p:cNvPr id="5" name="Rectángulo 1">
            <a:extLst>
              <a:ext uri="{FF2B5EF4-FFF2-40B4-BE49-F238E27FC236}">
                <a16:creationId xmlns:a16="http://schemas.microsoft.com/office/drawing/2014/main" id="{7A4D72EA-2ADC-FEE9-B42F-93E4F7A37574}"/>
              </a:ext>
            </a:extLst>
          </p:cNvPr>
          <p:cNvSpPr/>
          <p:nvPr/>
        </p:nvSpPr>
        <p:spPr>
          <a:xfrm>
            <a:off x="2690292" y="5201418"/>
            <a:ext cx="5966268" cy="707886"/>
          </a:xfrm>
          <a:prstGeom prst="rect">
            <a:avLst/>
          </a:prstGeom>
          <a:noFill/>
          <a:effectLst/>
        </p:spPr>
        <p:txBody>
          <a:bodyPr wrap="square" lIns="91440" tIns="45720" rIns="91440" bIns="45720">
            <a:spAutoFit/>
          </a:bodyPr>
          <a:lstStyle/>
          <a:p>
            <a:pPr marL="0" rtl="0" eaLnBrk="1" latinLnBrk="0" hangingPunct="1">
              <a:spcBef>
                <a:spcPts val="0"/>
              </a:spcBef>
              <a:spcAft>
                <a:spcPts val="0"/>
              </a:spcAft>
            </a:pPr>
            <a:r>
              <a:rPr lang="es-MX" sz="4000" i="1" kern="1200" dirty="0">
                <a:ln>
                  <a:noFill/>
                </a:ln>
                <a:solidFill>
                  <a:srgbClr val="404040"/>
                </a:solidFill>
                <a:latin typeface="EB Garamond" pitchFamily="2" charset="0"/>
                <a:ea typeface="EB Garamond" pitchFamily="2" charset="0"/>
                <a:cs typeface="EB Garamond" pitchFamily="2" charset="0"/>
              </a:rPr>
              <a:t>(vv. 12 - 17)</a:t>
            </a:r>
            <a:endParaRPr lang="es-MX" sz="13800" i="1" dirty="0"/>
          </a:p>
        </p:txBody>
      </p:sp>
    </p:spTree>
    <p:extLst>
      <p:ext uri="{BB962C8B-B14F-4D97-AF65-F5344CB8AC3E}">
        <p14:creationId xmlns:p14="http://schemas.microsoft.com/office/powerpoint/2010/main" val="28461534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12</a:t>
            </a:r>
            <a:r>
              <a:rPr lang="es-MX" sz="4400" dirty="0"/>
              <a:t>Vi cuando el Cordero abrió el sexto sello, y hubo un gran terremoto, y el sol se puso negro como cilicio hecho de cerda, y toda la luna se volvió como sangre,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37848763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13</a:t>
            </a:r>
            <a:r>
              <a:rPr lang="es-MX" sz="4400" dirty="0"/>
              <a:t>y las estrellas del cielo cayeron a la tierra, como la higuera deja caer sus higos verdes al ser sacudida por un fuerte viento.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35499148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14</a:t>
            </a:r>
            <a:r>
              <a:rPr lang="es-MX" sz="4400" dirty="0"/>
              <a:t>El cielo desapareció como un pergamino que se enrolla, y todo monte e isla fueron removidos de su lugar.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7811857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15</a:t>
            </a:r>
            <a:r>
              <a:rPr lang="es-MX" sz="4400" dirty="0"/>
              <a:t>Los reyes de la tierra, y los grandes, los comandantes, los ricos, los poderosos, y </a:t>
            </a:r>
            <a:r>
              <a:rPr lang="es-MX" sz="4400" dirty="0">
                <a:highlight>
                  <a:srgbClr val="FFFF00"/>
                </a:highlight>
              </a:rPr>
              <a:t>todo siervo y todo libre</a:t>
            </a:r>
            <a:r>
              <a:rPr lang="es-MX" sz="4400" dirty="0"/>
              <a:t>, se escondieron en las cuevas y entre las peñas de los montes,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34733750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16</a:t>
            </a:r>
            <a:r>
              <a:rPr lang="es-MX" sz="4400" dirty="0"/>
              <a:t>y decían* a los montes y a las peñas: «Caigan sobre nosotros y escóndannos de la presencia de Aquel que está sentado en el trono y de la ira del Cordero.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31086547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u="none" strike="noStrike" baseline="30000" dirty="0">
                <a:effectLst/>
              </a:rPr>
              <a:t>17</a:t>
            </a:r>
            <a:r>
              <a:rPr lang="es-MX" dirty="0"/>
              <a:t>Porque ha llegado el gran día de la ira de ellos, </a:t>
            </a:r>
            <a:r>
              <a:rPr lang="es-MX" dirty="0">
                <a:highlight>
                  <a:srgbClr val="FFFF00"/>
                </a:highlight>
              </a:rPr>
              <a:t>¿y quién podrá sostenerse?</a:t>
            </a:r>
            <a:r>
              <a:rPr lang="es-MX" dirty="0"/>
              <a:t>».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6</a:t>
            </a:r>
          </a:p>
        </p:txBody>
      </p:sp>
    </p:spTree>
    <p:extLst>
      <p:ext uri="{BB962C8B-B14F-4D97-AF65-F5344CB8AC3E}">
        <p14:creationId xmlns:p14="http://schemas.microsoft.com/office/powerpoint/2010/main" val="39726515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DD97DD-43D3-F5D3-B4EE-BD7F9628B26B}"/>
              </a:ext>
            </a:extLst>
          </p:cNvPr>
          <p:cNvSpPr txBox="1"/>
          <p:nvPr/>
        </p:nvSpPr>
        <p:spPr>
          <a:xfrm>
            <a:off x="1487291" y="2314560"/>
            <a:ext cx="9069898" cy="3970318"/>
          </a:xfrm>
          <a:prstGeom prst="rect">
            <a:avLst/>
          </a:prstGeom>
          <a:noFill/>
        </p:spPr>
        <p:txBody>
          <a:bodyPr wrap="square" rtlCol="0">
            <a:spAutoFit/>
          </a:bodyPr>
          <a:lstStyle/>
          <a:p>
            <a:pPr algn="ctr"/>
            <a:r>
              <a:rPr lang="es-MX" sz="7200" b="1" cap="all" spc="500" dirty="0">
                <a:solidFill>
                  <a:schemeClr val="bg1">
                    <a:lumMod val="75000"/>
                    <a:lumOff val="25000"/>
                  </a:schemeClr>
                </a:solidFill>
                <a:latin typeface="Montserrat" panose="00000500000000000000" pitchFamily="2" charset="0"/>
              </a:rPr>
              <a:t>Sus redimidos</a:t>
            </a:r>
          </a:p>
          <a:p>
            <a:pPr algn="ctr"/>
            <a:endParaRPr lang="es-MX" sz="3200" b="1" cap="all" spc="600" dirty="0">
              <a:solidFill>
                <a:schemeClr val="bg1">
                  <a:lumMod val="75000"/>
                  <a:lumOff val="25000"/>
                </a:schemeClr>
              </a:solidFill>
              <a:latin typeface="Montserrat" panose="00000500000000000000" pitchFamily="2" charset="0"/>
            </a:endParaRPr>
          </a:p>
          <a:p>
            <a:pPr algn="ctr"/>
            <a:endParaRPr lang="es-MX" sz="3200" b="1" cap="all" spc="600" dirty="0">
              <a:solidFill>
                <a:schemeClr val="bg1">
                  <a:lumMod val="75000"/>
                  <a:lumOff val="25000"/>
                </a:schemeClr>
              </a:solidFill>
              <a:latin typeface="Montserrat" panose="00000500000000000000" pitchFamily="2" charset="0"/>
            </a:endParaRPr>
          </a:p>
          <a:p>
            <a:pPr algn="ctr"/>
            <a:endParaRPr lang="es-MX" sz="3200" b="1" cap="all" spc="600" dirty="0">
              <a:solidFill>
                <a:schemeClr val="bg1">
                  <a:lumMod val="75000"/>
                  <a:lumOff val="25000"/>
                </a:schemeClr>
              </a:solidFill>
              <a:latin typeface="Montserrat" panose="00000500000000000000" pitchFamily="2" charset="0"/>
            </a:endParaRPr>
          </a:p>
          <a:p>
            <a:pPr algn="ctr"/>
            <a:endParaRPr lang="es-MX" sz="3200" b="1" cap="all" spc="600" dirty="0">
              <a:solidFill>
                <a:schemeClr val="bg1">
                  <a:lumMod val="75000"/>
                  <a:lumOff val="25000"/>
                </a:schemeClr>
              </a:solidFill>
              <a:latin typeface="Montserrat" panose="00000500000000000000" pitchFamily="2" charset="0"/>
            </a:endParaRPr>
          </a:p>
          <a:p>
            <a:pPr algn="ctr"/>
            <a:endParaRPr lang="es-MX" sz="3200" b="1" cap="all" spc="600" dirty="0">
              <a:solidFill>
                <a:schemeClr val="bg1">
                  <a:lumMod val="75000"/>
                  <a:lumOff val="25000"/>
                </a:schemeClr>
              </a:solidFill>
              <a:latin typeface="Montserrat" panose="00000500000000000000" pitchFamily="2" charset="0"/>
            </a:endParaRPr>
          </a:p>
          <a:p>
            <a:pPr algn="ctr"/>
            <a:r>
              <a:rPr lang="es-MX" sz="2000" b="1" cap="all" spc="600" dirty="0">
                <a:solidFill>
                  <a:schemeClr val="bg1">
                    <a:lumMod val="75000"/>
                    <a:lumOff val="25000"/>
                  </a:schemeClr>
                </a:solidFill>
                <a:latin typeface="Montserrat" panose="00000500000000000000" pitchFamily="2" charset="0"/>
              </a:rPr>
              <a:t>(Apocalipsis 7)</a:t>
            </a:r>
          </a:p>
        </p:txBody>
      </p:sp>
      <p:sp>
        <p:nvSpPr>
          <p:cNvPr id="3" name="Rectángulo 1">
            <a:extLst>
              <a:ext uri="{FF2B5EF4-FFF2-40B4-BE49-F238E27FC236}">
                <a16:creationId xmlns:a16="http://schemas.microsoft.com/office/drawing/2014/main" id="{CA07F423-46C6-CDD8-E4AD-233D53E2809D}"/>
              </a:ext>
            </a:extLst>
          </p:cNvPr>
          <p:cNvSpPr/>
          <p:nvPr/>
        </p:nvSpPr>
        <p:spPr>
          <a:xfrm>
            <a:off x="697155" y="1644796"/>
            <a:ext cx="10650170" cy="707886"/>
          </a:xfrm>
          <a:prstGeom prst="rect">
            <a:avLst/>
          </a:prstGeom>
          <a:noFill/>
          <a:effectLst/>
        </p:spPr>
        <p:txBody>
          <a:bodyPr wrap="square" lIns="91440" tIns="45720" rIns="91440" bIns="45720">
            <a:spAutoFit/>
          </a:bodyPr>
          <a:lstStyle/>
          <a:p>
            <a:pPr marL="0" algn="ctr" rtl="0" eaLnBrk="1" latinLnBrk="0" hangingPunct="1">
              <a:spcBef>
                <a:spcPts val="0"/>
              </a:spcBef>
              <a:spcAft>
                <a:spcPts val="0"/>
              </a:spcAft>
            </a:pPr>
            <a:r>
              <a:rPr lang="es-MX" sz="4000" i="1" kern="1200" dirty="0">
                <a:ln>
                  <a:noFill/>
                </a:ln>
                <a:solidFill>
                  <a:srgbClr val="404040"/>
                </a:solidFill>
                <a:latin typeface="EB Garamond" pitchFamily="2" charset="0"/>
                <a:ea typeface="EB Garamond" pitchFamily="2" charset="0"/>
                <a:cs typeface="EB Garamond" pitchFamily="2" charset="0"/>
              </a:rPr>
              <a:t>El decreto del Rey para</a:t>
            </a:r>
            <a:endParaRPr lang="es-MX" sz="13800" i="1" dirty="0"/>
          </a:p>
        </p:txBody>
      </p:sp>
    </p:spTree>
    <p:extLst>
      <p:ext uri="{BB962C8B-B14F-4D97-AF65-F5344CB8AC3E}">
        <p14:creationId xmlns:p14="http://schemas.microsoft.com/office/powerpoint/2010/main" val="140004467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ED747A-4ECA-25AA-E717-B5F043467DA2}"/>
              </a:ext>
            </a:extLst>
          </p:cNvPr>
          <p:cNvSpPr>
            <a:spLocks noGrp="1"/>
          </p:cNvSpPr>
          <p:nvPr>
            <p:ph type="title"/>
          </p:nvPr>
        </p:nvSpPr>
        <p:spPr>
          <a:xfrm>
            <a:off x="2690292" y="811048"/>
            <a:ext cx="7033491" cy="4272232"/>
          </a:xfrm>
        </p:spPr>
        <p:txBody>
          <a:bodyPr>
            <a:normAutofit/>
          </a:bodyPr>
          <a:lstStyle/>
          <a:p>
            <a:r>
              <a:rPr lang="es-MX" sz="6000" dirty="0"/>
              <a:t>Los siervos de Dios son sellados</a:t>
            </a:r>
          </a:p>
        </p:txBody>
      </p:sp>
      <p:sp>
        <p:nvSpPr>
          <p:cNvPr id="5" name="Rectángulo 1">
            <a:extLst>
              <a:ext uri="{FF2B5EF4-FFF2-40B4-BE49-F238E27FC236}">
                <a16:creationId xmlns:a16="http://schemas.microsoft.com/office/drawing/2014/main" id="{7A4D72EA-2ADC-FEE9-B42F-93E4F7A37574}"/>
              </a:ext>
            </a:extLst>
          </p:cNvPr>
          <p:cNvSpPr/>
          <p:nvPr/>
        </p:nvSpPr>
        <p:spPr>
          <a:xfrm>
            <a:off x="2690292" y="5201418"/>
            <a:ext cx="5966268" cy="707886"/>
          </a:xfrm>
          <a:prstGeom prst="rect">
            <a:avLst/>
          </a:prstGeom>
          <a:noFill/>
          <a:effectLst/>
        </p:spPr>
        <p:txBody>
          <a:bodyPr wrap="square" lIns="91440" tIns="45720" rIns="91440" bIns="45720">
            <a:spAutoFit/>
          </a:bodyPr>
          <a:lstStyle/>
          <a:p>
            <a:pPr marL="0" rtl="0" eaLnBrk="1" latinLnBrk="0" hangingPunct="1">
              <a:spcBef>
                <a:spcPts val="0"/>
              </a:spcBef>
              <a:spcAft>
                <a:spcPts val="0"/>
              </a:spcAft>
            </a:pPr>
            <a:r>
              <a:rPr lang="es-MX" sz="4000" i="1" kern="1200" dirty="0">
                <a:ln>
                  <a:noFill/>
                </a:ln>
                <a:solidFill>
                  <a:srgbClr val="404040"/>
                </a:solidFill>
                <a:latin typeface="EB Garamond" pitchFamily="2" charset="0"/>
                <a:ea typeface="EB Garamond" pitchFamily="2" charset="0"/>
                <a:cs typeface="EB Garamond" pitchFamily="2" charset="0"/>
              </a:rPr>
              <a:t>(7:1-8)</a:t>
            </a:r>
            <a:endParaRPr lang="es-MX" sz="13800" i="1" dirty="0"/>
          </a:p>
        </p:txBody>
      </p:sp>
    </p:spTree>
    <p:extLst>
      <p:ext uri="{BB962C8B-B14F-4D97-AF65-F5344CB8AC3E}">
        <p14:creationId xmlns:p14="http://schemas.microsoft.com/office/powerpoint/2010/main" val="205997123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Autofit/>
          </a:bodyPr>
          <a:lstStyle/>
          <a:p>
            <a:br>
              <a:rPr lang="es-MX" sz="6600" u="none" strike="noStrike" baseline="30000" dirty="0">
                <a:effectLst/>
              </a:rPr>
            </a:br>
            <a:br>
              <a:rPr lang="es-MX" sz="6600" u="none" strike="noStrike" baseline="30000" dirty="0">
                <a:effectLst/>
              </a:rPr>
            </a:br>
            <a:r>
              <a:rPr lang="es-MX" sz="6600" u="none" strike="noStrike" baseline="30000" dirty="0">
                <a:effectLst/>
              </a:rPr>
              <a:t>Pues es judío el que lo es interiormente, y la circuncisión es la del corazón, por el Espíritu, no por la letra; la alabanza del cual no procede de los hombres, sino de Dios.</a:t>
            </a:r>
            <a:br>
              <a:rPr lang="es-MX" sz="6600" u="none" strike="noStrike" baseline="30000" dirty="0">
                <a:effectLst/>
              </a:rPr>
            </a:br>
            <a:endParaRPr lang="es-MX" sz="6600" dirty="0"/>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a:t>RoManos</a:t>
            </a:r>
            <a:r>
              <a:rPr lang="es-MX" dirty="0"/>
              <a:t> 2.29</a:t>
            </a:r>
          </a:p>
        </p:txBody>
      </p:sp>
    </p:spTree>
    <p:extLst>
      <p:ext uri="{BB962C8B-B14F-4D97-AF65-F5344CB8AC3E}">
        <p14:creationId xmlns:p14="http://schemas.microsoft.com/office/powerpoint/2010/main" val="33255951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Autofit/>
          </a:bodyPr>
          <a:lstStyle/>
          <a:p>
            <a:r>
              <a:rPr lang="es-MX" sz="4000" u="none" strike="noStrike" baseline="30000" dirty="0">
                <a:effectLst/>
              </a:rPr>
              <a:t>1</a:t>
            </a:r>
            <a:r>
              <a:rPr lang="es-MX" sz="4000" dirty="0"/>
              <a:t>Después de esto, vi a cuatro ángeles de pie en los cuatro extremos de la tierra, que detenían los cuatro vientos de la tierra, para que no soplara viento alguno, ni sobre la tierra ni sobre el mar ni sobre ningún árbol.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32910398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Autofit/>
          </a:bodyPr>
          <a:lstStyle/>
          <a:p>
            <a:r>
              <a:rPr lang="es-MX" sz="4400" u="none" strike="noStrike" baseline="30000" dirty="0">
                <a:effectLst/>
              </a:rPr>
              <a:t>2</a:t>
            </a:r>
            <a:r>
              <a:rPr lang="es-MX" sz="4400" dirty="0"/>
              <a:t>También vi a otro ángel que subía de donde sale el sol y que tenía el sello del Dios vivo. Y gritó a gran voz a los cuatro ángeles a quienes se les había concedido hacer daño a la tierra y al mar: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35552796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3</a:t>
            </a:r>
            <a:r>
              <a:rPr lang="es-MX" sz="4400" dirty="0"/>
              <a:t>«No hagan daño, ni a la tierra ni al mar ni a los árboles, hasta que hayamos puesto un sello en la frente a los siervos de nuestro Dios».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252832703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4</a:t>
            </a:r>
            <a:r>
              <a:rPr lang="es-MX" sz="4400" dirty="0"/>
              <a:t>Oí el número de los que fueron sellados: 144,000 sellados de todas las tribus de los israelitas.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330097202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5</a:t>
            </a:r>
            <a:r>
              <a:rPr lang="es-MX" sz="4400" dirty="0"/>
              <a:t>De la tribu de Judá fueron sellados 12,000; de la tribu de Rubén, 12,000; de la tribu de Gad, 12,000;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421318293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6</a:t>
            </a:r>
            <a:r>
              <a:rPr lang="es-MX" sz="4400" dirty="0"/>
              <a:t>de la tribu de Aser, 12,000; de la tribu de Neftalí, 12,000; de la tribu de Manasés, 12,000;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33236788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7</a:t>
            </a:r>
            <a:r>
              <a:rPr lang="es-MX" sz="4400" dirty="0"/>
              <a:t>de la tribu de Simeón, 12,000; de la tribu de Leví, 12,000; de la tribu de Isacar, 12,000;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56948513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8</a:t>
            </a:r>
            <a:r>
              <a:rPr lang="es-MX" sz="4400" dirty="0"/>
              <a:t>de la tribu de Zabulón, 12,000; de la tribu de José, 12,000 y de la tribu de Benjamín fueron sellados 12,000.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211513271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ED747A-4ECA-25AA-E717-B5F043467DA2}"/>
              </a:ext>
            </a:extLst>
          </p:cNvPr>
          <p:cNvSpPr>
            <a:spLocks noGrp="1"/>
          </p:cNvSpPr>
          <p:nvPr>
            <p:ph type="title"/>
          </p:nvPr>
        </p:nvSpPr>
        <p:spPr>
          <a:xfrm>
            <a:off x="2690292" y="811048"/>
            <a:ext cx="7033491" cy="4272232"/>
          </a:xfrm>
        </p:spPr>
        <p:txBody>
          <a:bodyPr>
            <a:normAutofit/>
          </a:bodyPr>
          <a:lstStyle/>
          <a:p>
            <a:r>
              <a:rPr lang="es-MX" sz="6000" dirty="0"/>
              <a:t>La multitud de Redimidos</a:t>
            </a:r>
          </a:p>
        </p:txBody>
      </p:sp>
      <p:sp>
        <p:nvSpPr>
          <p:cNvPr id="5" name="Rectángulo 1">
            <a:extLst>
              <a:ext uri="{FF2B5EF4-FFF2-40B4-BE49-F238E27FC236}">
                <a16:creationId xmlns:a16="http://schemas.microsoft.com/office/drawing/2014/main" id="{7A4D72EA-2ADC-FEE9-B42F-93E4F7A37574}"/>
              </a:ext>
            </a:extLst>
          </p:cNvPr>
          <p:cNvSpPr/>
          <p:nvPr/>
        </p:nvSpPr>
        <p:spPr>
          <a:xfrm>
            <a:off x="2690292" y="5201418"/>
            <a:ext cx="5966268" cy="707886"/>
          </a:xfrm>
          <a:prstGeom prst="rect">
            <a:avLst/>
          </a:prstGeom>
          <a:noFill/>
          <a:effectLst/>
        </p:spPr>
        <p:txBody>
          <a:bodyPr wrap="square" lIns="91440" tIns="45720" rIns="91440" bIns="45720">
            <a:spAutoFit/>
          </a:bodyPr>
          <a:lstStyle/>
          <a:p>
            <a:pPr marL="0" rtl="0" eaLnBrk="1" latinLnBrk="0" hangingPunct="1">
              <a:spcBef>
                <a:spcPts val="0"/>
              </a:spcBef>
              <a:spcAft>
                <a:spcPts val="0"/>
              </a:spcAft>
            </a:pPr>
            <a:r>
              <a:rPr lang="es-MX" sz="4000" i="1" kern="1200" dirty="0">
                <a:ln>
                  <a:noFill/>
                </a:ln>
                <a:solidFill>
                  <a:srgbClr val="404040"/>
                </a:solidFill>
                <a:latin typeface="EB Garamond" pitchFamily="2" charset="0"/>
                <a:ea typeface="EB Garamond" pitchFamily="2" charset="0"/>
                <a:cs typeface="EB Garamond" pitchFamily="2" charset="0"/>
              </a:rPr>
              <a:t>(7:9-17)</a:t>
            </a:r>
            <a:endParaRPr lang="es-MX" sz="13800" i="1" dirty="0"/>
          </a:p>
        </p:txBody>
      </p:sp>
    </p:spTree>
    <p:extLst>
      <p:ext uri="{BB962C8B-B14F-4D97-AF65-F5344CB8AC3E}">
        <p14:creationId xmlns:p14="http://schemas.microsoft.com/office/powerpoint/2010/main" val="108763433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fontScale="90000"/>
          </a:bodyPr>
          <a:lstStyle/>
          <a:p>
            <a:r>
              <a:rPr lang="es-MX" sz="4400" u="none" strike="noStrike" baseline="30000" dirty="0">
                <a:effectLst/>
              </a:rPr>
              <a:t>9</a:t>
            </a:r>
            <a:r>
              <a:rPr lang="es-MX" sz="4400" dirty="0"/>
              <a:t>Después de esto miré, y vi una gran multitud, que nadie podía contar, de todas las naciones, tribus, pueblos, y lenguas, de pie delante del trono y delante del Cordero, vestidos con vestiduras blancas y con palmas en las manos.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357481909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10</a:t>
            </a:r>
            <a:r>
              <a:rPr lang="es-MX" sz="4400" dirty="0"/>
              <a:t>Clamaban a gran voz: «La salvación pertenece a nuestro Dios que está sentado en el trono, y al Cordero».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129279565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fontScale="90000"/>
          </a:bodyPr>
          <a:lstStyle/>
          <a:p>
            <a:r>
              <a:rPr lang="es-MX" sz="4400" u="none" strike="noStrike" baseline="30000" dirty="0">
                <a:effectLst/>
              </a:rPr>
              <a:t>11</a:t>
            </a:r>
            <a:r>
              <a:rPr lang="es-MX" sz="4400" dirty="0"/>
              <a:t>Todos los ángeles estaban de pie alrededor del trono y alrededor de los ancianos y de los cuatro seres vivientes. Estos cayeron sobre sus rostros delante del trono y adoraron a Dios,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289384721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12</a:t>
            </a:r>
            <a:r>
              <a:rPr lang="es-MX" sz="4400" dirty="0"/>
              <a:t>diciendo: «¡Amén! La bendición, la gloria, la sabiduría, la acción de gracias, el honor, el poder y la fortaleza, sean a nuestro Dios por los siglos de los siglos. Amén».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407518190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13</a:t>
            </a:r>
            <a:r>
              <a:rPr lang="es-MX" sz="4400" dirty="0"/>
              <a:t>Uno de los ancianos habló diciéndome: «Estos que están vestidos con vestiduras blancas, ¿quiénes son y de dónde han venido?».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5202266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fontScale="90000"/>
          </a:bodyPr>
          <a:lstStyle/>
          <a:p>
            <a:r>
              <a:rPr lang="es-MX" sz="4400" u="none" strike="noStrike" baseline="30000" dirty="0">
                <a:effectLst/>
              </a:rPr>
              <a:t>14</a:t>
            </a:r>
            <a:r>
              <a:rPr lang="es-MX" sz="4400" dirty="0"/>
              <a:t>Y le respondí: «Señor mío, usted lo sabe». Y él me dijo: «Estos son los que vienen de la gran tribulación, y han lavado sus vestiduras y las han emblanquecido en la sangre del Cordero.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22393901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a:bodyPr>
          <a:lstStyle/>
          <a:p>
            <a:r>
              <a:rPr lang="es-MX" sz="4400" u="none" strike="noStrike" baseline="30000" dirty="0">
                <a:effectLst/>
              </a:rPr>
              <a:t>15</a:t>
            </a:r>
            <a:r>
              <a:rPr lang="es-MX" sz="4400" dirty="0"/>
              <a:t>»Por eso están delante del trono de Dios, y le sirven día y noche en Su templo; y Aquel que está sentado en el trono extenderá Su tabernáculo sobre ellos.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370578604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9486-7CE6-E93A-10EB-DBA3AEB48CB6}"/>
              </a:ext>
            </a:extLst>
          </p:cNvPr>
          <p:cNvSpPr>
            <a:spLocks noGrp="1"/>
          </p:cNvSpPr>
          <p:nvPr>
            <p:ph type="title"/>
          </p:nvPr>
        </p:nvSpPr>
        <p:spPr/>
        <p:txBody>
          <a:bodyPr>
            <a:normAutofit fontScale="90000"/>
          </a:bodyPr>
          <a:lstStyle/>
          <a:p>
            <a:r>
              <a:rPr lang="es-MX" sz="4400" u="none" strike="noStrike" baseline="30000" dirty="0">
                <a:effectLst/>
              </a:rPr>
              <a:t>16</a:t>
            </a:r>
            <a:r>
              <a:rPr lang="es-MX" sz="4400" dirty="0"/>
              <a:t>»Ya no tendrán hambre ni sed, ni el sol les hará daño, ni ningún calor abrasador, </a:t>
            </a:r>
            <a:r>
              <a:rPr lang="es-MX" sz="4400" u="none" strike="noStrike" baseline="30000" dirty="0">
                <a:effectLst/>
              </a:rPr>
              <a:t>17</a:t>
            </a:r>
            <a:r>
              <a:rPr lang="es-MX" sz="4400" dirty="0"/>
              <a:t>pues el Cordero que está en medio del trono los pastoreará y los guiará a manantiales de aguas de vida, y Dios enjugará toda lágrima de sus ojos» </a:t>
            </a:r>
          </a:p>
        </p:txBody>
      </p:sp>
      <p:sp>
        <p:nvSpPr>
          <p:cNvPr id="3" name="Text Placeholder 2">
            <a:extLst>
              <a:ext uri="{FF2B5EF4-FFF2-40B4-BE49-F238E27FC236}">
                <a16:creationId xmlns:a16="http://schemas.microsoft.com/office/drawing/2014/main" id="{FE7227F2-B6D7-1F38-5157-B357E6705D49}"/>
              </a:ext>
            </a:extLst>
          </p:cNvPr>
          <p:cNvSpPr>
            <a:spLocks noGrp="1"/>
          </p:cNvSpPr>
          <p:nvPr>
            <p:ph type="body" idx="1"/>
          </p:nvPr>
        </p:nvSpPr>
        <p:spPr/>
        <p:txBody>
          <a:bodyPr/>
          <a:lstStyle/>
          <a:p>
            <a:r>
              <a:rPr lang="es-MX" dirty="0"/>
              <a:t>Apocalipsis 7</a:t>
            </a:r>
          </a:p>
        </p:txBody>
      </p:sp>
    </p:spTree>
    <p:extLst>
      <p:ext uri="{BB962C8B-B14F-4D97-AF65-F5344CB8AC3E}">
        <p14:creationId xmlns:p14="http://schemas.microsoft.com/office/powerpoint/2010/main" val="124391061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08076-5D69-7E8E-18D5-536187914F89}"/>
              </a:ext>
            </a:extLst>
          </p:cNvPr>
          <p:cNvSpPr>
            <a:spLocks noGrp="1"/>
          </p:cNvSpPr>
          <p:nvPr>
            <p:ph type="title"/>
          </p:nvPr>
        </p:nvSpPr>
        <p:spPr>
          <a:xfrm>
            <a:off x="2685142" y="397701"/>
            <a:ext cx="8668657" cy="748347"/>
          </a:xfrm>
        </p:spPr>
        <p:txBody>
          <a:bodyPr/>
          <a:lstStyle/>
          <a:p>
            <a:r>
              <a:rPr lang="es-MX" dirty="0">
                <a:latin typeface="Montserrat ExtraBold" panose="00000900000000000000" pitchFamily="2" charset="0"/>
              </a:rPr>
              <a:t>Resumen:</a:t>
            </a:r>
          </a:p>
        </p:txBody>
      </p:sp>
      <p:sp>
        <p:nvSpPr>
          <p:cNvPr id="3" name="Text Placeholder 2">
            <a:extLst>
              <a:ext uri="{FF2B5EF4-FFF2-40B4-BE49-F238E27FC236}">
                <a16:creationId xmlns:a16="http://schemas.microsoft.com/office/drawing/2014/main" id="{F83FCBC4-22A5-47A6-4825-B2DAAEE92F0C}"/>
              </a:ext>
            </a:extLst>
          </p:cNvPr>
          <p:cNvSpPr>
            <a:spLocks noGrp="1"/>
          </p:cNvSpPr>
          <p:nvPr>
            <p:ph type="body" sz="quarter" idx="10"/>
          </p:nvPr>
        </p:nvSpPr>
        <p:spPr>
          <a:xfrm>
            <a:off x="1715679" y="1536569"/>
            <a:ext cx="10040892" cy="4762631"/>
          </a:xfrm>
        </p:spPr>
        <p:txBody>
          <a:bodyPr>
            <a:normAutofit/>
          </a:bodyPr>
          <a:lstStyle/>
          <a:p>
            <a:pPr marL="742950" indent="-742950">
              <a:lnSpc>
                <a:spcPct val="130000"/>
              </a:lnSpc>
              <a:spcAft>
                <a:spcPts val="3600"/>
              </a:spcAft>
              <a:buFont typeface="+mj-lt"/>
              <a:buAutoNum type="arabicPeriod"/>
            </a:pPr>
            <a:r>
              <a:rPr lang="es-MX" sz="4000" dirty="0">
                <a:latin typeface="Montserrat SemiBold" panose="00000700000000000000" pitchFamily="2" charset="0"/>
              </a:rPr>
              <a:t>El Decreto de Dios para sus enemigos</a:t>
            </a:r>
          </a:p>
          <a:p>
            <a:pPr marL="742950" indent="-742950">
              <a:lnSpc>
                <a:spcPct val="130000"/>
              </a:lnSpc>
              <a:spcAft>
                <a:spcPts val="3600"/>
              </a:spcAft>
              <a:buFont typeface="+mj-lt"/>
              <a:buAutoNum type="arabicPeriod"/>
            </a:pPr>
            <a:r>
              <a:rPr lang="es-MX" sz="4000" dirty="0">
                <a:latin typeface="Montserrat SemiBold" panose="00000700000000000000" pitchFamily="2" charset="0"/>
              </a:rPr>
              <a:t>El decreto de Dios para sus </a:t>
            </a:r>
            <a:r>
              <a:rPr lang="es-MX" sz="4000" strike="sngStrike" dirty="0">
                <a:latin typeface="Montserrat SemiBold" panose="00000700000000000000" pitchFamily="2" charset="0"/>
              </a:rPr>
              <a:t>enemigos</a:t>
            </a:r>
            <a:r>
              <a:rPr lang="es-MX" sz="4000" dirty="0">
                <a:latin typeface="Montserrat SemiBold" panose="00000700000000000000" pitchFamily="2" charset="0"/>
              </a:rPr>
              <a:t> escogidos</a:t>
            </a:r>
          </a:p>
        </p:txBody>
      </p:sp>
    </p:spTree>
    <p:extLst>
      <p:ext uri="{BB962C8B-B14F-4D97-AF65-F5344CB8AC3E}">
        <p14:creationId xmlns:p14="http://schemas.microsoft.com/office/powerpoint/2010/main" val="310040197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A85515-295E-DD5D-53E5-37E10D935596}"/>
              </a:ext>
            </a:extLst>
          </p:cNvPr>
          <p:cNvSpPr>
            <a:spLocks noGrp="1"/>
          </p:cNvSpPr>
          <p:nvPr>
            <p:ph type="title"/>
          </p:nvPr>
        </p:nvSpPr>
        <p:spPr>
          <a:xfrm>
            <a:off x="1209049" y="1759970"/>
            <a:ext cx="9724422" cy="1838635"/>
          </a:xfrm>
        </p:spPr>
        <p:txBody>
          <a:bodyPr>
            <a:noAutofit/>
          </a:bodyPr>
          <a:lstStyle/>
          <a:p>
            <a:r>
              <a:rPr lang="es-MX" sz="3400" b="0" i="1" dirty="0">
                <a:solidFill>
                  <a:srgbClr val="404040"/>
                </a:solidFill>
                <a:latin typeface="EB Garamond" pitchFamily="2" charset="0"/>
                <a:ea typeface="EB Garamond" pitchFamily="2" charset="0"/>
                <a:cs typeface="EB Garamond" pitchFamily="2" charset="0"/>
              </a:rPr>
              <a:t>Aun en el sufrimiento confiamos en la soberanía y salvación del Rey, perseverando y  testificando porque</a:t>
            </a:r>
          </a:p>
        </p:txBody>
      </p:sp>
      <p:sp>
        <p:nvSpPr>
          <p:cNvPr id="2" name="TextBox 1">
            <a:extLst>
              <a:ext uri="{FF2B5EF4-FFF2-40B4-BE49-F238E27FC236}">
                <a16:creationId xmlns:a16="http://schemas.microsoft.com/office/drawing/2014/main" id="{C47C4E7A-958F-82CD-9F72-F0F577A39DD3}"/>
              </a:ext>
            </a:extLst>
          </p:cNvPr>
          <p:cNvSpPr txBox="1"/>
          <p:nvPr/>
        </p:nvSpPr>
        <p:spPr>
          <a:xfrm>
            <a:off x="875035" y="3651747"/>
            <a:ext cx="10294410" cy="923330"/>
          </a:xfrm>
          <a:prstGeom prst="rect">
            <a:avLst/>
          </a:prstGeom>
          <a:noFill/>
        </p:spPr>
        <p:txBody>
          <a:bodyPr wrap="square" rtlCol="0">
            <a:spAutoFit/>
          </a:bodyPr>
          <a:lstStyle/>
          <a:p>
            <a:pPr algn="ctr"/>
            <a:r>
              <a:rPr lang="es-MX" sz="5400" b="1" cap="all" spc="500" dirty="0">
                <a:solidFill>
                  <a:schemeClr val="bg1">
                    <a:lumMod val="75000"/>
                    <a:lumOff val="25000"/>
                  </a:schemeClr>
                </a:solidFill>
                <a:latin typeface="Montserrat" panose="00000500000000000000" pitchFamily="2" charset="0"/>
              </a:rPr>
              <a:t>ÉL ESTÁ EN SU TRONO</a:t>
            </a:r>
            <a:endParaRPr lang="es-MX" sz="1200" b="1" cap="all" spc="600" dirty="0">
              <a:solidFill>
                <a:schemeClr val="bg1">
                  <a:lumMod val="75000"/>
                  <a:lumOff val="25000"/>
                </a:schemeClr>
              </a:solidFill>
              <a:latin typeface="Montserrat" panose="00000500000000000000" pitchFamily="2" charset="0"/>
            </a:endParaRPr>
          </a:p>
        </p:txBody>
      </p:sp>
    </p:spTree>
    <p:extLst>
      <p:ext uri="{BB962C8B-B14F-4D97-AF65-F5344CB8AC3E}">
        <p14:creationId xmlns:p14="http://schemas.microsoft.com/office/powerpoint/2010/main" val="341442030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83FCBC4-22A5-47A6-4825-B2DAAEE92F0C}"/>
              </a:ext>
            </a:extLst>
          </p:cNvPr>
          <p:cNvSpPr>
            <a:spLocks noGrp="1"/>
          </p:cNvSpPr>
          <p:nvPr>
            <p:ph type="body" sz="quarter" idx="10"/>
          </p:nvPr>
        </p:nvSpPr>
        <p:spPr>
          <a:xfrm>
            <a:off x="1715679" y="968189"/>
            <a:ext cx="10040892" cy="5331012"/>
          </a:xfrm>
        </p:spPr>
        <p:txBody>
          <a:bodyPr>
            <a:normAutofit fontScale="55000" lnSpcReduction="20000"/>
          </a:bodyPr>
          <a:lstStyle/>
          <a:p>
            <a:pPr marL="742950" indent="-742950">
              <a:lnSpc>
                <a:spcPct val="130000"/>
              </a:lnSpc>
              <a:spcAft>
                <a:spcPts val="3600"/>
              </a:spcAft>
              <a:buFont typeface="+mj-lt"/>
              <a:buAutoNum type="arabicPeriod"/>
            </a:pPr>
            <a:r>
              <a:rPr lang="es-MX" dirty="0">
                <a:latin typeface="Montserrat SemiBold" panose="00000700000000000000" pitchFamily="2" charset="0"/>
              </a:rPr>
              <a:t>Dios está en el trono y usa todo para sus propósitos	</a:t>
            </a:r>
          </a:p>
          <a:p>
            <a:pPr lvl="1">
              <a:lnSpc>
                <a:spcPct val="130000"/>
              </a:lnSpc>
              <a:spcAft>
                <a:spcPts val="3600"/>
              </a:spcAft>
              <a:buFontTx/>
              <a:buChar char="-"/>
            </a:pPr>
            <a:r>
              <a:rPr lang="es-MX" dirty="0">
                <a:solidFill>
                  <a:schemeClr val="tx1">
                    <a:lumMod val="75000"/>
                  </a:schemeClr>
                </a:solidFill>
                <a:latin typeface="Montserrat SemiBold" panose="00000700000000000000" pitchFamily="2" charset="0"/>
              </a:rPr>
              <a:t>Para los redimidos el sufrimiento tiene un propósito: Santificación	</a:t>
            </a:r>
          </a:p>
          <a:p>
            <a:pPr lvl="1">
              <a:lnSpc>
                <a:spcPct val="130000"/>
              </a:lnSpc>
              <a:spcAft>
                <a:spcPts val="3600"/>
              </a:spcAft>
              <a:buFontTx/>
              <a:buChar char="-"/>
            </a:pPr>
            <a:r>
              <a:rPr lang="es-MX" dirty="0">
                <a:solidFill>
                  <a:schemeClr val="tx1">
                    <a:lumMod val="75000"/>
                  </a:schemeClr>
                </a:solidFill>
                <a:latin typeface="Montserrat SemiBold" panose="00000700000000000000" pitchFamily="2" charset="0"/>
              </a:rPr>
              <a:t>Para los enemigos, el comienzo del Juicio. </a:t>
            </a:r>
          </a:p>
          <a:p>
            <a:pPr marL="742950" indent="-742950">
              <a:lnSpc>
                <a:spcPct val="130000"/>
              </a:lnSpc>
              <a:spcAft>
                <a:spcPts val="3600"/>
              </a:spcAft>
              <a:buFont typeface="+mj-lt"/>
              <a:buAutoNum type="arabicPeriod"/>
            </a:pPr>
            <a:r>
              <a:rPr lang="es-MX" dirty="0">
                <a:solidFill>
                  <a:schemeClr val="tx1">
                    <a:lumMod val="75000"/>
                  </a:schemeClr>
                </a:solidFill>
                <a:latin typeface="Montserrat SemiBold" panose="00000700000000000000" pitchFamily="2" charset="0"/>
              </a:rPr>
              <a:t>Somos llamados a sufrir por el testimonio de Cristo</a:t>
            </a:r>
          </a:p>
          <a:p>
            <a:pPr marL="742950" indent="-742950">
              <a:lnSpc>
                <a:spcPct val="130000"/>
              </a:lnSpc>
              <a:spcAft>
                <a:spcPts val="3600"/>
              </a:spcAft>
              <a:buFont typeface="+mj-lt"/>
              <a:buAutoNum type="arabicPeriod"/>
            </a:pPr>
            <a:r>
              <a:rPr lang="es-MX" dirty="0">
                <a:solidFill>
                  <a:schemeClr val="tx1">
                    <a:lumMod val="75000"/>
                  </a:schemeClr>
                </a:solidFill>
                <a:latin typeface="Montserrat SemiBold" panose="00000700000000000000" pitchFamily="2" charset="0"/>
              </a:rPr>
              <a:t>Nuestro destino está asegurado</a:t>
            </a:r>
          </a:p>
        </p:txBody>
      </p:sp>
    </p:spTree>
    <p:extLst>
      <p:ext uri="{BB962C8B-B14F-4D97-AF65-F5344CB8AC3E}">
        <p14:creationId xmlns:p14="http://schemas.microsoft.com/office/powerpoint/2010/main" val="260654407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83FCBC4-22A5-47A6-4825-B2DAAEE92F0C}"/>
              </a:ext>
            </a:extLst>
          </p:cNvPr>
          <p:cNvSpPr>
            <a:spLocks noGrp="1"/>
          </p:cNvSpPr>
          <p:nvPr>
            <p:ph type="body" sz="quarter" idx="10"/>
          </p:nvPr>
        </p:nvSpPr>
        <p:spPr>
          <a:xfrm>
            <a:off x="1715679" y="968189"/>
            <a:ext cx="10040892" cy="5331012"/>
          </a:xfrm>
        </p:spPr>
        <p:txBody>
          <a:bodyPr>
            <a:normAutofit fontScale="55000" lnSpcReduction="20000"/>
          </a:bodyPr>
          <a:lstStyle/>
          <a:p>
            <a:pPr marL="742950" indent="-742950">
              <a:lnSpc>
                <a:spcPct val="130000"/>
              </a:lnSpc>
              <a:spcAft>
                <a:spcPts val="3600"/>
              </a:spcAft>
              <a:buFont typeface="+mj-lt"/>
              <a:buAutoNum type="arabicPeriod"/>
            </a:pPr>
            <a:r>
              <a:rPr lang="es-MX" dirty="0">
                <a:latin typeface="Montserrat SemiBold" panose="00000700000000000000" pitchFamily="2" charset="0"/>
              </a:rPr>
              <a:t>Dios está en el trono y usa todo para sus propósitos	</a:t>
            </a:r>
          </a:p>
          <a:p>
            <a:pPr lvl="1">
              <a:lnSpc>
                <a:spcPct val="130000"/>
              </a:lnSpc>
              <a:spcAft>
                <a:spcPts val="3600"/>
              </a:spcAft>
              <a:buFontTx/>
              <a:buChar char="-"/>
            </a:pPr>
            <a:r>
              <a:rPr lang="es-MX" dirty="0">
                <a:latin typeface="Montserrat SemiBold" panose="00000700000000000000" pitchFamily="2" charset="0"/>
              </a:rPr>
              <a:t>Para los redimidos el sufrimiento tiene un propósito: Santificación	</a:t>
            </a:r>
          </a:p>
          <a:p>
            <a:pPr lvl="1">
              <a:lnSpc>
                <a:spcPct val="130000"/>
              </a:lnSpc>
              <a:spcAft>
                <a:spcPts val="3600"/>
              </a:spcAft>
              <a:buFontTx/>
              <a:buChar char="-"/>
            </a:pPr>
            <a:r>
              <a:rPr lang="es-MX" dirty="0">
                <a:solidFill>
                  <a:schemeClr val="tx1">
                    <a:lumMod val="75000"/>
                  </a:schemeClr>
                </a:solidFill>
                <a:latin typeface="Montserrat SemiBold" panose="00000700000000000000" pitchFamily="2" charset="0"/>
              </a:rPr>
              <a:t>Para los enemigos, el comienzo del Juicio. </a:t>
            </a:r>
          </a:p>
          <a:p>
            <a:pPr marL="742950" indent="-742950">
              <a:lnSpc>
                <a:spcPct val="130000"/>
              </a:lnSpc>
              <a:spcAft>
                <a:spcPts val="3600"/>
              </a:spcAft>
              <a:buFont typeface="+mj-lt"/>
              <a:buAutoNum type="arabicPeriod"/>
            </a:pPr>
            <a:r>
              <a:rPr lang="es-MX" dirty="0">
                <a:solidFill>
                  <a:schemeClr val="tx1">
                    <a:lumMod val="75000"/>
                  </a:schemeClr>
                </a:solidFill>
                <a:latin typeface="Montserrat SemiBold" panose="00000700000000000000" pitchFamily="2" charset="0"/>
              </a:rPr>
              <a:t>Somos llamados a sufrir por el testimonio de Cristo</a:t>
            </a:r>
          </a:p>
          <a:p>
            <a:pPr marL="742950" indent="-742950">
              <a:lnSpc>
                <a:spcPct val="130000"/>
              </a:lnSpc>
              <a:spcAft>
                <a:spcPts val="3600"/>
              </a:spcAft>
              <a:buFont typeface="+mj-lt"/>
              <a:buAutoNum type="arabicPeriod"/>
            </a:pPr>
            <a:r>
              <a:rPr lang="es-MX" dirty="0">
                <a:solidFill>
                  <a:schemeClr val="tx1">
                    <a:lumMod val="75000"/>
                  </a:schemeClr>
                </a:solidFill>
                <a:latin typeface="Montserrat SemiBold" panose="00000700000000000000" pitchFamily="2" charset="0"/>
              </a:rPr>
              <a:t>Nuestro destino está asegurado</a:t>
            </a:r>
          </a:p>
        </p:txBody>
      </p:sp>
    </p:spTree>
    <p:extLst>
      <p:ext uri="{BB962C8B-B14F-4D97-AF65-F5344CB8AC3E}">
        <p14:creationId xmlns:p14="http://schemas.microsoft.com/office/powerpoint/2010/main" val="112751182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83FCBC4-22A5-47A6-4825-B2DAAEE92F0C}"/>
              </a:ext>
            </a:extLst>
          </p:cNvPr>
          <p:cNvSpPr>
            <a:spLocks noGrp="1"/>
          </p:cNvSpPr>
          <p:nvPr>
            <p:ph type="body" sz="quarter" idx="10"/>
          </p:nvPr>
        </p:nvSpPr>
        <p:spPr>
          <a:xfrm>
            <a:off x="1715679" y="968189"/>
            <a:ext cx="10040892" cy="5331012"/>
          </a:xfrm>
        </p:spPr>
        <p:txBody>
          <a:bodyPr>
            <a:normAutofit fontScale="55000" lnSpcReduction="20000"/>
          </a:bodyPr>
          <a:lstStyle/>
          <a:p>
            <a:pPr marL="742950" indent="-742950">
              <a:lnSpc>
                <a:spcPct val="130000"/>
              </a:lnSpc>
              <a:spcAft>
                <a:spcPts val="3600"/>
              </a:spcAft>
              <a:buFont typeface="+mj-lt"/>
              <a:buAutoNum type="arabicPeriod"/>
            </a:pPr>
            <a:r>
              <a:rPr lang="es-MX" dirty="0">
                <a:latin typeface="Montserrat SemiBold" panose="00000700000000000000" pitchFamily="2" charset="0"/>
              </a:rPr>
              <a:t>Dios está en el trono y usa todo para sus propósitos	</a:t>
            </a:r>
          </a:p>
          <a:p>
            <a:pPr lvl="1">
              <a:lnSpc>
                <a:spcPct val="130000"/>
              </a:lnSpc>
              <a:spcAft>
                <a:spcPts val="3600"/>
              </a:spcAft>
              <a:buFontTx/>
              <a:buChar char="-"/>
            </a:pPr>
            <a:r>
              <a:rPr lang="es-MX" dirty="0">
                <a:latin typeface="Montserrat SemiBold" panose="00000700000000000000" pitchFamily="2" charset="0"/>
              </a:rPr>
              <a:t>Para los redimidos el sufrimiento tiene un propósito: Santificación	</a:t>
            </a:r>
          </a:p>
          <a:p>
            <a:pPr lvl="1">
              <a:lnSpc>
                <a:spcPct val="130000"/>
              </a:lnSpc>
              <a:spcAft>
                <a:spcPts val="3600"/>
              </a:spcAft>
              <a:buFontTx/>
              <a:buChar char="-"/>
            </a:pPr>
            <a:r>
              <a:rPr lang="es-MX" dirty="0">
                <a:latin typeface="Montserrat SemiBold" panose="00000700000000000000" pitchFamily="2" charset="0"/>
              </a:rPr>
              <a:t>Para los enemigos, el comienzo del Juicio. </a:t>
            </a:r>
          </a:p>
          <a:p>
            <a:pPr marL="742950" indent="-742950">
              <a:lnSpc>
                <a:spcPct val="130000"/>
              </a:lnSpc>
              <a:spcAft>
                <a:spcPts val="3600"/>
              </a:spcAft>
              <a:buFont typeface="+mj-lt"/>
              <a:buAutoNum type="arabicPeriod"/>
            </a:pPr>
            <a:r>
              <a:rPr lang="es-MX" dirty="0">
                <a:solidFill>
                  <a:schemeClr val="tx1">
                    <a:lumMod val="75000"/>
                  </a:schemeClr>
                </a:solidFill>
                <a:latin typeface="Montserrat SemiBold" panose="00000700000000000000" pitchFamily="2" charset="0"/>
              </a:rPr>
              <a:t>Somos llamados a sufrir por el testimonio de Cristo</a:t>
            </a:r>
          </a:p>
          <a:p>
            <a:pPr marL="742950" indent="-742950">
              <a:lnSpc>
                <a:spcPct val="130000"/>
              </a:lnSpc>
              <a:spcAft>
                <a:spcPts val="3600"/>
              </a:spcAft>
              <a:buFont typeface="+mj-lt"/>
              <a:buAutoNum type="arabicPeriod"/>
            </a:pPr>
            <a:r>
              <a:rPr lang="es-MX" dirty="0">
                <a:solidFill>
                  <a:schemeClr val="tx1">
                    <a:lumMod val="75000"/>
                  </a:schemeClr>
                </a:solidFill>
                <a:latin typeface="Montserrat SemiBold" panose="00000700000000000000" pitchFamily="2" charset="0"/>
              </a:rPr>
              <a:t>Nuestro destino está asegurado</a:t>
            </a:r>
          </a:p>
        </p:txBody>
      </p:sp>
    </p:spTree>
    <p:extLst>
      <p:ext uri="{BB962C8B-B14F-4D97-AF65-F5344CB8AC3E}">
        <p14:creationId xmlns:p14="http://schemas.microsoft.com/office/powerpoint/2010/main" val="376355095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83FCBC4-22A5-47A6-4825-B2DAAEE92F0C}"/>
              </a:ext>
            </a:extLst>
          </p:cNvPr>
          <p:cNvSpPr>
            <a:spLocks noGrp="1"/>
          </p:cNvSpPr>
          <p:nvPr>
            <p:ph type="body" sz="quarter" idx="10"/>
          </p:nvPr>
        </p:nvSpPr>
        <p:spPr>
          <a:xfrm>
            <a:off x="1715679" y="968189"/>
            <a:ext cx="10040892" cy="5331012"/>
          </a:xfrm>
        </p:spPr>
        <p:txBody>
          <a:bodyPr>
            <a:normAutofit fontScale="55000" lnSpcReduction="20000"/>
          </a:bodyPr>
          <a:lstStyle/>
          <a:p>
            <a:pPr marL="742950" indent="-742950">
              <a:lnSpc>
                <a:spcPct val="130000"/>
              </a:lnSpc>
              <a:spcAft>
                <a:spcPts val="3600"/>
              </a:spcAft>
              <a:buFont typeface="+mj-lt"/>
              <a:buAutoNum type="arabicPeriod"/>
            </a:pPr>
            <a:r>
              <a:rPr lang="es-MX" dirty="0">
                <a:latin typeface="Montserrat SemiBold" panose="00000700000000000000" pitchFamily="2" charset="0"/>
              </a:rPr>
              <a:t>Dios está en el trono y usa todo para sus propósitos	</a:t>
            </a:r>
          </a:p>
          <a:p>
            <a:pPr lvl="1">
              <a:lnSpc>
                <a:spcPct val="130000"/>
              </a:lnSpc>
              <a:spcAft>
                <a:spcPts val="3600"/>
              </a:spcAft>
              <a:buFontTx/>
              <a:buChar char="-"/>
            </a:pPr>
            <a:r>
              <a:rPr lang="es-MX" dirty="0">
                <a:latin typeface="Montserrat SemiBold" panose="00000700000000000000" pitchFamily="2" charset="0"/>
              </a:rPr>
              <a:t>Para los redimidos el sufrimiento tiene un propósito: Santificación	</a:t>
            </a:r>
          </a:p>
          <a:p>
            <a:pPr lvl="1">
              <a:lnSpc>
                <a:spcPct val="130000"/>
              </a:lnSpc>
              <a:spcAft>
                <a:spcPts val="3600"/>
              </a:spcAft>
              <a:buFontTx/>
              <a:buChar char="-"/>
            </a:pPr>
            <a:r>
              <a:rPr lang="es-MX" dirty="0">
                <a:latin typeface="Montserrat SemiBold" panose="00000700000000000000" pitchFamily="2" charset="0"/>
              </a:rPr>
              <a:t>Para los enemigos, el comienzo del Juicio. </a:t>
            </a:r>
          </a:p>
          <a:p>
            <a:pPr marL="742950" indent="-742950">
              <a:lnSpc>
                <a:spcPct val="130000"/>
              </a:lnSpc>
              <a:spcAft>
                <a:spcPts val="3600"/>
              </a:spcAft>
              <a:buFont typeface="+mj-lt"/>
              <a:buAutoNum type="arabicPeriod"/>
            </a:pPr>
            <a:r>
              <a:rPr lang="es-MX" dirty="0">
                <a:latin typeface="Montserrat SemiBold" panose="00000700000000000000" pitchFamily="2" charset="0"/>
              </a:rPr>
              <a:t>Somos llamados a sufrir por el testimonio de Cristo</a:t>
            </a:r>
          </a:p>
          <a:p>
            <a:pPr marL="742950" indent="-742950">
              <a:lnSpc>
                <a:spcPct val="130000"/>
              </a:lnSpc>
              <a:spcAft>
                <a:spcPts val="3600"/>
              </a:spcAft>
              <a:buFont typeface="+mj-lt"/>
              <a:buAutoNum type="arabicPeriod"/>
            </a:pPr>
            <a:r>
              <a:rPr lang="es-MX" dirty="0">
                <a:solidFill>
                  <a:schemeClr val="tx1">
                    <a:lumMod val="75000"/>
                  </a:schemeClr>
                </a:solidFill>
                <a:latin typeface="Montserrat SemiBold" panose="00000700000000000000" pitchFamily="2" charset="0"/>
              </a:rPr>
              <a:t>Nuestro destino está asegurado</a:t>
            </a:r>
          </a:p>
        </p:txBody>
      </p:sp>
    </p:spTree>
    <p:extLst>
      <p:ext uri="{BB962C8B-B14F-4D97-AF65-F5344CB8AC3E}">
        <p14:creationId xmlns:p14="http://schemas.microsoft.com/office/powerpoint/2010/main" val="83821164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83FCBC4-22A5-47A6-4825-B2DAAEE92F0C}"/>
              </a:ext>
            </a:extLst>
          </p:cNvPr>
          <p:cNvSpPr>
            <a:spLocks noGrp="1"/>
          </p:cNvSpPr>
          <p:nvPr>
            <p:ph type="body" sz="quarter" idx="10"/>
          </p:nvPr>
        </p:nvSpPr>
        <p:spPr>
          <a:xfrm>
            <a:off x="1715679" y="968189"/>
            <a:ext cx="10040892" cy="5331012"/>
          </a:xfrm>
        </p:spPr>
        <p:txBody>
          <a:bodyPr>
            <a:normAutofit fontScale="55000" lnSpcReduction="20000"/>
          </a:bodyPr>
          <a:lstStyle/>
          <a:p>
            <a:pPr marL="742950" indent="-742950">
              <a:lnSpc>
                <a:spcPct val="130000"/>
              </a:lnSpc>
              <a:spcAft>
                <a:spcPts val="3600"/>
              </a:spcAft>
              <a:buFont typeface="+mj-lt"/>
              <a:buAutoNum type="arabicPeriod"/>
            </a:pPr>
            <a:r>
              <a:rPr lang="es-MX" dirty="0">
                <a:latin typeface="Montserrat SemiBold" panose="00000700000000000000" pitchFamily="2" charset="0"/>
              </a:rPr>
              <a:t>Dios está en el trono y usa todo para sus propósitos	</a:t>
            </a:r>
          </a:p>
          <a:p>
            <a:pPr lvl="1">
              <a:lnSpc>
                <a:spcPct val="130000"/>
              </a:lnSpc>
              <a:spcAft>
                <a:spcPts val="3600"/>
              </a:spcAft>
              <a:buFontTx/>
              <a:buChar char="-"/>
            </a:pPr>
            <a:r>
              <a:rPr lang="es-MX" dirty="0">
                <a:latin typeface="Montserrat SemiBold" panose="00000700000000000000" pitchFamily="2" charset="0"/>
              </a:rPr>
              <a:t>Para los redimidos el sufrimiento tiene un propósito: Santificación	</a:t>
            </a:r>
          </a:p>
          <a:p>
            <a:pPr lvl="1">
              <a:lnSpc>
                <a:spcPct val="130000"/>
              </a:lnSpc>
              <a:spcAft>
                <a:spcPts val="3600"/>
              </a:spcAft>
              <a:buFontTx/>
              <a:buChar char="-"/>
            </a:pPr>
            <a:r>
              <a:rPr lang="es-MX" dirty="0">
                <a:latin typeface="Montserrat SemiBold" panose="00000700000000000000" pitchFamily="2" charset="0"/>
              </a:rPr>
              <a:t>Para los enemigos, el comienzo del Juicio. </a:t>
            </a:r>
          </a:p>
          <a:p>
            <a:pPr marL="742950" indent="-742950">
              <a:lnSpc>
                <a:spcPct val="130000"/>
              </a:lnSpc>
              <a:spcAft>
                <a:spcPts val="3600"/>
              </a:spcAft>
              <a:buFont typeface="+mj-lt"/>
              <a:buAutoNum type="arabicPeriod"/>
            </a:pPr>
            <a:r>
              <a:rPr lang="es-MX" dirty="0">
                <a:latin typeface="Montserrat SemiBold" panose="00000700000000000000" pitchFamily="2" charset="0"/>
              </a:rPr>
              <a:t>Somos llamados a sufrir por el testimonio de Cristo</a:t>
            </a:r>
          </a:p>
          <a:p>
            <a:pPr marL="742950" indent="-742950">
              <a:lnSpc>
                <a:spcPct val="130000"/>
              </a:lnSpc>
              <a:spcAft>
                <a:spcPts val="3600"/>
              </a:spcAft>
              <a:buFont typeface="+mj-lt"/>
              <a:buAutoNum type="arabicPeriod"/>
            </a:pPr>
            <a:r>
              <a:rPr lang="es-MX" dirty="0">
                <a:latin typeface="Montserrat SemiBold" panose="00000700000000000000" pitchFamily="2" charset="0"/>
              </a:rPr>
              <a:t>Nuestro destino está asegurado</a:t>
            </a:r>
            <a:endParaRPr lang="es-MX" dirty="0">
              <a:solidFill>
                <a:schemeClr val="tx1">
                  <a:lumMod val="65000"/>
                </a:schemeClr>
              </a:solidFill>
              <a:latin typeface="Montserrat SemiBold" panose="00000700000000000000" pitchFamily="2" charset="0"/>
            </a:endParaRPr>
          </a:p>
        </p:txBody>
      </p:sp>
    </p:spTree>
    <p:extLst>
      <p:ext uri="{BB962C8B-B14F-4D97-AF65-F5344CB8AC3E}">
        <p14:creationId xmlns:p14="http://schemas.microsoft.com/office/powerpoint/2010/main" val="3185970094"/>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7D657BFBA35945B3F08057C1D72EB8" ma:contentTypeVersion="3" ma:contentTypeDescription="Create a new document." ma:contentTypeScope="" ma:versionID="d39436f4f1dad0bf48f2c695fe1202b0">
  <xsd:schema xmlns:xsd="http://www.w3.org/2001/XMLSchema" xmlns:xs="http://www.w3.org/2001/XMLSchema" xmlns:p="http://schemas.microsoft.com/office/2006/metadata/properties" xmlns:ns3="a685921f-f366-4ea7-84c8-5471bad9b71b" targetNamespace="http://schemas.microsoft.com/office/2006/metadata/properties" ma:root="true" ma:fieldsID="a7013409abdca6f35d7c8e42267422ab" ns3:_="">
    <xsd:import namespace="a685921f-f366-4ea7-84c8-5471bad9b71b"/>
    <xsd:element name="properties">
      <xsd:complexType>
        <xsd:sequence>
          <xsd:element name="documentManagement">
            <xsd:complexType>
              <xsd:all>
                <xsd:element ref="ns3:MediaServiceMetadata" minOccurs="0"/>
                <xsd:element ref="ns3:MediaServiceFastMetadata"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685921f-f366-4ea7-84c8-5471bad9b7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84265E9-2ABB-451B-BCDF-224E1F0035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685921f-f366-4ea7-84c8-5471bad9b71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B399A92-1C6B-40C6-B575-11C564D99E40}">
  <ds:schemaRefs>
    <ds:schemaRef ds:uri="http://schemas.microsoft.com/sharepoint/v3/contenttype/forms"/>
  </ds:schemaRefs>
</ds:datastoreItem>
</file>

<file path=customXml/itemProps3.xml><?xml version="1.0" encoding="utf-8"?>
<ds:datastoreItem xmlns:ds="http://schemas.openxmlformats.org/officeDocument/2006/customXml" ds:itemID="{FB29AA65-96A6-4F08-84D2-837ABDEE403D}">
  <ds:schemaRefs>
    <ds:schemaRef ds:uri="http://schemas.microsoft.com/office/infopath/2007/PartnerControls"/>
    <ds:schemaRef ds:uri="http://purl.org/dc/terms/"/>
    <ds:schemaRef ds:uri="http://schemas.microsoft.com/office/2006/documentManagement/types"/>
    <ds:schemaRef ds:uri="http://www.w3.org/XML/1998/namespace"/>
    <ds:schemaRef ds:uri="http://schemas.openxmlformats.org/package/2006/metadata/core-properties"/>
    <ds:schemaRef ds:uri="http://purl.org/dc/elements/1.1/"/>
    <ds:schemaRef ds:uri="http://purl.org/dc/dcmitype/"/>
    <ds:schemaRef ds:uri="a685921f-f366-4ea7-84c8-5471bad9b71b"/>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11331</TotalTime>
  <Words>3221</Words>
  <Application>Microsoft Office PowerPoint</Application>
  <PresentationFormat>Widescreen</PresentationFormat>
  <Paragraphs>233</Paragraphs>
  <Slides>98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98</vt:i4>
      </vt:variant>
    </vt:vector>
  </HeadingPairs>
  <TitlesOfParts>
    <vt:vector size="108" baseType="lpstr">
      <vt:lpstr>Arial</vt:lpstr>
      <vt:lpstr>Atkinson Hyperlegible</vt:lpstr>
      <vt:lpstr>Calibri</vt:lpstr>
      <vt:lpstr>EB Garamond</vt:lpstr>
      <vt:lpstr>Merriweather</vt:lpstr>
      <vt:lpstr>Montserrat</vt:lpstr>
      <vt:lpstr>Montserrat ExtraBold</vt:lpstr>
      <vt:lpstr>Montserrat SemiBold</vt:lpstr>
      <vt:lpstr>Yeseva One</vt:lpstr>
      <vt:lpstr>Tema de Office</vt:lpstr>
      <vt:lpstr>PowerPoint Presentation</vt:lpstr>
      <vt:lpstr>1Entonces vi cuando el Cordero abrió uno de los siete sellos, y oí a uno de los cuatro seres vivientes que decía, como con voz de trueno: «Ven». </vt:lpstr>
      <vt:lpstr>2Miré, y había un caballo blanco. El que estaba montado en él tenía un arco. Se le dio una corona, y salió conquistando y para conquistar. </vt:lpstr>
      <vt:lpstr>3Cuando el Cordero abrió el segundo sello, oí al segundo ser viviente que decía: «Ven». </vt:lpstr>
      <vt:lpstr>4Entonces salió otro caballo, rojo. Al que estaba montado en él se le concedió quitar la paz de la tierra y que los hombres se mataran unos a otros; y se le dio una gran espada. </vt:lpstr>
      <vt:lpstr>5Cuando el Cordero abrió el tercer sello, oí al tercer ser viviente que decía: «Ven». Y miré, y había un caballo negro. El que estaba montado en él tenía una balanza en la mano. </vt:lpstr>
      <vt:lpstr>6Y oí como una voz en medio de los cuatro seres vivientes que decía: «Un litro de trigo por un denario, y tres litros de cebada por un denario, y no dañes el aceite y el vino». </vt:lpstr>
      <vt:lpstr>7Cuando el Cordero abrió el cuarto sello, oí la voz del cuarto ser viviente que decía: «Ven». </vt:lpstr>
      <vt:lpstr>8Y miré, y había un caballo amarillento. El que estaba montado en él se llamaba Muerte, y el Hades lo seguía. Y se les dio autoridad sobre la cuarta parte de la tierra, para matar con espada, con hambre, con pestilencia y con las fieras de la tierra. </vt:lpstr>
      <vt:lpstr>9Cuando el Cordero abrió el quinto sello, vi debajo del altar las almas de los que habían sido muertos a causa de la palabra de Dios y del testimonio que habían mantenido. </vt:lpstr>
      <vt:lpstr>10Clamaban a gran voz: «¿Hasta cuándo, oh Señor santo y verdadero, esperarás para juzgar y vengar nuestra sangre de los que moran en la tierra?» </vt:lpstr>
      <vt:lpstr>11Y se les dio a cada uno de ellos una vestidura blanca, y se les dijo que descansaran un poco más de tiempo, hasta que se completara también el número de sus consiervos y de sus hermanos que habrían de ser muertos como ellos lo habían sido. </vt:lpstr>
      <vt:lpstr>12Vi cuando el Cordero abrió el sexto sello, y hubo un gran terremoto, y el sol se puso negro como cilicio hecho de cerda, y toda la luna se volvió como sangre, </vt:lpstr>
      <vt:lpstr>13y las estrellas del cielo cayeron a la tierra, como la higuera deja caer sus higos verdes al ser sacudida por un fuerte viento. </vt:lpstr>
      <vt:lpstr>14El cielo desapareció como un pergamino que se enrolla, y todo monte e isla fueron removidos de su lugar. </vt:lpstr>
      <vt:lpstr>15Los reyes de la tierra, y los grandes, los comandantes, los ricos, los poderosos, y todo siervo y todo libre, se escondieron en las cuevas y entre las peñas de los montes, </vt:lpstr>
      <vt:lpstr>16y decían* a los montes y a las peñas: «Caigan sobre nosotros y escóndannos de la presencia de Aquel que está sentado en el trono y de la ira del Cordero. 17Porque ha llegado el gran día de la ira de ellos, ¿y quién podrá sostenerse?». </vt:lpstr>
      <vt:lpstr>1Después de esto, vi a cuatro ángeles de pie en los cuatro extremos de la tierra, que detenían los cuatro vientos de la tierra, para que no soplara viento alguno, ni sobre la tierra ni sobre el mar ni sobre ningún árbol. </vt:lpstr>
      <vt:lpstr>2También vi a otro ángel que subía de donde sale el sol y que tenía el sello del Dios vivo. Y gritó a gran voz a los cuatro ángeles a quienes se les había concedido hacer daño a la tierra y al mar: </vt:lpstr>
      <vt:lpstr>3«No hagan daño, ni a la tierra ni al mar ni a los árboles, hasta que hayamos puesto un sello en la frente a los siervos de nuestro Dios». </vt:lpstr>
      <vt:lpstr>4Oí el número de los que fueron sellados: 144,000 sellados de todas las tribus de los israelitas. </vt:lpstr>
      <vt:lpstr>5De la tribu de Judá fueron sellados 12,000; de la tribu de Rubén, 12,000; de la tribu de Gad, 12,000; </vt:lpstr>
      <vt:lpstr>6de la tribu de Aser, 12,000; de la tribu de Neftalí, 12,000; de la tribu de Manasés, 12,000; </vt:lpstr>
      <vt:lpstr>7de la tribu de Simeón, 12,000; de la tribu de Leví, 12,000; de la tribu de Isacar, 12,000; </vt:lpstr>
      <vt:lpstr>8de la tribu de Zabulón, 12,000; de la tribu de José, 12,000 y de la tribu de Benjamín fueron sellados 12,000. </vt:lpstr>
      <vt:lpstr>9Después de esto miré, y vi una gran multitud, que nadie podía contar, de todas las naciones, tribus, pueblos, y lenguas, de pie delante del trono y delante del Cordero, vestidos con vestiduras blancas y con palmas en las manos. </vt:lpstr>
      <vt:lpstr>10Clamaban a gran voz: «La salvación pertenece a nuestro Dios que está sentado en el trono, y al Cordero». </vt:lpstr>
      <vt:lpstr>11Todos los ángeles estaban de pie alrededor del trono y alrededor de los ancianos y de los cuatro seres vivientes. Estos cayeron sobre sus rostros delante del trono y adoraron a Dios, </vt:lpstr>
      <vt:lpstr>12diciendo: «¡Amén! La bendición, la gloria, la sabiduría, la acción de gracias, el honor, el poder y la fortaleza, sean a nuestro Dios por los siglos de los siglos. Amén». </vt:lpstr>
      <vt:lpstr>13Uno de los ancianos habló diciéndome: «Estos que están vestidos con vestiduras blancas, ¿quiénes son y de dónde han venido?». </vt:lpstr>
      <vt:lpstr>14Y le respondí: «Señor mío, usted lo sabe». Y él me dijo: «Estos son los que vienen de la gran tribulación, y han lavado sus vestiduras y las han emblanquecido en la sangre del Cordero. </vt:lpstr>
      <vt:lpstr>15»Por eso están delante del trono de Dios, y le sirven día y noche en Su templo; y Aquel que está sentado en el trono extenderá Su tabernáculo sobre ellos. </vt:lpstr>
      <vt:lpstr>16»Ya no tendrán hambre ni sed, ni el sol les hará daño, ni ningún calor abrasador, 17pues el Cordero que está en medio del trono los pastoreará y los guiará a manantiales de aguas de vida, y Dios enjugará toda lágrima de sus ojos» </vt:lpstr>
      <vt:lpstr>PowerPoint Presentation</vt:lpstr>
      <vt:lpstr>PowerPoint Presentation</vt:lpstr>
      <vt:lpstr>PowerPoint Presentation</vt:lpstr>
      <vt:lpstr>PowerPoint Presentation</vt:lpstr>
      <vt:lpstr>PowerPoint Presentation</vt:lpstr>
      <vt:lpstr>Resumen:</vt:lpstr>
      <vt:lpstr>Aun en el sufrimiento confiamos en la soberanía y salvación del Rey, perseverando y  testificando porque</vt:lpstr>
      <vt:lpstr>PowerPoint Presentation</vt:lpstr>
      <vt:lpstr>El Rey usa  el caos para sus propósitos</vt:lpstr>
      <vt:lpstr>1Entonces vi cuando el Cordero abrió uno de los siete sellos, y oí a uno de los cuatro seres vivientes que decía, como con voz de trueno: «Ven». </vt:lpstr>
      <vt:lpstr>2Miré, y había un caballo blanco. El que estaba montado en él tenía un arco. Se le dio una corona, y salió conquistando y para conquistar. </vt:lpstr>
      <vt:lpstr>3Cuando el Cordero abrió el segundo sello, oí al segundo ser viviente que decía: «Ven». </vt:lpstr>
      <vt:lpstr>4Entonces salió otro caballo, rojo. Al que estaba montado en él se le concedió quitar la paz de la tierra y que los hombres se mataran unos a otros; y se le dio una gran espada. </vt:lpstr>
      <vt:lpstr>5Cuando el Cordero abrió el tercer sello, oí al tercer ser viviente que decía: «Ven». Y miré, y había un caballo negro. El que estaba montado en él tenía una balanza en la mano. </vt:lpstr>
      <vt:lpstr>6Y oí como una voz en medio de los cuatro seres vivientes que decía: «Un litro de trigo por un denario, y tres litros de cebada por un denario, y no dañes el aceite y el vino». </vt:lpstr>
      <vt:lpstr>7Cuando el Cordero abrió el cuarto sello, oí la voz del cuarto ser viviente que decía: «Ven». </vt:lpstr>
      <vt:lpstr>8Y miré, y había un caballo amarillento. El que estaba montado en él se llamaba Muerte, y el Hades lo seguía. Y se les dio autoridad sobre la cuarta parte de la tierra, para matar con espada, con hambre, con pestilencia y con las fieras de la tierra. </vt:lpstr>
      <vt:lpstr>4Jesús les respondió: «Tengan cuidado de que nadie los engañe.</vt:lpstr>
      <vt:lpstr>5»Porque muchos vendrán en Mi nombre, diciendo: “Yo soy el Cristo”, y engañarán a muchos. </vt:lpstr>
      <vt:lpstr>6»Ustedes van a oír de guerras y rumores de guerras. ¡Cuidado! No se alarmen, porque es necesario que todo esto suceda; pero todavía no es el fin. </vt:lpstr>
      <vt:lpstr>7»Porque se levantará nación contra nación, y reino contra reino, y en diferentes lugares habrá hambre y terremotos. </vt:lpstr>
      <vt:lpstr>8»Pero todo esto es solo el comienzo de dolores. </vt:lpstr>
      <vt:lpstr>9»Entonces los entregarán a tribulación, y los matarán, y serán odiados de todas las naciones por causa de mi nombre. </vt:lpstr>
      <vt:lpstr>10»Muchos se apartarán de la fe entonces, y se traicionarán unos a otros, y unos a otros se odiarán.</vt:lpstr>
      <vt:lpstr>21Porque así dice el Señor DIOS: «¡Cuánto más cuando Yo envíe Mis cuatro terribles juicios contra Jerusalén: espada, hambre, fieras y plaga para exterminar de ella hombres y animales! </vt:lpstr>
      <vt:lpstr>22»Sin embargo, en ella quedarán sobrevivientes, hijos e hijas que serán sacados. Saldrán hacia ustedes y verán su conducta y sus obras; entonces serán consolados de la calamidad que he traído contra Jerusalén, de todo lo que he traído sobre ella. </vt:lpstr>
      <vt:lpstr>23»Y ellos los consolarán cuando vean sus caminos y sus obras, y sabrán que no he hecho en vano lo que hice en ella», declara el Señor DIOS.</vt:lpstr>
      <vt:lpstr>Los creyentes son perseguidos por el testimonio</vt:lpstr>
      <vt:lpstr>9Cuando el Cordero abrió el quinto sello, vi debajo del altar las almas de los que habían sido muertos a causa de la palabra de Dios y del testimonio que habían mantenido. </vt:lpstr>
      <vt:lpstr>10Clamaban a gran voz: «¿Hasta cuándo, oh Señor santo y verdadero, esperarás para juzgar y vengar nuestra sangre de los que moran en la tierra?» </vt:lpstr>
      <vt:lpstr>11Y se les dio a cada uno de ellos una vestidura blanca, y se les dijo que descansaran un poco más de tiempo, hasta que se completara también el número de sus consiervos y de sus hermanos que habrían de ser muertos como ellos lo habían sido. </vt:lpstr>
      <vt:lpstr>El día de la Ira viene pronto</vt:lpstr>
      <vt:lpstr>12Vi cuando el Cordero abrió el sexto sello, y hubo un gran terremoto, y el sol se puso negro como cilicio hecho de cerda, y toda la luna se volvió como sangre, </vt:lpstr>
      <vt:lpstr>13y las estrellas del cielo cayeron a la tierra, como la higuera deja caer sus higos verdes al ser sacudida por un fuerte viento. </vt:lpstr>
      <vt:lpstr>14El cielo desapareció como un pergamino que se enrolla, y todo monte e isla fueron removidos de su lugar. </vt:lpstr>
      <vt:lpstr>15Los reyes de la tierra, y los grandes, los comandantes, los ricos, los poderosos, y todo siervo y todo libre, se escondieron en las cuevas y entre las peñas de los montes, </vt:lpstr>
      <vt:lpstr>16y decían* a los montes y a las peñas: «Caigan sobre nosotros y escóndannos de la presencia de Aquel que está sentado en el trono y de la ira del Cordero. </vt:lpstr>
      <vt:lpstr>17Porque ha llegado el gran día de la ira de ellos, ¿y quién podrá sostenerse?». </vt:lpstr>
      <vt:lpstr>PowerPoint Presentation</vt:lpstr>
      <vt:lpstr>Los siervos de Dios son sellados</vt:lpstr>
      <vt:lpstr>  Pues es judío el que lo es interiormente, y la circuncisión es la del corazón, por el Espíritu, no por la letra; la alabanza del cual no procede de los hombres, sino de Dios. </vt:lpstr>
      <vt:lpstr>1Después de esto, vi a cuatro ángeles de pie en los cuatro extremos de la tierra, que detenían los cuatro vientos de la tierra, para que no soplara viento alguno, ni sobre la tierra ni sobre el mar ni sobre ningún árbol. </vt:lpstr>
      <vt:lpstr>2También vi a otro ángel que subía de donde sale el sol y que tenía el sello del Dios vivo. Y gritó a gran voz a los cuatro ángeles a quienes se les había concedido hacer daño a la tierra y al mar: </vt:lpstr>
      <vt:lpstr>3«No hagan daño, ni a la tierra ni al mar ni a los árboles, hasta que hayamos puesto un sello en la frente a los siervos de nuestro Dios». </vt:lpstr>
      <vt:lpstr>4Oí el número de los que fueron sellados: 144,000 sellados de todas las tribus de los israelitas. </vt:lpstr>
      <vt:lpstr>5De la tribu de Judá fueron sellados 12,000; de la tribu de Rubén, 12,000; de la tribu de Gad, 12,000; </vt:lpstr>
      <vt:lpstr>6de la tribu de Aser, 12,000; de la tribu de Neftalí, 12,000; de la tribu de Manasés, 12,000; </vt:lpstr>
      <vt:lpstr>7de la tribu de Simeón, 12,000; de la tribu de Leví, 12,000; de la tribu de Isacar, 12,000; </vt:lpstr>
      <vt:lpstr>8de la tribu de Zabulón, 12,000; de la tribu de José, 12,000 y de la tribu de Benjamín fueron sellados 12,000. </vt:lpstr>
      <vt:lpstr>La multitud de Redimidos</vt:lpstr>
      <vt:lpstr>9Después de esto miré, y vi una gran multitud, que nadie podía contar, de todas las naciones, tribus, pueblos, y lenguas, de pie delante del trono y delante del Cordero, vestidos con vestiduras blancas y con palmas en las manos. </vt:lpstr>
      <vt:lpstr>10Clamaban a gran voz: «La salvación pertenece a nuestro Dios que está sentado en el trono, y al Cordero». </vt:lpstr>
      <vt:lpstr>11Todos los ángeles estaban de pie alrededor del trono y alrededor de los ancianos y de los cuatro seres vivientes. Estos cayeron sobre sus rostros delante del trono y adoraron a Dios, </vt:lpstr>
      <vt:lpstr>12diciendo: «¡Amén! La bendición, la gloria, la sabiduría, la acción de gracias, el honor, el poder y la fortaleza, sean a nuestro Dios por los siglos de los siglos. Amén». </vt:lpstr>
      <vt:lpstr>13Uno de los ancianos habló diciéndome: «Estos que están vestidos con vestiduras blancas, ¿quiénes son y de dónde han venido?». </vt:lpstr>
      <vt:lpstr>14Y le respondí: «Señor mío, usted lo sabe». Y él me dijo: «Estos son los que vienen de la gran tribulación, y han lavado sus vestiduras y las han emblanquecido en la sangre del Cordero. </vt:lpstr>
      <vt:lpstr>15»Por eso están delante del trono de Dios, y le sirven día y noche en Su templo; y Aquel que está sentado en el trono extenderá Su tabernáculo sobre ellos. </vt:lpstr>
      <vt:lpstr>16»Ya no tendrán hambre ni sed, ni el sol les hará daño, ni ningún calor abrasador, 17pues el Cordero que está en medio del trono los pastoreará y los guiará a manantiales de aguas de vida, y Dios enjugará toda lágrima de sus ojos» </vt:lpstr>
      <vt:lpstr>Resumen:</vt:lpstr>
      <vt:lpstr>Aun en el sufrimiento confiamos en la soberanía y salvación del Rey, perseverando y  testificando porque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Enrique Villegas</dc:creator>
  <cp:lastModifiedBy>Enrique Villegas Valerio</cp:lastModifiedBy>
  <cp:revision>72</cp:revision>
  <dcterms:created xsi:type="dcterms:W3CDTF">2023-08-19T04:14:33Z</dcterms:created>
  <dcterms:modified xsi:type="dcterms:W3CDTF">2024-05-05T17:10:18Z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0x010100867D657BFBA35945B3F08057C1D72EB8</vt:lpwstr>
  </property>
</Properties>
</file>