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58"/>
  </p:notesMasterIdLst>
  <p:sldIdLst>
    <p:sldId id="256" r:id="rId5"/>
    <p:sldId id="518" r:id="rId6"/>
    <p:sldId id="780" r:id="rId7"/>
    <p:sldId id="781" r:id="rId8"/>
    <p:sldId id="782" r:id="rId9"/>
    <p:sldId id="783" r:id="rId10"/>
    <p:sldId id="784" r:id="rId11"/>
    <p:sldId id="785" r:id="rId12"/>
    <p:sldId id="786" r:id="rId13"/>
    <p:sldId id="787" r:id="rId14"/>
    <p:sldId id="788" r:id="rId15"/>
    <p:sldId id="789" r:id="rId16"/>
    <p:sldId id="619" r:id="rId17"/>
    <p:sldId id="790" r:id="rId18"/>
    <p:sldId id="791" r:id="rId19"/>
    <p:sldId id="517" r:id="rId20"/>
    <p:sldId id="829" r:id="rId21"/>
    <p:sldId id="792" r:id="rId22"/>
    <p:sldId id="793" r:id="rId23"/>
    <p:sldId id="822" r:id="rId24"/>
    <p:sldId id="794" r:id="rId25"/>
    <p:sldId id="795" r:id="rId26"/>
    <p:sldId id="823" r:id="rId27"/>
    <p:sldId id="824" r:id="rId28"/>
    <p:sldId id="796" r:id="rId29"/>
    <p:sldId id="797" r:id="rId30"/>
    <p:sldId id="798" r:id="rId31"/>
    <p:sldId id="799" r:id="rId32"/>
    <p:sldId id="800" r:id="rId33"/>
    <p:sldId id="801" r:id="rId34"/>
    <p:sldId id="803" r:id="rId35"/>
    <p:sldId id="805" r:id="rId36"/>
    <p:sldId id="806" r:id="rId37"/>
    <p:sldId id="807" r:id="rId38"/>
    <p:sldId id="802" r:id="rId39"/>
    <p:sldId id="808" r:id="rId40"/>
    <p:sldId id="809" r:id="rId41"/>
    <p:sldId id="810" r:id="rId42"/>
    <p:sldId id="811" r:id="rId43"/>
    <p:sldId id="812" r:id="rId44"/>
    <p:sldId id="813" r:id="rId45"/>
    <p:sldId id="814" r:id="rId46"/>
    <p:sldId id="815" r:id="rId47"/>
    <p:sldId id="816" r:id="rId48"/>
    <p:sldId id="817" r:id="rId49"/>
    <p:sldId id="818" r:id="rId50"/>
    <p:sldId id="819" r:id="rId51"/>
    <p:sldId id="820" r:id="rId52"/>
    <p:sldId id="821" r:id="rId53"/>
    <p:sldId id="826" r:id="rId54"/>
    <p:sldId id="830" r:id="rId55"/>
    <p:sldId id="828" r:id="rId56"/>
    <p:sldId id="831" r:id="rId5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733316EF-5C79-45B1-8BCF-C08055D411E9}">
          <p14:sldIdLst>
            <p14:sldId id="256"/>
            <p14:sldId id="518"/>
            <p14:sldId id="780"/>
            <p14:sldId id="781"/>
            <p14:sldId id="782"/>
            <p14:sldId id="783"/>
            <p14:sldId id="784"/>
            <p14:sldId id="785"/>
            <p14:sldId id="786"/>
            <p14:sldId id="787"/>
            <p14:sldId id="788"/>
            <p14:sldId id="789"/>
            <p14:sldId id="619"/>
            <p14:sldId id="790"/>
            <p14:sldId id="791"/>
            <p14:sldId id="517"/>
            <p14:sldId id="829"/>
            <p14:sldId id="792"/>
            <p14:sldId id="793"/>
            <p14:sldId id="822"/>
            <p14:sldId id="794"/>
            <p14:sldId id="795"/>
            <p14:sldId id="823"/>
            <p14:sldId id="824"/>
            <p14:sldId id="796"/>
            <p14:sldId id="797"/>
            <p14:sldId id="798"/>
            <p14:sldId id="799"/>
            <p14:sldId id="800"/>
            <p14:sldId id="801"/>
            <p14:sldId id="803"/>
            <p14:sldId id="805"/>
            <p14:sldId id="806"/>
            <p14:sldId id="807"/>
            <p14:sldId id="802"/>
            <p14:sldId id="808"/>
            <p14:sldId id="809"/>
            <p14:sldId id="810"/>
            <p14:sldId id="811"/>
            <p14:sldId id="812"/>
            <p14:sldId id="813"/>
            <p14:sldId id="814"/>
            <p14:sldId id="815"/>
            <p14:sldId id="816"/>
            <p14:sldId id="817"/>
            <p14:sldId id="818"/>
            <p14:sldId id="819"/>
            <p14:sldId id="820"/>
            <p14:sldId id="821"/>
            <p14:sldId id="826"/>
            <p14:sldId id="830"/>
            <p14:sldId id="828"/>
            <p14:sldId id="83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0000"/>
    <a:srgbClr val="BF9000"/>
    <a:srgbClr val="D5B158"/>
    <a:srgbClr val="E8CC6D"/>
    <a:srgbClr val="C8B97C"/>
    <a:srgbClr val="5A6D65"/>
    <a:srgbClr val="3B47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86D007-2334-41C8-BECC-1F105C5BBA5B}" v="1" dt="2024-06-16T04:38:13.1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6247" autoAdjust="0"/>
  </p:normalViewPr>
  <p:slideViewPr>
    <p:cSldViewPr snapToGrid="0">
      <p:cViewPr varScale="1">
        <p:scale>
          <a:sx n="98" d="100"/>
          <a:sy n="98" d="100"/>
        </p:scale>
        <p:origin x="110" y="211"/>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1" d="100"/>
          <a:sy n="81" d="100"/>
        </p:scale>
        <p:origin x="2814" y="1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nrique Villegas Valerio" userId="8ada793c76dcd6b1" providerId="LiveId" clId="{22F5B8C0-95B1-4DAF-A10F-12CA8A14E89F}"/>
    <pc:docChg chg="undo redo custSel addSld delSld modSld sldOrd modSection">
      <pc:chgData name="Enrique Villegas Valerio" userId="8ada793c76dcd6b1" providerId="LiveId" clId="{22F5B8C0-95B1-4DAF-A10F-12CA8A14E89F}" dt="2024-04-28T16:31:03.471" v="3170" actId="1076"/>
      <pc:docMkLst>
        <pc:docMk/>
      </pc:docMkLst>
      <pc:sldChg chg="modSp mod">
        <pc:chgData name="Enrique Villegas Valerio" userId="8ada793c76dcd6b1" providerId="LiveId" clId="{22F5B8C0-95B1-4DAF-A10F-12CA8A14E89F}" dt="2024-04-28T13:45:01.911" v="2147" actId="20577"/>
        <pc:sldMkLst>
          <pc:docMk/>
          <pc:sldMk cId="2459707463" sldId="517"/>
        </pc:sldMkLst>
        <pc:spChg chg="mod">
          <ac:chgData name="Enrique Villegas Valerio" userId="8ada793c76dcd6b1" providerId="LiveId" clId="{22F5B8C0-95B1-4DAF-A10F-12CA8A14E89F}" dt="2024-04-28T13:45:01.911" v="2147" actId="20577"/>
          <ac:spMkLst>
            <pc:docMk/>
            <pc:sldMk cId="2459707463" sldId="517"/>
            <ac:spMk id="3" creationId="{F83FCBC4-22A5-47A6-4825-B2DAAEE92F0C}"/>
          </ac:spMkLst>
        </pc:spChg>
      </pc:sldChg>
      <pc:sldChg chg="modSp mod ord">
        <pc:chgData name="Enrique Villegas Valerio" userId="8ada793c76dcd6b1" providerId="LiveId" clId="{22F5B8C0-95B1-4DAF-A10F-12CA8A14E89F}" dt="2024-04-28T16:31:03.471" v="3170" actId="1076"/>
        <pc:sldMkLst>
          <pc:docMk/>
          <pc:sldMk cId="59613358" sldId="518"/>
        </pc:sldMkLst>
        <pc:spChg chg="mod">
          <ac:chgData name="Enrique Villegas Valerio" userId="8ada793c76dcd6b1" providerId="LiveId" clId="{22F5B8C0-95B1-4DAF-A10F-12CA8A14E89F}" dt="2024-04-28T16:31:03.471" v="3170" actId="1076"/>
          <ac:spMkLst>
            <pc:docMk/>
            <pc:sldMk cId="59613358" sldId="518"/>
            <ac:spMk id="3" creationId="{CA07F423-46C6-CDD8-E4AD-233D53E2809D}"/>
          </ac:spMkLst>
        </pc:spChg>
        <pc:spChg chg="mod">
          <ac:chgData name="Enrique Villegas Valerio" userId="8ada793c76dcd6b1" providerId="LiveId" clId="{22F5B8C0-95B1-4DAF-A10F-12CA8A14E89F}" dt="2024-04-28T16:31:03.471" v="3170" actId="1076"/>
          <ac:spMkLst>
            <pc:docMk/>
            <pc:sldMk cId="59613358" sldId="518"/>
            <ac:spMk id="4" creationId="{64DD97DD-43D3-F5D3-B4EE-BD7F9628B26B}"/>
          </ac:spMkLst>
        </pc:spChg>
      </pc:sldChg>
      <pc:sldChg chg="modSp mod">
        <pc:chgData name="Enrique Villegas Valerio" userId="8ada793c76dcd6b1" providerId="LiveId" clId="{22F5B8C0-95B1-4DAF-A10F-12CA8A14E89F}" dt="2024-04-28T12:46:20.105" v="1756" actId="20577"/>
        <pc:sldMkLst>
          <pc:docMk/>
          <pc:sldMk cId="3565370651" sldId="619"/>
        </pc:sldMkLst>
        <pc:spChg chg="mod">
          <ac:chgData name="Enrique Villegas Valerio" userId="8ada793c76dcd6b1" providerId="LiveId" clId="{22F5B8C0-95B1-4DAF-A10F-12CA8A14E89F}" dt="2024-04-28T12:46:14.406" v="1749"/>
          <ac:spMkLst>
            <pc:docMk/>
            <pc:sldMk cId="3565370651" sldId="619"/>
            <ac:spMk id="2" creationId="{F9514DA0-BE75-5888-FE06-2837D81A98C5}"/>
          </ac:spMkLst>
        </pc:spChg>
        <pc:spChg chg="mod">
          <ac:chgData name="Enrique Villegas Valerio" userId="8ada793c76dcd6b1" providerId="LiveId" clId="{22F5B8C0-95B1-4DAF-A10F-12CA8A14E89F}" dt="2024-04-28T12:46:20.105" v="1756" actId="20577"/>
          <ac:spMkLst>
            <pc:docMk/>
            <pc:sldMk cId="3565370651" sldId="619"/>
            <ac:spMk id="3" creationId="{7C68BD49-EB98-945B-E1DB-FD4A8FC66606}"/>
          </ac:spMkLst>
        </pc:spChg>
      </pc:sldChg>
      <pc:sldChg chg="del">
        <pc:chgData name="Enrique Villegas Valerio" userId="8ada793c76dcd6b1" providerId="LiveId" clId="{22F5B8C0-95B1-4DAF-A10F-12CA8A14E89F}" dt="2024-04-28T13:45:44.955" v="2148" actId="47"/>
        <pc:sldMkLst>
          <pc:docMk/>
          <pc:sldMk cId="1863978871" sldId="648"/>
        </pc:sldMkLst>
      </pc:sldChg>
      <pc:sldChg chg="del">
        <pc:chgData name="Enrique Villegas Valerio" userId="8ada793c76dcd6b1" providerId="LiveId" clId="{22F5B8C0-95B1-4DAF-A10F-12CA8A14E89F}" dt="2024-04-28T03:22:57.550" v="1" actId="47"/>
        <pc:sldMkLst>
          <pc:docMk/>
          <pc:sldMk cId="3493310682" sldId="696"/>
        </pc:sldMkLst>
      </pc:sldChg>
      <pc:sldChg chg="del">
        <pc:chgData name="Enrique Villegas Valerio" userId="8ada793c76dcd6b1" providerId="LiveId" clId="{22F5B8C0-95B1-4DAF-A10F-12CA8A14E89F}" dt="2024-04-28T12:01:37.630" v="1240" actId="47"/>
        <pc:sldMkLst>
          <pc:docMk/>
          <pc:sldMk cId="1624671987" sldId="697"/>
        </pc:sldMkLst>
      </pc:sldChg>
      <pc:sldChg chg="del">
        <pc:chgData name="Enrique Villegas Valerio" userId="8ada793c76dcd6b1" providerId="LiveId" clId="{22F5B8C0-95B1-4DAF-A10F-12CA8A14E89F}" dt="2024-04-28T13:11:43.537" v="1762" actId="47"/>
        <pc:sldMkLst>
          <pc:docMk/>
          <pc:sldMk cId="3807254055" sldId="698"/>
        </pc:sldMkLst>
      </pc:sldChg>
      <pc:sldChg chg="del">
        <pc:chgData name="Enrique Villegas Valerio" userId="8ada793c76dcd6b1" providerId="LiveId" clId="{22F5B8C0-95B1-4DAF-A10F-12CA8A14E89F}" dt="2024-04-28T13:11:43.537" v="1762" actId="47"/>
        <pc:sldMkLst>
          <pc:docMk/>
          <pc:sldMk cId="11573337" sldId="699"/>
        </pc:sldMkLst>
      </pc:sldChg>
      <pc:sldChg chg="del">
        <pc:chgData name="Enrique Villegas Valerio" userId="8ada793c76dcd6b1" providerId="LiveId" clId="{22F5B8C0-95B1-4DAF-A10F-12CA8A14E89F}" dt="2024-04-28T13:11:43.537" v="1762" actId="47"/>
        <pc:sldMkLst>
          <pc:docMk/>
          <pc:sldMk cId="207412264" sldId="700"/>
        </pc:sldMkLst>
      </pc:sldChg>
      <pc:sldChg chg="del">
        <pc:chgData name="Enrique Villegas Valerio" userId="8ada793c76dcd6b1" providerId="LiveId" clId="{22F5B8C0-95B1-4DAF-A10F-12CA8A14E89F}" dt="2024-04-28T13:45:44.955" v="2148" actId="47"/>
        <pc:sldMkLst>
          <pc:docMk/>
          <pc:sldMk cId="1152918895" sldId="701"/>
        </pc:sldMkLst>
      </pc:sldChg>
      <pc:sldChg chg="del">
        <pc:chgData name="Enrique Villegas Valerio" userId="8ada793c76dcd6b1" providerId="LiveId" clId="{22F5B8C0-95B1-4DAF-A10F-12CA8A14E89F}" dt="2024-04-28T13:45:44.955" v="2148" actId="47"/>
        <pc:sldMkLst>
          <pc:docMk/>
          <pc:sldMk cId="635178873" sldId="702"/>
        </pc:sldMkLst>
      </pc:sldChg>
      <pc:sldChg chg="del">
        <pc:chgData name="Enrique Villegas Valerio" userId="8ada793c76dcd6b1" providerId="LiveId" clId="{22F5B8C0-95B1-4DAF-A10F-12CA8A14E89F}" dt="2024-04-28T13:45:44.955" v="2148" actId="47"/>
        <pc:sldMkLst>
          <pc:docMk/>
          <pc:sldMk cId="1905916967" sldId="703"/>
        </pc:sldMkLst>
      </pc:sldChg>
      <pc:sldChg chg="del">
        <pc:chgData name="Enrique Villegas Valerio" userId="8ada793c76dcd6b1" providerId="LiveId" clId="{22F5B8C0-95B1-4DAF-A10F-12CA8A14E89F}" dt="2024-04-28T13:45:44.955" v="2148" actId="47"/>
        <pc:sldMkLst>
          <pc:docMk/>
          <pc:sldMk cId="2823826177" sldId="704"/>
        </pc:sldMkLst>
      </pc:sldChg>
      <pc:sldChg chg="del">
        <pc:chgData name="Enrique Villegas Valerio" userId="8ada793c76dcd6b1" providerId="LiveId" clId="{22F5B8C0-95B1-4DAF-A10F-12CA8A14E89F}" dt="2024-04-28T13:45:44.955" v="2148" actId="47"/>
        <pc:sldMkLst>
          <pc:docMk/>
          <pc:sldMk cId="1187357223" sldId="705"/>
        </pc:sldMkLst>
      </pc:sldChg>
      <pc:sldChg chg="del">
        <pc:chgData name="Enrique Villegas Valerio" userId="8ada793c76dcd6b1" providerId="LiveId" clId="{22F5B8C0-95B1-4DAF-A10F-12CA8A14E89F}" dt="2024-04-28T13:45:44.955" v="2148" actId="47"/>
        <pc:sldMkLst>
          <pc:docMk/>
          <pc:sldMk cId="881579910" sldId="706"/>
        </pc:sldMkLst>
      </pc:sldChg>
      <pc:sldChg chg="del">
        <pc:chgData name="Enrique Villegas Valerio" userId="8ada793c76dcd6b1" providerId="LiveId" clId="{22F5B8C0-95B1-4DAF-A10F-12CA8A14E89F}" dt="2024-04-28T13:45:44.955" v="2148" actId="47"/>
        <pc:sldMkLst>
          <pc:docMk/>
          <pc:sldMk cId="969524156" sldId="707"/>
        </pc:sldMkLst>
      </pc:sldChg>
      <pc:sldChg chg="del">
        <pc:chgData name="Enrique Villegas Valerio" userId="8ada793c76dcd6b1" providerId="LiveId" clId="{22F5B8C0-95B1-4DAF-A10F-12CA8A14E89F}" dt="2024-04-28T13:45:44.955" v="2148" actId="47"/>
        <pc:sldMkLst>
          <pc:docMk/>
          <pc:sldMk cId="2069940102" sldId="708"/>
        </pc:sldMkLst>
      </pc:sldChg>
      <pc:sldChg chg="del">
        <pc:chgData name="Enrique Villegas Valerio" userId="8ada793c76dcd6b1" providerId="LiveId" clId="{22F5B8C0-95B1-4DAF-A10F-12CA8A14E89F}" dt="2024-04-28T13:45:44.955" v="2148" actId="47"/>
        <pc:sldMkLst>
          <pc:docMk/>
          <pc:sldMk cId="1778528371" sldId="709"/>
        </pc:sldMkLst>
      </pc:sldChg>
      <pc:sldChg chg="del">
        <pc:chgData name="Enrique Villegas Valerio" userId="8ada793c76dcd6b1" providerId="LiveId" clId="{22F5B8C0-95B1-4DAF-A10F-12CA8A14E89F}" dt="2024-04-28T13:45:44.955" v="2148" actId="47"/>
        <pc:sldMkLst>
          <pc:docMk/>
          <pc:sldMk cId="461501848" sldId="710"/>
        </pc:sldMkLst>
      </pc:sldChg>
      <pc:sldChg chg="del">
        <pc:chgData name="Enrique Villegas Valerio" userId="8ada793c76dcd6b1" providerId="LiveId" clId="{22F5B8C0-95B1-4DAF-A10F-12CA8A14E89F}" dt="2024-04-28T13:45:44.955" v="2148" actId="47"/>
        <pc:sldMkLst>
          <pc:docMk/>
          <pc:sldMk cId="1257577453" sldId="711"/>
        </pc:sldMkLst>
      </pc:sldChg>
      <pc:sldChg chg="del">
        <pc:chgData name="Enrique Villegas Valerio" userId="8ada793c76dcd6b1" providerId="LiveId" clId="{22F5B8C0-95B1-4DAF-A10F-12CA8A14E89F}" dt="2024-04-28T13:45:44.955" v="2148" actId="47"/>
        <pc:sldMkLst>
          <pc:docMk/>
          <pc:sldMk cId="2341645576" sldId="712"/>
        </pc:sldMkLst>
      </pc:sldChg>
      <pc:sldChg chg="del">
        <pc:chgData name="Enrique Villegas Valerio" userId="8ada793c76dcd6b1" providerId="LiveId" clId="{22F5B8C0-95B1-4DAF-A10F-12CA8A14E89F}" dt="2024-04-28T13:45:44.955" v="2148" actId="47"/>
        <pc:sldMkLst>
          <pc:docMk/>
          <pc:sldMk cId="2372110217" sldId="713"/>
        </pc:sldMkLst>
      </pc:sldChg>
      <pc:sldChg chg="del">
        <pc:chgData name="Enrique Villegas Valerio" userId="8ada793c76dcd6b1" providerId="LiveId" clId="{22F5B8C0-95B1-4DAF-A10F-12CA8A14E89F}" dt="2024-04-28T13:45:44.955" v="2148" actId="47"/>
        <pc:sldMkLst>
          <pc:docMk/>
          <pc:sldMk cId="1827792804" sldId="714"/>
        </pc:sldMkLst>
      </pc:sldChg>
      <pc:sldChg chg="del">
        <pc:chgData name="Enrique Villegas Valerio" userId="8ada793c76dcd6b1" providerId="LiveId" clId="{22F5B8C0-95B1-4DAF-A10F-12CA8A14E89F}" dt="2024-04-28T13:45:44.955" v="2148" actId="47"/>
        <pc:sldMkLst>
          <pc:docMk/>
          <pc:sldMk cId="2676365126" sldId="715"/>
        </pc:sldMkLst>
      </pc:sldChg>
      <pc:sldChg chg="del">
        <pc:chgData name="Enrique Villegas Valerio" userId="8ada793c76dcd6b1" providerId="LiveId" clId="{22F5B8C0-95B1-4DAF-A10F-12CA8A14E89F}" dt="2024-04-28T13:45:44.955" v="2148" actId="47"/>
        <pc:sldMkLst>
          <pc:docMk/>
          <pc:sldMk cId="742796102" sldId="716"/>
        </pc:sldMkLst>
      </pc:sldChg>
      <pc:sldChg chg="del">
        <pc:chgData name="Enrique Villegas Valerio" userId="8ada793c76dcd6b1" providerId="LiveId" clId="{22F5B8C0-95B1-4DAF-A10F-12CA8A14E89F}" dt="2024-04-28T13:45:44.955" v="2148" actId="47"/>
        <pc:sldMkLst>
          <pc:docMk/>
          <pc:sldMk cId="1786523329" sldId="717"/>
        </pc:sldMkLst>
      </pc:sldChg>
      <pc:sldChg chg="del">
        <pc:chgData name="Enrique Villegas Valerio" userId="8ada793c76dcd6b1" providerId="LiveId" clId="{22F5B8C0-95B1-4DAF-A10F-12CA8A14E89F}" dt="2024-04-28T13:45:44.955" v="2148" actId="47"/>
        <pc:sldMkLst>
          <pc:docMk/>
          <pc:sldMk cId="579347164" sldId="718"/>
        </pc:sldMkLst>
      </pc:sldChg>
      <pc:sldChg chg="del">
        <pc:chgData name="Enrique Villegas Valerio" userId="8ada793c76dcd6b1" providerId="LiveId" clId="{22F5B8C0-95B1-4DAF-A10F-12CA8A14E89F}" dt="2024-04-28T13:45:44.955" v="2148" actId="47"/>
        <pc:sldMkLst>
          <pc:docMk/>
          <pc:sldMk cId="1756163945" sldId="719"/>
        </pc:sldMkLst>
      </pc:sldChg>
      <pc:sldChg chg="del">
        <pc:chgData name="Enrique Villegas Valerio" userId="8ada793c76dcd6b1" providerId="LiveId" clId="{22F5B8C0-95B1-4DAF-A10F-12CA8A14E89F}" dt="2024-04-28T13:45:44.955" v="2148" actId="47"/>
        <pc:sldMkLst>
          <pc:docMk/>
          <pc:sldMk cId="3729316981" sldId="720"/>
        </pc:sldMkLst>
      </pc:sldChg>
      <pc:sldChg chg="del">
        <pc:chgData name="Enrique Villegas Valerio" userId="8ada793c76dcd6b1" providerId="LiveId" clId="{22F5B8C0-95B1-4DAF-A10F-12CA8A14E89F}" dt="2024-04-28T13:45:44.955" v="2148" actId="47"/>
        <pc:sldMkLst>
          <pc:docMk/>
          <pc:sldMk cId="3376233568" sldId="721"/>
        </pc:sldMkLst>
      </pc:sldChg>
      <pc:sldChg chg="del">
        <pc:chgData name="Enrique Villegas Valerio" userId="8ada793c76dcd6b1" providerId="LiveId" clId="{22F5B8C0-95B1-4DAF-A10F-12CA8A14E89F}" dt="2024-04-28T13:45:44.955" v="2148" actId="47"/>
        <pc:sldMkLst>
          <pc:docMk/>
          <pc:sldMk cId="1888237764" sldId="723"/>
        </pc:sldMkLst>
      </pc:sldChg>
      <pc:sldChg chg="del">
        <pc:chgData name="Enrique Villegas Valerio" userId="8ada793c76dcd6b1" providerId="LiveId" clId="{22F5B8C0-95B1-4DAF-A10F-12CA8A14E89F}" dt="2024-04-28T13:45:44.955" v="2148" actId="47"/>
        <pc:sldMkLst>
          <pc:docMk/>
          <pc:sldMk cId="4261628322" sldId="725"/>
        </pc:sldMkLst>
      </pc:sldChg>
      <pc:sldChg chg="del">
        <pc:chgData name="Enrique Villegas Valerio" userId="8ada793c76dcd6b1" providerId="LiveId" clId="{22F5B8C0-95B1-4DAF-A10F-12CA8A14E89F}" dt="2024-04-28T13:45:44.955" v="2148" actId="47"/>
        <pc:sldMkLst>
          <pc:docMk/>
          <pc:sldMk cId="3050137477" sldId="726"/>
        </pc:sldMkLst>
      </pc:sldChg>
      <pc:sldChg chg="del">
        <pc:chgData name="Enrique Villegas Valerio" userId="8ada793c76dcd6b1" providerId="LiveId" clId="{22F5B8C0-95B1-4DAF-A10F-12CA8A14E89F}" dt="2024-04-28T13:45:44.955" v="2148" actId="47"/>
        <pc:sldMkLst>
          <pc:docMk/>
          <pc:sldMk cId="4080344541" sldId="727"/>
        </pc:sldMkLst>
      </pc:sldChg>
      <pc:sldChg chg="del">
        <pc:chgData name="Enrique Villegas Valerio" userId="8ada793c76dcd6b1" providerId="LiveId" clId="{22F5B8C0-95B1-4DAF-A10F-12CA8A14E89F}" dt="2024-04-28T13:45:44.955" v="2148" actId="47"/>
        <pc:sldMkLst>
          <pc:docMk/>
          <pc:sldMk cId="1175835528" sldId="728"/>
        </pc:sldMkLst>
      </pc:sldChg>
      <pc:sldChg chg="del">
        <pc:chgData name="Enrique Villegas Valerio" userId="8ada793c76dcd6b1" providerId="LiveId" clId="{22F5B8C0-95B1-4DAF-A10F-12CA8A14E89F}" dt="2024-04-28T13:45:44.955" v="2148" actId="47"/>
        <pc:sldMkLst>
          <pc:docMk/>
          <pc:sldMk cId="1186402150" sldId="729"/>
        </pc:sldMkLst>
      </pc:sldChg>
      <pc:sldChg chg="modSp del mod">
        <pc:chgData name="Enrique Villegas Valerio" userId="8ada793c76dcd6b1" providerId="LiveId" clId="{22F5B8C0-95B1-4DAF-A10F-12CA8A14E89F}" dt="2024-04-28T13:47:46.531" v="2217" actId="47"/>
        <pc:sldMkLst>
          <pc:docMk/>
          <pc:sldMk cId="858109033" sldId="730"/>
        </pc:sldMkLst>
        <pc:spChg chg="mod">
          <ac:chgData name="Enrique Villegas Valerio" userId="8ada793c76dcd6b1" providerId="LiveId" clId="{22F5B8C0-95B1-4DAF-A10F-12CA8A14E89F}" dt="2024-04-28T13:45:48.774" v="2156" actId="20577"/>
          <ac:spMkLst>
            <pc:docMk/>
            <pc:sldMk cId="858109033" sldId="730"/>
            <ac:spMk id="3" creationId="{CA07F423-46C6-CDD8-E4AD-233D53E2809D}"/>
          </ac:spMkLst>
        </pc:spChg>
      </pc:sldChg>
      <pc:sldChg chg="del">
        <pc:chgData name="Enrique Villegas Valerio" userId="8ada793c76dcd6b1" providerId="LiveId" clId="{22F5B8C0-95B1-4DAF-A10F-12CA8A14E89F}" dt="2024-04-28T13:45:44.955" v="2148" actId="47"/>
        <pc:sldMkLst>
          <pc:docMk/>
          <pc:sldMk cId="942090785" sldId="731"/>
        </pc:sldMkLst>
      </pc:sldChg>
      <pc:sldChg chg="del">
        <pc:chgData name="Enrique Villegas Valerio" userId="8ada793c76dcd6b1" providerId="LiveId" clId="{22F5B8C0-95B1-4DAF-A10F-12CA8A14E89F}" dt="2024-04-28T13:45:44.955" v="2148" actId="47"/>
        <pc:sldMkLst>
          <pc:docMk/>
          <pc:sldMk cId="2627965699" sldId="732"/>
        </pc:sldMkLst>
      </pc:sldChg>
      <pc:sldChg chg="del">
        <pc:chgData name="Enrique Villegas Valerio" userId="8ada793c76dcd6b1" providerId="LiveId" clId="{22F5B8C0-95B1-4DAF-A10F-12CA8A14E89F}" dt="2024-04-28T13:45:44.955" v="2148" actId="47"/>
        <pc:sldMkLst>
          <pc:docMk/>
          <pc:sldMk cId="1681979810" sldId="733"/>
        </pc:sldMkLst>
      </pc:sldChg>
      <pc:sldChg chg="del">
        <pc:chgData name="Enrique Villegas Valerio" userId="8ada793c76dcd6b1" providerId="LiveId" clId="{22F5B8C0-95B1-4DAF-A10F-12CA8A14E89F}" dt="2024-04-28T13:45:44.955" v="2148" actId="47"/>
        <pc:sldMkLst>
          <pc:docMk/>
          <pc:sldMk cId="2699387487" sldId="734"/>
        </pc:sldMkLst>
      </pc:sldChg>
      <pc:sldChg chg="del">
        <pc:chgData name="Enrique Villegas Valerio" userId="8ada793c76dcd6b1" providerId="LiveId" clId="{22F5B8C0-95B1-4DAF-A10F-12CA8A14E89F}" dt="2024-04-28T13:45:44.955" v="2148" actId="47"/>
        <pc:sldMkLst>
          <pc:docMk/>
          <pc:sldMk cId="1014141131" sldId="735"/>
        </pc:sldMkLst>
      </pc:sldChg>
      <pc:sldChg chg="del">
        <pc:chgData name="Enrique Villegas Valerio" userId="8ada793c76dcd6b1" providerId="LiveId" clId="{22F5B8C0-95B1-4DAF-A10F-12CA8A14E89F}" dt="2024-04-28T13:45:44.955" v="2148" actId="47"/>
        <pc:sldMkLst>
          <pc:docMk/>
          <pc:sldMk cId="2599747815" sldId="736"/>
        </pc:sldMkLst>
      </pc:sldChg>
      <pc:sldChg chg="del">
        <pc:chgData name="Enrique Villegas Valerio" userId="8ada793c76dcd6b1" providerId="LiveId" clId="{22F5B8C0-95B1-4DAF-A10F-12CA8A14E89F}" dt="2024-04-28T13:45:44.955" v="2148" actId="47"/>
        <pc:sldMkLst>
          <pc:docMk/>
          <pc:sldMk cId="42847906" sldId="737"/>
        </pc:sldMkLst>
      </pc:sldChg>
      <pc:sldChg chg="del">
        <pc:chgData name="Enrique Villegas Valerio" userId="8ada793c76dcd6b1" providerId="LiveId" clId="{22F5B8C0-95B1-4DAF-A10F-12CA8A14E89F}" dt="2024-04-28T13:45:44.955" v="2148" actId="47"/>
        <pc:sldMkLst>
          <pc:docMk/>
          <pc:sldMk cId="217723856" sldId="738"/>
        </pc:sldMkLst>
      </pc:sldChg>
      <pc:sldChg chg="del">
        <pc:chgData name="Enrique Villegas Valerio" userId="8ada793c76dcd6b1" providerId="LiveId" clId="{22F5B8C0-95B1-4DAF-A10F-12CA8A14E89F}" dt="2024-04-28T13:45:44.955" v="2148" actId="47"/>
        <pc:sldMkLst>
          <pc:docMk/>
          <pc:sldMk cId="4129015968" sldId="739"/>
        </pc:sldMkLst>
      </pc:sldChg>
      <pc:sldChg chg="del">
        <pc:chgData name="Enrique Villegas Valerio" userId="8ada793c76dcd6b1" providerId="LiveId" clId="{22F5B8C0-95B1-4DAF-A10F-12CA8A14E89F}" dt="2024-04-28T13:45:44.955" v="2148" actId="47"/>
        <pc:sldMkLst>
          <pc:docMk/>
          <pc:sldMk cId="1255978089" sldId="740"/>
        </pc:sldMkLst>
      </pc:sldChg>
      <pc:sldChg chg="del">
        <pc:chgData name="Enrique Villegas Valerio" userId="8ada793c76dcd6b1" providerId="LiveId" clId="{22F5B8C0-95B1-4DAF-A10F-12CA8A14E89F}" dt="2024-04-28T13:45:44.955" v="2148" actId="47"/>
        <pc:sldMkLst>
          <pc:docMk/>
          <pc:sldMk cId="3845828418" sldId="741"/>
        </pc:sldMkLst>
      </pc:sldChg>
      <pc:sldChg chg="del">
        <pc:chgData name="Enrique Villegas Valerio" userId="8ada793c76dcd6b1" providerId="LiveId" clId="{22F5B8C0-95B1-4DAF-A10F-12CA8A14E89F}" dt="2024-04-28T13:45:44.955" v="2148" actId="47"/>
        <pc:sldMkLst>
          <pc:docMk/>
          <pc:sldMk cId="3562662680" sldId="742"/>
        </pc:sldMkLst>
      </pc:sldChg>
      <pc:sldChg chg="del">
        <pc:chgData name="Enrique Villegas Valerio" userId="8ada793c76dcd6b1" providerId="LiveId" clId="{22F5B8C0-95B1-4DAF-A10F-12CA8A14E89F}" dt="2024-04-28T13:45:44.955" v="2148" actId="47"/>
        <pc:sldMkLst>
          <pc:docMk/>
          <pc:sldMk cId="1031900184" sldId="743"/>
        </pc:sldMkLst>
      </pc:sldChg>
      <pc:sldChg chg="del">
        <pc:chgData name="Enrique Villegas Valerio" userId="8ada793c76dcd6b1" providerId="LiveId" clId="{22F5B8C0-95B1-4DAF-A10F-12CA8A14E89F}" dt="2024-04-28T13:45:44.955" v="2148" actId="47"/>
        <pc:sldMkLst>
          <pc:docMk/>
          <pc:sldMk cId="2954507347" sldId="744"/>
        </pc:sldMkLst>
      </pc:sldChg>
      <pc:sldChg chg="del">
        <pc:chgData name="Enrique Villegas Valerio" userId="8ada793c76dcd6b1" providerId="LiveId" clId="{22F5B8C0-95B1-4DAF-A10F-12CA8A14E89F}" dt="2024-04-28T13:45:44.955" v="2148" actId="47"/>
        <pc:sldMkLst>
          <pc:docMk/>
          <pc:sldMk cId="408355803" sldId="745"/>
        </pc:sldMkLst>
      </pc:sldChg>
      <pc:sldChg chg="del">
        <pc:chgData name="Enrique Villegas Valerio" userId="8ada793c76dcd6b1" providerId="LiveId" clId="{22F5B8C0-95B1-4DAF-A10F-12CA8A14E89F}" dt="2024-04-28T13:45:44.955" v="2148" actId="47"/>
        <pc:sldMkLst>
          <pc:docMk/>
          <pc:sldMk cId="2623102239" sldId="746"/>
        </pc:sldMkLst>
      </pc:sldChg>
      <pc:sldChg chg="del">
        <pc:chgData name="Enrique Villegas Valerio" userId="8ada793c76dcd6b1" providerId="LiveId" clId="{22F5B8C0-95B1-4DAF-A10F-12CA8A14E89F}" dt="2024-04-28T13:45:44.955" v="2148" actId="47"/>
        <pc:sldMkLst>
          <pc:docMk/>
          <pc:sldMk cId="3227108644" sldId="747"/>
        </pc:sldMkLst>
      </pc:sldChg>
      <pc:sldChg chg="del">
        <pc:chgData name="Enrique Villegas Valerio" userId="8ada793c76dcd6b1" providerId="LiveId" clId="{22F5B8C0-95B1-4DAF-A10F-12CA8A14E89F}" dt="2024-04-28T13:45:44.955" v="2148" actId="47"/>
        <pc:sldMkLst>
          <pc:docMk/>
          <pc:sldMk cId="1844220400" sldId="748"/>
        </pc:sldMkLst>
      </pc:sldChg>
      <pc:sldChg chg="del">
        <pc:chgData name="Enrique Villegas Valerio" userId="8ada793c76dcd6b1" providerId="LiveId" clId="{22F5B8C0-95B1-4DAF-A10F-12CA8A14E89F}" dt="2024-04-28T13:45:44.955" v="2148" actId="47"/>
        <pc:sldMkLst>
          <pc:docMk/>
          <pc:sldMk cId="2615206711" sldId="749"/>
        </pc:sldMkLst>
      </pc:sldChg>
      <pc:sldChg chg="del">
        <pc:chgData name="Enrique Villegas Valerio" userId="8ada793c76dcd6b1" providerId="LiveId" clId="{22F5B8C0-95B1-4DAF-A10F-12CA8A14E89F}" dt="2024-04-28T13:45:44.955" v="2148" actId="47"/>
        <pc:sldMkLst>
          <pc:docMk/>
          <pc:sldMk cId="2955606564" sldId="750"/>
        </pc:sldMkLst>
      </pc:sldChg>
      <pc:sldChg chg="del">
        <pc:chgData name="Enrique Villegas Valerio" userId="8ada793c76dcd6b1" providerId="LiveId" clId="{22F5B8C0-95B1-4DAF-A10F-12CA8A14E89F}" dt="2024-04-28T13:45:44.955" v="2148" actId="47"/>
        <pc:sldMkLst>
          <pc:docMk/>
          <pc:sldMk cId="2795727232" sldId="751"/>
        </pc:sldMkLst>
      </pc:sldChg>
      <pc:sldChg chg="del">
        <pc:chgData name="Enrique Villegas Valerio" userId="8ada793c76dcd6b1" providerId="LiveId" clId="{22F5B8C0-95B1-4DAF-A10F-12CA8A14E89F}" dt="2024-04-28T13:45:44.955" v="2148" actId="47"/>
        <pc:sldMkLst>
          <pc:docMk/>
          <pc:sldMk cId="307501430" sldId="752"/>
        </pc:sldMkLst>
      </pc:sldChg>
      <pc:sldChg chg="del">
        <pc:chgData name="Enrique Villegas Valerio" userId="8ada793c76dcd6b1" providerId="LiveId" clId="{22F5B8C0-95B1-4DAF-A10F-12CA8A14E89F}" dt="2024-04-28T13:45:44.955" v="2148" actId="47"/>
        <pc:sldMkLst>
          <pc:docMk/>
          <pc:sldMk cId="2681378688" sldId="753"/>
        </pc:sldMkLst>
      </pc:sldChg>
      <pc:sldChg chg="del">
        <pc:chgData name="Enrique Villegas Valerio" userId="8ada793c76dcd6b1" providerId="LiveId" clId="{22F5B8C0-95B1-4DAF-A10F-12CA8A14E89F}" dt="2024-04-28T13:45:44.955" v="2148" actId="47"/>
        <pc:sldMkLst>
          <pc:docMk/>
          <pc:sldMk cId="303894514" sldId="754"/>
        </pc:sldMkLst>
      </pc:sldChg>
      <pc:sldChg chg="del">
        <pc:chgData name="Enrique Villegas Valerio" userId="8ada793c76dcd6b1" providerId="LiveId" clId="{22F5B8C0-95B1-4DAF-A10F-12CA8A14E89F}" dt="2024-04-28T13:45:44.955" v="2148" actId="47"/>
        <pc:sldMkLst>
          <pc:docMk/>
          <pc:sldMk cId="297649183" sldId="755"/>
        </pc:sldMkLst>
      </pc:sldChg>
      <pc:sldChg chg="del">
        <pc:chgData name="Enrique Villegas Valerio" userId="8ada793c76dcd6b1" providerId="LiveId" clId="{22F5B8C0-95B1-4DAF-A10F-12CA8A14E89F}" dt="2024-04-28T13:45:44.955" v="2148" actId="47"/>
        <pc:sldMkLst>
          <pc:docMk/>
          <pc:sldMk cId="4093056462" sldId="756"/>
        </pc:sldMkLst>
      </pc:sldChg>
      <pc:sldChg chg="del">
        <pc:chgData name="Enrique Villegas Valerio" userId="8ada793c76dcd6b1" providerId="LiveId" clId="{22F5B8C0-95B1-4DAF-A10F-12CA8A14E89F}" dt="2024-04-28T13:45:44.955" v="2148" actId="47"/>
        <pc:sldMkLst>
          <pc:docMk/>
          <pc:sldMk cId="3429242866" sldId="757"/>
        </pc:sldMkLst>
      </pc:sldChg>
      <pc:sldChg chg="del">
        <pc:chgData name="Enrique Villegas Valerio" userId="8ada793c76dcd6b1" providerId="LiveId" clId="{22F5B8C0-95B1-4DAF-A10F-12CA8A14E89F}" dt="2024-04-28T13:45:44.955" v="2148" actId="47"/>
        <pc:sldMkLst>
          <pc:docMk/>
          <pc:sldMk cId="838995400" sldId="758"/>
        </pc:sldMkLst>
      </pc:sldChg>
      <pc:sldChg chg="del">
        <pc:chgData name="Enrique Villegas Valerio" userId="8ada793c76dcd6b1" providerId="LiveId" clId="{22F5B8C0-95B1-4DAF-A10F-12CA8A14E89F}" dt="2024-04-28T13:45:44.955" v="2148" actId="47"/>
        <pc:sldMkLst>
          <pc:docMk/>
          <pc:sldMk cId="3594748842" sldId="759"/>
        </pc:sldMkLst>
      </pc:sldChg>
      <pc:sldChg chg="del">
        <pc:chgData name="Enrique Villegas Valerio" userId="8ada793c76dcd6b1" providerId="LiveId" clId="{22F5B8C0-95B1-4DAF-A10F-12CA8A14E89F}" dt="2024-04-28T13:45:44.955" v="2148" actId="47"/>
        <pc:sldMkLst>
          <pc:docMk/>
          <pc:sldMk cId="988940524" sldId="760"/>
        </pc:sldMkLst>
      </pc:sldChg>
      <pc:sldChg chg="del">
        <pc:chgData name="Enrique Villegas Valerio" userId="8ada793c76dcd6b1" providerId="LiveId" clId="{22F5B8C0-95B1-4DAF-A10F-12CA8A14E89F}" dt="2024-04-28T13:45:44.955" v="2148" actId="47"/>
        <pc:sldMkLst>
          <pc:docMk/>
          <pc:sldMk cId="1457925784" sldId="761"/>
        </pc:sldMkLst>
      </pc:sldChg>
      <pc:sldChg chg="del">
        <pc:chgData name="Enrique Villegas Valerio" userId="8ada793c76dcd6b1" providerId="LiveId" clId="{22F5B8C0-95B1-4DAF-A10F-12CA8A14E89F}" dt="2024-04-28T13:45:44.955" v="2148" actId="47"/>
        <pc:sldMkLst>
          <pc:docMk/>
          <pc:sldMk cId="3489304264" sldId="762"/>
        </pc:sldMkLst>
      </pc:sldChg>
      <pc:sldChg chg="del">
        <pc:chgData name="Enrique Villegas Valerio" userId="8ada793c76dcd6b1" providerId="LiveId" clId="{22F5B8C0-95B1-4DAF-A10F-12CA8A14E89F}" dt="2024-04-28T13:45:44.955" v="2148" actId="47"/>
        <pc:sldMkLst>
          <pc:docMk/>
          <pc:sldMk cId="2951377007" sldId="763"/>
        </pc:sldMkLst>
      </pc:sldChg>
      <pc:sldChg chg="del">
        <pc:chgData name="Enrique Villegas Valerio" userId="8ada793c76dcd6b1" providerId="LiveId" clId="{22F5B8C0-95B1-4DAF-A10F-12CA8A14E89F}" dt="2024-04-28T13:45:44.955" v="2148" actId="47"/>
        <pc:sldMkLst>
          <pc:docMk/>
          <pc:sldMk cId="2843221620" sldId="764"/>
        </pc:sldMkLst>
      </pc:sldChg>
      <pc:sldChg chg="del">
        <pc:chgData name="Enrique Villegas Valerio" userId="8ada793c76dcd6b1" providerId="LiveId" clId="{22F5B8C0-95B1-4DAF-A10F-12CA8A14E89F}" dt="2024-04-28T13:45:44.955" v="2148" actId="47"/>
        <pc:sldMkLst>
          <pc:docMk/>
          <pc:sldMk cId="1036406417" sldId="765"/>
        </pc:sldMkLst>
      </pc:sldChg>
      <pc:sldChg chg="del">
        <pc:chgData name="Enrique Villegas Valerio" userId="8ada793c76dcd6b1" providerId="LiveId" clId="{22F5B8C0-95B1-4DAF-A10F-12CA8A14E89F}" dt="2024-04-28T13:45:44.955" v="2148" actId="47"/>
        <pc:sldMkLst>
          <pc:docMk/>
          <pc:sldMk cId="558599693" sldId="766"/>
        </pc:sldMkLst>
      </pc:sldChg>
      <pc:sldChg chg="del">
        <pc:chgData name="Enrique Villegas Valerio" userId="8ada793c76dcd6b1" providerId="LiveId" clId="{22F5B8C0-95B1-4DAF-A10F-12CA8A14E89F}" dt="2024-04-28T13:45:44.955" v="2148" actId="47"/>
        <pc:sldMkLst>
          <pc:docMk/>
          <pc:sldMk cId="881164162" sldId="768"/>
        </pc:sldMkLst>
      </pc:sldChg>
      <pc:sldChg chg="del">
        <pc:chgData name="Enrique Villegas Valerio" userId="8ada793c76dcd6b1" providerId="LiveId" clId="{22F5B8C0-95B1-4DAF-A10F-12CA8A14E89F}" dt="2024-04-28T13:45:44.955" v="2148" actId="47"/>
        <pc:sldMkLst>
          <pc:docMk/>
          <pc:sldMk cId="1072409482" sldId="769"/>
        </pc:sldMkLst>
      </pc:sldChg>
      <pc:sldChg chg="del">
        <pc:chgData name="Enrique Villegas Valerio" userId="8ada793c76dcd6b1" providerId="LiveId" clId="{22F5B8C0-95B1-4DAF-A10F-12CA8A14E89F}" dt="2024-04-28T13:45:44.955" v="2148" actId="47"/>
        <pc:sldMkLst>
          <pc:docMk/>
          <pc:sldMk cId="2431892705" sldId="770"/>
        </pc:sldMkLst>
      </pc:sldChg>
      <pc:sldChg chg="del">
        <pc:chgData name="Enrique Villegas Valerio" userId="8ada793c76dcd6b1" providerId="LiveId" clId="{22F5B8C0-95B1-4DAF-A10F-12CA8A14E89F}" dt="2024-04-28T13:45:44.955" v="2148" actId="47"/>
        <pc:sldMkLst>
          <pc:docMk/>
          <pc:sldMk cId="2518094582" sldId="771"/>
        </pc:sldMkLst>
      </pc:sldChg>
      <pc:sldChg chg="del">
        <pc:chgData name="Enrique Villegas Valerio" userId="8ada793c76dcd6b1" providerId="LiveId" clId="{22F5B8C0-95B1-4DAF-A10F-12CA8A14E89F}" dt="2024-04-28T13:45:44.955" v="2148" actId="47"/>
        <pc:sldMkLst>
          <pc:docMk/>
          <pc:sldMk cId="4274744633" sldId="772"/>
        </pc:sldMkLst>
      </pc:sldChg>
      <pc:sldChg chg="del">
        <pc:chgData name="Enrique Villegas Valerio" userId="8ada793c76dcd6b1" providerId="LiveId" clId="{22F5B8C0-95B1-4DAF-A10F-12CA8A14E89F}" dt="2024-04-28T13:45:44.955" v="2148" actId="47"/>
        <pc:sldMkLst>
          <pc:docMk/>
          <pc:sldMk cId="2786650950" sldId="773"/>
        </pc:sldMkLst>
      </pc:sldChg>
      <pc:sldChg chg="del">
        <pc:chgData name="Enrique Villegas Valerio" userId="8ada793c76dcd6b1" providerId="LiveId" clId="{22F5B8C0-95B1-4DAF-A10F-12CA8A14E89F}" dt="2024-04-28T13:45:44.955" v="2148" actId="47"/>
        <pc:sldMkLst>
          <pc:docMk/>
          <pc:sldMk cId="1500486157" sldId="774"/>
        </pc:sldMkLst>
      </pc:sldChg>
      <pc:sldChg chg="del">
        <pc:chgData name="Enrique Villegas Valerio" userId="8ada793c76dcd6b1" providerId="LiveId" clId="{22F5B8C0-95B1-4DAF-A10F-12CA8A14E89F}" dt="2024-04-28T13:45:44.955" v="2148" actId="47"/>
        <pc:sldMkLst>
          <pc:docMk/>
          <pc:sldMk cId="3631565729" sldId="775"/>
        </pc:sldMkLst>
      </pc:sldChg>
      <pc:sldChg chg="del">
        <pc:chgData name="Enrique Villegas Valerio" userId="8ada793c76dcd6b1" providerId="LiveId" clId="{22F5B8C0-95B1-4DAF-A10F-12CA8A14E89F}" dt="2024-04-28T13:45:44.955" v="2148" actId="47"/>
        <pc:sldMkLst>
          <pc:docMk/>
          <pc:sldMk cId="3272485913" sldId="776"/>
        </pc:sldMkLst>
      </pc:sldChg>
      <pc:sldChg chg="del">
        <pc:chgData name="Enrique Villegas Valerio" userId="8ada793c76dcd6b1" providerId="LiveId" clId="{22F5B8C0-95B1-4DAF-A10F-12CA8A14E89F}" dt="2024-04-28T13:45:44.955" v="2148" actId="47"/>
        <pc:sldMkLst>
          <pc:docMk/>
          <pc:sldMk cId="3545591661" sldId="777"/>
        </pc:sldMkLst>
      </pc:sldChg>
      <pc:sldChg chg="del">
        <pc:chgData name="Enrique Villegas Valerio" userId="8ada793c76dcd6b1" providerId="LiveId" clId="{22F5B8C0-95B1-4DAF-A10F-12CA8A14E89F}" dt="2024-04-28T13:45:44.955" v="2148" actId="47"/>
        <pc:sldMkLst>
          <pc:docMk/>
          <pc:sldMk cId="1301569592" sldId="778"/>
        </pc:sldMkLst>
      </pc:sldChg>
      <pc:sldChg chg="del">
        <pc:chgData name="Enrique Villegas Valerio" userId="8ada793c76dcd6b1" providerId="LiveId" clId="{22F5B8C0-95B1-4DAF-A10F-12CA8A14E89F}" dt="2024-04-28T13:45:44.955" v="2148" actId="47"/>
        <pc:sldMkLst>
          <pc:docMk/>
          <pc:sldMk cId="1256220797" sldId="779"/>
        </pc:sldMkLst>
      </pc:sldChg>
      <pc:sldChg chg="del">
        <pc:chgData name="Enrique Villegas Valerio" userId="8ada793c76dcd6b1" providerId="LiveId" clId="{22F5B8C0-95B1-4DAF-A10F-12CA8A14E89F}" dt="2024-04-28T03:22:55.501" v="0" actId="47"/>
        <pc:sldMkLst>
          <pc:docMk/>
          <pc:sldMk cId="595888006" sldId="780"/>
        </pc:sldMkLst>
      </pc:sldChg>
      <pc:sldChg chg="addSp modSp new">
        <pc:chgData name="Enrique Villegas Valerio" userId="8ada793c76dcd6b1" providerId="LiveId" clId="{22F5B8C0-95B1-4DAF-A10F-12CA8A14E89F}" dt="2024-04-28T03:23:59.761" v="12" actId="14100"/>
        <pc:sldMkLst>
          <pc:docMk/>
          <pc:sldMk cId="844771429" sldId="780"/>
        </pc:sldMkLst>
        <pc:picChg chg="add mod">
          <ac:chgData name="Enrique Villegas Valerio" userId="8ada793c76dcd6b1" providerId="LiveId" clId="{22F5B8C0-95B1-4DAF-A10F-12CA8A14E89F}" dt="2024-04-28T03:23:59.761" v="12" actId="14100"/>
          <ac:picMkLst>
            <pc:docMk/>
            <pc:sldMk cId="844771429" sldId="780"/>
            <ac:picMk id="1026" creationId="{E4C28187-14E9-BE54-F05D-779CB355D4CB}"/>
          </ac:picMkLst>
        </pc:picChg>
      </pc:sldChg>
      <pc:sldChg chg="modSp add">
        <pc:chgData name="Enrique Villegas Valerio" userId="8ada793c76dcd6b1" providerId="LiveId" clId="{22F5B8C0-95B1-4DAF-A10F-12CA8A14E89F}" dt="2024-04-28T03:23:51.809" v="11" actId="18131"/>
        <pc:sldMkLst>
          <pc:docMk/>
          <pc:sldMk cId="844270561" sldId="781"/>
        </pc:sldMkLst>
        <pc:picChg chg="mod">
          <ac:chgData name="Enrique Villegas Valerio" userId="8ada793c76dcd6b1" providerId="LiveId" clId="{22F5B8C0-95B1-4DAF-A10F-12CA8A14E89F}" dt="2024-04-28T03:23:51.809" v="11" actId="18131"/>
          <ac:picMkLst>
            <pc:docMk/>
            <pc:sldMk cId="844270561" sldId="781"/>
            <ac:picMk id="1026" creationId="{E4C28187-14E9-BE54-F05D-779CB355D4CB}"/>
          </ac:picMkLst>
        </pc:picChg>
      </pc:sldChg>
      <pc:sldChg chg="addSp delSp modSp new mod chgLayout">
        <pc:chgData name="Enrique Villegas Valerio" userId="8ada793c76dcd6b1" providerId="LiveId" clId="{22F5B8C0-95B1-4DAF-A10F-12CA8A14E89F}" dt="2024-04-28T04:42:05.073" v="659" actId="478"/>
        <pc:sldMkLst>
          <pc:docMk/>
          <pc:sldMk cId="2087936639" sldId="782"/>
        </pc:sldMkLst>
        <pc:spChg chg="add del">
          <ac:chgData name="Enrique Villegas Valerio" userId="8ada793c76dcd6b1" providerId="LiveId" clId="{22F5B8C0-95B1-4DAF-A10F-12CA8A14E89F}" dt="2024-04-28T04:33:14.643" v="23" actId="22"/>
          <ac:spMkLst>
            <pc:docMk/>
            <pc:sldMk cId="2087936639" sldId="782"/>
            <ac:spMk id="5" creationId="{E819FF35-2A03-18D8-C502-25E11C4FEFF4}"/>
          </ac:spMkLst>
        </pc:spChg>
        <pc:spChg chg="add mod">
          <ac:chgData name="Enrique Villegas Valerio" userId="8ada793c76dcd6b1" providerId="LiveId" clId="{22F5B8C0-95B1-4DAF-A10F-12CA8A14E89F}" dt="2024-04-28T04:39:39.752" v="539" actId="1038"/>
          <ac:spMkLst>
            <pc:docMk/>
            <pc:sldMk cId="2087936639" sldId="782"/>
            <ac:spMk id="6" creationId="{38D63825-ADEE-B658-26DD-D522C2C0DD8B}"/>
          </ac:spMkLst>
        </pc:spChg>
        <pc:spChg chg="add del mod">
          <ac:chgData name="Enrique Villegas Valerio" userId="8ada793c76dcd6b1" providerId="LiveId" clId="{22F5B8C0-95B1-4DAF-A10F-12CA8A14E89F}" dt="2024-04-28T04:37:57.038" v="373" actId="47"/>
          <ac:spMkLst>
            <pc:docMk/>
            <pc:sldMk cId="2087936639" sldId="782"/>
            <ac:spMk id="7" creationId="{CA4F695F-5937-72B8-A646-52445A2C3105}"/>
          </ac:spMkLst>
        </pc:spChg>
        <pc:spChg chg="add del mod">
          <ac:chgData name="Enrique Villegas Valerio" userId="8ada793c76dcd6b1" providerId="LiveId" clId="{22F5B8C0-95B1-4DAF-A10F-12CA8A14E89F}" dt="2024-04-28T04:39:39.752" v="539" actId="1038"/>
          <ac:spMkLst>
            <pc:docMk/>
            <pc:sldMk cId="2087936639" sldId="782"/>
            <ac:spMk id="9" creationId="{D4E21D2C-0BC2-C6D1-6994-B8FECE1D9356}"/>
          </ac:spMkLst>
        </pc:spChg>
        <pc:spChg chg="add del mod">
          <ac:chgData name="Enrique Villegas Valerio" userId="8ada793c76dcd6b1" providerId="LiveId" clId="{22F5B8C0-95B1-4DAF-A10F-12CA8A14E89F}" dt="2024-04-28T04:42:05.073" v="659" actId="478"/>
          <ac:spMkLst>
            <pc:docMk/>
            <pc:sldMk cId="2087936639" sldId="782"/>
            <ac:spMk id="10" creationId="{53C7DBE5-5021-6E92-D2A1-DFF743F4A66E}"/>
          </ac:spMkLst>
        </pc:spChg>
        <pc:spChg chg="add mod">
          <ac:chgData name="Enrique Villegas Valerio" userId="8ada793c76dcd6b1" providerId="LiveId" clId="{22F5B8C0-95B1-4DAF-A10F-12CA8A14E89F}" dt="2024-04-28T04:39:47.315" v="547"/>
          <ac:spMkLst>
            <pc:docMk/>
            <pc:sldMk cId="2087936639" sldId="782"/>
            <ac:spMk id="11" creationId="{10204212-72CE-CCE9-B47E-795719788E89}"/>
          </ac:spMkLst>
        </pc:spChg>
        <pc:picChg chg="add mod">
          <ac:chgData name="Enrique Villegas Valerio" userId="8ada793c76dcd6b1" providerId="LiveId" clId="{22F5B8C0-95B1-4DAF-A10F-12CA8A14E89F}" dt="2024-04-28T04:38:55.932" v="515" actId="1036"/>
          <ac:picMkLst>
            <pc:docMk/>
            <pc:sldMk cId="2087936639" sldId="782"/>
            <ac:picMk id="3" creationId="{DEC719AF-65EA-EBBA-BA4F-38E211C9A7DA}"/>
          </ac:picMkLst>
        </pc:picChg>
      </pc:sldChg>
      <pc:sldChg chg="addSp delSp modSp add mod">
        <pc:chgData name="Enrique Villegas Valerio" userId="8ada793c76dcd6b1" providerId="LiveId" clId="{22F5B8C0-95B1-4DAF-A10F-12CA8A14E89F}" dt="2024-04-28T05:03:27.652" v="898" actId="21"/>
        <pc:sldMkLst>
          <pc:docMk/>
          <pc:sldMk cId="604872742" sldId="783"/>
        </pc:sldMkLst>
        <pc:spChg chg="add del">
          <ac:chgData name="Enrique Villegas Valerio" userId="8ada793c76dcd6b1" providerId="LiveId" clId="{22F5B8C0-95B1-4DAF-A10F-12CA8A14E89F}" dt="2024-04-28T05:03:27.652" v="898" actId="21"/>
          <ac:spMkLst>
            <pc:docMk/>
            <pc:sldMk cId="604872742" sldId="783"/>
            <ac:spMk id="6" creationId="{38D63825-ADEE-B658-26DD-D522C2C0DD8B}"/>
          </ac:spMkLst>
        </pc:spChg>
        <pc:spChg chg="mod">
          <ac:chgData name="Enrique Villegas Valerio" userId="8ada793c76dcd6b1" providerId="LiveId" clId="{22F5B8C0-95B1-4DAF-A10F-12CA8A14E89F}" dt="2024-04-28T04:42:09.521" v="668" actId="1035"/>
          <ac:spMkLst>
            <pc:docMk/>
            <pc:sldMk cId="604872742" sldId="783"/>
            <ac:spMk id="10" creationId="{53C7DBE5-5021-6E92-D2A1-DFF743F4A66E}"/>
          </ac:spMkLst>
        </pc:spChg>
      </pc:sldChg>
      <pc:sldChg chg="new del">
        <pc:chgData name="Enrique Villegas Valerio" userId="8ada793c76dcd6b1" providerId="LiveId" clId="{22F5B8C0-95B1-4DAF-A10F-12CA8A14E89F}" dt="2024-04-28T04:37:57.429" v="374" actId="680"/>
        <pc:sldMkLst>
          <pc:docMk/>
          <pc:sldMk cId="3388704265" sldId="783"/>
        </pc:sldMkLst>
      </pc:sldChg>
      <pc:sldChg chg="addSp delSp modSp new mod">
        <pc:chgData name="Enrique Villegas Valerio" userId="8ada793c76dcd6b1" providerId="LiveId" clId="{22F5B8C0-95B1-4DAF-A10F-12CA8A14E89F}" dt="2024-04-28T05:07:11.347" v="1097" actId="1076"/>
        <pc:sldMkLst>
          <pc:docMk/>
          <pc:sldMk cId="3505741251" sldId="784"/>
        </pc:sldMkLst>
        <pc:spChg chg="add mod">
          <ac:chgData name="Enrique Villegas Valerio" userId="8ada793c76dcd6b1" providerId="LiveId" clId="{22F5B8C0-95B1-4DAF-A10F-12CA8A14E89F}" dt="2024-04-28T05:06:23.825" v="1088" actId="1036"/>
          <ac:spMkLst>
            <pc:docMk/>
            <pc:sldMk cId="3505741251" sldId="784"/>
            <ac:spMk id="17" creationId="{38D63825-ADEE-B658-26DD-D522C2C0DD8B}"/>
          </ac:spMkLst>
        </pc:spChg>
        <pc:picChg chg="add mod">
          <ac:chgData name="Enrique Villegas Valerio" userId="8ada793c76dcd6b1" providerId="LiveId" clId="{22F5B8C0-95B1-4DAF-A10F-12CA8A14E89F}" dt="2024-04-28T05:06:34.464" v="1090" actId="1076"/>
          <ac:picMkLst>
            <pc:docMk/>
            <pc:sldMk cId="3505741251" sldId="784"/>
            <ac:picMk id="3" creationId="{CA698DB0-867D-2DCB-024C-5601778EFAF0}"/>
          </ac:picMkLst>
        </pc:picChg>
        <pc:picChg chg="add mod">
          <ac:chgData name="Enrique Villegas Valerio" userId="8ada793c76dcd6b1" providerId="LiveId" clId="{22F5B8C0-95B1-4DAF-A10F-12CA8A14E89F}" dt="2024-04-28T05:06:47.200" v="1092" actId="1076"/>
          <ac:picMkLst>
            <pc:docMk/>
            <pc:sldMk cId="3505741251" sldId="784"/>
            <ac:picMk id="5" creationId="{0B03D247-20D5-288C-6E1F-760CE5E22F59}"/>
          </ac:picMkLst>
        </pc:picChg>
        <pc:picChg chg="add mod modCrop">
          <ac:chgData name="Enrique Villegas Valerio" userId="8ada793c76dcd6b1" providerId="LiveId" clId="{22F5B8C0-95B1-4DAF-A10F-12CA8A14E89F}" dt="2024-04-28T05:07:11.347" v="1097" actId="1076"/>
          <ac:picMkLst>
            <pc:docMk/>
            <pc:sldMk cId="3505741251" sldId="784"/>
            <ac:picMk id="7" creationId="{29A92688-BB77-38EA-CFA8-34637EF93977}"/>
          </ac:picMkLst>
        </pc:picChg>
        <pc:picChg chg="add mod modCrop">
          <ac:chgData name="Enrique Villegas Valerio" userId="8ada793c76dcd6b1" providerId="LiveId" clId="{22F5B8C0-95B1-4DAF-A10F-12CA8A14E89F}" dt="2024-04-28T05:07:07.391" v="1096" actId="1076"/>
          <ac:picMkLst>
            <pc:docMk/>
            <pc:sldMk cId="3505741251" sldId="784"/>
            <ac:picMk id="9" creationId="{2C05C248-16DB-D305-E70A-968F3605A90D}"/>
          </ac:picMkLst>
        </pc:picChg>
        <pc:picChg chg="add mod modCrop">
          <ac:chgData name="Enrique Villegas Valerio" userId="8ada793c76dcd6b1" providerId="LiveId" clId="{22F5B8C0-95B1-4DAF-A10F-12CA8A14E89F}" dt="2024-04-28T05:06:56.731" v="1094" actId="14100"/>
          <ac:picMkLst>
            <pc:docMk/>
            <pc:sldMk cId="3505741251" sldId="784"/>
            <ac:picMk id="11" creationId="{2C376D56-2572-216A-5D19-8DBFB99BE181}"/>
          </ac:picMkLst>
        </pc:picChg>
        <pc:picChg chg="add mod modCrop">
          <ac:chgData name="Enrique Villegas Valerio" userId="8ada793c76dcd6b1" providerId="LiveId" clId="{22F5B8C0-95B1-4DAF-A10F-12CA8A14E89F}" dt="2024-04-28T05:06:40.542" v="1091" actId="1076"/>
          <ac:picMkLst>
            <pc:docMk/>
            <pc:sldMk cId="3505741251" sldId="784"/>
            <ac:picMk id="13" creationId="{781916B0-42A5-1110-54E8-B829971706BF}"/>
          </ac:picMkLst>
        </pc:picChg>
        <pc:picChg chg="add mod modCrop">
          <ac:chgData name="Enrique Villegas Valerio" userId="8ada793c76dcd6b1" providerId="LiveId" clId="{22F5B8C0-95B1-4DAF-A10F-12CA8A14E89F}" dt="2024-04-28T05:07:01.221" v="1095" actId="1076"/>
          <ac:picMkLst>
            <pc:docMk/>
            <pc:sldMk cId="3505741251" sldId="784"/>
            <ac:picMk id="15" creationId="{0AEE153D-EDE3-D378-341F-C84894B59DCB}"/>
          </ac:picMkLst>
        </pc:picChg>
        <pc:picChg chg="add mod">
          <ac:chgData name="Enrique Villegas Valerio" userId="8ada793c76dcd6b1" providerId="LiveId" clId="{22F5B8C0-95B1-4DAF-A10F-12CA8A14E89F}" dt="2024-04-28T05:03:06.940" v="881" actId="571"/>
          <ac:picMkLst>
            <pc:docMk/>
            <pc:sldMk cId="3505741251" sldId="784"/>
            <ac:picMk id="16" creationId="{A72C988B-7AA7-FA63-0FFE-CD978D2BD5FE}"/>
          </ac:picMkLst>
        </pc:picChg>
        <pc:picChg chg="add del mod">
          <ac:chgData name="Enrique Villegas Valerio" userId="8ada793c76dcd6b1" providerId="LiveId" clId="{22F5B8C0-95B1-4DAF-A10F-12CA8A14E89F}" dt="2024-04-28T04:48:01.631" v="673" actId="478"/>
          <ac:picMkLst>
            <pc:docMk/>
            <pc:sldMk cId="3505741251" sldId="784"/>
            <ac:picMk id="2050" creationId="{9326DCEB-FEE1-16AD-1CEB-748F25D154A5}"/>
          </ac:picMkLst>
        </pc:picChg>
      </pc:sldChg>
      <pc:sldChg chg="addSp delSp modSp add mod">
        <pc:chgData name="Enrique Villegas Valerio" userId="8ada793c76dcd6b1" providerId="LiveId" clId="{22F5B8C0-95B1-4DAF-A10F-12CA8A14E89F}" dt="2024-04-28T05:09:54.742" v="1142" actId="207"/>
        <pc:sldMkLst>
          <pc:docMk/>
          <pc:sldMk cId="103639252" sldId="785"/>
        </pc:sldMkLst>
        <pc:spChg chg="add del mod">
          <ac:chgData name="Enrique Villegas Valerio" userId="8ada793c76dcd6b1" providerId="LiveId" clId="{22F5B8C0-95B1-4DAF-A10F-12CA8A14E89F}" dt="2024-04-28T05:08:36.281" v="1134" actId="478"/>
          <ac:spMkLst>
            <pc:docMk/>
            <pc:sldMk cId="103639252" sldId="785"/>
            <ac:spMk id="2" creationId="{469B17F4-CF81-2DB0-6C04-31D328EC671F}"/>
          </ac:spMkLst>
        </pc:spChg>
        <pc:spChg chg="add mod">
          <ac:chgData name="Enrique Villegas Valerio" userId="8ada793c76dcd6b1" providerId="LiveId" clId="{22F5B8C0-95B1-4DAF-A10F-12CA8A14E89F}" dt="2024-04-28T05:09:54.742" v="1142" actId="207"/>
          <ac:spMkLst>
            <pc:docMk/>
            <pc:sldMk cId="103639252" sldId="785"/>
            <ac:spMk id="4" creationId="{404C0C95-F838-189C-C909-69F325E5E84C}"/>
          </ac:spMkLst>
        </pc:spChg>
        <pc:spChg chg="add del">
          <ac:chgData name="Enrique Villegas Valerio" userId="8ada793c76dcd6b1" providerId="LiveId" clId="{22F5B8C0-95B1-4DAF-A10F-12CA8A14E89F}" dt="2024-04-28T05:08:39.791" v="1136" actId="478"/>
          <ac:spMkLst>
            <pc:docMk/>
            <pc:sldMk cId="103639252" sldId="785"/>
            <ac:spMk id="17" creationId="{38D63825-ADEE-B658-26DD-D522C2C0DD8B}"/>
          </ac:spMkLst>
        </pc:spChg>
      </pc:sldChg>
      <pc:sldChg chg="addSp modSp add mod">
        <pc:chgData name="Enrique Villegas Valerio" userId="8ada793c76dcd6b1" providerId="LiveId" clId="{22F5B8C0-95B1-4DAF-A10F-12CA8A14E89F}" dt="2024-04-28T05:10:48.508" v="1156" actId="14100"/>
        <pc:sldMkLst>
          <pc:docMk/>
          <pc:sldMk cId="3995289765" sldId="786"/>
        </pc:sldMkLst>
        <pc:spChg chg="add mod">
          <ac:chgData name="Enrique Villegas Valerio" userId="8ada793c76dcd6b1" providerId="LiveId" clId="{22F5B8C0-95B1-4DAF-A10F-12CA8A14E89F}" dt="2024-04-28T05:10:16.501" v="1148" actId="14100"/>
          <ac:spMkLst>
            <pc:docMk/>
            <pc:sldMk cId="3995289765" sldId="786"/>
            <ac:spMk id="2" creationId="{B7520B30-31DA-55F2-F8B7-46843319E517}"/>
          </ac:spMkLst>
        </pc:spChg>
        <pc:spChg chg="mod">
          <ac:chgData name="Enrique Villegas Valerio" userId="8ada793c76dcd6b1" providerId="LiveId" clId="{22F5B8C0-95B1-4DAF-A10F-12CA8A14E89F}" dt="2024-04-28T05:10:09.773" v="1145" actId="14100"/>
          <ac:spMkLst>
            <pc:docMk/>
            <pc:sldMk cId="3995289765" sldId="786"/>
            <ac:spMk id="4" creationId="{404C0C95-F838-189C-C909-69F325E5E84C}"/>
          </ac:spMkLst>
        </pc:spChg>
        <pc:spChg chg="add mod">
          <ac:chgData name="Enrique Villegas Valerio" userId="8ada793c76dcd6b1" providerId="LiveId" clId="{22F5B8C0-95B1-4DAF-A10F-12CA8A14E89F}" dt="2024-04-28T05:10:48.508" v="1156" actId="14100"/>
          <ac:spMkLst>
            <pc:docMk/>
            <pc:sldMk cId="3995289765" sldId="786"/>
            <ac:spMk id="6" creationId="{14796592-FECD-867B-0BBC-6EBC2206FF4C}"/>
          </ac:spMkLst>
        </pc:spChg>
      </pc:sldChg>
      <pc:sldChg chg="addSp delSp modSp add mod">
        <pc:chgData name="Enrique Villegas Valerio" userId="8ada793c76dcd6b1" providerId="LiveId" clId="{22F5B8C0-95B1-4DAF-A10F-12CA8A14E89F}" dt="2024-04-28T05:11:34.465" v="1159" actId="14100"/>
        <pc:sldMkLst>
          <pc:docMk/>
          <pc:sldMk cId="3430709889" sldId="787"/>
        </pc:sldMkLst>
        <pc:spChg chg="mod">
          <ac:chgData name="Enrique Villegas Valerio" userId="8ada793c76dcd6b1" providerId="LiveId" clId="{22F5B8C0-95B1-4DAF-A10F-12CA8A14E89F}" dt="2024-04-28T05:11:34.465" v="1159" actId="14100"/>
          <ac:spMkLst>
            <pc:docMk/>
            <pc:sldMk cId="3430709889" sldId="787"/>
            <ac:spMk id="2" creationId="{B7520B30-31DA-55F2-F8B7-46843319E517}"/>
          </ac:spMkLst>
        </pc:spChg>
        <pc:spChg chg="mod">
          <ac:chgData name="Enrique Villegas Valerio" userId="8ada793c76dcd6b1" providerId="LiveId" clId="{22F5B8C0-95B1-4DAF-A10F-12CA8A14E89F}" dt="2024-04-28T05:10:24.750" v="1152" actId="14100"/>
          <ac:spMkLst>
            <pc:docMk/>
            <pc:sldMk cId="3430709889" sldId="787"/>
            <ac:spMk id="4" creationId="{404C0C95-F838-189C-C909-69F325E5E84C}"/>
          </ac:spMkLst>
        </pc:spChg>
        <pc:graphicFrameChg chg="add del modGraphic">
          <ac:chgData name="Enrique Villegas Valerio" userId="8ada793c76dcd6b1" providerId="LiveId" clId="{22F5B8C0-95B1-4DAF-A10F-12CA8A14E89F}" dt="2024-04-28T05:11:31.233" v="1158" actId="27309"/>
          <ac:graphicFrameMkLst>
            <pc:docMk/>
            <pc:sldMk cId="3430709889" sldId="787"/>
            <ac:graphicFrameMk id="8" creationId="{2B20000E-617B-E559-3755-1484A5846992}"/>
          </ac:graphicFrameMkLst>
        </pc:graphicFrameChg>
      </pc:sldChg>
      <pc:sldChg chg="addSp delSp modSp add del mod">
        <pc:chgData name="Enrique Villegas Valerio" userId="8ada793c76dcd6b1" providerId="LiveId" clId="{22F5B8C0-95B1-4DAF-A10F-12CA8A14E89F}" dt="2024-04-28T12:01:16.397" v="1239" actId="47"/>
        <pc:sldMkLst>
          <pc:docMk/>
          <pc:sldMk cId="3920010132" sldId="788"/>
        </pc:sldMkLst>
        <pc:spChg chg="add mod">
          <ac:chgData name="Enrique Villegas Valerio" userId="8ada793c76dcd6b1" providerId="LiveId" clId="{22F5B8C0-95B1-4DAF-A10F-12CA8A14E89F}" dt="2024-04-28T12:00:49.922" v="1238" actId="1036"/>
          <ac:spMkLst>
            <pc:docMk/>
            <pc:sldMk cId="3920010132" sldId="788"/>
            <ac:spMk id="8" creationId="{EAAFF532-D658-2F67-8FB8-25C1BCAE6C24}"/>
          </ac:spMkLst>
        </pc:spChg>
        <pc:spChg chg="mod">
          <ac:chgData name="Enrique Villegas Valerio" userId="8ada793c76dcd6b1" providerId="LiveId" clId="{22F5B8C0-95B1-4DAF-A10F-12CA8A14E89F}" dt="2024-04-28T11:59:51.005" v="1207" actId="1035"/>
          <ac:spMkLst>
            <pc:docMk/>
            <pc:sldMk cId="3920010132" sldId="788"/>
            <ac:spMk id="17" creationId="{38D63825-ADEE-B658-26DD-D522C2C0DD8B}"/>
          </ac:spMkLst>
        </pc:spChg>
        <pc:picChg chg="mod">
          <ac:chgData name="Enrique Villegas Valerio" userId="8ada793c76dcd6b1" providerId="LiveId" clId="{22F5B8C0-95B1-4DAF-A10F-12CA8A14E89F}" dt="2024-04-28T11:59:51.005" v="1207" actId="1035"/>
          <ac:picMkLst>
            <pc:docMk/>
            <pc:sldMk cId="3920010132" sldId="788"/>
            <ac:picMk id="3" creationId="{CA698DB0-867D-2DCB-024C-5601778EFAF0}"/>
          </ac:picMkLst>
        </pc:picChg>
        <pc:picChg chg="mod">
          <ac:chgData name="Enrique Villegas Valerio" userId="8ada793c76dcd6b1" providerId="LiveId" clId="{22F5B8C0-95B1-4DAF-A10F-12CA8A14E89F}" dt="2024-04-28T11:59:51.005" v="1207" actId="1035"/>
          <ac:picMkLst>
            <pc:docMk/>
            <pc:sldMk cId="3920010132" sldId="788"/>
            <ac:picMk id="5" creationId="{0B03D247-20D5-288C-6E1F-760CE5E22F59}"/>
          </ac:picMkLst>
        </pc:picChg>
        <pc:picChg chg="mod">
          <ac:chgData name="Enrique Villegas Valerio" userId="8ada793c76dcd6b1" providerId="LiveId" clId="{22F5B8C0-95B1-4DAF-A10F-12CA8A14E89F}" dt="2024-04-28T11:59:51.005" v="1207" actId="1035"/>
          <ac:picMkLst>
            <pc:docMk/>
            <pc:sldMk cId="3920010132" sldId="788"/>
            <ac:picMk id="7" creationId="{29A92688-BB77-38EA-CFA8-34637EF93977}"/>
          </ac:picMkLst>
        </pc:picChg>
        <pc:picChg chg="mod">
          <ac:chgData name="Enrique Villegas Valerio" userId="8ada793c76dcd6b1" providerId="LiveId" clId="{22F5B8C0-95B1-4DAF-A10F-12CA8A14E89F}" dt="2024-04-28T11:59:51.005" v="1207" actId="1035"/>
          <ac:picMkLst>
            <pc:docMk/>
            <pc:sldMk cId="3920010132" sldId="788"/>
            <ac:picMk id="9" creationId="{2C05C248-16DB-D305-E70A-968F3605A90D}"/>
          </ac:picMkLst>
        </pc:picChg>
        <pc:picChg chg="mod">
          <ac:chgData name="Enrique Villegas Valerio" userId="8ada793c76dcd6b1" providerId="LiveId" clId="{22F5B8C0-95B1-4DAF-A10F-12CA8A14E89F}" dt="2024-04-28T11:59:51.005" v="1207" actId="1035"/>
          <ac:picMkLst>
            <pc:docMk/>
            <pc:sldMk cId="3920010132" sldId="788"/>
            <ac:picMk id="11" creationId="{2C376D56-2572-216A-5D19-8DBFB99BE181}"/>
          </ac:picMkLst>
        </pc:picChg>
        <pc:picChg chg="mod">
          <ac:chgData name="Enrique Villegas Valerio" userId="8ada793c76dcd6b1" providerId="LiveId" clId="{22F5B8C0-95B1-4DAF-A10F-12CA8A14E89F}" dt="2024-04-28T11:59:51.005" v="1207" actId="1035"/>
          <ac:picMkLst>
            <pc:docMk/>
            <pc:sldMk cId="3920010132" sldId="788"/>
            <ac:picMk id="13" creationId="{781916B0-42A5-1110-54E8-B829971706BF}"/>
          </ac:picMkLst>
        </pc:picChg>
        <pc:picChg chg="mod">
          <ac:chgData name="Enrique Villegas Valerio" userId="8ada793c76dcd6b1" providerId="LiveId" clId="{22F5B8C0-95B1-4DAF-A10F-12CA8A14E89F}" dt="2024-04-28T11:59:51.005" v="1207" actId="1035"/>
          <ac:picMkLst>
            <pc:docMk/>
            <pc:sldMk cId="3920010132" sldId="788"/>
            <ac:picMk id="15" creationId="{0AEE153D-EDE3-D378-341F-C84894B59DCB}"/>
          </ac:picMkLst>
        </pc:picChg>
        <pc:cxnChg chg="add del mod">
          <ac:chgData name="Enrique Villegas Valerio" userId="8ada793c76dcd6b1" providerId="LiveId" clId="{22F5B8C0-95B1-4DAF-A10F-12CA8A14E89F}" dt="2024-04-28T12:00:20.271" v="1210" actId="478"/>
          <ac:cxnSpMkLst>
            <pc:docMk/>
            <pc:sldMk cId="3920010132" sldId="788"/>
            <ac:cxnSpMk id="4" creationId="{0E60C8AB-0FE1-97EB-8820-2361C51C7209}"/>
          </ac:cxnSpMkLst>
        </pc:cxnChg>
      </pc:sldChg>
      <pc:sldChg chg="add">
        <pc:chgData name="Enrique Villegas Valerio" userId="8ada793c76dcd6b1" providerId="LiveId" clId="{22F5B8C0-95B1-4DAF-A10F-12CA8A14E89F}" dt="2024-04-28T12:02:06.269" v="1241"/>
        <pc:sldMkLst>
          <pc:docMk/>
          <pc:sldMk cId="4212743176" sldId="788"/>
        </pc:sldMkLst>
      </pc:sldChg>
      <pc:sldChg chg="addSp modSp new mod modClrScheme modAnim chgLayout">
        <pc:chgData name="Enrique Villegas Valerio" userId="8ada793c76dcd6b1" providerId="LiveId" clId="{22F5B8C0-95B1-4DAF-A10F-12CA8A14E89F}" dt="2024-04-28T13:00:03.763" v="1759" actId="27636"/>
        <pc:sldMkLst>
          <pc:docMk/>
          <pc:sldMk cId="1786013269" sldId="789"/>
        </pc:sldMkLst>
        <pc:spChg chg="add mod">
          <ac:chgData name="Enrique Villegas Valerio" userId="8ada793c76dcd6b1" providerId="LiveId" clId="{22F5B8C0-95B1-4DAF-A10F-12CA8A14E89F}" dt="2024-04-28T12:18:43.383" v="1370" actId="1035"/>
          <ac:spMkLst>
            <pc:docMk/>
            <pc:sldMk cId="1786013269" sldId="789"/>
            <ac:spMk id="2" creationId="{814C8737-E0AB-3173-5B12-997883A142F9}"/>
          </ac:spMkLst>
        </pc:spChg>
        <pc:spChg chg="add mod">
          <ac:chgData name="Enrique Villegas Valerio" userId="8ada793c76dcd6b1" providerId="LiveId" clId="{22F5B8C0-95B1-4DAF-A10F-12CA8A14E89F}" dt="2024-04-28T13:00:03.763" v="1759" actId="27636"/>
          <ac:spMkLst>
            <pc:docMk/>
            <pc:sldMk cId="1786013269" sldId="789"/>
            <ac:spMk id="3" creationId="{327EDC76-3BEB-FCFA-278C-B106143CA2F0}"/>
          </ac:spMkLst>
        </pc:spChg>
      </pc:sldChg>
      <pc:sldChg chg="add modAnim">
        <pc:chgData name="Enrique Villegas Valerio" userId="8ada793c76dcd6b1" providerId="LiveId" clId="{22F5B8C0-95B1-4DAF-A10F-12CA8A14E89F}" dt="2024-04-28T13:00:13.213" v="1760"/>
        <pc:sldMkLst>
          <pc:docMk/>
          <pc:sldMk cId="1435731666" sldId="790"/>
        </pc:sldMkLst>
      </pc:sldChg>
      <pc:sldChg chg="addSp delSp modSp add mod">
        <pc:chgData name="Enrique Villegas Valerio" userId="8ada793c76dcd6b1" providerId="LiveId" clId="{22F5B8C0-95B1-4DAF-A10F-12CA8A14E89F}" dt="2024-04-28T14:07:49.301" v="2640" actId="255"/>
        <pc:sldMkLst>
          <pc:docMk/>
          <pc:sldMk cId="4258264916" sldId="791"/>
        </pc:sldMkLst>
        <pc:spChg chg="mod">
          <ac:chgData name="Enrique Villegas Valerio" userId="8ada793c76dcd6b1" providerId="LiveId" clId="{22F5B8C0-95B1-4DAF-A10F-12CA8A14E89F}" dt="2024-04-28T13:29:50.108" v="1952" actId="1038"/>
          <ac:spMkLst>
            <pc:docMk/>
            <pc:sldMk cId="4258264916" sldId="791"/>
            <ac:spMk id="6" creationId="{38D63825-ADEE-B658-26DD-D522C2C0DD8B}"/>
          </ac:spMkLst>
        </pc:spChg>
        <pc:spChg chg="mod">
          <ac:chgData name="Enrique Villegas Valerio" userId="8ada793c76dcd6b1" providerId="LiveId" clId="{22F5B8C0-95B1-4DAF-A10F-12CA8A14E89F}" dt="2024-04-28T14:07:49.301" v="2640" actId="255"/>
          <ac:spMkLst>
            <pc:docMk/>
            <pc:sldMk cId="4258264916" sldId="791"/>
            <ac:spMk id="9" creationId="{D4E21D2C-0BC2-C6D1-6994-B8FECE1D9356}"/>
          </ac:spMkLst>
        </pc:spChg>
        <pc:spChg chg="mod">
          <ac:chgData name="Enrique Villegas Valerio" userId="8ada793c76dcd6b1" providerId="LiveId" clId="{22F5B8C0-95B1-4DAF-A10F-12CA8A14E89F}" dt="2024-04-28T13:29:38.254" v="1926" actId="20577"/>
          <ac:spMkLst>
            <pc:docMk/>
            <pc:sldMk cId="4258264916" sldId="791"/>
            <ac:spMk id="10" creationId="{53C7DBE5-5021-6E92-D2A1-DFF743F4A66E}"/>
          </ac:spMkLst>
        </pc:spChg>
        <pc:picChg chg="add del mod">
          <ac:chgData name="Enrique Villegas Valerio" userId="8ada793c76dcd6b1" providerId="LiveId" clId="{22F5B8C0-95B1-4DAF-A10F-12CA8A14E89F}" dt="2024-04-28T13:29:25.042" v="1900" actId="14100"/>
          <ac:picMkLst>
            <pc:docMk/>
            <pc:sldMk cId="4258264916" sldId="791"/>
            <ac:picMk id="3" creationId="{DEC719AF-65EA-EBBA-BA4F-38E211C9A7DA}"/>
          </ac:picMkLst>
        </pc:picChg>
      </pc:sldChg>
      <pc:sldChg chg="addSp delSp modSp add mod">
        <pc:chgData name="Enrique Villegas Valerio" userId="8ada793c76dcd6b1" providerId="LiveId" clId="{22F5B8C0-95B1-4DAF-A10F-12CA8A14E89F}" dt="2024-04-28T13:52:48.934" v="2325" actId="14100"/>
        <pc:sldMkLst>
          <pc:docMk/>
          <pc:sldMk cId="2901455891" sldId="792"/>
        </pc:sldMkLst>
        <pc:spChg chg="mod">
          <ac:chgData name="Enrique Villegas Valerio" userId="8ada793c76dcd6b1" providerId="LiveId" clId="{22F5B8C0-95B1-4DAF-A10F-12CA8A14E89F}" dt="2024-04-28T13:46:47.392" v="2182" actId="1037"/>
          <ac:spMkLst>
            <pc:docMk/>
            <pc:sldMk cId="2901455891" sldId="792"/>
            <ac:spMk id="6" creationId="{38D63825-ADEE-B658-26DD-D522C2C0DD8B}"/>
          </ac:spMkLst>
        </pc:spChg>
        <pc:spChg chg="mod">
          <ac:chgData name="Enrique Villegas Valerio" userId="8ada793c76dcd6b1" providerId="LiveId" clId="{22F5B8C0-95B1-4DAF-A10F-12CA8A14E89F}" dt="2024-04-28T13:52:48.934" v="2325" actId="14100"/>
          <ac:spMkLst>
            <pc:docMk/>
            <pc:sldMk cId="2901455891" sldId="792"/>
            <ac:spMk id="9" creationId="{D4E21D2C-0BC2-C6D1-6994-B8FECE1D9356}"/>
          </ac:spMkLst>
        </pc:spChg>
        <pc:spChg chg="del">
          <ac:chgData name="Enrique Villegas Valerio" userId="8ada793c76dcd6b1" providerId="LiveId" clId="{22F5B8C0-95B1-4DAF-A10F-12CA8A14E89F}" dt="2024-04-28T13:46:02.019" v="2167" actId="478"/>
          <ac:spMkLst>
            <pc:docMk/>
            <pc:sldMk cId="2901455891" sldId="792"/>
            <ac:spMk id="10" creationId="{53C7DBE5-5021-6E92-D2A1-DFF743F4A66E}"/>
          </ac:spMkLst>
        </pc:spChg>
        <pc:picChg chg="mod">
          <ac:chgData name="Enrique Villegas Valerio" userId="8ada793c76dcd6b1" providerId="LiveId" clId="{22F5B8C0-95B1-4DAF-A10F-12CA8A14E89F}" dt="2024-04-28T13:47:30.506" v="2214" actId="1037"/>
          <ac:picMkLst>
            <pc:docMk/>
            <pc:sldMk cId="2901455891" sldId="792"/>
            <ac:picMk id="3" creationId="{DEC719AF-65EA-EBBA-BA4F-38E211C9A7DA}"/>
          </ac:picMkLst>
        </pc:picChg>
        <pc:cxnChg chg="add mod ord">
          <ac:chgData name="Enrique Villegas Valerio" userId="8ada793c76dcd6b1" providerId="LiveId" clId="{22F5B8C0-95B1-4DAF-A10F-12CA8A14E89F}" dt="2024-04-28T13:52:43.844" v="2324" actId="167"/>
          <ac:cxnSpMkLst>
            <pc:docMk/>
            <pc:sldMk cId="2901455891" sldId="792"/>
            <ac:cxnSpMk id="4" creationId="{60FA49EF-07F2-9084-9E7E-2AAA998D2EDB}"/>
          </ac:cxnSpMkLst>
        </pc:cxnChg>
        <pc:cxnChg chg="add mod ord">
          <ac:chgData name="Enrique Villegas Valerio" userId="8ada793c76dcd6b1" providerId="LiveId" clId="{22F5B8C0-95B1-4DAF-A10F-12CA8A14E89F}" dt="2024-04-28T13:52:43.844" v="2324" actId="167"/>
          <ac:cxnSpMkLst>
            <pc:docMk/>
            <pc:sldMk cId="2901455891" sldId="792"/>
            <ac:cxnSpMk id="5" creationId="{ACCBBAF2-4F36-3918-D88E-A6FE7BA94BE1}"/>
          </ac:cxnSpMkLst>
        </pc:cxnChg>
      </pc:sldChg>
      <pc:sldChg chg="modSp add mod">
        <pc:chgData name="Enrique Villegas Valerio" userId="8ada793c76dcd6b1" providerId="LiveId" clId="{22F5B8C0-95B1-4DAF-A10F-12CA8A14E89F}" dt="2024-04-28T13:49:39.121" v="2279" actId="404"/>
        <pc:sldMkLst>
          <pc:docMk/>
          <pc:sldMk cId="3946533360" sldId="793"/>
        </pc:sldMkLst>
        <pc:spChg chg="mod">
          <ac:chgData name="Enrique Villegas Valerio" userId="8ada793c76dcd6b1" providerId="LiveId" clId="{22F5B8C0-95B1-4DAF-A10F-12CA8A14E89F}" dt="2024-04-28T13:49:39.121" v="2279" actId="404"/>
          <ac:spMkLst>
            <pc:docMk/>
            <pc:sldMk cId="3946533360" sldId="793"/>
            <ac:spMk id="2" creationId="{F9514DA0-BE75-5888-FE06-2837D81A98C5}"/>
          </ac:spMkLst>
        </pc:spChg>
        <pc:spChg chg="mod">
          <ac:chgData name="Enrique Villegas Valerio" userId="8ada793c76dcd6b1" providerId="LiveId" clId="{22F5B8C0-95B1-4DAF-A10F-12CA8A14E89F}" dt="2024-04-28T13:48:06.720" v="2238" actId="20577"/>
          <ac:spMkLst>
            <pc:docMk/>
            <pc:sldMk cId="3946533360" sldId="793"/>
            <ac:spMk id="3" creationId="{7C68BD49-EB98-945B-E1DB-FD4A8FC66606}"/>
          </ac:spMkLst>
        </pc:spChg>
      </pc:sldChg>
      <pc:sldChg chg="add del">
        <pc:chgData name="Enrique Villegas Valerio" userId="8ada793c76dcd6b1" providerId="LiveId" clId="{22F5B8C0-95B1-4DAF-A10F-12CA8A14E89F}" dt="2024-04-28T13:47:42.712" v="2216" actId="47"/>
        <pc:sldMkLst>
          <pc:docMk/>
          <pc:sldMk cId="4082521832" sldId="793"/>
        </pc:sldMkLst>
      </pc:sldChg>
      <pc:sldChg chg="modSp add mod">
        <pc:chgData name="Enrique Villegas Valerio" userId="8ada793c76dcd6b1" providerId="LiveId" clId="{22F5B8C0-95B1-4DAF-A10F-12CA8A14E89F}" dt="2024-04-28T13:50:00.165" v="2291" actId="403"/>
        <pc:sldMkLst>
          <pc:docMk/>
          <pc:sldMk cId="1000114867" sldId="794"/>
        </pc:sldMkLst>
        <pc:spChg chg="mod">
          <ac:chgData name="Enrique Villegas Valerio" userId="8ada793c76dcd6b1" providerId="LiveId" clId="{22F5B8C0-95B1-4DAF-A10F-12CA8A14E89F}" dt="2024-04-28T13:50:00.165" v="2291" actId="403"/>
          <ac:spMkLst>
            <pc:docMk/>
            <pc:sldMk cId="1000114867" sldId="794"/>
            <ac:spMk id="2" creationId="{F9514DA0-BE75-5888-FE06-2837D81A98C5}"/>
          </ac:spMkLst>
        </pc:spChg>
      </pc:sldChg>
      <pc:sldChg chg="modSp add mod">
        <pc:chgData name="Enrique Villegas Valerio" userId="8ada793c76dcd6b1" providerId="LiveId" clId="{22F5B8C0-95B1-4DAF-A10F-12CA8A14E89F}" dt="2024-04-28T13:50:12.064" v="2293" actId="21"/>
        <pc:sldMkLst>
          <pc:docMk/>
          <pc:sldMk cId="3262090529" sldId="795"/>
        </pc:sldMkLst>
        <pc:spChg chg="mod">
          <ac:chgData name="Enrique Villegas Valerio" userId="8ada793c76dcd6b1" providerId="LiveId" clId="{22F5B8C0-95B1-4DAF-A10F-12CA8A14E89F}" dt="2024-04-28T13:50:12.064" v="2293" actId="21"/>
          <ac:spMkLst>
            <pc:docMk/>
            <pc:sldMk cId="3262090529" sldId="795"/>
            <ac:spMk id="2" creationId="{F9514DA0-BE75-5888-FE06-2837D81A98C5}"/>
          </ac:spMkLst>
        </pc:spChg>
      </pc:sldChg>
      <pc:sldChg chg="modSp add mod">
        <pc:chgData name="Enrique Villegas Valerio" userId="8ada793c76dcd6b1" providerId="LiveId" clId="{22F5B8C0-95B1-4DAF-A10F-12CA8A14E89F}" dt="2024-04-28T13:50:27.406" v="2296" actId="6549"/>
        <pc:sldMkLst>
          <pc:docMk/>
          <pc:sldMk cId="3025495549" sldId="796"/>
        </pc:sldMkLst>
        <pc:spChg chg="mod">
          <ac:chgData name="Enrique Villegas Valerio" userId="8ada793c76dcd6b1" providerId="LiveId" clId="{22F5B8C0-95B1-4DAF-A10F-12CA8A14E89F}" dt="2024-04-28T13:50:27.406" v="2296" actId="6549"/>
          <ac:spMkLst>
            <pc:docMk/>
            <pc:sldMk cId="3025495549" sldId="796"/>
            <ac:spMk id="2" creationId="{F9514DA0-BE75-5888-FE06-2837D81A98C5}"/>
          </ac:spMkLst>
        </pc:spChg>
      </pc:sldChg>
      <pc:sldChg chg="modSp add mod">
        <pc:chgData name="Enrique Villegas Valerio" userId="8ada793c76dcd6b1" providerId="LiveId" clId="{22F5B8C0-95B1-4DAF-A10F-12CA8A14E89F}" dt="2024-04-28T13:50:41.139" v="2301" actId="6549"/>
        <pc:sldMkLst>
          <pc:docMk/>
          <pc:sldMk cId="1784524731" sldId="797"/>
        </pc:sldMkLst>
        <pc:spChg chg="mod">
          <ac:chgData name="Enrique Villegas Valerio" userId="8ada793c76dcd6b1" providerId="LiveId" clId="{22F5B8C0-95B1-4DAF-A10F-12CA8A14E89F}" dt="2024-04-28T13:50:41.139" v="2301" actId="6549"/>
          <ac:spMkLst>
            <pc:docMk/>
            <pc:sldMk cId="1784524731" sldId="797"/>
            <ac:spMk id="2" creationId="{F9514DA0-BE75-5888-FE06-2837D81A98C5}"/>
          </ac:spMkLst>
        </pc:spChg>
      </pc:sldChg>
      <pc:sldChg chg="modSp add mod">
        <pc:chgData name="Enrique Villegas Valerio" userId="8ada793c76dcd6b1" providerId="LiveId" clId="{22F5B8C0-95B1-4DAF-A10F-12CA8A14E89F}" dt="2024-04-28T13:50:50.310" v="2304" actId="20577"/>
        <pc:sldMkLst>
          <pc:docMk/>
          <pc:sldMk cId="356014255" sldId="798"/>
        </pc:sldMkLst>
        <pc:spChg chg="mod">
          <ac:chgData name="Enrique Villegas Valerio" userId="8ada793c76dcd6b1" providerId="LiveId" clId="{22F5B8C0-95B1-4DAF-A10F-12CA8A14E89F}" dt="2024-04-28T13:50:50.310" v="2304" actId="20577"/>
          <ac:spMkLst>
            <pc:docMk/>
            <pc:sldMk cId="356014255" sldId="798"/>
            <ac:spMk id="2" creationId="{F9514DA0-BE75-5888-FE06-2837D81A98C5}"/>
          </ac:spMkLst>
        </pc:spChg>
      </pc:sldChg>
      <pc:sldChg chg="modSp add mod">
        <pc:chgData name="Enrique Villegas Valerio" userId="8ada793c76dcd6b1" providerId="LiveId" clId="{22F5B8C0-95B1-4DAF-A10F-12CA8A14E89F}" dt="2024-04-28T13:50:59.640" v="2307" actId="20577"/>
        <pc:sldMkLst>
          <pc:docMk/>
          <pc:sldMk cId="3196637841" sldId="799"/>
        </pc:sldMkLst>
        <pc:spChg chg="mod">
          <ac:chgData name="Enrique Villegas Valerio" userId="8ada793c76dcd6b1" providerId="LiveId" clId="{22F5B8C0-95B1-4DAF-A10F-12CA8A14E89F}" dt="2024-04-28T13:50:59.640" v="2307" actId="20577"/>
          <ac:spMkLst>
            <pc:docMk/>
            <pc:sldMk cId="3196637841" sldId="799"/>
            <ac:spMk id="2" creationId="{F9514DA0-BE75-5888-FE06-2837D81A98C5}"/>
          </ac:spMkLst>
        </pc:spChg>
      </pc:sldChg>
      <pc:sldChg chg="modSp add mod">
        <pc:chgData name="Enrique Villegas Valerio" userId="8ada793c76dcd6b1" providerId="LiveId" clId="{22F5B8C0-95B1-4DAF-A10F-12CA8A14E89F}" dt="2024-04-28T13:51:02.097" v="2308"/>
        <pc:sldMkLst>
          <pc:docMk/>
          <pc:sldMk cId="2051497863" sldId="800"/>
        </pc:sldMkLst>
        <pc:spChg chg="mod">
          <ac:chgData name="Enrique Villegas Valerio" userId="8ada793c76dcd6b1" providerId="LiveId" clId="{22F5B8C0-95B1-4DAF-A10F-12CA8A14E89F}" dt="2024-04-28T13:51:02.097" v="2308"/>
          <ac:spMkLst>
            <pc:docMk/>
            <pc:sldMk cId="2051497863" sldId="800"/>
            <ac:spMk id="2" creationId="{F9514DA0-BE75-5888-FE06-2837D81A98C5}"/>
          </ac:spMkLst>
        </pc:spChg>
      </pc:sldChg>
      <pc:sldChg chg="modSp add mod">
        <pc:chgData name="Enrique Villegas Valerio" userId="8ada793c76dcd6b1" providerId="LiveId" clId="{22F5B8C0-95B1-4DAF-A10F-12CA8A14E89F}" dt="2024-04-28T13:53:29.015" v="2384" actId="1036"/>
        <pc:sldMkLst>
          <pc:docMk/>
          <pc:sldMk cId="590356718" sldId="801"/>
        </pc:sldMkLst>
        <pc:spChg chg="mod">
          <ac:chgData name="Enrique Villegas Valerio" userId="8ada793c76dcd6b1" providerId="LiveId" clId="{22F5B8C0-95B1-4DAF-A10F-12CA8A14E89F}" dt="2024-04-28T13:53:29.015" v="2384" actId="1036"/>
          <ac:spMkLst>
            <pc:docMk/>
            <pc:sldMk cId="590356718" sldId="801"/>
            <ac:spMk id="6" creationId="{38D63825-ADEE-B658-26DD-D522C2C0DD8B}"/>
          </ac:spMkLst>
        </pc:spChg>
      </pc:sldChg>
      <pc:sldChg chg="modSp add mod">
        <pc:chgData name="Enrique Villegas Valerio" userId="8ada793c76dcd6b1" providerId="LiveId" clId="{22F5B8C0-95B1-4DAF-A10F-12CA8A14E89F}" dt="2024-04-28T13:53:57.168" v="2436" actId="1036"/>
        <pc:sldMkLst>
          <pc:docMk/>
          <pc:sldMk cId="2487368170" sldId="802"/>
        </pc:sldMkLst>
        <pc:spChg chg="mod">
          <ac:chgData name="Enrique Villegas Valerio" userId="8ada793c76dcd6b1" providerId="LiveId" clId="{22F5B8C0-95B1-4DAF-A10F-12CA8A14E89F}" dt="2024-04-28T13:53:57.168" v="2436" actId="1036"/>
          <ac:spMkLst>
            <pc:docMk/>
            <pc:sldMk cId="2487368170" sldId="802"/>
            <ac:spMk id="6" creationId="{38D63825-ADEE-B658-26DD-D522C2C0DD8B}"/>
          </ac:spMkLst>
        </pc:spChg>
        <pc:spChg chg="mod">
          <ac:chgData name="Enrique Villegas Valerio" userId="8ada793c76dcd6b1" providerId="LiveId" clId="{22F5B8C0-95B1-4DAF-A10F-12CA8A14E89F}" dt="2024-04-28T13:53:45.151" v="2416" actId="20577"/>
          <ac:spMkLst>
            <pc:docMk/>
            <pc:sldMk cId="2487368170" sldId="802"/>
            <ac:spMk id="9" creationId="{D4E21D2C-0BC2-C6D1-6994-B8FECE1D9356}"/>
          </ac:spMkLst>
        </pc:spChg>
      </pc:sldChg>
      <pc:sldChg chg="modSp add mod">
        <pc:chgData name="Enrique Villegas Valerio" userId="8ada793c76dcd6b1" providerId="LiveId" clId="{22F5B8C0-95B1-4DAF-A10F-12CA8A14E89F}" dt="2024-04-28T13:56:13.022" v="2479" actId="403"/>
        <pc:sldMkLst>
          <pc:docMk/>
          <pc:sldMk cId="3973288802" sldId="803"/>
        </pc:sldMkLst>
        <pc:spChg chg="mod">
          <ac:chgData name="Enrique Villegas Valerio" userId="8ada793c76dcd6b1" providerId="LiveId" clId="{22F5B8C0-95B1-4DAF-A10F-12CA8A14E89F}" dt="2024-04-28T13:56:13.022" v="2479" actId="403"/>
          <ac:spMkLst>
            <pc:docMk/>
            <pc:sldMk cId="3973288802" sldId="803"/>
            <ac:spMk id="2" creationId="{F9514DA0-BE75-5888-FE06-2837D81A98C5}"/>
          </ac:spMkLst>
        </pc:spChg>
        <pc:spChg chg="mod">
          <ac:chgData name="Enrique Villegas Valerio" userId="8ada793c76dcd6b1" providerId="LiveId" clId="{22F5B8C0-95B1-4DAF-A10F-12CA8A14E89F}" dt="2024-04-28T13:54:17.894" v="2448" actId="20577"/>
          <ac:spMkLst>
            <pc:docMk/>
            <pc:sldMk cId="3973288802" sldId="803"/>
            <ac:spMk id="3" creationId="{7C68BD49-EB98-945B-E1DB-FD4A8FC66606}"/>
          </ac:spMkLst>
        </pc:spChg>
      </pc:sldChg>
      <pc:sldChg chg="add del">
        <pc:chgData name="Enrique Villegas Valerio" userId="8ada793c76dcd6b1" providerId="LiveId" clId="{22F5B8C0-95B1-4DAF-A10F-12CA8A14E89F}" dt="2024-04-28T13:54:34.855" v="2455" actId="47"/>
        <pc:sldMkLst>
          <pc:docMk/>
          <pc:sldMk cId="195379057" sldId="804"/>
        </pc:sldMkLst>
      </pc:sldChg>
      <pc:sldChg chg="modSp add mod">
        <pc:chgData name="Enrique Villegas Valerio" userId="8ada793c76dcd6b1" providerId="LiveId" clId="{22F5B8C0-95B1-4DAF-A10F-12CA8A14E89F}" dt="2024-04-28T13:56:08.502" v="2477" actId="404"/>
        <pc:sldMkLst>
          <pc:docMk/>
          <pc:sldMk cId="1574303023" sldId="805"/>
        </pc:sldMkLst>
        <pc:spChg chg="mod">
          <ac:chgData name="Enrique Villegas Valerio" userId="8ada793c76dcd6b1" providerId="LiveId" clId="{22F5B8C0-95B1-4DAF-A10F-12CA8A14E89F}" dt="2024-04-28T13:56:08.502" v="2477" actId="404"/>
          <ac:spMkLst>
            <pc:docMk/>
            <pc:sldMk cId="1574303023" sldId="805"/>
            <ac:spMk id="2" creationId="{F9514DA0-BE75-5888-FE06-2837D81A98C5}"/>
          </ac:spMkLst>
        </pc:spChg>
      </pc:sldChg>
      <pc:sldChg chg="modSp add mod">
        <pc:chgData name="Enrique Villegas Valerio" userId="8ada793c76dcd6b1" providerId="LiveId" clId="{22F5B8C0-95B1-4DAF-A10F-12CA8A14E89F}" dt="2024-04-28T13:56:24.574" v="2487" actId="404"/>
        <pc:sldMkLst>
          <pc:docMk/>
          <pc:sldMk cId="2661484786" sldId="806"/>
        </pc:sldMkLst>
        <pc:spChg chg="mod">
          <ac:chgData name="Enrique Villegas Valerio" userId="8ada793c76dcd6b1" providerId="LiveId" clId="{22F5B8C0-95B1-4DAF-A10F-12CA8A14E89F}" dt="2024-04-28T13:56:24.574" v="2487" actId="404"/>
          <ac:spMkLst>
            <pc:docMk/>
            <pc:sldMk cId="2661484786" sldId="806"/>
            <ac:spMk id="2" creationId="{F9514DA0-BE75-5888-FE06-2837D81A98C5}"/>
          </ac:spMkLst>
        </pc:spChg>
      </pc:sldChg>
      <pc:sldChg chg="modSp add mod">
        <pc:chgData name="Enrique Villegas Valerio" userId="8ada793c76dcd6b1" providerId="LiveId" clId="{22F5B8C0-95B1-4DAF-A10F-12CA8A14E89F}" dt="2024-04-28T13:56:29.771" v="2492" actId="404"/>
        <pc:sldMkLst>
          <pc:docMk/>
          <pc:sldMk cId="1693290513" sldId="807"/>
        </pc:sldMkLst>
        <pc:spChg chg="mod">
          <ac:chgData name="Enrique Villegas Valerio" userId="8ada793c76dcd6b1" providerId="LiveId" clId="{22F5B8C0-95B1-4DAF-A10F-12CA8A14E89F}" dt="2024-04-28T13:56:29.771" v="2492" actId="404"/>
          <ac:spMkLst>
            <pc:docMk/>
            <pc:sldMk cId="1693290513" sldId="807"/>
            <ac:spMk id="2" creationId="{F9514DA0-BE75-5888-FE06-2837D81A98C5}"/>
          </ac:spMkLst>
        </pc:spChg>
      </pc:sldChg>
      <pc:sldChg chg="modSp add mod">
        <pc:chgData name="Enrique Villegas Valerio" userId="8ada793c76dcd6b1" providerId="LiveId" clId="{22F5B8C0-95B1-4DAF-A10F-12CA8A14E89F}" dt="2024-04-28T13:57:48.828" v="2538" actId="404"/>
        <pc:sldMkLst>
          <pc:docMk/>
          <pc:sldMk cId="989918681" sldId="808"/>
        </pc:sldMkLst>
        <pc:spChg chg="mod">
          <ac:chgData name="Enrique Villegas Valerio" userId="8ada793c76dcd6b1" providerId="LiveId" clId="{22F5B8C0-95B1-4DAF-A10F-12CA8A14E89F}" dt="2024-04-28T13:57:48.828" v="2538" actId="404"/>
          <ac:spMkLst>
            <pc:docMk/>
            <pc:sldMk cId="989918681" sldId="808"/>
            <ac:spMk id="2" creationId="{F9514DA0-BE75-5888-FE06-2837D81A98C5}"/>
          </ac:spMkLst>
        </pc:spChg>
        <pc:spChg chg="mod">
          <ac:chgData name="Enrique Villegas Valerio" userId="8ada793c76dcd6b1" providerId="LiveId" clId="{22F5B8C0-95B1-4DAF-A10F-12CA8A14E89F}" dt="2024-04-28T13:57:08.413" v="2505" actId="20577"/>
          <ac:spMkLst>
            <pc:docMk/>
            <pc:sldMk cId="989918681" sldId="808"/>
            <ac:spMk id="3" creationId="{7C68BD49-EB98-945B-E1DB-FD4A8FC66606}"/>
          </ac:spMkLst>
        </pc:spChg>
      </pc:sldChg>
      <pc:sldChg chg="modSp add mod">
        <pc:chgData name="Enrique Villegas Valerio" userId="8ada793c76dcd6b1" providerId="LiveId" clId="{22F5B8C0-95B1-4DAF-A10F-12CA8A14E89F}" dt="2024-04-28T13:58:05.614" v="2546" actId="404"/>
        <pc:sldMkLst>
          <pc:docMk/>
          <pc:sldMk cId="1911771170" sldId="809"/>
        </pc:sldMkLst>
        <pc:spChg chg="mod">
          <ac:chgData name="Enrique Villegas Valerio" userId="8ada793c76dcd6b1" providerId="LiveId" clId="{22F5B8C0-95B1-4DAF-A10F-12CA8A14E89F}" dt="2024-04-28T13:58:05.614" v="2546" actId="404"/>
          <ac:spMkLst>
            <pc:docMk/>
            <pc:sldMk cId="1911771170" sldId="809"/>
            <ac:spMk id="2" creationId="{F9514DA0-BE75-5888-FE06-2837D81A98C5}"/>
          </ac:spMkLst>
        </pc:spChg>
      </pc:sldChg>
      <pc:sldChg chg="modSp add mod">
        <pc:chgData name="Enrique Villegas Valerio" userId="8ada793c76dcd6b1" providerId="LiveId" clId="{22F5B8C0-95B1-4DAF-A10F-12CA8A14E89F}" dt="2024-04-28T13:58:17.815" v="2551" actId="404"/>
        <pc:sldMkLst>
          <pc:docMk/>
          <pc:sldMk cId="1746866315" sldId="810"/>
        </pc:sldMkLst>
        <pc:spChg chg="mod">
          <ac:chgData name="Enrique Villegas Valerio" userId="8ada793c76dcd6b1" providerId="LiveId" clId="{22F5B8C0-95B1-4DAF-A10F-12CA8A14E89F}" dt="2024-04-28T13:58:17.815" v="2551" actId="404"/>
          <ac:spMkLst>
            <pc:docMk/>
            <pc:sldMk cId="1746866315" sldId="810"/>
            <ac:spMk id="2" creationId="{F9514DA0-BE75-5888-FE06-2837D81A98C5}"/>
          </ac:spMkLst>
        </pc:spChg>
      </pc:sldChg>
      <pc:sldChg chg="modSp add mod">
        <pc:chgData name="Enrique Villegas Valerio" userId="8ada793c76dcd6b1" providerId="LiveId" clId="{22F5B8C0-95B1-4DAF-A10F-12CA8A14E89F}" dt="2024-04-28T13:58:28.197" v="2558" actId="404"/>
        <pc:sldMkLst>
          <pc:docMk/>
          <pc:sldMk cId="3947541278" sldId="811"/>
        </pc:sldMkLst>
        <pc:spChg chg="mod">
          <ac:chgData name="Enrique Villegas Valerio" userId="8ada793c76dcd6b1" providerId="LiveId" clId="{22F5B8C0-95B1-4DAF-A10F-12CA8A14E89F}" dt="2024-04-28T13:58:28.197" v="2558" actId="404"/>
          <ac:spMkLst>
            <pc:docMk/>
            <pc:sldMk cId="3947541278" sldId="811"/>
            <ac:spMk id="2" creationId="{F9514DA0-BE75-5888-FE06-2837D81A98C5}"/>
          </ac:spMkLst>
        </pc:spChg>
      </pc:sldChg>
      <pc:sldChg chg="modSp add mod">
        <pc:chgData name="Enrique Villegas Valerio" userId="8ada793c76dcd6b1" providerId="LiveId" clId="{22F5B8C0-95B1-4DAF-A10F-12CA8A14E89F}" dt="2024-04-28T13:58:43.442" v="2565" actId="20577"/>
        <pc:sldMkLst>
          <pc:docMk/>
          <pc:sldMk cId="324215022" sldId="812"/>
        </pc:sldMkLst>
        <pc:spChg chg="mod">
          <ac:chgData name="Enrique Villegas Valerio" userId="8ada793c76dcd6b1" providerId="LiveId" clId="{22F5B8C0-95B1-4DAF-A10F-12CA8A14E89F}" dt="2024-04-28T13:58:43.442" v="2565" actId="20577"/>
          <ac:spMkLst>
            <pc:docMk/>
            <pc:sldMk cId="324215022" sldId="812"/>
            <ac:spMk id="2" creationId="{F9514DA0-BE75-5888-FE06-2837D81A98C5}"/>
          </ac:spMkLst>
        </pc:spChg>
      </pc:sldChg>
      <pc:sldChg chg="modSp add mod">
        <pc:chgData name="Enrique Villegas Valerio" userId="8ada793c76dcd6b1" providerId="LiveId" clId="{22F5B8C0-95B1-4DAF-A10F-12CA8A14E89F}" dt="2024-04-28T13:58:58.154" v="2573" actId="404"/>
        <pc:sldMkLst>
          <pc:docMk/>
          <pc:sldMk cId="4121420967" sldId="813"/>
        </pc:sldMkLst>
        <pc:spChg chg="mod">
          <ac:chgData name="Enrique Villegas Valerio" userId="8ada793c76dcd6b1" providerId="LiveId" clId="{22F5B8C0-95B1-4DAF-A10F-12CA8A14E89F}" dt="2024-04-28T13:58:58.154" v="2573" actId="404"/>
          <ac:spMkLst>
            <pc:docMk/>
            <pc:sldMk cId="4121420967" sldId="813"/>
            <ac:spMk id="2" creationId="{F9514DA0-BE75-5888-FE06-2837D81A98C5}"/>
          </ac:spMkLst>
        </pc:spChg>
      </pc:sldChg>
      <pc:sldChg chg="modSp add mod">
        <pc:chgData name="Enrique Villegas Valerio" userId="8ada793c76dcd6b1" providerId="LiveId" clId="{22F5B8C0-95B1-4DAF-A10F-12CA8A14E89F}" dt="2024-04-28T13:59:14.623" v="2581" actId="403"/>
        <pc:sldMkLst>
          <pc:docMk/>
          <pc:sldMk cId="4201804204" sldId="814"/>
        </pc:sldMkLst>
        <pc:spChg chg="mod">
          <ac:chgData name="Enrique Villegas Valerio" userId="8ada793c76dcd6b1" providerId="LiveId" clId="{22F5B8C0-95B1-4DAF-A10F-12CA8A14E89F}" dt="2024-04-28T13:59:14.623" v="2581" actId="403"/>
          <ac:spMkLst>
            <pc:docMk/>
            <pc:sldMk cId="4201804204" sldId="814"/>
            <ac:spMk id="2" creationId="{F9514DA0-BE75-5888-FE06-2837D81A98C5}"/>
          </ac:spMkLst>
        </pc:spChg>
      </pc:sldChg>
      <pc:sldChg chg="modSp add mod">
        <pc:chgData name="Enrique Villegas Valerio" userId="8ada793c76dcd6b1" providerId="LiveId" clId="{22F5B8C0-95B1-4DAF-A10F-12CA8A14E89F}" dt="2024-04-28T13:59:30.585" v="2589" actId="20577"/>
        <pc:sldMkLst>
          <pc:docMk/>
          <pc:sldMk cId="2772547099" sldId="815"/>
        </pc:sldMkLst>
        <pc:spChg chg="mod">
          <ac:chgData name="Enrique Villegas Valerio" userId="8ada793c76dcd6b1" providerId="LiveId" clId="{22F5B8C0-95B1-4DAF-A10F-12CA8A14E89F}" dt="2024-04-28T13:59:30.585" v="2589" actId="20577"/>
          <ac:spMkLst>
            <pc:docMk/>
            <pc:sldMk cId="2772547099" sldId="815"/>
            <ac:spMk id="2" creationId="{F9514DA0-BE75-5888-FE06-2837D81A98C5}"/>
          </ac:spMkLst>
        </pc:spChg>
      </pc:sldChg>
      <pc:sldChg chg="modSp add mod">
        <pc:chgData name="Enrique Villegas Valerio" userId="8ada793c76dcd6b1" providerId="LiveId" clId="{22F5B8C0-95B1-4DAF-A10F-12CA8A14E89F}" dt="2024-04-28T13:59:42.409" v="2597" actId="404"/>
        <pc:sldMkLst>
          <pc:docMk/>
          <pc:sldMk cId="1503717159" sldId="816"/>
        </pc:sldMkLst>
        <pc:spChg chg="mod">
          <ac:chgData name="Enrique Villegas Valerio" userId="8ada793c76dcd6b1" providerId="LiveId" clId="{22F5B8C0-95B1-4DAF-A10F-12CA8A14E89F}" dt="2024-04-28T13:59:42.409" v="2597" actId="404"/>
          <ac:spMkLst>
            <pc:docMk/>
            <pc:sldMk cId="1503717159" sldId="816"/>
            <ac:spMk id="2" creationId="{F9514DA0-BE75-5888-FE06-2837D81A98C5}"/>
          </ac:spMkLst>
        </pc:spChg>
      </pc:sldChg>
      <pc:sldChg chg="modSp add mod">
        <pc:chgData name="Enrique Villegas Valerio" userId="8ada793c76dcd6b1" providerId="LiveId" clId="{22F5B8C0-95B1-4DAF-A10F-12CA8A14E89F}" dt="2024-04-28T13:59:53.426" v="2603" actId="403"/>
        <pc:sldMkLst>
          <pc:docMk/>
          <pc:sldMk cId="423649578" sldId="817"/>
        </pc:sldMkLst>
        <pc:spChg chg="mod">
          <ac:chgData name="Enrique Villegas Valerio" userId="8ada793c76dcd6b1" providerId="LiveId" clId="{22F5B8C0-95B1-4DAF-A10F-12CA8A14E89F}" dt="2024-04-28T13:59:53.426" v="2603" actId="403"/>
          <ac:spMkLst>
            <pc:docMk/>
            <pc:sldMk cId="423649578" sldId="817"/>
            <ac:spMk id="2" creationId="{F9514DA0-BE75-5888-FE06-2837D81A98C5}"/>
          </ac:spMkLst>
        </pc:spChg>
      </pc:sldChg>
      <pc:sldChg chg="modSp add mod">
        <pc:chgData name="Enrique Villegas Valerio" userId="8ada793c76dcd6b1" providerId="LiveId" clId="{22F5B8C0-95B1-4DAF-A10F-12CA8A14E89F}" dt="2024-04-28T14:00:03.585" v="2610" actId="404"/>
        <pc:sldMkLst>
          <pc:docMk/>
          <pc:sldMk cId="990598927" sldId="818"/>
        </pc:sldMkLst>
        <pc:spChg chg="mod">
          <ac:chgData name="Enrique Villegas Valerio" userId="8ada793c76dcd6b1" providerId="LiveId" clId="{22F5B8C0-95B1-4DAF-A10F-12CA8A14E89F}" dt="2024-04-28T14:00:03.585" v="2610" actId="404"/>
          <ac:spMkLst>
            <pc:docMk/>
            <pc:sldMk cId="990598927" sldId="818"/>
            <ac:spMk id="2" creationId="{F9514DA0-BE75-5888-FE06-2837D81A98C5}"/>
          </ac:spMkLst>
        </pc:spChg>
      </pc:sldChg>
      <pc:sldChg chg="modSp add mod">
        <pc:chgData name="Enrique Villegas Valerio" userId="8ada793c76dcd6b1" providerId="LiveId" clId="{22F5B8C0-95B1-4DAF-A10F-12CA8A14E89F}" dt="2024-04-28T14:00:14.540" v="2619" actId="403"/>
        <pc:sldMkLst>
          <pc:docMk/>
          <pc:sldMk cId="3473694671" sldId="819"/>
        </pc:sldMkLst>
        <pc:spChg chg="mod">
          <ac:chgData name="Enrique Villegas Valerio" userId="8ada793c76dcd6b1" providerId="LiveId" clId="{22F5B8C0-95B1-4DAF-A10F-12CA8A14E89F}" dt="2024-04-28T14:00:14.540" v="2619" actId="403"/>
          <ac:spMkLst>
            <pc:docMk/>
            <pc:sldMk cId="3473694671" sldId="819"/>
            <ac:spMk id="2" creationId="{F9514DA0-BE75-5888-FE06-2837D81A98C5}"/>
          </ac:spMkLst>
        </pc:spChg>
      </pc:sldChg>
      <pc:sldChg chg="modSp add del mod">
        <pc:chgData name="Enrique Villegas Valerio" userId="8ada793c76dcd6b1" providerId="LiveId" clId="{22F5B8C0-95B1-4DAF-A10F-12CA8A14E89F}" dt="2024-04-28T14:00:23.976" v="2628" actId="404"/>
        <pc:sldMkLst>
          <pc:docMk/>
          <pc:sldMk cId="3868965010" sldId="820"/>
        </pc:sldMkLst>
        <pc:spChg chg="mod">
          <ac:chgData name="Enrique Villegas Valerio" userId="8ada793c76dcd6b1" providerId="LiveId" clId="{22F5B8C0-95B1-4DAF-A10F-12CA8A14E89F}" dt="2024-04-28T14:00:23.976" v="2628" actId="404"/>
          <ac:spMkLst>
            <pc:docMk/>
            <pc:sldMk cId="3868965010" sldId="820"/>
            <ac:spMk id="2" creationId="{F9514DA0-BE75-5888-FE06-2837D81A98C5}"/>
          </ac:spMkLst>
        </pc:spChg>
      </pc:sldChg>
      <pc:sldChg chg="modSp add del mod">
        <pc:chgData name="Enrique Villegas Valerio" userId="8ada793c76dcd6b1" providerId="LiveId" clId="{22F5B8C0-95B1-4DAF-A10F-12CA8A14E89F}" dt="2024-04-28T14:00:30.440" v="2631" actId="404"/>
        <pc:sldMkLst>
          <pc:docMk/>
          <pc:sldMk cId="633259460" sldId="821"/>
        </pc:sldMkLst>
        <pc:spChg chg="mod">
          <ac:chgData name="Enrique Villegas Valerio" userId="8ada793c76dcd6b1" providerId="LiveId" clId="{22F5B8C0-95B1-4DAF-A10F-12CA8A14E89F}" dt="2024-04-28T14:00:30.440" v="2631" actId="404"/>
          <ac:spMkLst>
            <pc:docMk/>
            <pc:sldMk cId="633259460" sldId="821"/>
            <ac:spMk id="2" creationId="{F9514DA0-BE75-5888-FE06-2837D81A98C5}"/>
          </ac:spMkLst>
        </pc:spChg>
      </pc:sldChg>
      <pc:sldChg chg="modSp new mod">
        <pc:chgData name="Enrique Villegas Valerio" userId="8ada793c76dcd6b1" providerId="LiveId" clId="{22F5B8C0-95B1-4DAF-A10F-12CA8A14E89F}" dt="2024-04-28T14:25:46.443" v="2648"/>
        <pc:sldMkLst>
          <pc:docMk/>
          <pc:sldMk cId="3041985796" sldId="822"/>
        </pc:sldMkLst>
        <pc:spChg chg="mod">
          <ac:chgData name="Enrique Villegas Valerio" userId="8ada793c76dcd6b1" providerId="LiveId" clId="{22F5B8C0-95B1-4DAF-A10F-12CA8A14E89F}" dt="2024-04-28T14:25:44.158" v="2647" actId="20577"/>
          <ac:spMkLst>
            <pc:docMk/>
            <pc:sldMk cId="3041985796" sldId="822"/>
            <ac:spMk id="2" creationId="{21C19AB3-DC77-7A61-DFC4-04ED3B0DF271}"/>
          </ac:spMkLst>
        </pc:spChg>
        <pc:spChg chg="mod">
          <ac:chgData name="Enrique Villegas Valerio" userId="8ada793c76dcd6b1" providerId="LiveId" clId="{22F5B8C0-95B1-4DAF-A10F-12CA8A14E89F}" dt="2024-04-28T14:25:46.443" v="2648"/>
          <ac:spMkLst>
            <pc:docMk/>
            <pc:sldMk cId="3041985796" sldId="822"/>
            <ac:spMk id="3" creationId="{4408AE14-38BD-2FC2-F559-6388CA7FFE33}"/>
          </ac:spMkLst>
        </pc:spChg>
      </pc:sldChg>
      <pc:sldChg chg="modSp new mod">
        <pc:chgData name="Enrique Villegas Valerio" userId="8ada793c76dcd6b1" providerId="LiveId" clId="{22F5B8C0-95B1-4DAF-A10F-12CA8A14E89F}" dt="2024-04-28T14:58:35.059" v="2663" actId="20577"/>
        <pc:sldMkLst>
          <pc:docMk/>
          <pc:sldMk cId="3166838634" sldId="823"/>
        </pc:sldMkLst>
        <pc:spChg chg="mod">
          <ac:chgData name="Enrique Villegas Valerio" userId="8ada793c76dcd6b1" providerId="LiveId" clId="{22F5B8C0-95B1-4DAF-A10F-12CA8A14E89F}" dt="2024-04-28T14:56:28.161" v="2650"/>
          <ac:spMkLst>
            <pc:docMk/>
            <pc:sldMk cId="3166838634" sldId="823"/>
            <ac:spMk id="2" creationId="{08C2C37B-322F-C03A-1EC7-A12747C8766C}"/>
          </ac:spMkLst>
        </pc:spChg>
        <pc:spChg chg="mod">
          <ac:chgData name="Enrique Villegas Valerio" userId="8ada793c76dcd6b1" providerId="LiveId" clId="{22F5B8C0-95B1-4DAF-A10F-12CA8A14E89F}" dt="2024-04-28T14:58:35.059" v="2663" actId="20577"/>
          <ac:spMkLst>
            <pc:docMk/>
            <pc:sldMk cId="3166838634" sldId="823"/>
            <ac:spMk id="3" creationId="{0C830458-31CC-46B4-2493-C75C66BE0730}"/>
          </ac:spMkLst>
        </pc:spChg>
      </pc:sldChg>
      <pc:sldChg chg="modSp new mod">
        <pc:chgData name="Enrique Villegas Valerio" userId="8ada793c76dcd6b1" providerId="LiveId" clId="{22F5B8C0-95B1-4DAF-A10F-12CA8A14E89F}" dt="2024-04-28T14:58:44.142" v="2673"/>
        <pc:sldMkLst>
          <pc:docMk/>
          <pc:sldMk cId="1621122901" sldId="824"/>
        </pc:sldMkLst>
        <pc:spChg chg="mod">
          <ac:chgData name="Enrique Villegas Valerio" userId="8ada793c76dcd6b1" providerId="LiveId" clId="{22F5B8C0-95B1-4DAF-A10F-12CA8A14E89F}" dt="2024-04-28T14:58:43.045" v="2672" actId="404"/>
          <ac:spMkLst>
            <pc:docMk/>
            <pc:sldMk cId="1621122901" sldId="824"/>
            <ac:spMk id="2" creationId="{10CD002D-8027-7B43-56EC-BB4FFD530D54}"/>
          </ac:spMkLst>
        </pc:spChg>
        <pc:spChg chg="mod">
          <ac:chgData name="Enrique Villegas Valerio" userId="8ada793c76dcd6b1" providerId="LiveId" clId="{22F5B8C0-95B1-4DAF-A10F-12CA8A14E89F}" dt="2024-04-28T14:58:44.142" v="2673"/>
          <ac:spMkLst>
            <pc:docMk/>
            <pc:sldMk cId="1621122901" sldId="824"/>
            <ac:spMk id="3" creationId="{22B9A071-FDB7-64AB-8F03-42DD8F532D0B}"/>
          </ac:spMkLst>
        </pc:spChg>
      </pc:sldChg>
      <pc:sldChg chg="new del">
        <pc:chgData name="Enrique Villegas Valerio" userId="8ada793c76dcd6b1" providerId="LiveId" clId="{22F5B8C0-95B1-4DAF-A10F-12CA8A14E89F}" dt="2024-04-28T15:09:49.140" v="2675" actId="680"/>
        <pc:sldMkLst>
          <pc:docMk/>
          <pc:sldMk cId="2092298519" sldId="825"/>
        </pc:sldMkLst>
      </pc:sldChg>
      <pc:sldChg chg="addSp delSp modSp new del mod modClrScheme chgLayout">
        <pc:chgData name="Enrique Villegas Valerio" userId="8ada793c76dcd6b1" providerId="LiveId" clId="{22F5B8C0-95B1-4DAF-A10F-12CA8A14E89F}" dt="2024-04-28T15:54:33.364" v="2993" actId="47"/>
        <pc:sldMkLst>
          <pc:docMk/>
          <pc:sldMk cId="3836335942" sldId="825"/>
        </pc:sldMkLst>
        <pc:spChg chg="del mod ord">
          <ac:chgData name="Enrique Villegas Valerio" userId="8ada793c76dcd6b1" providerId="LiveId" clId="{22F5B8C0-95B1-4DAF-A10F-12CA8A14E89F}" dt="2024-04-28T15:09:55.487" v="2677" actId="700"/>
          <ac:spMkLst>
            <pc:docMk/>
            <pc:sldMk cId="3836335942" sldId="825"/>
            <ac:spMk id="2" creationId="{A75B5C3C-ED85-94D7-10C6-28E2BE93BC4E}"/>
          </ac:spMkLst>
        </pc:spChg>
        <pc:spChg chg="del">
          <ac:chgData name="Enrique Villegas Valerio" userId="8ada793c76dcd6b1" providerId="LiveId" clId="{22F5B8C0-95B1-4DAF-A10F-12CA8A14E89F}" dt="2024-04-28T15:09:55.487" v="2677" actId="700"/>
          <ac:spMkLst>
            <pc:docMk/>
            <pc:sldMk cId="3836335942" sldId="825"/>
            <ac:spMk id="3" creationId="{90AB3AF6-7FA2-00D7-46A5-DC6BF6A9620E}"/>
          </ac:spMkLst>
        </pc:spChg>
        <pc:spChg chg="add mod ord">
          <ac:chgData name="Enrique Villegas Valerio" userId="8ada793c76dcd6b1" providerId="LiveId" clId="{22F5B8C0-95B1-4DAF-A10F-12CA8A14E89F}" dt="2024-04-28T15:10:11.744" v="2758" actId="20577"/>
          <ac:spMkLst>
            <pc:docMk/>
            <pc:sldMk cId="3836335942" sldId="825"/>
            <ac:spMk id="4" creationId="{90A85515-295E-DD5D-53E5-37E10D935596}"/>
          </ac:spMkLst>
        </pc:spChg>
      </pc:sldChg>
      <pc:sldChg chg="delSp modSp add mod">
        <pc:chgData name="Enrique Villegas Valerio" userId="8ada793c76dcd6b1" providerId="LiveId" clId="{22F5B8C0-95B1-4DAF-A10F-12CA8A14E89F}" dt="2024-04-28T15:11:20.535" v="2860" actId="1036"/>
        <pc:sldMkLst>
          <pc:docMk/>
          <pc:sldMk cId="1420300942" sldId="826"/>
        </pc:sldMkLst>
        <pc:spChg chg="mod">
          <ac:chgData name="Enrique Villegas Valerio" userId="8ada793c76dcd6b1" providerId="LiveId" clId="{22F5B8C0-95B1-4DAF-A10F-12CA8A14E89F}" dt="2024-04-28T15:11:20.535" v="2860" actId="1036"/>
          <ac:spMkLst>
            <pc:docMk/>
            <pc:sldMk cId="1420300942" sldId="826"/>
            <ac:spMk id="6" creationId="{38D63825-ADEE-B658-26DD-D522C2C0DD8B}"/>
          </ac:spMkLst>
        </pc:spChg>
        <pc:spChg chg="del">
          <ac:chgData name="Enrique Villegas Valerio" userId="8ada793c76dcd6b1" providerId="LiveId" clId="{22F5B8C0-95B1-4DAF-A10F-12CA8A14E89F}" dt="2024-04-28T15:10:45.501" v="2777" actId="478"/>
          <ac:spMkLst>
            <pc:docMk/>
            <pc:sldMk cId="1420300942" sldId="826"/>
            <ac:spMk id="9" creationId="{D4E21D2C-0BC2-C6D1-6994-B8FECE1D9356}"/>
          </ac:spMkLst>
        </pc:spChg>
        <pc:cxnChg chg="mod">
          <ac:chgData name="Enrique Villegas Valerio" userId="8ada793c76dcd6b1" providerId="LiveId" clId="{22F5B8C0-95B1-4DAF-A10F-12CA8A14E89F}" dt="2024-04-28T15:11:18.750" v="2857" actId="1035"/>
          <ac:cxnSpMkLst>
            <pc:docMk/>
            <pc:sldMk cId="1420300942" sldId="826"/>
            <ac:cxnSpMk id="4" creationId="{60FA49EF-07F2-9084-9E7E-2AAA998D2EDB}"/>
          </ac:cxnSpMkLst>
        </pc:cxnChg>
        <pc:cxnChg chg="mod">
          <ac:chgData name="Enrique Villegas Valerio" userId="8ada793c76dcd6b1" providerId="LiveId" clId="{22F5B8C0-95B1-4DAF-A10F-12CA8A14E89F}" dt="2024-04-28T15:11:18.750" v="2857" actId="1035"/>
          <ac:cxnSpMkLst>
            <pc:docMk/>
            <pc:sldMk cId="1420300942" sldId="826"/>
            <ac:cxnSpMk id="5" creationId="{ACCBBAF2-4F36-3918-D88E-A6FE7BA94BE1}"/>
          </ac:cxnSpMkLst>
        </pc:cxnChg>
      </pc:sldChg>
      <pc:sldChg chg="new del">
        <pc:chgData name="Enrique Villegas Valerio" userId="8ada793c76dcd6b1" providerId="LiveId" clId="{22F5B8C0-95B1-4DAF-A10F-12CA8A14E89F}" dt="2024-04-28T15:54:12.158" v="2986" actId="47"/>
        <pc:sldMkLst>
          <pc:docMk/>
          <pc:sldMk cId="2207891005" sldId="827"/>
        </pc:sldMkLst>
      </pc:sldChg>
      <pc:sldChg chg="modSp add mod modAnim">
        <pc:chgData name="Enrique Villegas Valerio" userId="8ada793c76dcd6b1" providerId="LiveId" clId="{22F5B8C0-95B1-4DAF-A10F-12CA8A14E89F}" dt="2024-04-28T16:26:27.258" v="3005"/>
        <pc:sldMkLst>
          <pc:docMk/>
          <pc:sldMk cId="3080816854" sldId="828"/>
        </pc:sldMkLst>
        <pc:spChg chg="mod">
          <ac:chgData name="Enrique Villegas Valerio" userId="8ada793c76dcd6b1" providerId="LiveId" clId="{22F5B8C0-95B1-4DAF-A10F-12CA8A14E89F}" dt="2024-04-28T15:11:52.892" v="2900" actId="20577"/>
          <ac:spMkLst>
            <pc:docMk/>
            <pc:sldMk cId="3080816854" sldId="828"/>
            <ac:spMk id="2" creationId="{814C8737-E0AB-3173-5B12-997883A142F9}"/>
          </ac:spMkLst>
        </pc:spChg>
        <pc:spChg chg="mod">
          <ac:chgData name="Enrique Villegas Valerio" userId="8ada793c76dcd6b1" providerId="LiveId" clId="{22F5B8C0-95B1-4DAF-A10F-12CA8A14E89F}" dt="2024-04-28T16:26:27.258" v="3005"/>
          <ac:spMkLst>
            <pc:docMk/>
            <pc:sldMk cId="3080816854" sldId="828"/>
            <ac:spMk id="3" creationId="{327EDC76-3BEB-FCFA-278C-B106143CA2F0}"/>
          </ac:spMkLst>
        </pc:spChg>
      </pc:sldChg>
      <pc:sldChg chg="modSp add mod">
        <pc:chgData name="Enrique Villegas Valerio" userId="8ada793c76dcd6b1" providerId="LiveId" clId="{22F5B8C0-95B1-4DAF-A10F-12CA8A14E89F}" dt="2024-04-28T15:54:28.289" v="2992" actId="403"/>
        <pc:sldMkLst>
          <pc:docMk/>
          <pc:sldMk cId="534621278" sldId="829"/>
        </pc:sldMkLst>
        <pc:spChg chg="mod">
          <ac:chgData name="Enrique Villegas Valerio" userId="8ada793c76dcd6b1" providerId="LiveId" clId="{22F5B8C0-95B1-4DAF-A10F-12CA8A14E89F}" dt="2024-04-28T15:54:28.289" v="2992" actId="403"/>
          <ac:spMkLst>
            <pc:docMk/>
            <pc:sldMk cId="534621278" sldId="829"/>
            <ac:spMk id="4" creationId="{90A85515-295E-DD5D-53E5-37E10D935596}"/>
          </ac:spMkLst>
        </pc:spChg>
      </pc:sldChg>
      <pc:sldChg chg="add ord">
        <pc:chgData name="Enrique Villegas Valerio" userId="8ada793c76dcd6b1" providerId="LiveId" clId="{22F5B8C0-95B1-4DAF-A10F-12CA8A14E89F}" dt="2024-04-28T15:54:37.261" v="2996"/>
        <pc:sldMkLst>
          <pc:docMk/>
          <pc:sldMk cId="2770664574" sldId="830"/>
        </pc:sldMkLst>
      </pc:sldChg>
      <pc:sldChg chg="modSp add mod">
        <pc:chgData name="Enrique Villegas Valerio" userId="8ada793c76dcd6b1" providerId="LiveId" clId="{22F5B8C0-95B1-4DAF-A10F-12CA8A14E89F}" dt="2024-04-28T16:29:24.063" v="3017" actId="404"/>
        <pc:sldMkLst>
          <pc:docMk/>
          <pc:sldMk cId="3583129053" sldId="831"/>
        </pc:sldMkLst>
        <pc:spChg chg="mod">
          <ac:chgData name="Enrique Villegas Valerio" userId="8ada793c76dcd6b1" providerId="LiveId" clId="{22F5B8C0-95B1-4DAF-A10F-12CA8A14E89F}" dt="2024-04-28T16:29:24.063" v="3017" actId="404"/>
          <ac:spMkLst>
            <pc:docMk/>
            <pc:sldMk cId="3583129053" sldId="831"/>
            <ac:spMk id="4" creationId="{90A85515-295E-DD5D-53E5-37E10D935596}"/>
          </ac:spMkLst>
        </pc:spChg>
      </pc:sldChg>
      <pc:sldChg chg="add del">
        <pc:chgData name="Enrique Villegas Valerio" userId="8ada793c76dcd6b1" providerId="LiveId" clId="{22F5B8C0-95B1-4DAF-A10F-12CA8A14E89F}" dt="2024-04-28T16:29:07.775" v="3008"/>
        <pc:sldMkLst>
          <pc:docMk/>
          <pc:sldMk cId="3390470705" sldId="832"/>
        </pc:sldMkLst>
      </pc:sldChg>
    </pc:docChg>
  </pc:docChgLst>
  <pc:docChgLst>
    <pc:chgData name="Enrique Villegas Valerio" userId="8ada793c76dcd6b1" providerId="LiveId" clId="{9086D007-2334-41C8-BECC-1F105C5BBA5B}"/>
    <pc:docChg chg="undo custSel modSld">
      <pc:chgData name="Enrique Villegas Valerio" userId="8ada793c76dcd6b1" providerId="LiveId" clId="{9086D007-2334-41C8-BECC-1F105C5BBA5B}" dt="2024-06-16T04:38:13.128" v="6" actId="122"/>
      <pc:docMkLst>
        <pc:docMk/>
      </pc:docMkLst>
      <pc:sldChg chg="addSp delSp modSp mod">
        <pc:chgData name="Enrique Villegas Valerio" userId="8ada793c76dcd6b1" providerId="LiveId" clId="{9086D007-2334-41C8-BECC-1F105C5BBA5B}" dt="2024-06-16T04:35:58.756" v="5" actId="21"/>
        <pc:sldMkLst>
          <pc:docMk/>
          <pc:sldMk cId="3505741251" sldId="784"/>
        </pc:sldMkLst>
        <pc:picChg chg="mod">
          <ac:chgData name="Enrique Villegas Valerio" userId="8ada793c76dcd6b1" providerId="LiveId" clId="{9086D007-2334-41C8-BECC-1F105C5BBA5B}" dt="2024-06-16T04:33:34.811" v="2" actId="1038"/>
          <ac:picMkLst>
            <pc:docMk/>
            <pc:sldMk cId="3505741251" sldId="784"/>
            <ac:picMk id="5" creationId="{0B03D247-20D5-288C-6E1F-760CE5E22F59}"/>
          </ac:picMkLst>
        </pc:picChg>
        <pc:picChg chg="add del">
          <ac:chgData name="Enrique Villegas Valerio" userId="8ada793c76dcd6b1" providerId="LiveId" clId="{9086D007-2334-41C8-BECC-1F105C5BBA5B}" dt="2024-06-16T04:35:58.756" v="5" actId="21"/>
          <ac:picMkLst>
            <pc:docMk/>
            <pc:sldMk cId="3505741251" sldId="784"/>
            <ac:picMk id="9" creationId="{2C05C248-16DB-D305-E70A-968F3605A90D}"/>
          </ac:picMkLst>
        </pc:picChg>
        <pc:picChg chg="mod">
          <ac:chgData name="Enrique Villegas Valerio" userId="8ada793c76dcd6b1" providerId="LiveId" clId="{9086D007-2334-41C8-BECC-1F105C5BBA5B}" dt="2024-06-16T04:35:08.491" v="3" actId="1036"/>
          <ac:picMkLst>
            <pc:docMk/>
            <pc:sldMk cId="3505741251" sldId="784"/>
            <ac:picMk id="11" creationId="{2C376D56-2572-216A-5D19-8DBFB99BE181}"/>
          </ac:picMkLst>
        </pc:picChg>
      </pc:sldChg>
      <pc:sldChg chg="modSp">
        <pc:chgData name="Enrique Villegas Valerio" userId="8ada793c76dcd6b1" providerId="LiveId" clId="{9086D007-2334-41C8-BECC-1F105C5BBA5B}" dt="2024-06-16T04:38:13.128" v="6" actId="122"/>
        <pc:sldMkLst>
          <pc:docMk/>
          <pc:sldMk cId="1786013269" sldId="789"/>
        </pc:sldMkLst>
        <pc:spChg chg="mod">
          <ac:chgData name="Enrique Villegas Valerio" userId="8ada793c76dcd6b1" providerId="LiveId" clId="{9086D007-2334-41C8-BECC-1F105C5BBA5B}" dt="2024-06-16T04:38:13.128" v="6" actId="122"/>
          <ac:spMkLst>
            <pc:docMk/>
            <pc:sldMk cId="1786013269" sldId="789"/>
            <ac:spMk id="3" creationId="{327EDC76-3BEB-FCFA-278C-B106143CA2F0}"/>
          </ac:spMkLst>
        </pc:spChg>
      </pc:sldChg>
    </pc:docChg>
  </pc:docChgLst>
  <pc:docChgLst>
    <pc:chgData name="Enrique Villegas Valerio" userId="8ada793c76dcd6b1" providerId="LiveId" clId="{CDC2C08B-765D-41C0-A2C7-AC4B25AAD00D}"/>
    <pc:docChg chg="undo custSel addSld delSld modSld sldOrd modMainMaster modSection">
      <pc:chgData name="Enrique Villegas Valerio" userId="8ada793c76dcd6b1" providerId="LiveId" clId="{CDC2C08B-765D-41C0-A2C7-AC4B25AAD00D}" dt="2024-04-24T18:59:27.990" v="3294" actId="1366"/>
      <pc:docMkLst>
        <pc:docMk/>
      </pc:docMkLst>
      <pc:sldChg chg="modSp mod">
        <pc:chgData name="Enrique Villegas Valerio" userId="8ada793c76dcd6b1" providerId="LiveId" clId="{CDC2C08B-765D-41C0-A2C7-AC4B25AAD00D}" dt="2024-04-21T15:10:44.722" v="2555"/>
        <pc:sldMkLst>
          <pc:docMk/>
          <pc:sldMk cId="2459707463" sldId="517"/>
        </pc:sldMkLst>
        <pc:spChg chg="mod">
          <ac:chgData name="Enrique Villegas Valerio" userId="8ada793c76dcd6b1" providerId="LiveId" clId="{CDC2C08B-765D-41C0-A2C7-AC4B25AAD00D}" dt="2024-04-21T15:10:44.722" v="2555"/>
          <ac:spMkLst>
            <pc:docMk/>
            <pc:sldMk cId="2459707463" sldId="517"/>
            <ac:spMk id="3" creationId="{F83FCBC4-22A5-47A6-4825-B2DAAEE92F0C}"/>
          </ac:spMkLst>
        </pc:spChg>
      </pc:sldChg>
      <pc:sldChg chg="modSp mod ord">
        <pc:chgData name="Enrique Villegas Valerio" userId="8ada793c76dcd6b1" providerId="LiveId" clId="{CDC2C08B-765D-41C0-A2C7-AC4B25AAD00D}" dt="2024-04-21T12:02:42.356" v="1666" actId="1036"/>
        <pc:sldMkLst>
          <pc:docMk/>
          <pc:sldMk cId="59613358" sldId="518"/>
        </pc:sldMkLst>
        <pc:spChg chg="mod">
          <ac:chgData name="Enrique Villegas Valerio" userId="8ada793c76dcd6b1" providerId="LiveId" clId="{CDC2C08B-765D-41C0-A2C7-AC4B25AAD00D}" dt="2024-04-21T12:02:13.942" v="1649" actId="207"/>
          <ac:spMkLst>
            <pc:docMk/>
            <pc:sldMk cId="59613358" sldId="518"/>
            <ac:spMk id="3" creationId="{CA07F423-46C6-CDD8-E4AD-233D53E2809D}"/>
          </ac:spMkLst>
        </pc:spChg>
        <pc:spChg chg="mod">
          <ac:chgData name="Enrique Villegas Valerio" userId="8ada793c76dcd6b1" providerId="LiveId" clId="{CDC2C08B-765D-41C0-A2C7-AC4B25AAD00D}" dt="2024-04-21T12:02:42.356" v="1666" actId="1036"/>
          <ac:spMkLst>
            <pc:docMk/>
            <pc:sldMk cId="59613358" sldId="518"/>
            <ac:spMk id="4" creationId="{64DD97DD-43D3-F5D3-B4EE-BD7F9628B26B}"/>
          </ac:spMkLst>
        </pc:spChg>
      </pc:sldChg>
      <pc:sldChg chg="modSp mod ord">
        <pc:chgData name="Enrique Villegas Valerio" userId="8ada793c76dcd6b1" providerId="LiveId" clId="{CDC2C08B-765D-41C0-A2C7-AC4B25AAD00D}" dt="2024-04-21T11:55:10.977" v="1470" actId="20577"/>
        <pc:sldMkLst>
          <pc:docMk/>
          <pc:sldMk cId="3565370651" sldId="619"/>
        </pc:sldMkLst>
        <pc:spChg chg="mod">
          <ac:chgData name="Enrique Villegas Valerio" userId="8ada793c76dcd6b1" providerId="LiveId" clId="{CDC2C08B-765D-41C0-A2C7-AC4B25AAD00D}" dt="2024-04-21T11:55:06.141" v="1459"/>
          <ac:spMkLst>
            <pc:docMk/>
            <pc:sldMk cId="3565370651" sldId="619"/>
            <ac:spMk id="2" creationId="{F9514DA0-BE75-5888-FE06-2837D81A98C5}"/>
          </ac:spMkLst>
        </pc:spChg>
        <pc:spChg chg="mod">
          <ac:chgData name="Enrique Villegas Valerio" userId="8ada793c76dcd6b1" providerId="LiveId" clId="{CDC2C08B-765D-41C0-A2C7-AC4B25AAD00D}" dt="2024-04-21T11:55:10.977" v="1470" actId="20577"/>
          <ac:spMkLst>
            <pc:docMk/>
            <pc:sldMk cId="3565370651" sldId="619"/>
            <ac:spMk id="3" creationId="{7C68BD49-EB98-945B-E1DB-FD4A8FC66606}"/>
          </ac:spMkLst>
        </pc:spChg>
      </pc:sldChg>
      <pc:sldChg chg="del">
        <pc:chgData name="Enrique Villegas Valerio" userId="8ada793c76dcd6b1" providerId="LiveId" clId="{CDC2C08B-765D-41C0-A2C7-AC4B25AAD00D}" dt="2024-04-07T12:46:38.128" v="19" actId="47"/>
        <pc:sldMkLst>
          <pc:docMk/>
          <pc:sldMk cId="1727271413" sldId="620"/>
        </pc:sldMkLst>
      </pc:sldChg>
      <pc:sldChg chg="del">
        <pc:chgData name="Enrique Villegas Valerio" userId="8ada793c76dcd6b1" providerId="LiveId" clId="{CDC2C08B-765D-41C0-A2C7-AC4B25AAD00D}" dt="2024-04-07T12:46:16.938" v="15" actId="47"/>
        <pc:sldMkLst>
          <pc:docMk/>
          <pc:sldMk cId="3487798009" sldId="621"/>
        </pc:sldMkLst>
      </pc:sldChg>
      <pc:sldChg chg="del">
        <pc:chgData name="Enrique Villegas Valerio" userId="8ada793c76dcd6b1" providerId="LiveId" clId="{CDC2C08B-765D-41C0-A2C7-AC4B25AAD00D}" dt="2024-04-07T12:49:03.118" v="23" actId="47"/>
        <pc:sldMkLst>
          <pc:docMk/>
          <pc:sldMk cId="3718908424" sldId="622"/>
        </pc:sldMkLst>
      </pc:sldChg>
      <pc:sldChg chg="del">
        <pc:chgData name="Enrique Villegas Valerio" userId="8ada793c76dcd6b1" providerId="LiveId" clId="{CDC2C08B-765D-41C0-A2C7-AC4B25AAD00D}" dt="2024-04-07T12:46:04.303" v="1" actId="47"/>
        <pc:sldMkLst>
          <pc:docMk/>
          <pc:sldMk cId="4148459029" sldId="623"/>
        </pc:sldMkLst>
      </pc:sldChg>
      <pc:sldChg chg="del">
        <pc:chgData name="Enrique Villegas Valerio" userId="8ada793c76dcd6b1" providerId="LiveId" clId="{CDC2C08B-765D-41C0-A2C7-AC4B25AAD00D}" dt="2024-04-07T12:46:02.473" v="0" actId="47"/>
        <pc:sldMkLst>
          <pc:docMk/>
          <pc:sldMk cId="3308717625" sldId="624"/>
        </pc:sldMkLst>
      </pc:sldChg>
      <pc:sldChg chg="del">
        <pc:chgData name="Enrique Villegas Valerio" userId="8ada793c76dcd6b1" providerId="LiveId" clId="{CDC2C08B-765D-41C0-A2C7-AC4B25AAD00D}" dt="2024-04-07T12:46:05.292" v="2" actId="47"/>
        <pc:sldMkLst>
          <pc:docMk/>
          <pc:sldMk cId="3948492993" sldId="625"/>
        </pc:sldMkLst>
      </pc:sldChg>
      <pc:sldChg chg="del">
        <pc:chgData name="Enrique Villegas Valerio" userId="8ada793c76dcd6b1" providerId="LiveId" clId="{CDC2C08B-765D-41C0-A2C7-AC4B25AAD00D}" dt="2024-04-07T12:46:06.713" v="3" actId="47"/>
        <pc:sldMkLst>
          <pc:docMk/>
          <pc:sldMk cId="2406067261" sldId="627"/>
        </pc:sldMkLst>
      </pc:sldChg>
      <pc:sldChg chg="del">
        <pc:chgData name="Enrique Villegas Valerio" userId="8ada793c76dcd6b1" providerId="LiveId" clId="{CDC2C08B-765D-41C0-A2C7-AC4B25AAD00D}" dt="2024-04-07T12:46:07.666" v="4" actId="47"/>
        <pc:sldMkLst>
          <pc:docMk/>
          <pc:sldMk cId="3541811059" sldId="629"/>
        </pc:sldMkLst>
      </pc:sldChg>
      <pc:sldChg chg="del">
        <pc:chgData name="Enrique Villegas Valerio" userId="8ada793c76dcd6b1" providerId="LiveId" clId="{CDC2C08B-765D-41C0-A2C7-AC4B25AAD00D}" dt="2024-04-07T12:46:08.352" v="5" actId="47"/>
        <pc:sldMkLst>
          <pc:docMk/>
          <pc:sldMk cId="3489231012" sldId="630"/>
        </pc:sldMkLst>
      </pc:sldChg>
      <pc:sldChg chg="del">
        <pc:chgData name="Enrique Villegas Valerio" userId="8ada793c76dcd6b1" providerId="LiveId" clId="{CDC2C08B-765D-41C0-A2C7-AC4B25AAD00D}" dt="2024-04-07T12:46:10.406" v="7" actId="47"/>
        <pc:sldMkLst>
          <pc:docMk/>
          <pc:sldMk cId="2496932168" sldId="631"/>
        </pc:sldMkLst>
      </pc:sldChg>
      <pc:sldChg chg="del">
        <pc:chgData name="Enrique Villegas Valerio" userId="8ada793c76dcd6b1" providerId="LiveId" clId="{CDC2C08B-765D-41C0-A2C7-AC4B25AAD00D}" dt="2024-04-07T12:46:11.172" v="8" actId="47"/>
        <pc:sldMkLst>
          <pc:docMk/>
          <pc:sldMk cId="1655910859" sldId="632"/>
        </pc:sldMkLst>
      </pc:sldChg>
      <pc:sldChg chg="del">
        <pc:chgData name="Enrique Villegas Valerio" userId="8ada793c76dcd6b1" providerId="LiveId" clId="{CDC2C08B-765D-41C0-A2C7-AC4B25AAD00D}" dt="2024-04-07T12:46:11.744" v="9" actId="47"/>
        <pc:sldMkLst>
          <pc:docMk/>
          <pc:sldMk cId="2159040137" sldId="633"/>
        </pc:sldMkLst>
      </pc:sldChg>
      <pc:sldChg chg="del">
        <pc:chgData name="Enrique Villegas Valerio" userId="8ada793c76dcd6b1" providerId="LiveId" clId="{CDC2C08B-765D-41C0-A2C7-AC4B25AAD00D}" dt="2024-04-07T12:46:12.282" v="10" actId="47"/>
        <pc:sldMkLst>
          <pc:docMk/>
          <pc:sldMk cId="3660709600" sldId="634"/>
        </pc:sldMkLst>
      </pc:sldChg>
      <pc:sldChg chg="del">
        <pc:chgData name="Enrique Villegas Valerio" userId="8ada793c76dcd6b1" providerId="LiveId" clId="{CDC2C08B-765D-41C0-A2C7-AC4B25AAD00D}" dt="2024-04-07T12:46:12.857" v="11" actId="47"/>
        <pc:sldMkLst>
          <pc:docMk/>
          <pc:sldMk cId="2463502322" sldId="635"/>
        </pc:sldMkLst>
      </pc:sldChg>
      <pc:sldChg chg="del">
        <pc:chgData name="Enrique Villegas Valerio" userId="8ada793c76dcd6b1" providerId="LiveId" clId="{CDC2C08B-765D-41C0-A2C7-AC4B25AAD00D}" dt="2024-04-07T12:46:13.363" v="12" actId="47"/>
        <pc:sldMkLst>
          <pc:docMk/>
          <pc:sldMk cId="1820967091" sldId="638"/>
        </pc:sldMkLst>
      </pc:sldChg>
      <pc:sldChg chg="del">
        <pc:chgData name="Enrique Villegas Valerio" userId="8ada793c76dcd6b1" providerId="LiveId" clId="{CDC2C08B-765D-41C0-A2C7-AC4B25AAD00D}" dt="2024-04-07T12:46:09.551" v="6" actId="47"/>
        <pc:sldMkLst>
          <pc:docMk/>
          <pc:sldMk cId="1286045280" sldId="639"/>
        </pc:sldMkLst>
      </pc:sldChg>
      <pc:sldChg chg="del">
        <pc:chgData name="Enrique Villegas Valerio" userId="8ada793c76dcd6b1" providerId="LiveId" clId="{CDC2C08B-765D-41C0-A2C7-AC4B25AAD00D}" dt="2024-04-07T12:46:17.918" v="16" actId="47"/>
        <pc:sldMkLst>
          <pc:docMk/>
          <pc:sldMk cId="2842406516" sldId="640"/>
        </pc:sldMkLst>
      </pc:sldChg>
      <pc:sldChg chg="del">
        <pc:chgData name="Enrique Villegas Valerio" userId="8ada793c76dcd6b1" providerId="LiveId" clId="{CDC2C08B-765D-41C0-A2C7-AC4B25AAD00D}" dt="2024-04-07T12:46:14.368" v="13" actId="47"/>
        <pc:sldMkLst>
          <pc:docMk/>
          <pc:sldMk cId="1497405485" sldId="641"/>
        </pc:sldMkLst>
      </pc:sldChg>
      <pc:sldChg chg="del">
        <pc:chgData name="Enrique Villegas Valerio" userId="8ada793c76dcd6b1" providerId="LiveId" clId="{CDC2C08B-765D-41C0-A2C7-AC4B25AAD00D}" dt="2024-04-07T12:46:15.198" v="14" actId="47"/>
        <pc:sldMkLst>
          <pc:docMk/>
          <pc:sldMk cId="2995814007" sldId="642"/>
        </pc:sldMkLst>
      </pc:sldChg>
      <pc:sldChg chg="del">
        <pc:chgData name="Enrique Villegas Valerio" userId="8ada793c76dcd6b1" providerId="LiveId" clId="{CDC2C08B-765D-41C0-A2C7-AC4B25AAD00D}" dt="2024-04-07T12:46:38.128" v="19" actId="47"/>
        <pc:sldMkLst>
          <pc:docMk/>
          <pc:sldMk cId="3463674693" sldId="643"/>
        </pc:sldMkLst>
      </pc:sldChg>
      <pc:sldChg chg="del">
        <pc:chgData name="Enrique Villegas Valerio" userId="8ada793c76dcd6b1" providerId="LiveId" clId="{CDC2C08B-765D-41C0-A2C7-AC4B25AAD00D}" dt="2024-04-07T12:46:19.888" v="17" actId="47"/>
        <pc:sldMkLst>
          <pc:docMk/>
          <pc:sldMk cId="879913515" sldId="644"/>
        </pc:sldMkLst>
      </pc:sldChg>
      <pc:sldChg chg="del">
        <pc:chgData name="Enrique Villegas Valerio" userId="8ada793c76dcd6b1" providerId="LiveId" clId="{CDC2C08B-765D-41C0-A2C7-AC4B25AAD00D}" dt="2024-04-07T12:46:33.555" v="18" actId="47"/>
        <pc:sldMkLst>
          <pc:docMk/>
          <pc:sldMk cId="2267134591" sldId="645"/>
        </pc:sldMkLst>
      </pc:sldChg>
      <pc:sldChg chg="del">
        <pc:chgData name="Enrique Villegas Valerio" userId="8ada793c76dcd6b1" providerId="LiveId" clId="{CDC2C08B-765D-41C0-A2C7-AC4B25AAD00D}" dt="2024-04-07T12:46:33.555" v="18" actId="47"/>
        <pc:sldMkLst>
          <pc:docMk/>
          <pc:sldMk cId="251748061" sldId="646"/>
        </pc:sldMkLst>
      </pc:sldChg>
      <pc:sldChg chg="del ord">
        <pc:chgData name="Enrique Villegas Valerio" userId="8ada793c76dcd6b1" providerId="LiveId" clId="{CDC2C08B-765D-41C0-A2C7-AC4B25AAD00D}" dt="2024-04-21T12:02:06.648" v="1647" actId="47"/>
        <pc:sldMkLst>
          <pc:docMk/>
          <pc:sldMk cId="2175877941" sldId="647"/>
        </pc:sldMkLst>
      </pc:sldChg>
      <pc:sldChg chg="modSp add mod">
        <pc:chgData name="Enrique Villegas Valerio" userId="8ada793c76dcd6b1" providerId="LiveId" clId="{CDC2C08B-765D-41C0-A2C7-AC4B25AAD00D}" dt="2024-04-21T12:14:59.075" v="1764" actId="207"/>
        <pc:sldMkLst>
          <pc:docMk/>
          <pc:sldMk cId="1863978871" sldId="648"/>
        </pc:sldMkLst>
        <pc:spChg chg="mod">
          <ac:chgData name="Enrique Villegas Valerio" userId="8ada793c76dcd6b1" providerId="LiveId" clId="{CDC2C08B-765D-41C0-A2C7-AC4B25AAD00D}" dt="2024-04-21T12:14:59.075" v="1764" actId="207"/>
          <ac:spMkLst>
            <pc:docMk/>
            <pc:sldMk cId="1863978871" sldId="648"/>
            <ac:spMk id="2" creationId="{F9514DA0-BE75-5888-FE06-2837D81A98C5}"/>
          </ac:spMkLst>
        </pc:spChg>
        <pc:spChg chg="mod">
          <ac:chgData name="Enrique Villegas Valerio" userId="8ada793c76dcd6b1" providerId="LiveId" clId="{CDC2C08B-765D-41C0-A2C7-AC4B25AAD00D}" dt="2024-04-21T12:03:48.580" v="1685" actId="20577"/>
          <ac:spMkLst>
            <pc:docMk/>
            <pc:sldMk cId="1863978871" sldId="648"/>
            <ac:spMk id="3" creationId="{7C68BD49-EB98-945B-E1DB-FD4A8FC66606}"/>
          </ac:spMkLst>
        </pc:spChg>
      </pc:sldChg>
      <pc:sldChg chg="del">
        <pc:chgData name="Enrique Villegas Valerio" userId="8ada793c76dcd6b1" providerId="LiveId" clId="{CDC2C08B-765D-41C0-A2C7-AC4B25AAD00D}" dt="2024-04-07T12:46:38.128" v="19" actId="47"/>
        <pc:sldMkLst>
          <pc:docMk/>
          <pc:sldMk cId="2536920399" sldId="648"/>
        </pc:sldMkLst>
      </pc:sldChg>
      <pc:sldChg chg="del">
        <pc:chgData name="Enrique Villegas Valerio" userId="8ada793c76dcd6b1" providerId="LiveId" clId="{CDC2C08B-765D-41C0-A2C7-AC4B25AAD00D}" dt="2024-04-07T12:46:38.128" v="19" actId="47"/>
        <pc:sldMkLst>
          <pc:docMk/>
          <pc:sldMk cId="1195595564" sldId="649"/>
        </pc:sldMkLst>
      </pc:sldChg>
      <pc:sldChg chg="modSp add del mod">
        <pc:chgData name="Enrique Villegas Valerio" userId="8ada793c76dcd6b1" providerId="LiveId" clId="{CDC2C08B-765D-41C0-A2C7-AC4B25AAD00D}" dt="2024-04-21T12:02:06.648" v="1647" actId="47"/>
        <pc:sldMkLst>
          <pc:docMk/>
          <pc:sldMk cId="3710083402" sldId="649"/>
        </pc:sldMkLst>
        <pc:spChg chg="mod">
          <ac:chgData name="Enrique Villegas Valerio" userId="8ada793c76dcd6b1" providerId="LiveId" clId="{CDC2C08B-765D-41C0-A2C7-AC4B25AAD00D}" dt="2024-04-07T12:51:52.593" v="72" actId="404"/>
          <ac:spMkLst>
            <pc:docMk/>
            <pc:sldMk cId="3710083402" sldId="649"/>
            <ac:spMk id="2" creationId="{F9514DA0-BE75-5888-FE06-2837D81A98C5}"/>
          </ac:spMkLst>
        </pc:spChg>
      </pc:sldChg>
      <pc:sldChg chg="modSp add del mod">
        <pc:chgData name="Enrique Villegas Valerio" userId="8ada793c76dcd6b1" providerId="LiveId" clId="{CDC2C08B-765D-41C0-A2C7-AC4B25AAD00D}" dt="2024-04-21T12:02:06.648" v="1647" actId="47"/>
        <pc:sldMkLst>
          <pc:docMk/>
          <pc:sldMk cId="3622716666" sldId="650"/>
        </pc:sldMkLst>
        <pc:spChg chg="mod">
          <ac:chgData name="Enrique Villegas Valerio" userId="8ada793c76dcd6b1" providerId="LiveId" clId="{CDC2C08B-765D-41C0-A2C7-AC4B25AAD00D}" dt="2024-04-07T13:25:12.997" v="108" actId="13926"/>
          <ac:spMkLst>
            <pc:docMk/>
            <pc:sldMk cId="3622716666" sldId="650"/>
            <ac:spMk id="2" creationId="{F9514DA0-BE75-5888-FE06-2837D81A98C5}"/>
          </ac:spMkLst>
        </pc:spChg>
        <pc:spChg chg="mod">
          <ac:chgData name="Enrique Villegas Valerio" userId="8ada793c76dcd6b1" providerId="LiveId" clId="{CDC2C08B-765D-41C0-A2C7-AC4B25AAD00D}" dt="2024-04-07T12:52:19.673" v="79" actId="20577"/>
          <ac:spMkLst>
            <pc:docMk/>
            <pc:sldMk cId="3622716666" sldId="650"/>
            <ac:spMk id="3" creationId="{7C68BD49-EB98-945B-E1DB-FD4A8FC66606}"/>
          </ac:spMkLst>
        </pc:spChg>
      </pc:sldChg>
      <pc:sldChg chg="del">
        <pc:chgData name="Enrique Villegas Valerio" userId="8ada793c76dcd6b1" providerId="LiveId" clId="{CDC2C08B-765D-41C0-A2C7-AC4B25AAD00D}" dt="2024-04-07T12:46:38.128" v="19" actId="47"/>
        <pc:sldMkLst>
          <pc:docMk/>
          <pc:sldMk cId="3742352768" sldId="650"/>
        </pc:sldMkLst>
      </pc:sldChg>
      <pc:sldChg chg="modSp add del mod">
        <pc:chgData name="Enrique Villegas Valerio" userId="8ada793c76dcd6b1" providerId="LiveId" clId="{CDC2C08B-765D-41C0-A2C7-AC4B25AAD00D}" dt="2024-04-21T12:02:06.648" v="1647" actId="47"/>
        <pc:sldMkLst>
          <pc:docMk/>
          <pc:sldMk cId="365194930" sldId="651"/>
        </pc:sldMkLst>
        <pc:spChg chg="mod">
          <ac:chgData name="Enrique Villegas Valerio" userId="8ada793c76dcd6b1" providerId="LiveId" clId="{CDC2C08B-765D-41C0-A2C7-AC4B25AAD00D}" dt="2024-04-07T12:53:29.756" v="101" actId="20577"/>
          <ac:spMkLst>
            <pc:docMk/>
            <pc:sldMk cId="365194930" sldId="651"/>
            <ac:spMk id="2" creationId="{F9514DA0-BE75-5888-FE06-2837D81A98C5}"/>
          </ac:spMkLst>
        </pc:spChg>
      </pc:sldChg>
      <pc:sldChg chg="del">
        <pc:chgData name="Enrique Villegas Valerio" userId="8ada793c76dcd6b1" providerId="LiveId" clId="{CDC2C08B-765D-41C0-A2C7-AC4B25AAD00D}" dt="2024-04-07T12:46:38.128" v="19" actId="47"/>
        <pc:sldMkLst>
          <pc:docMk/>
          <pc:sldMk cId="3161172122" sldId="651"/>
        </pc:sldMkLst>
      </pc:sldChg>
      <pc:sldChg chg="modSp add del mod">
        <pc:chgData name="Enrique Villegas Valerio" userId="8ada793c76dcd6b1" providerId="LiveId" clId="{CDC2C08B-765D-41C0-A2C7-AC4B25AAD00D}" dt="2024-04-21T12:02:06.648" v="1647" actId="47"/>
        <pc:sldMkLst>
          <pc:docMk/>
          <pc:sldMk cId="443738992" sldId="652"/>
        </pc:sldMkLst>
        <pc:spChg chg="mod">
          <ac:chgData name="Enrique Villegas Valerio" userId="8ada793c76dcd6b1" providerId="LiveId" clId="{CDC2C08B-765D-41C0-A2C7-AC4B25AAD00D}" dt="2024-04-07T13:29:45.293" v="124" actId="13926"/>
          <ac:spMkLst>
            <pc:docMk/>
            <pc:sldMk cId="443738992" sldId="652"/>
            <ac:spMk id="2" creationId="{F9514DA0-BE75-5888-FE06-2837D81A98C5}"/>
          </ac:spMkLst>
        </pc:spChg>
      </pc:sldChg>
      <pc:sldChg chg="del">
        <pc:chgData name="Enrique Villegas Valerio" userId="8ada793c76dcd6b1" providerId="LiveId" clId="{CDC2C08B-765D-41C0-A2C7-AC4B25AAD00D}" dt="2024-04-07T12:46:38.128" v="19" actId="47"/>
        <pc:sldMkLst>
          <pc:docMk/>
          <pc:sldMk cId="1420209562" sldId="652"/>
        </pc:sldMkLst>
      </pc:sldChg>
      <pc:sldChg chg="modSp add del mod">
        <pc:chgData name="Enrique Villegas Valerio" userId="8ada793c76dcd6b1" providerId="LiveId" clId="{CDC2C08B-765D-41C0-A2C7-AC4B25AAD00D}" dt="2024-04-21T12:02:06.648" v="1647" actId="47"/>
        <pc:sldMkLst>
          <pc:docMk/>
          <pc:sldMk cId="925484648" sldId="653"/>
        </pc:sldMkLst>
        <pc:spChg chg="mod">
          <ac:chgData name="Enrique Villegas Valerio" userId="8ada793c76dcd6b1" providerId="LiveId" clId="{CDC2C08B-765D-41C0-A2C7-AC4B25AAD00D}" dt="2024-04-07T13:25:19.436" v="109" actId="13926"/>
          <ac:spMkLst>
            <pc:docMk/>
            <pc:sldMk cId="925484648" sldId="653"/>
            <ac:spMk id="2" creationId="{F9514DA0-BE75-5888-FE06-2837D81A98C5}"/>
          </ac:spMkLst>
        </pc:spChg>
      </pc:sldChg>
      <pc:sldChg chg="del">
        <pc:chgData name="Enrique Villegas Valerio" userId="8ada793c76dcd6b1" providerId="LiveId" clId="{CDC2C08B-765D-41C0-A2C7-AC4B25AAD00D}" dt="2024-04-07T12:46:38.128" v="19" actId="47"/>
        <pc:sldMkLst>
          <pc:docMk/>
          <pc:sldMk cId="1182268207" sldId="653"/>
        </pc:sldMkLst>
      </pc:sldChg>
      <pc:sldChg chg="modSp add del mod">
        <pc:chgData name="Enrique Villegas Valerio" userId="8ada793c76dcd6b1" providerId="LiveId" clId="{CDC2C08B-765D-41C0-A2C7-AC4B25AAD00D}" dt="2024-04-21T12:02:06.648" v="1647" actId="47"/>
        <pc:sldMkLst>
          <pc:docMk/>
          <pc:sldMk cId="1864149646" sldId="654"/>
        </pc:sldMkLst>
        <pc:spChg chg="mod">
          <ac:chgData name="Enrique Villegas Valerio" userId="8ada793c76dcd6b1" providerId="LiveId" clId="{CDC2C08B-765D-41C0-A2C7-AC4B25AAD00D}" dt="2024-04-07T13:25:31.991" v="111" actId="13926"/>
          <ac:spMkLst>
            <pc:docMk/>
            <pc:sldMk cId="1864149646" sldId="654"/>
            <ac:spMk id="2" creationId="{F9514DA0-BE75-5888-FE06-2837D81A98C5}"/>
          </ac:spMkLst>
        </pc:spChg>
      </pc:sldChg>
      <pc:sldChg chg="del">
        <pc:chgData name="Enrique Villegas Valerio" userId="8ada793c76dcd6b1" providerId="LiveId" clId="{CDC2C08B-765D-41C0-A2C7-AC4B25AAD00D}" dt="2024-04-07T12:46:38.128" v="19" actId="47"/>
        <pc:sldMkLst>
          <pc:docMk/>
          <pc:sldMk cId="3740941221" sldId="654"/>
        </pc:sldMkLst>
      </pc:sldChg>
      <pc:sldChg chg="modSp add del mod">
        <pc:chgData name="Enrique Villegas Valerio" userId="8ada793c76dcd6b1" providerId="LiveId" clId="{CDC2C08B-765D-41C0-A2C7-AC4B25AAD00D}" dt="2024-04-21T12:02:06.648" v="1647" actId="47"/>
        <pc:sldMkLst>
          <pc:docMk/>
          <pc:sldMk cId="1753382044" sldId="655"/>
        </pc:sldMkLst>
        <pc:spChg chg="mod">
          <ac:chgData name="Enrique Villegas Valerio" userId="8ada793c76dcd6b1" providerId="LiveId" clId="{CDC2C08B-765D-41C0-A2C7-AC4B25AAD00D}" dt="2024-04-07T13:25:38.111" v="112" actId="13926"/>
          <ac:spMkLst>
            <pc:docMk/>
            <pc:sldMk cId="1753382044" sldId="655"/>
            <ac:spMk id="2" creationId="{F9514DA0-BE75-5888-FE06-2837D81A98C5}"/>
          </ac:spMkLst>
        </pc:spChg>
      </pc:sldChg>
      <pc:sldChg chg="del">
        <pc:chgData name="Enrique Villegas Valerio" userId="8ada793c76dcd6b1" providerId="LiveId" clId="{CDC2C08B-765D-41C0-A2C7-AC4B25AAD00D}" dt="2024-04-07T12:46:38.128" v="19" actId="47"/>
        <pc:sldMkLst>
          <pc:docMk/>
          <pc:sldMk cId="2919253981" sldId="655"/>
        </pc:sldMkLst>
      </pc:sldChg>
      <pc:sldChg chg="del">
        <pc:chgData name="Enrique Villegas Valerio" userId="8ada793c76dcd6b1" providerId="LiveId" clId="{CDC2C08B-765D-41C0-A2C7-AC4B25AAD00D}" dt="2024-04-07T12:46:38.128" v="19" actId="47"/>
        <pc:sldMkLst>
          <pc:docMk/>
          <pc:sldMk cId="2003372233" sldId="656"/>
        </pc:sldMkLst>
      </pc:sldChg>
      <pc:sldChg chg="modSp add del mod">
        <pc:chgData name="Enrique Villegas Valerio" userId="8ada793c76dcd6b1" providerId="LiveId" clId="{CDC2C08B-765D-41C0-A2C7-AC4B25AAD00D}" dt="2024-04-21T12:02:06.648" v="1647" actId="47"/>
        <pc:sldMkLst>
          <pc:docMk/>
          <pc:sldMk cId="2912443806" sldId="656"/>
        </pc:sldMkLst>
        <pc:spChg chg="mod">
          <ac:chgData name="Enrique Villegas Valerio" userId="8ada793c76dcd6b1" providerId="LiveId" clId="{CDC2C08B-765D-41C0-A2C7-AC4B25AAD00D}" dt="2024-04-07T13:29:07.913" v="118" actId="13926"/>
          <ac:spMkLst>
            <pc:docMk/>
            <pc:sldMk cId="2912443806" sldId="656"/>
            <ac:spMk id="2" creationId="{F9514DA0-BE75-5888-FE06-2837D81A98C5}"/>
          </ac:spMkLst>
        </pc:spChg>
      </pc:sldChg>
      <pc:sldChg chg="modSp add del mod">
        <pc:chgData name="Enrique Villegas Valerio" userId="8ada793c76dcd6b1" providerId="LiveId" clId="{CDC2C08B-765D-41C0-A2C7-AC4B25AAD00D}" dt="2024-04-21T12:02:06.648" v="1647" actId="47"/>
        <pc:sldMkLst>
          <pc:docMk/>
          <pc:sldMk cId="1012075313" sldId="657"/>
        </pc:sldMkLst>
        <pc:spChg chg="mod">
          <ac:chgData name="Enrique Villegas Valerio" userId="8ada793c76dcd6b1" providerId="LiveId" clId="{CDC2C08B-765D-41C0-A2C7-AC4B25AAD00D}" dt="2024-04-07T13:29:12.888" v="119" actId="13926"/>
          <ac:spMkLst>
            <pc:docMk/>
            <pc:sldMk cId="1012075313" sldId="657"/>
            <ac:spMk id="2" creationId="{F9514DA0-BE75-5888-FE06-2837D81A98C5}"/>
          </ac:spMkLst>
        </pc:spChg>
      </pc:sldChg>
      <pc:sldChg chg="del">
        <pc:chgData name="Enrique Villegas Valerio" userId="8ada793c76dcd6b1" providerId="LiveId" clId="{CDC2C08B-765D-41C0-A2C7-AC4B25AAD00D}" dt="2024-04-07T12:46:38.128" v="19" actId="47"/>
        <pc:sldMkLst>
          <pc:docMk/>
          <pc:sldMk cId="4179037820" sldId="657"/>
        </pc:sldMkLst>
      </pc:sldChg>
      <pc:sldChg chg="del">
        <pc:chgData name="Enrique Villegas Valerio" userId="8ada793c76dcd6b1" providerId="LiveId" clId="{CDC2C08B-765D-41C0-A2C7-AC4B25AAD00D}" dt="2024-04-07T12:46:38.128" v="19" actId="47"/>
        <pc:sldMkLst>
          <pc:docMk/>
          <pc:sldMk cId="2503147654" sldId="658"/>
        </pc:sldMkLst>
      </pc:sldChg>
      <pc:sldChg chg="modSp add del mod">
        <pc:chgData name="Enrique Villegas Valerio" userId="8ada793c76dcd6b1" providerId="LiveId" clId="{CDC2C08B-765D-41C0-A2C7-AC4B25AAD00D}" dt="2024-04-21T12:02:06.648" v="1647" actId="47"/>
        <pc:sldMkLst>
          <pc:docMk/>
          <pc:sldMk cId="3228153944" sldId="658"/>
        </pc:sldMkLst>
        <pc:spChg chg="mod">
          <ac:chgData name="Enrique Villegas Valerio" userId="8ada793c76dcd6b1" providerId="LiveId" clId="{CDC2C08B-765D-41C0-A2C7-AC4B25AAD00D}" dt="2024-04-07T13:29:18.398" v="120" actId="13926"/>
          <ac:spMkLst>
            <pc:docMk/>
            <pc:sldMk cId="3228153944" sldId="658"/>
            <ac:spMk id="2" creationId="{F9514DA0-BE75-5888-FE06-2837D81A98C5}"/>
          </ac:spMkLst>
        </pc:spChg>
      </pc:sldChg>
      <pc:sldChg chg="modSp add del mod">
        <pc:chgData name="Enrique Villegas Valerio" userId="8ada793c76dcd6b1" providerId="LiveId" clId="{CDC2C08B-765D-41C0-A2C7-AC4B25AAD00D}" dt="2024-04-21T12:02:06.648" v="1647" actId="47"/>
        <pc:sldMkLst>
          <pc:docMk/>
          <pc:sldMk cId="2657496803" sldId="659"/>
        </pc:sldMkLst>
        <pc:spChg chg="mod">
          <ac:chgData name="Enrique Villegas Valerio" userId="8ada793c76dcd6b1" providerId="LiveId" clId="{CDC2C08B-765D-41C0-A2C7-AC4B25AAD00D}" dt="2024-04-07T13:29:29.248" v="121" actId="13926"/>
          <ac:spMkLst>
            <pc:docMk/>
            <pc:sldMk cId="2657496803" sldId="659"/>
            <ac:spMk id="2" creationId="{F9514DA0-BE75-5888-FE06-2837D81A98C5}"/>
          </ac:spMkLst>
        </pc:spChg>
      </pc:sldChg>
      <pc:sldChg chg="del">
        <pc:chgData name="Enrique Villegas Valerio" userId="8ada793c76dcd6b1" providerId="LiveId" clId="{CDC2C08B-765D-41C0-A2C7-AC4B25AAD00D}" dt="2024-04-07T12:46:38.128" v="19" actId="47"/>
        <pc:sldMkLst>
          <pc:docMk/>
          <pc:sldMk cId="4114409690" sldId="659"/>
        </pc:sldMkLst>
      </pc:sldChg>
      <pc:sldChg chg="modSp add del mod">
        <pc:chgData name="Enrique Villegas Valerio" userId="8ada793c76dcd6b1" providerId="LiveId" clId="{CDC2C08B-765D-41C0-A2C7-AC4B25AAD00D}" dt="2024-04-21T12:02:06.648" v="1647" actId="47"/>
        <pc:sldMkLst>
          <pc:docMk/>
          <pc:sldMk cId="652998298" sldId="660"/>
        </pc:sldMkLst>
        <pc:spChg chg="mod">
          <ac:chgData name="Enrique Villegas Valerio" userId="8ada793c76dcd6b1" providerId="LiveId" clId="{CDC2C08B-765D-41C0-A2C7-AC4B25AAD00D}" dt="2024-04-07T13:29:34.809" v="122" actId="13926"/>
          <ac:spMkLst>
            <pc:docMk/>
            <pc:sldMk cId="652998298" sldId="660"/>
            <ac:spMk id="2" creationId="{F9514DA0-BE75-5888-FE06-2837D81A98C5}"/>
          </ac:spMkLst>
        </pc:spChg>
      </pc:sldChg>
      <pc:sldChg chg="del">
        <pc:chgData name="Enrique Villegas Valerio" userId="8ada793c76dcd6b1" providerId="LiveId" clId="{CDC2C08B-765D-41C0-A2C7-AC4B25AAD00D}" dt="2024-04-07T12:46:38.128" v="19" actId="47"/>
        <pc:sldMkLst>
          <pc:docMk/>
          <pc:sldMk cId="4276759801" sldId="660"/>
        </pc:sldMkLst>
      </pc:sldChg>
      <pc:sldChg chg="del">
        <pc:chgData name="Enrique Villegas Valerio" userId="8ada793c76dcd6b1" providerId="LiveId" clId="{CDC2C08B-765D-41C0-A2C7-AC4B25AAD00D}" dt="2024-04-07T12:46:38.128" v="19" actId="47"/>
        <pc:sldMkLst>
          <pc:docMk/>
          <pc:sldMk cId="2440042760" sldId="661"/>
        </pc:sldMkLst>
      </pc:sldChg>
      <pc:sldChg chg="modSp new del mod">
        <pc:chgData name="Enrique Villegas Valerio" userId="8ada793c76dcd6b1" providerId="LiveId" clId="{CDC2C08B-765D-41C0-A2C7-AC4B25AAD00D}" dt="2024-04-21T12:02:06.648" v="1647" actId="47"/>
        <pc:sldMkLst>
          <pc:docMk/>
          <pc:sldMk cId="2526859485" sldId="661"/>
        </pc:sldMkLst>
        <pc:spChg chg="mod">
          <ac:chgData name="Enrique Villegas Valerio" userId="8ada793c76dcd6b1" providerId="LiveId" clId="{CDC2C08B-765D-41C0-A2C7-AC4B25AAD00D}" dt="2024-04-07T13:35:04.968" v="135" actId="5793"/>
          <ac:spMkLst>
            <pc:docMk/>
            <pc:sldMk cId="2526859485" sldId="661"/>
            <ac:spMk id="2" creationId="{BC6AA646-38E1-6B39-3BE2-246E5D7AD9F7}"/>
          </ac:spMkLst>
        </pc:spChg>
        <pc:spChg chg="mod">
          <ac:chgData name="Enrique Villegas Valerio" userId="8ada793c76dcd6b1" providerId="LiveId" clId="{CDC2C08B-765D-41C0-A2C7-AC4B25AAD00D}" dt="2024-04-07T13:35:10.568" v="145" actId="20577"/>
          <ac:spMkLst>
            <pc:docMk/>
            <pc:sldMk cId="2526859485" sldId="661"/>
            <ac:spMk id="3" creationId="{E8940C64-E738-A244-24D8-A04EA847B1E5}"/>
          </ac:spMkLst>
        </pc:spChg>
      </pc:sldChg>
      <pc:sldChg chg="add del">
        <pc:chgData name="Enrique Villegas Valerio" userId="8ada793c76dcd6b1" providerId="LiveId" clId="{CDC2C08B-765D-41C0-A2C7-AC4B25AAD00D}" dt="2024-04-07T13:29:50.969" v="125" actId="47"/>
        <pc:sldMkLst>
          <pc:docMk/>
          <pc:sldMk cId="4128707410" sldId="661"/>
        </pc:sldMkLst>
      </pc:sldChg>
      <pc:sldChg chg="del">
        <pc:chgData name="Enrique Villegas Valerio" userId="8ada793c76dcd6b1" providerId="LiveId" clId="{CDC2C08B-765D-41C0-A2C7-AC4B25AAD00D}" dt="2024-04-07T12:46:38.128" v="19" actId="47"/>
        <pc:sldMkLst>
          <pc:docMk/>
          <pc:sldMk cId="930791695" sldId="662"/>
        </pc:sldMkLst>
      </pc:sldChg>
      <pc:sldChg chg="modSp add del mod">
        <pc:chgData name="Enrique Villegas Valerio" userId="8ada793c76dcd6b1" providerId="LiveId" clId="{CDC2C08B-765D-41C0-A2C7-AC4B25AAD00D}" dt="2024-04-21T12:02:06.648" v="1647" actId="47"/>
        <pc:sldMkLst>
          <pc:docMk/>
          <pc:sldMk cId="3743986458" sldId="662"/>
        </pc:sldMkLst>
        <pc:spChg chg="mod">
          <ac:chgData name="Enrique Villegas Valerio" userId="8ada793c76dcd6b1" providerId="LiveId" clId="{CDC2C08B-765D-41C0-A2C7-AC4B25AAD00D}" dt="2024-04-07T13:38:09.054" v="163" actId="20577"/>
          <ac:spMkLst>
            <pc:docMk/>
            <pc:sldMk cId="3743986458" sldId="662"/>
            <ac:spMk id="2" creationId="{F9514DA0-BE75-5888-FE06-2837D81A98C5}"/>
          </ac:spMkLst>
        </pc:spChg>
        <pc:spChg chg="mod">
          <ac:chgData name="Enrique Villegas Valerio" userId="8ada793c76dcd6b1" providerId="LiveId" clId="{CDC2C08B-765D-41C0-A2C7-AC4B25AAD00D}" dt="2024-04-07T13:37:58.083" v="157" actId="20577"/>
          <ac:spMkLst>
            <pc:docMk/>
            <pc:sldMk cId="3743986458" sldId="662"/>
            <ac:spMk id="3" creationId="{7C68BD49-EB98-945B-E1DB-FD4A8FC66606}"/>
          </ac:spMkLst>
        </pc:spChg>
      </pc:sldChg>
      <pc:sldChg chg="del">
        <pc:chgData name="Enrique Villegas Valerio" userId="8ada793c76dcd6b1" providerId="LiveId" clId="{CDC2C08B-765D-41C0-A2C7-AC4B25AAD00D}" dt="2024-04-07T12:46:38.128" v="19" actId="47"/>
        <pc:sldMkLst>
          <pc:docMk/>
          <pc:sldMk cId="775458845" sldId="663"/>
        </pc:sldMkLst>
      </pc:sldChg>
      <pc:sldChg chg="modSp add del mod">
        <pc:chgData name="Enrique Villegas Valerio" userId="8ada793c76dcd6b1" providerId="LiveId" clId="{CDC2C08B-765D-41C0-A2C7-AC4B25AAD00D}" dt="2024-04-21T12:02:06.648" v="1647" actId="47"/>
        <pc:sldMkLst>
          <pc:docMk/>
          <pc:sldMk cId="3811002914" sldId="663"/>
        </pc:sldMkLst>
        <pc:spChg chg="mod">
          <ac:chgData name="Enrique Villegas Valerio" userId="8ada793c76dcd6b1" providerId="LiveId" clId="{CDC2C08B-765D-41C0-A2C7-AC4B25AAD00D}" dt="2024-04-07T13:38:11.563" v="164"/>
          <ac:spMkLst>
            <pc:docMk/>
            <pc:sldMk cId="3811002914" sldId="663"/>
            <ac:spMk id="2" creationId="{F9514DA0-BE75-5888-FE06-2837D81A98C5}"/>
          </ac:spMkLst>
        </pc:spChg>
      </pc:sldChg>
      <pc:sldChg chg="modSp add del mod">
        <pc:chgData name="Enrique Villegas Valerio" userId="8ada793c76dcd6b1" providerId="LiveId" clId="{CDC2C08B-765D-41C0-A2C7-AC4B25AAD00D}" dt="2024-04-21T12:02:06.648" v="1647" actId="47"/>
        <pc:sldMkLst>
          <pc:docMk/>
          <pc:sldMk cId="758706162" sldId="664"/>
        </pc:sldMkLst>
        <pc:spChg chg="mod">
          <ac:chgData name="Enrique Villegas Valerio" userId="8ada793c76dcd6b1" providerId="LiveId" clId="{CDC2C08B-765D-41C0-A2C7-AC4B25AAD00D}" dt="2024-04-07T13:41:53.131" v="167" actId="6549"/>
          <ac:spMkLst>
            <pc:docMk/>
            <pc:sldMk cId="758706162" sldId="664"/>
            <ac:spMk id="2" creationId="{F9514DA0-BE75-5888-FE06-2837D81A98C5}"/>
          </ac:spMkLst>
        </pc:spChg>
        <pc:spChg chg="mod">
          <ac:chgData name="Enrique Villegas Valerio" userId="8ada793c76dcd6b1" providerId="LiveId" clId="{CDC2C08B-765D-41C0-A2C7-AC4B25AAD00D}" dt="2024-04-07T13:42:09.093" v="186" actId="20577"/>
          <ac:spMkLst>
            <pc:docMk/>
            <pc:sldMk cId="758706162" sldId="664"/>
            <ac:spMk id="3" creationId="{7C68BD49-EB98-945B-E1DB-FD4A8FC66606}"/>
          </ac:spMkLst>
        </pc:spChg>
      </pc:sldChg>
      <pc:sldChg chg="del">
        <pc:chgData name="Enrique Villegas Valerio" userId="8ada793c76dcd6b1" providerId="LiveId" clId="{CDC2C08B-765D-41C0-A2C7-AC4B25AAD00D}" dt="2024-04-07T12:46:38.128" v="19" actId="47"/>
        <pc:sldMkLst>
          <pc:docMk/>
          <pc:sldMk cId="3422998595" sldId="664"/>
        </pc:sldMkLst>
      </pc:sldChg>
      <pc:sldChg chg="modSp add del mod">
        <pc:chgData name="Enrique Villegas Valerio" userId="8ada793c76dcd6b1" providerId="LiveId" clId="{CDC2C08B-765D-41C0-A2C7-AC4B25AAD00D}" dt="2024-04-21T12:02:06.648" v="1647" actId="47"/>
        <pc:sldMkLst>
          <pc:docMk/>
          <pc:sldMk cId="3701962660" sldId="665"/>
        </pc:sldMkLst>
        <pc:spChg chg="mod">
          <ac:chgData name="Enrique Villegas Valerio" userId="8ada793c76dcd6b1" providerId="LiveId" clId="{CDC2C08B-765D-41C0-A2C7-AC4B25AAD00D}" dt="2024-04-07T13:54:13.110" v="417" actId="20577"/>
          <ac:spMkLst>
            <pc:docMk/>
            <pc:sldMk cId="3701962660" sldId="665"/>
            <ac:spMk id="3" creationId="{CA07F423-46C6-CDD8-E4AD-233D53E2809D}"/>
          </ac:spMkLst>
        </pc:spChg>
        <pc:spChg chg="mod">
          <ac:chgData name="Enrique Villegas Valerio" userId="8ada793c76dcd6b1" providerId="LiveId" clId="{CDC2C08B-765D-41C0-A2C7-AC4B25AAD00D}" dt="2024-04-07T13:56:24.645" v="419" actId="20577"/>
          <ac:spMkLst>
            <pc:docMk/>
            <pc:sldMk cId="3701962660" sldId="665"/>
            <ac:spMk id="4" creationId="{64DD97DD-43D3-F5D3-B4EE-BD7F9628B26B}"/>
          </ac:spMkLst>
        </pc:spChg>
      </pc:sldChg>
      <pc:sldChg chg="new del">
        <pc:chgData name="Enrique Villegas Valerio" userId="8ada793c76dcd6b1" providerId="LiveId" clId="{CDC2C08B-765D-41C0-A2C7-AC4B25AAD00D}" dt="2024-04-07T14:03:25.162" v="422" actId="47"/>
        <pc:sldMkLst>
          <pc:docMk/>
          <pc:sldMk cId="3281568121" sldId="666"/>
        </pc:sldMkLst>
      </pc:sldChg>
      <pc:sldChg chg="modSp add del mod">
        <pc:chgData name="Enrique Villegas Valerio" userId="8ada793c76dcd6b1" providerId="LiveId" clId="{CDC2C08B-765D-41C0-A2C7-AC4B25AAD00D}" dt="2024-04-21T12:02:06.648" v="1647" actId="47"/>
        <pc:sldMkLst>
          <pc:docMk/>
          <pc:sldMk cId="683895397" sldId="667"/>
        </pc:sldMkLst>
        <pc:spChg chg="mod">
          <ac:chgData name="Enrique Villegas Valerio" userId="8ada793c76dcd6b1" providerId="LiveId" clId="{CDC2C08B-765D-41C0-A2C7-AC4B25AAD00D}" dt="2024-04-07T14:04:00.383" v="442" actId="404"/>
          <ac:spMkLst>
            <pc:docMk/>
            <pc:sldMk cId="683895397" sldId="667"/>
            <ac:spMk id="2" creationId="{F9514DA0-BE75-5888-FE06-2837D81A98C5}"/>
          </ac:spMkLst>
        </pc:spChg>
        <pc:spChg chg="mod">
          <ac:chgData name="Enrique Villegas Valerio" userId="8ada793c76dcd6b1" providerId="LiveId" clId="{CDC2C08B-765D-41C0-A2C7-AC4B25AAD00D}" dt="2024-04-07T14:03:29.153" v="429" actId="20577"/>
          <ac:spMkLst>
            <pc:docMk/>
            <pc:sldMk cId="683895397" sldId="667"/>
            <ac:spMk id="3" creationId="{7C68BD49-EB98-945B-E1DB-FD4A8FC66606}"/>
          </ac:spMkLst>
        </pc:spChg>
      </pc:sldChg>
      <pc:sldChg chg="modSp add del mod">
        <pc:chgData name="Enrique Villegas Valerio" userId="8ada793c76dcd6b1" providerId="LiveId" clId="{CDC2C08B-765D-41C0-A2C7-AC4B25AAD00D}" dt="2024-04-21T12:02:06.648" v="1647" actId="47"/>
        <pc:sldMkLst>
          <pc:docMk/>
          <pc:sldMk cId="3463523011" sldId="668"/>
        </pc:sldMkLst>
        <pc:spChg chg="mod">
          <ac:chgData name="Enrique Villegas Valerio" userId="8ada793c76dcd6b1" providerId="LiveId" clId="{CDC2C08B-765D-41C0-A2C7-AC4B25AAD00D}" dt="2024-04-07T14:04:05.343" v="445" actId="20577"/>
          <ac:spMkLst>
            <pc:docMk/>
            <pc:sldMk cId="3463523011" sldId="668"/>
            <ac:spMk id="2" creationId="{F9514DA0-BE75-5888-FE06-2837D81A98C5}"/>
          </ac:spMkLst>
        </pc:spChg>
      </pc:sldChg>
      <pc:sldChg chg="modSp add del mod">
        <pc:chgData name="Enrique Villegas Valerio" userId="8ada793c76dcd6b1" providerId="LiveId" clId="{CDC2C08B-765D-41C0-A2C7-AC4B25AAD00D}" dt="2024-04-21T12:02:06.648" v="1647" actId="47"/>
        <pc:sldMkLst>
          <pc:docMk/>
          <pc:sldMk cId="3254322274" sldId="669"/>
        </pc:sldMkLst>
        <pc:spChg chg="mod">
          <ac:chgData name="Enrique Villegas Valerio" userId="8ada793c76dcd6b1" providerId="LiveId" clId="{CDC2C08B-765D-41C0-A2C7-AC4B25AAD00D}" dt="2024-04-07T14:04:08.334" v="447" actId="20577"/>
          <ac:spMkLst>
            <pc:docMk/>
            <pc:sldMk cId="3254322274" sldId="669"/>
            <ac:spMk id="2" creationId="{F9514DA0-BE75-5888-FE06-2837D81A98C5}"/>
          </ac:spMkLst>
        </pc:spChg>
      </pc:sldChg>
      <pc:sldChg chg="modSp add del mod">
        <pc:chgData name="Enrique Villegas Valerio" userId="8ada793c76dcd6b1" providerId="LiveId" clId="{CDC2C08B-765D-41C0-A2C7-AC4B25AAD00D}" dt="2024-04-21T12:02:06.648" v="1647" actId="47"/>
        <pc:sldMkLst>
          <pc:docMk/>
          <pc:sldMk cId="1684307421" sldId="670"/>
        </pc:sldMkLst>
        <pc:spChg chg="mod">
          <ac:chgData name="Enrique Villegas Valerio" userId="8ada793c76dcd6b1" providerId="LiveId" clId="{CDC2C08B-765D-41C0-A2C7-AC4B25AAD00D}" dt="2024-04-07T14:10:09.614" v="465" actId="6549"/>
          <ac:spMkLst>
            <pc:docMk/>
            <pc:sldMk cId="1684307421" sldId="670"/>
            <ac:spMk id="2" creationId="{F9514DA0-BE75-5888-FE06-2837D81A98C5}"/>
          </ac:spMkLst>
        </pc:spChg>
        <pc:spChg chg="mod">
          <ac:chgData name="Enrique Villegas Valerio" userId="8ada793c76dcd6b1" providerId="LiveId" clId="{CDC2C08B-765D-41C0-A2C7-AC4B25AAD00D}" dt="2024-04-07T14:09:59.042" v="460" actId="20577"/>
          <ac:spMkLst>
            <pc:docMk/>
            <pc:sldMk cId="1684307421" sldId="670"/>
            <ac:spMk id="3" creationId="{7C68BD49-EB98-945B-E1DB-FD4A8FC66606}"/>
          </ac:spMkLst>
        </pc:spChg>
      </pc:sldChg>
      <pc:sldChg chg="new del">
        <pc:chgData name="Enrique Villegas Valerio" userId="8ada793c76dcd6b1" providerId="LiveId" clId="{CDC2C08B-765D-41C0-A2C7-AC4B25AAD00D}" dt="2024-04-07T14:09:38.703" v="449" actId="680"/>
        <pc:sldMkLst>
          <pc:docMk/>
          <pc:sldMk cId="3475689693" sldId="670"/>
        </pc:sldMkLst>
      </pc:sldChg>
      <pc:sldChg chg="modSp add del mod">
        <pc:chgData name="Enrique Villegas Valerio" userId="8ada793c76dcd6b1" providerId="LiveId" clId="{CDC2C08B-765D-41C0-A2C7-AC4B25AAD00D}" dt="2024-04-21T12:02:06.648" v="1647" actId="47"/>
        <pc:sldMkLst>
          <pc:docMk/>
          <pc:sldMk cId="765843385" sldId="671"/>
        </pc:sldMkLst>
        <pc:spChg chg="mod">
          <ac:chgData name="Enrique Villegas Valerio" userId="8ada793c76dcd6b1" providerId="LiveId" clId="{CDC2C08B-765D-41C0-A2C7-AC4B25AAD00D}" dt="2024-04-07T14:11:01.186" v="487" actId="403"/>
          <ac:spMkLst>
            <pc:docMk/>
            <pc:sldMk cId="765843385" sldId="671"/>
            <ac:spMk id="2" creationId="{F9514DA0-BE75-5888-FE06-2837D81A98C5}"/>
          </ac:spMkLst>
        </pc:spChg>
        <pc:spChg chg="mod">
          <ac:chgData name="Enrique Villegas Valerio" userId="8ada793c76dcd6b1" providerId="LiveId" clId="{CDC2C08B-765D-41C0-A2C7-AC4B25AAD00D}" dt="2024-04-07T14:10:57.247" v="484"/>
          <ac:spMkLst>
            <pc:docMk/>
            <pc:sldMk cId="765843385" sldId="671"/>
            <ac:spMk id="3" creationId="{7C68BD49-EB98-945B-E1DB-FD4A8FC66606}"/>
          </ac:spMkLst>
        </pc:spChg>
      </pc:sldChg>
      <pc:sldChg chg="modSp add del mod">
        <pc:chgData name="Enrique Villegas Valerio" userId="8ada793c76dcd6b1" providerId="LiveId" clId="{CDC2C08B-765D-41C0-A2C7-AC4B25AAD00D}" dt="2024-04-21T12:02:06.648" v="1647" actId="47"/>
        <pc:sldMkLst>
          <pc:docMk/>
          <pc:sldMk cId="2164278905" sldId="672"/>
        </pc:sldMkLst>
        <pc:spChg chg="mod">
          <ac:chgData name="Enrique Villegas Valerio" userId="8ada793c76dcd6b1" providerId="LiveId" clId="{CDC2C08B-765D-41C0-A2C7-AC4B25AAD00D}" dt="2024-04-07T14:38:10.209" v="495" actId="404"/>
          <ac:spMkLst>
            <pc:docMk/>
            <pc:sldMk cId="2164278905" sldId="672"/>
            <ac:spMk id="2" creationId="{F9514DA0-BE75-5888-FE06-2837D81A98C5}"/>
          </ac:spMkLst>
        </pc:spChg>
        <pc:spChg chg="mod">
          <ac:chgData name="Enrique Villegas Valerio" userId="8ada793c76dcd6b1" providerId="LiveId" clId="{CDC2C08B-765D-41C0-A2C7-AC4B25AAD00D}" dt="2024-04-07T14:38:17.903" v="498"/>
          <ac:spMkLst>
            <pc:docMk/>
            <pc:sldMk cId="2164278905" sldId="672"/>
            <ac:spMk id="3" creationId="{7C68BD49-EB98-945B-E1DB-FD4A8FC66606}"/>
          </ac:spMkLst>
        </pc:spChg>
      </pc:sldChg>
      <pc:sldChg chg="add del">
        <pc:chgData name="Enrique Villegas Valerio" userId="8ada793c76dcd6b1" providerId="LiveId" clId="{CDC2C08B-765D-41C0-A2C7-AC4B25AAD00D}" dt="2024-04-21T12:02:06.648" v="1647" actId="47"/>
        <pc:sldMkLst>
          <pc:docMk/>
          <pc:sldMk cId="932395896" sldId="673"/>
        </pc:sldMkLst>
      </pc:sldChg>
      <pc:sldChg chg="addSp delSp new del mod modClrScheme chgLayout">
        <pc:chgData name="Enrique Villegas Valerio" userId="8ada793c76dcd6b1" providerId="LiveId" clId="{CDC2C08B-765D-41C0-A2C7-AC4B25AAD00D}" dt="2024-04-21T12:02:06.648" v="1647" actId="47"/>
        <pc:sldMkLst>
          <pc:docMk/>
          <pc:sldMk cId="2362790315" sldId="674"/>
        </pc:sldMkLst>
        <pc:spChg chg="del">
          <ac:chgData name="Enrique Villegas Valerio" userId="8ada793c76dcd6b1" providerId="LiveId" clId="{CDC2C08B-765D-41C0-A2C7-AC4B25AAD00D}" dt="2024-04-07T14:46:07.365" v="501" actId="700"/>
          <ac:spMkLst>
            <pc:docMk/>
            <pc:sldMk cId="2362790315" sldId="674"/>
            <ac:spMk id="2" creationId="{5B0E44E3-76AA-F6AE-BA7B-32379C2ACEF0}"/>
          </ac:spMkLst>
        </pc:spChg>
        <pc:spChg chg="del">
          <ac:chgData name="Enrique Villegas Valerio" userId="8ada793c76dcd6b1" providerId="LiveId" clId="{CDC2C08B-765D-41C0-A2C7-AC4B25AAD00D}" dt="2024-04-07T14:46:07.365" v="501" actId="700"/>
          <ac:spMkLst>
            <pc:docMk/>
            <pc:sldMk cId="2362790315" sldId="674"/>
            <ac:spMk id="3" creationId="{01B0231B-4168-9F05-7D47-F854AB9F5DB9}"/>
          </ac:spMkLst>
        </pc:spChg>
        <pc:picChg chg="add">
          <ac:chgData name="Enrique Villegas Valerio" userId="8ada793c76dcd6b1" providerId="LiveId" clId="{CDC2C08B-765D-41C0-A2C7-AC4B25AAD00D}" dt="2024-04-07T14:46:08.390" v="502" actId="22"/>
          <ac:picMkLst>
            <pc:docMk/>
            <pc:sldMk cId="2362790315" sldId="674"/>
            <ac:picMk id="5" creationId="{E37B54F5-114E-2A1A-BBC0-6E11C3F76249}"/>
          </ac:picMkLst>
        </pc:picChg>
      </pc:sldChg>
      <pc:sldChg chg="modSp add del mod">
        <pc:chgData name="Enrique Villegas Valerio" userId="8ada793c76dcd6b1" providerId="LiveId" clId="{CDC2C08B-765D-41C0-A2C7-AC4B25AAD00D}" dt="2024-04-21T12:02:06.648" v="1647" actId="47"/>
        <pc:sldMkLst>
          <pc:docMk/>
          <pc:sldMk cId="2169214258" sldId="675"/>
        </pc:sldMkLst>
        <pc:spChg chg="mod">
          <ac:chgData name="Enrique Villegas Valerio" userId="8ada793c76dcd6b1" providerId="LiveId" clId="{CDC2C08B-765D-41C0-A2C7-AC4B25AAD00D}" dt="2024-04-07T14:50:33.095" v="523" actId="404"/>
          <ac:spMkLst>
            <pc:docMk/>
            <pc:sldMk cId="2169214258" sldId="675"/>
            <ac:spMk id="2" creationId="{F9514DA0-BE75-5888-FE06-2837D81A98C5}"/>
          </ac:spMkLst>
        </pc:spChg>
        <pc:spChg chg="mod">
          <ac:chgData name="Enrique Villegas Valerio" userId="8ada793c76dcd6b1" providerId="LiveId" clId="{CDC2C08B-765D-41C0-A2C7-AC4B25AAD00D}" dt="2024-04-07T14:50:30.375" v="522" actId="20577"/>
          <ac:spMkLst>
            <pc:docMk/>
            <pc:sldMk cId="2169214258" sldId="675"/>
            <ac:spMk id="3" creationId="{7C68BD49-EB98-945B-E1DB-FD4A8FC66606}"/>
          </ac:spMkLst>
        </pc:spChg>
      </pc:sldChg>
      <pc:sldChg chg="addSp delSp modSp new del mod modClrScheme chgLayout">
        <pc:chgData name="Enrique Villegas Valerio" userId="8ada793c76dcd6b1" providerId="LiveId" clId="{CDC2C08B-765D-41C0-A2C7-AC4B25AAD00D}" dt="2024-04-21T12:02:06.648" v="1647" actId="47"/>
        <pc:sldMkLst>
          <pc:docMk/>
          <pc:sldMk cId="1295296830" sldId="676"/>
        </pc:sldMkLst>
        <pc:spChg chg="del mod ord">
          <ac:chgData name="Enrique Villegas Valerio" userId="8ada793c76dcd6b1" providerId="LiveId" clId="{CDC2C08B-765D-41C0-A2C7-AC4B25AAD00D}" dt="2024-04-07T14:54:36.991" v="525" actId="700"/>
          <ac:spMkLst>
            <pc:docMk/>
            <pc:sldMk cId="1295296830" sldId="676"/>
            <ac:spMk id="2" creationId="{8DD77160-1DB5-A602-8E5A-6FC10DCEB4A1}"/>
          </ac:spMkLst>
        </pc:spChg>
        <pc:spChg chg="del mod ord">
          <ac:chgData name="Enrique Villegas Valerio" userId="8ada793c76dcd6b1" providerId="LiveId" clId="{CDC2C08B-765D-41C0-A2C7-AC4B25AAD00D}" dt="2024-04-07T14:54:36.991" v="525" actId="700"/>
          <ac:spMkLst>
            <pc:docMk/>
            <pc:sldMk cId="1295296830" sldId="676"/>
            <ac:spMk id="3" creationId="{C5B99A3A-DCEE-2083-4BD1-9DE320479B86}"/>
          </ac:spMkLst>
        </pc:spChg>
        <pc:spChg chg="add del mod ord">
          <ac:chgData name="Enrique Villegas Valerio" userId="8ada793c76dcd6b1" providerId="LiveId" clId="{CDC2C08B-765D-41C0-A2C7-AC4B25AAD00D}" dt="2024-04-07T14:57:57.297" v="774" actId="478"/>
          <ac:spMkLst>
            <pc:docMk/>
            <pc:sldMk cId="1295296830" sldId="676"/>
            <ac:spMk id="4" creationId="{6DF264A2-358D-8ABA-A616-A94D27E31065}"/>
          </ac:spMkLst>
        </pc:spChg>
        <pc:spChg chg="add del mod ord">
          <ac:chgData name="Enrique Villegas Valerio" userId="8ada793c76dcd6b1" providerId="LiveId" clId="{CDC2C08B-765D-41C0-A2C7-AC4B25AAD00D}" dt="2024-04-07T14:57:57.297" v="774" actId="478"/>
          <ac:spMkLst>
            <pc:docMk/>
            <pc:sldMk cId="1295296830" sldId="676"/>
            <ac:spMk id="5" creationId="{5BBBC5D0-A074-1268-3CCC-540ADD7F75A0}"/>
          </ac:spMkLst>
        </pc:spChg>
        <pc:spChg chg="add mod">
          <ac:chgData name="Enrique Villegas Valerio" userId="8ada793c76dcd6b1" providerId="LiveId" clId="{CDC2C08B-765D-41C0-A2C7-AC4B25AAD00D}" dt="2024-04-07T14:58:05.358" v="778"/>
          <ac:spMkLst>
            <pc:docMk/>
            <pc:sldMk cId="1295296830" sldId="676"/>
            <ac:spMk id="6" creationId="{35449903-F304-8B1E-5055-FE1FCBB35FDF}"/>
          </ac:spMkLst>
        </pc:spChg>
        <pc:spChg chg="add mod">
          <ac:chgData name="Enrique Villegas Valerio" userId="8ada793c76dcd6b1" providerId="LiveId" clId="{CDC2C08B-765D-41C0-A2C7-AC4B25AAD00D}" dt="2024-04-07T14:58:05.358" v="778"/>
          <ac:spMkLst>
            <pc:docMk/>
            <pc:sldMk cId="1295296830" sldId="676"/>
            <ac:spMk id="7" creationId="{4E8A90E3-55E2-D4B9-DDEE-5F667A9CE49C}"/>
          </ac:spMkLst>
        </pc:spChg>
        <pc:spChg chg="add mod">
          <ac:chgData name="Enrique Villegas Valerio" userId="8ada793c76dcd6b1" providerId="LiveId" clId="{CDC2C08B-765D-41C0-A2C7-AC4B25AAD00D}" dt="2024-04-07T14:58:27.473" v="797" actId="20577"/>
          <ac:spMkLst>
            <pc:docMk/>
            <pc:sldMk cId="1295296830" sldId="676"/>
            <ac:spMk id="9" creationId="{850DA090-261B-107F-7F1A-60CA4C65CA5A}"/>
          </ac:spMkLst>
        </pc:spChg>
        <pc:spChg chg="add del mod">
          <ac:chgData name="Enrique Villegas Valerio" userId="8ada793c76dcd6b1" providerId="LiveId" clId="{CDC2C08B-765D-41C0-A2C7-AC4B25AAD00D}" dt="2024-04-07T14:59:58.061" v="952" actId="478"/>
          <ac:spMkLst>
            <pc:docMk/>
            <pc:sldMk cId="1295296830" sldId="676"/>
            <ac:spMk id="10" creationId="{1D10651A-7732-2510-CF9F-BC2A35DBCB91}"/>
          </ac:spMkLst>
        </pc:spChg>
        <pc:spChg chg="add mod">
          <ac:chgData name="Enrique Villegas Valerio" userId="8ada793c76dcd6b1" providerId="LiveId" clId="{CDC2C08B-765D-41C0-A2C7-AC4B25AAD00D}" dt="2024-04-07T14:59:42.055" v="931" actId="1036"/>
          <ac:spMkLst>
            <pc:docMk/>
            <pc:sldMk cId="1295296830" sldId="676"/>
            <ac:spMk id="11" creationId="{AD8E98F4-B307-7515-3E94-262651A47113}"/>
          </ac:spMkLst>
        </pc:spChg>
        <pc:spChg chg="add del mod">
          <ac:chgData name="Enrique Villegas Valerio" userId="8ada793c76dcd6b1" providerId="LiveId" clId="{CDC2C08B-765D-41C0-A2C7-AC4B25AAD00D}" dt="2024-04-07T14:59:58.061" v="952" actId="478"/>
          <ac:spMkLst>
            <pc:docMk/>
            <pc:sldMk cId="1295296830" sldId="676"/>
            <ac:spMk id="12" creationId="{1DBB9608-8847-98D7-3597-2D9E69036C94}"/>
          </ac:spMkLst>
        </pc:spChg>
        <pc:picChg chg="add">
          <ac:chgData name="Enrique Villegas Valerio" userId="8ada793c76dcd6b1" providerId="LiveId" clId="{CDC2C08B-765D-41C0-A2C7-AC4B25AAD00D}" dt="2024-04-07T14:58:05.448" v="779"/>
          <ac:picMkLst>
            <pc:docMk/>
            <pc:sldMk cId="1295296830" sldId="676"/>
            <ac:picMk id="8" creationId="{E3A86A8F-A3F4-BC65-8910-1F0C6A66F68C}"/>
          </ac:picMkLst>
        </pc:picChg>
      </pc:sldChg>
      <pc:sldChg chg="delSp add del mod modAnim">
        <pc:chgData name="Enrique Villegas Valerio" userId="8ada793c76dcd6b1" providerId="LiveId" clId="{CDC2C08B-765D-41C0-A2C7-AC4B25AAD00D}" dt="2024-04-21T12:02:06.648" v="1647" actId="47"/>
        <pc:sldMkLst>
          <pc:docMk/>
          <pc:sldMk cId="170801458" sldId="677"/>
        </pc:sldMkLst>
        <pc:spChg chg="del">
          <ac:chgData name="Enrique Villegas Valerio" userId="8ada793c76dcd6b1" providerId="LiveId" clId="{CDC2C08B-765D-41C0-A2C7-AC4B25AAD00D}" dt="2024-04-07T15:00:00.961" v="953" actId="478"/>
          <ac:spMkLst>
            <pc:docMk/>
            <pc:sldMk cId="170801458" sldId="677"/>
            <ac:spMk id="12" creationId="{1DBB9608-8847-98D7-3597-2D9E69036C94}"/>
          </ac:spMkLst>
        </pc:spChg>
      </pc:sldChg>
      <pc:sldChg chg="modSp add del mod">
        <pc:chgData name="Enrique Villegas Valerio" userId="8ada793c76dcd6b1" providerId="LiveId" clId="{CDC2C08B-765D-41C0-A2C7-AC4B25AAD00D}" dt="2024-04-21T12:02:06.648" v="1647" actId="47"/>
        <pc:sldMkLst>
          <pc:docMk/>
          <pc:sldMk cId="3441119422" sldId="678"/>
        </pc:sldMkLst>
        <pc:spChg chg="mod">
          <ac:chgData name="Enrique Villegas Valerio" userId="8ada793c76dcd6b1" providerId="LiveId" clId="{CDC2C08B-765D-41C0-A2C7-AC4B25AAD00D}" dt="2024-04-07T15:00:08.548" v="964" actId="1037"/>
          <ac:spMkLst>
            <pc:docMk/>
            <pc:sldMk cId="3441119422" sldId="678"/>
            <ac:spMk id="12" creationId="{1DBB9608-8847-98D7-3597-2D9E69036C94}"/>
          </ac:spMkLst>
        </pc:spChg>
      </pc:sldChg>
      <pc:sldChg chg="modSp add del mod">
        <pc:chgData name="Enrique Villegas Valerio" userId="8ada793c76dcd6b1" providerId="LiveId" clId="{CDC2C08B-765D-41C0-A2C7-AC4B25AAD00D}" dt="2024-04-21T12:02:06.648" v="1647" actId="47"/>
        <pc:sldMkLst>
          <pc:docMk/>
          <pc:sldMk cId="2710820381" sldId="679"/>
        </pc:sldMkLst>
        <pc:spChg chg="mod">
          <ac:chgData name="Enrique Villegas Valerio" userId="8ada793c76dcd6b1" providerId="LiveId" clId="{CDC2C08B-765D-41C0-A2C7-AC4B25AAD00D}" dt="2024-04-07T15:02:06.485" v="985" actId="20577"/>
          <ac:spMkLst>
            <pc:docMk/>
            <pc:sldMk cId="2710820381" sldId="679"/>
            <ac:spMk id="3" creationId="{CA07F423-46C6-CDD8-E4AD-233D53E2809D}"/>
          </ac:spMkLst>
        </pc:spChg>
        <pc:spChg chg="mod">
          <ac:chgData name="Enrique Villegas Valerio" userId="8ada793c76dcd6b1" providerId="LiveId" clId="{CDC2C08B-765D-41C0-A2C7-AC4B25AAD00D}" dt="2024-04-07T15:02:11.726" v="993" actId="20577"/>
          <ac:spMkLst>
            <pc:docMk/>
            <pc:sldMk cId="2710820381" sldId="679"/>
            <ac:spMk id="4" creationId="{64DD97DD-43D3-F5D3-B4EE-BD7F9628B26B}"/>
          </ac:spMkLst>
        </pc:spChg>
      </pc:sldChg>
      <pc:sldChg chg="modSp add del mod">
        <pc:chgData name="Enrique Villegas Valerio" userId="8ada793c76dcd6b1" providerId="LiveId" clId="{CDC2C08B-765D-41C0-A2C7-AC4B25AAD00D}" dt="2024-04-21T12:02:06.648" v="1647" actId="47"/>
        <pc:sldMkLst>
          <pc:docMk/>
          <pc:sldMk cId="1587180771" sldId="680"/>
        </pc:sldMkLst>
        <pc:spChg chg="mod">
          <ac:chgData name="Enrique Villegas Valerio" userId="8ada793c76dcd6b1" providerId="LiveId" clId="{CDC2C08B-765D-41C0-A2C7-AC4B25AAD00D}" dt="2024-04-07T15:11:33.172" v="1071" actId="20577"/>
          <ac:spMkLst>
            <pc:docMk/>
            <pc:sldMk cId="1587180771" sldId="680"/>
            <ac:spMk id="2" creationId="{F9514DA0-BE75-5888-FE06-2837D81A98C5}"/>
          </ac:spMkLst>
        </pc:spChg>
        <pc:spChg chg="mod">
          <ac:chgData name="Enrique Villegas Valerio" userId="8ada793c76dcd6b1" providerId="LiveId" clId="{CDC2C08B-765D-41C0-A2C7-AC4B25AAD00D}" dt="2024-04-07T15:10:33.100" v="1046" actId="20577"/>
          <ac:spMkLst>
            <pc:docMk/>
            <pc:sldMk cId="1587180771" sldId="680"/>
            <ac:spMk id="3" creationId="{7C68BD49-EB98-945B-E1DB-FD4A8FC66606}"/>
          </ac:spMkLst>
        </pc:spChg>
      </pc:sldChg>
      <pc:sldChg chg="modSp add del mod">
        <pc:chgData name="Enrique Villegas Valerio" userId="8ada793c76dcd6b1" providerId="LiveId" clId="{CDC2C08B-765D-41C0-A2C7-AC4B25AAD00D}" dt="2024-04-21T12:02:06.648" v="1647" actId="47"/>
        <pc:sldMkLst>
          <pc:docMk/>
          <pc:sldMk cId="2650733549" sldId="681"/>
        </pc:sldMkLst>
        <pc:spChg chg="mod">
          <ac:chgData name="Enrique Villegas Valerio" userId="8ada793c76dcd6b1" providerId="LiveId" clId="{CDC2C08B-765D-41C0-A2C7-AC4B25AAD00D}" dt="2024-04-07T15:11:41.615" v="1074" actId="20577"/>
          <ac:spMkLst>
            <pc:docMk/>
            <pc:sldMk cId="2650733549" sldId="681"/>
            <ac:spMk id="2" creationId="{F9514DA0-BE75-5888-FE06-2837D81A98C5}"/>
          </ac:spMkLst>
        </pc:spChg>
      </pc:sldChg>
      <pc:sldChg chg="modSp add del mod">
        <pc:chgData name="Enrique Villegas Valerio" userId="8ada793c76dcd6b1" providerId="LiveId" clId="{CDC2C08B-765D-41C0-A2C7-AC4B25AAD00D}" dt="2024-04-21T12:02:06.648" v="1647" actId="47"/>
        <pc:sldMkLst>
          <pc:docMk/>
          <pc:sldMk cId="2260251805" sldId="682"/>
        </pc:sldMkLst>
        <pc:spChg chg="mod">
          <ac:chgData name="Enrique Villegas Valerio" userId="8ada793c76dcd6b1" providerId="LiveId" clId="{CDC2C08B-765D-41C0-A2C7-AC4B25AAD00D}" dt="2024-04-07T15:11:47.847" v="1077" actId="20577"/>
          <ac:spMkLst>
            <pc:docMk/>
            <pc:sldMk cId="2260251805" sldId="682"/>
            <ac:spMk id="2" creationId="{F9514DA0-BE75-5888-FE06-2837D81A98C5}"/>
          </ac:spMkLst>
        </pc:spChg>
      </pc:sldChg>
      <pc:sldChg chg="modSp add del mod">
        <pc:chgData name="Enrique Villegas Valerio" userId="8ada793c76dcd6b1" providerId="LiveId" clId="{CDC2C08B-765D-41C0-A2C7-AC4B25AAD00D}" dt="2024-04-21T12:02:06.648" v="1647" actId="47"/>
        <pc:sldMkLst>
          <pc:docMk/>
          <pc:sldMk cId="2214204123" sldId="683"/>
        </pc:sldMkLst>
        <pc:spChg chg="mod">
          <ac:chgData name="Enrique Villegas Valerio" userId="8ada793c76dcd6b1" providerId="LiveId" clId="{CDC2C08B-765D-41C0-A2C7-AC4B25AAD00D}" dt="2024-04-07T15:11:53.592" v="1080" actId="20577"/>
          <ac:spMkLst>
            <pc:docMk/>
            <pc:sldMk cId="2214204123" sldId="683"/>
            <ac:spMk id="2" creationId="{F9514DA0-BE75-5888-FE06-2837D81A98C5}"/>
          </ac:spMkLst>
        </pc:spChg>
      </pc:sldChg>
      <pc:sldChg chg="modSp add del mod">
        <pc:chgData name="Enrique Villegas Valerio" userId="8ada793c76dcd6b1" providerId="LiveId" clId="{CDC2C08B-765D-41C0-A2C7-AC4B25AAD00D}" dt="2024-04-21T12:02:06.648" v="1647" actId="47"/>
        <pc:sldMkLst>
          <pc:docMk/>
          <pc:sldMk cId="2425344730" sldId="684"/>
        </pc:sldMkLst>
        <pc:spChg chg="mod">
          <ac:chgData name="Enrique Villegas Valerio" userId="8ada793c76dcd6b1" providerId="LiveId" clId="{CDC2C08B-765D-41C0-A2C7-AC4B25AAD00D}" dt="2024-04-07T15:12:00.205" v="1083" actId="20577"/>
          <ac:spMkLst>
            <pc:docMk/>
            <pc:sldMk cId="2425344730" sldId="684"/>
            <ac:spMk id="2" creationId="{F9514DA0-BE75-5888-FE06-2837D81A98C5}"/>
          </ac:spMkLst>
        </pc:spChg>
      </pc:sldChg>
      <pc:sldChg chg="modSp add del mod">
        <pc:chgData name="Enrique Villegas Valerio" userId="8ada793c76dcd6b1" providerId="LiveId" clId="{CDC2C08B-765D-41C0-A2C7-AC4B25AAD00D}" dt="2024-04-21T12:02:06.648" v="1647" actId="47"/>
        <pc:sldMkLst>
          <pc:docMk/>
          <pc:sldMk cId="1139487378" sldId="685"/>
        </pc:sldMkLst>
        <pc:spChg chg="mod">
          <ac:chgData name="Enrique Villegas Valerio" userId="8ada793c76dcd6b1" providerId="LiveId" clId="{CDC2C08B-765D-41C0-A2C7-AC4B25AAD00D}" dt="2024-04-07T15:12:06.943" v="1086" actId="20577"/>
          <ac:spMkLst>
            <pc:docMk/>
            <pc:sldMk cId="1139487378" sldId="685"/>
            <ac:spMk id="2" creationId="{F9514DA0-BE75-5888-FE06-2837D81A98C5}"/>
          </ac:spMkLst>
        </pc:spChg>
      </pc:sldChg>
      <pc:sldChg chg="modSp add del mod">
        <pc:chgData name="Enrique Villegas Valerio" userId="8ada793c76dcd6b1" providerId="LiveId" clId="{CDC2C08B-765D-41C0-A2C7-AC4B25AAD00D}" dt="2024-04-21T12:02:06.648" v="1647" actId="47"/>
        <pc:sldMkLst>
          <pc:docMk/>
          <pc:sldMk cId="3141107797" sldId="686"/>
        </pc:sldMkLst>
        <pc:spChg chg="mod">
          <ac:chgData name="Enrique Villegas Valerio" userId="8ada793c76dcd6b1" providerId="LiveId" clId="{CDC2C08B-765D-41C0-A2C7-AC4B25AAD00D}" dt="2024-04-07T15:12:12.578" v="1089" actId="20577"/>
          <ac:spMkLst>
            <pc:docMk/>
            <pc:sldMk cId="3141107797" sldId="686"/>
            <ac:spMk id="2" creationId="{F9514DA0-BE75-5888-FE06-2837D81A98C5}"/>
          </ac:spMkLst>
        </pc:spChg>
      </pc:sldChg>
      <pc:sldChg chg="modSp add del mod">
        <pc:chgData name="Enrique Villegas Valerio" userId="8ada793c76dcd6b1" providerId="LiveId" clId="{CDC2C08B-765D-41C0-A2C7-AC4B25AAD00D}" dt="2024-04-21T12:02:06.648" v="1647" actId="47"/>
        <pc:sldMkLst>
          <pc:docMk/>
          <pc:sldMk cId="484316165" sldId="687"/>
        </pc:sldMkLst>
        <pc:spChg chg="mod">
          <ac:chgData name="Enrique Villegas Valerio" userId="8ada793c76dcd6b1" providerId="LiveId" clId="{CDC2C08B-765D-41C0-A2C7-AC4B25AAD00D}" dt="2024-04-07T15:12:18.873" v="1092" actId="20577"/>
          <ac:spMkLst>
            <pc:docMk/>
            <pc:sldMk cId="484316165" sldId="687"/>
            <ac:spMk id="2" creationId="{F9514DA0-BE75-5888-FE06-2837D81A98C5}"/>
          </ac:spMkLst>
        </pc:spChg>
      </pc:sldChg>
      <pc:sldChg chg="modSp add del mod">
        <pc:chgData name="Enrique Villegas Valerio" userId="8ada793c76dcd6b1" providerId="LiveId" clId="{CDC2C08B-765D-41C0-A2C7-AC4B25AAD00D}" dt="2024-04-21T12:02:06.648" v="1647" actId="47"/>
        <pc:sldMkLst>
          <pc:docMk/>
          <pc:sldMk cId="1432785095" sldId="688"/>
        </pc:sldMkLst>
        <pc:spChg chg="mod">
          <ac:chgData name="Enrique Villegas Valerio" userId="8ada793c76dcd6b1" providerId="LiveId" clId="{CDC2C08B-765D-41C0-A2C7-AC4B25AAD00D}" dt="2024-04-07T15:12:34.507" v="1096" actId="255"/>
          <ac:spMkLst>
            <pc:docMk/>
            <pc:sldMk cId="1432785095" sldId="688"/>
            <ac:spMk id="2" creationId="{F9514DA0-BE75-5888-FE06-2837D81A98C5}"/>
          </ac:spMkLst>
        </pc:spChg>
      </pc:sldChg>
      <pc:sldChg chg="add del">
        <pc:chgData name="Enrique Villegas Valerio" userId="8ada793c76dcd6b1" providerId="LiveId" clId="{CDC2C08B-765D-41C0-A2C7-AC4B25AAD00D}" dt="2024-04-21T12:02:06.648" v="1647" actId="47"/>
        <pc:sldMkLst>
          <pc:docMk/>
          <pc:sldMk cId="194887151" sldId="689"/>
        </pc:sldMkLst>
      </pc:sldChg>
      <pc:sldChg chg="modSp add del mod">
        <pc:chgData name="Enrique Villegas Valerio" userId="8ada793c76dcd6b1" providerId="LiveId" clId="{CDC2C08B-765D-41C0-A2C7-AC4B25AAD00D}" dt="2024-04-21T12:02:06.648" v="1647" actId="47"/>
        <pc:sldMkLst>
          <pc:docMk/>
          <pc:sldMk cId="3360183814" sldId="690"/>
        </pc:sldMkLst>
        <pc:spChg chg="mod">
          <ac:chgData name="Enrique Villegas Valerio" userId="8ada793c76dcd6b1" providerId="LiveId" clId="{CDC2C08B-765D-41C0-A2C7-AC4B25AAD00D}" dt="2024-04-07T16:11:07.044" v="1099"/>
          <ac:spMkLst>
            <pc:docMk/>
            <pc:sldMk cId="3360183814" sldId="690"/>
            <ac:spMk id="2" creationId="{F9514DA0-BE75-5888-FE06-2837D81A98C5}"/>
          </ac:spMkLst>
        </pc:spChg>
        <pc:spChg chg="mod">
          <ac:chgData name="Enrique Villegas Valerio" userId="8ada793c76dcd6b1" providerId="LiveId" clId="{CDC2C08B-765D-41C0-A2C7-AC4B25AAD00D}" dt="2024-04-07T16:11:15.898" v="1116" actId="20577"/>
          <ac:spMkLst>
            <pc:docMk/>
            <pc:sldMk cId="3360183814" sldId="690"/>
            <ac:spMk id="3" creationId="{7C68BD49-EB98-945B-E1DB-FD4A8FC66606}"/>
          </ac:spMkLst>
        </pc:spChg>
      </pc:sldChg>
      <pc:sldChg chg="modSp add del mod">
        <pc:chgData name="Enrique Villegas Valerio" userId="8ada793c76dcd6b1" providerId="LiveId" clId="{CDC2C08B-765D-41C0-A2C7-AC4B25AAD00D}" dt="2024-04-21T12:02:06.648" v="1647" actId="47"/>
        <pc:sldMkLst>
          <pc:docMk/>
          <pc:sldMk cId="864455291" sldId="691"/>
        </pc:sldMkLst>
        <pc:spChg chg="mod">
          <ac:chgData name="Enrique Villegas Valerio" userId="8ada793c76dcd6b1" providerId="LiveId" clId="{CDC2C08B-765D-41C0-A2C7-AC4B25AAD00D}" dt="2024-04-07T16:13:44.365" v="1143" actId="21"/>
          <ac:spMkLst>
            <pc:docMk/>
            <pc:sldMk cId="864455291" sldId="691"/>
            <ac:spMk id="2" creationId="{F9514DA0-BE75-5888-FE06-2837D81A98C5}"/>
          </ac:spMkLst>
        </pc:spChg>
        <pc:spChg chg="mod">
          <ac:chgData name="Enrique Villegas Valerio" userId="8ada793c76dcd6b1" providerId="LiveId" clId="{CDC2C08B-765D-41C0-A2C7-AC4B25AAD00D}" dt="2024-04-07T16:13:24.911" v="1135" actId="20577"/>
          <ac:spMkLst>
            <pc:docMk/>
            <pc:sldMk cId="864455291" sldId="691"/>
            <ac:spMk id="3" creationId="{7C68BD49-EB98-945B-E1DB-FD4A8FC66606}"/>
          </ac:spMkLst>
        </pc:spChg>
      </pc:sldChg>
      <pc:sldChg chg="modSp add del mod">
        <pc:chgData name="Enrique Villegas Valerio" userId="8ada793c76dcd6b1" providerId="LiveId" clId="{CDC2C08B-765D-41C0-A2C7-AC4B25AAD00D}" dt="2024-04-21T12:02:06.648" v="1647" actId="47"/>
        <pc:sldMkLst>
          <pc:docMk/>
          <pc:sldMk cId="1922617798" sldId="692"/>
        </pc:sldMkLst>
        <pc:spChg chg="mod">
          <ac:chgData name="Enrique Villegas Valerio" userId="8ada793c76dcd6b1" providerId="LiveId" clId="{CDC2C08B-765D-41C0-A2C7-AC4B25AAD00D}" dt="2024-04-07T16:13:59.333" v="1145" actId="21"/>
          <ac:spMkLst>
            <pc:docMk/>
            <pc:sldMk cId="1922617798" sldId="692"/>
            <ac:spMk id="2" creationId="{F9514DA0-BE75-5888-FE06-2837D81A98C5}"/>
          </ac:spMkLst>
        </pc:spChg>
      </pc:sldChg>
      <pc:sldChg chg="modSp add del mod">
        <pc:chgData name="Enrique Villegas Valerio" userId="8ada793c76dcd6b1" providerId="LiveId" clId="{CDC2C08B-765D-41C0-A2C7-AC4B25AAD00D}" dt="2024-04-21T12:02:06.648" v="1647" actId="47"/>
        <pc:sldMkLst>
          <pc:docMk/>
          <pc:sldMk cId="3204150675" sldId="693"/>
        </pc:sldMkLst>
        <pc:spChg chg="mod">
          <ac:chgData name="Enrique Villegas Valerio" userId="8ada793c76dcd6b1" providerId="LiveId" clId="{CDC2C08B-765D-41C0-A2C7-AC4B25AAD00D}" dt="2024-04-07T16:14:05.829" v="1147" actId="21"/>
          <ac:spMkLst>
            <pc:docMk/>
            <pc:sldMk cId="3204150675" sldId="693"/>
            <ac:spMk id="2" creationId="{F9514DA0-BE75-5888-FE06-2837D81A98C5}"/>
          </ac:spMkLst>
        </pc:spChg>
      </pc:sldChg>
      <pc:sldChg chg="modSp add del mod">
        <pc:chgData name="Enrique Villegas Valerio" userId="8ada793c76dcd6b1" providerId="LiveId" clId="{CDC2C08B-765D-41C0-A2C7-AC4B25AAD00D}" dt="2024-04-21T12:02:06.648" v="1647" actId="47"/>
        <pc:sldMkLst>
          <pc:docMk/>
          <pc:sldMk cId="1915793057" sldId="694"/>
        </pc:sldMkLst>
        <pc:spChg chg="mod">
          <ac:chgData name="Enrique Villegas Valerio" userId="8ada793c76dcd6b1" providerId="LiveId" clId="{CDC2C08B-765D-41C0-A2C7-AC4B25AAD00D}" dt="2024-04-07T16:14:07.880" v="1148"/>
          <ac:spMkLst>
            <pc:docMk/>
            <pc:sldMk cId="1915793057" sldId="694"/>
            <ac:spMk id="2" creationId="{F9514DA0-BE75-5888-FE06-2837D81A98C5}"/>
          </ac:spMkLst>
        </pc:spChg>
      </pc:sldChg>
      <pc:sldChg chg="add del">
        <pc:chgData name="Enrique Villegas Valerio" userId="8ada793c76dcd6b1" providerId="LiveId" clId="{CDC2C08B-765D-41C0-A2C7-AC4B25AAD00D}" dt="2024-04-07T16:14:10.353" v="1149" actId="47"/>
        <pc:sldMkLst>
          <pc:docMk/>
          <pc:sldMk cId="285102020" sldId="695"/>
        </pc:sldMkLst>
      </pc:sldChg>
      <pc:sldChg chg="modSp add del mod">
        <pc:chgData name="Enrique Villegas Valerio" userId="8ada793c76dcd6b1" providerId="LiveId" clId="{CDC2C08B-765D-41C0-A2C7-AC4B25AAD00D}" dt="2024-04-21T13:40:16.303" v="2051" actId="47"/>
        <pc:sldMkLst>
          <pc:docMk/>
          <pc:sldMk cId="3123575682" sldId="695"/>
        </pc:sldMkLst>
        <pc:spChg chg="mod">
          <ac:chgData name="Enrique Villegas Valerio" userId="8ada793c76dcd6b1" providerId="LiveId" clId="{CDC2C08B-765D-41C0-A2C7-AC4B25AAD00D}" dt="2024-04-21T12:01:31.850" v="1642" actId="207"/>
          <ac:spMkLst>
            <pc:docMk/>
            <pc:sldMk cId="3123575682" sldId="695"/>
            <ac:spMk id="3" creationId="{CA07F423-46C6-CDD8-E4AD-233D53E2809D}"/>
          </ac:spMkLst>
        </pc:spChg>
        <pc:spChg chg="mod">
          <ac:chgData name="Enrique Villegas Valerio" userId="8ada793c76dcd6b1" providerId="LiveId" clId="{CDC2C08B-765D-41C0-A2C7-AC4B25AAD00D}" dt="2024-04-21T12:03:35.622" v="1683" actId="20577"/>
          <ac:spMkLst>
            <pc:docMk/>
            <pc:sldMk cId="3123575682" sldId="695"/>
            <ac:spMk id="4" creationId="{64DD97DD-43D3-F5D3-B4EE-BD7F9628B26B}"/>
          </ac:spMkLst>
        </pc:spChg>
      </pc:sldChg>
      <pc:sldChg chg="new del">
        <pc:chgData name="Enrique Villegas Valerio" userId="8ada793c76dcd6b1" providerId="LiveId" clId="{CDC2C08B-765D-41C0-A2C7-AC4B25AAD00D}" dt="2024-04-21T11:41:33.138" v="1157" actId="680"/>
        <pc:sldMkLst>
          <pc:docMk/>
          <pc:sldMk cId="3468981113" sldId="695"/>
        </pc:sldMkLst>
      </pc:sldChg>
      <pc:sldChg chg="add del">
        <pc:chgData name="Enrique Villegas Valerio" userId="8ada793c76dcd6b1" providerId="LiveId" clId="{CDC2C08B-765D-41C0-A2C7-AC4B25AAD00D}" dt="2024-04-07T16:14:14.461" v="1150" actId="47"/>
        <pc:sldMkLst>
          <pc:docMk/>
          <pc:sldMk cId="1836793294" sldId="696"/>
        </pc:sldMkLst>
      </pc:sldChg>
      <pc:sldChg chg="addSp delSp modSp new mod">
        <pc:chgData name="Enrique Villegas Valerio" userId="8ada793c76dcd6b1" providerId="LiveId" clId="{CDC2C08B-765D-41C0-A2C7-AC4B25AAD00D}" dt="2024-04-21T11:52:54.138" v="1451" actId="1036"/>
        <pc:sldMkLst>
          <pc:docMk/>
          <pc:sldMk cId="3493310682" sldId="696"/>
        </pc:sldMkLst>
        <pc:spChg chg="add mod">
          <ac:chgData name="Enrique Villegas Valerio" userId="8ada793c76dcd6b1" providerId="LiveId" clId="{CDC2C08B-765D-41C0-A2C7-AC4B25AAD00D}" dt="2024-04-21T11:52:44.180" v="1444" actId="404"/>
          <ac:spMkLst>
            <pc:docMk/>
            <pc:sldMk cId="3493310682" sldId="696"/>
            <ac:spMk id="4" creationId="{0BC2F95A-B101-BD4F-1F9A-CE7CEA5A0BD8}"/>
          </ac:spMkLst>
        </pc:spChg>
        <pc:spChg chg="add mod ord">
          <ac:chgData name="Enrique Villegas Valerio" userId="8ada793c76dcd6b1" providerId="LiveId" clId="{CDC2C08B-765D-41C0-A2C7-AC4B25AAD00D}" dt="2024-04-21T11:52:35.902" v="1441" actId="14100"/>
          <ac:spMkLst>
            <pc:docMk/>
            <pc:sldMk cId="3493310682" sldId="696"/>
            <ac:spMk id="5" creationId="{5857E7BB-BD8C-1C22-6F94-5A3271E1384D}"/>
          </ac:spMkLst>
        </pc:spChg>
        <pc:spChg chg="add mod">
          <ac:chgData name="Enrique Villegas Valerio" userId="8ada793c76dcd6b1" providerId="LiveId" clId="{CDC2C08B-765D-41C0-A2C7-AC4B25AAD00D}" dt="2024-04-21T11:52:54.138" v="1451" actId="1036"/>
          <ac:spMkLst>
            <pc:docMk/>
            <pc:sldMk cId="3493310682" sldId="696"/>
            <ac:spMk id="6" creationId="{10809FDB-AC2C-DBA5-7B50-F0D0A60EB007}"/>
          </ac:spMkLst>
        </pc:spChg>
        <pc:picChg chg="add del mod modCrop">
          <ac:chgData name="Enrique Villegas Valerio" userId="8ada793c76dcd6b1" providerId="LiveId" clId="{CDC2C08B-765D-41C0-A2C7-AC4B25AAD00D}" dt="2024-04-21T11:51:34.350" v="1406" actId="732"/>
          <ac:picMkLst>
            <pc:docMk/>
            <pc:sldMk cId="3493310682" sldId="696"/>
            <ac:picMk id="3" creationId="{F8EBD500-7E4D-E3A0-BAC0-70D13E60BE48}"/>
          </ac:picMkLst>
        </pc:picChg>
      </pc:sldChg>
      <pc:sldChg chg="addSp modSp new mod ord setBg">
        <pc:chgData name="Enrique Villegas Valerio" userId="8ada793c76dcd6b1" providerId="LiveId" clId="{CDC2C08B-765D-41C0-A2C7-AC4B25AAD00D}" dt="2024-04-21T11:55:32.588" v="1474"/>
        <pc:sldMkLst>
          <pc:docMk/>
          <pc:sldMk cId="1624671987" sldId="697"/>
        </pc:sldMkLst>
        <pc:spChg chg="add">
          <ac:chgData name="Enrique Villegas Valerio" userId="8ada793c76dcd6b1" providerId="LiveId" clId="{CDC2C08B-765D-41C0-A2C7-AC4B25AAD00D}" dt="2024-04-21T11:54:32.081" v="1454" actId="26606"/>
          <ac:spMkLst>
            <pc:docMk/>
            <pc:sldMk cId="1624671987" sldId="697"/>
            <ac:spMk id="1031" creationId="{32BC26D8-82FB-445E-AA49-62A77D7C1EE0}"/>
          </ac:spMkLst>
        </pc:spChg>
        <pc:spChg chg="add">
          <ac:chgData name="Enrique Villegas Valerio" userId="8ada793c76dcd6b1" providerId="LiveId" clId="{CDC2C08B-765D-41C0-A2C7-AC4B25AAD00D}" dt="2024-04-21T11:54:32.081" v="1454" actId="26606"/>
          <ac:spMkLst>
            <pc:docMk/>
            <pc:sldMk cId="1624671987" sldId="697"/>
            <ac:spMk id="1033" creationId="{CB44330D-EA18-4254-AA95-EB49948539B8}"/>
          </ac:spMkLst>
        </pc:spChg>
        <pc:picChg chg="add mod">
          <ac:chgData name="Enrique Villegas Valerio" userId="8ada793c76dcd6b1" providerId="LiveId" clId="{CDC2C08B-765D-41C0-A2C7-AC4B25AAD00D}" dt="2024-04-21T11:55:00.145" v="1457" actId="27614"/>
          <ac:picMkLst>
            <pc:docMk/>
            <pc:sldMk cId="1624671987" sldId="697"/>
            <ac:picMk id="1026" creationId="{14452B05-4D2A-096E-5D37-DE2A37DE50DD}"/>
          </ac:picMkLst>
        </pc:picChg>
      </pc:sldChg>
      <pc:sldChg chg="add del">
        <pc:chgData name="Enrique Villegas Valerio" userId="8ada793c76dcd6b1" providerId="LiveId" clId="{CDC2C08B-765D-41C0-A2C7-AC4B25AAD00D}" dt="2024-04-07T16:14:15.492" v="1151" actId="47"/>
        <pc:sldMkLst>
          <pc:docMk/>
          <pc:sldMk cId="1922460567" sldId="697"/>
        </pc:sldMkLst>
      </pc:sldChg>
      <pc:sldChg chg="addSp delSp modSp add mod ord">
        <pc:chgData name="Enrique Villegas Valerio" userId="8ada793c76dcd6b1" providerId="LiveId" clId="{CDC2C08B-765D-41C0-A2C7-AC4B25AAD00D}" dt="2024-04-21T11:58:32.314" v="1525" actId="207"/>
        <pc:sldMkLst>
          <pc:docMk/>
          <pc:sldMk cId="3807254055" sldId="698"/>
        </pc:sldMkLst>
        <pc:spChg chg="del mod">
          <ac:chgData name="Enrique Villegas Valerio" userId="8ada793c76dcd6b1" providerId="LiveId" clId="{CDC2C08B-765D-41C0-A2C7-AC4B25AAD00D}" dt="2024-04-21T11:57:22.254" v="1510" actId="478"/>
          <ac:spMkLst>
            <pc:docMk/>
            <pc:sldMk cId="3807254055" sldId="698"/>
            <ac:spMk id="2" creationId="{B0D08076-5D69-7E8E-18D5-536187914F89}"/>
          </ac:spMkLst>
        </pc:spChg>
        <pc:spChg chg="mod">
          <ac:chgData name="Enrique Villegas Valerio" userId="8ada793c76dcd6b1" providerId="LiveId" clId="{CDC2C08B-765D-41C0-A2C7-AC4B25AAD00D}" dt="2024-04-21T11:58:32.314" v="1525" actId="207"/>
          <ac:spMkLst>
            <pc:docMk/>
            <pc:sldMk cId="3807254055" sldId="698"/>
            <ac:spMk id="3" creationId="{F83FCBC4-22A5-47A6-4825-B2DAAEE92F0C}"/>
          </ac:spMkLst>
        </pc:spChg>
        <pc:spChg chg="add del mod">
          <ac:chgData name="Enrique Villegas Valerio" userId="8ada793c76dcd6b1" providerId="LiveId" clId="{CDC2C08B-765D-41C0-A2C7-AC4B25AAD00D}" dt="2024-04-21T11:57:24.738" v="1511" actId="478"/>
          <ac:spMkLst>
            <pc:docMk/>
            <pc:sldMk cId="3807254055" sldId="698"/>
            <ac:spMk id="5" creationId="{F810AA2C-86A7-7D25-FF94-6995C104CB1C}"/>
          </ac:spMkLst>
        </pc:spChg>
      </pc:sldChg>
      <pc:sldChg chg="modSp add mod">
        <pc:chgData name="Enrique Villegas Valerio" userId="8ada793c76dcd6b1" providerId="LiveId" clId="{CDC2C08B-765D-41C0-A2C7-AC4B25AAD00D}" dt="2024-04-21T11:58:37.694" v="1526" actId="207"/>
        <pc:sldMkLst>
          <pc:docMk/>
          <pc:sldMk cId="11573337" sldId="699"/>
        </pc:sldMkLst>
        <pc:spChg chg="mod">
          <ac:chgData name="Enrique Villegas Valerio" userId="8ada793c76dcd6b1" providerId="LiveId" clId="{CDC2C08B-765D-41C0-A2C7-AC4B25AAD00D}" dt="2024-04-21T11:58:37.694" v="1526" actId="207"/>
          <ac:spMkLst>
            <pc:docMk/>
            <pc:sldMk cId="11573337" sldId="699"/>
            <ac:spMk id="3" creationId="{F83FCBC4-22A5-47A6-4825-B2DAAEE92F0C}"/>
          </ac:spMkLst>
        </pc:spChg>
      </pc:sldChg>
      <pc:sldChg chg="add del">
        <pc:chgData name="Enrique Villegas Valerio" userId="8ada793c76dcd6b1" providerId="LiveId" clId="{CDC2C08B-765D-41C0-A2C7-AC4B25AAD00D}" dt="2024-04-21T11:55:55.831" v="1477"/>
        <pc:sldMkLst>
          <pc:docMk/>
          <pc:sldMk cId="190088126" sldId="699"/>
        </pc:sldMkLst>
      </pc:sldChg>
      <pc:sldChg chg="add del">
        <pc:chgData name="Enrique Villegas Valerio" userId="8ada793c76dcd6b1" providerId="LiveId" clId="{CDC2C08B-765D-41C0-A2C7-AC4B25AAD00D}" dt="2024-04-21T11:57:51.131" v="1519"/>
        <pc:sldMkLst>
          <pc:docMk/>
          <pc:sldMk cId="653889853" sldId="699"/>
        </pc:sldMkLst>
      </pc:sldChg>
      <pc:sldChg chg="add del">
        <pc:chgData name="Enrique Villegas Valerio" userId="8ada793c76dcd6b1" providerId="LiveId" clId="{CDC2C08B-765D-41C0-A2C7-AC4B25AAD00D}" dt="2024-04-21T11:56:55.008" v="1499"/>
        <pc:sldMkLst>
          <pc:docMk/>
          <pc:sldMk cId="2293296899" sldId="699"/>
        </pc:sldMkLst>
      </pc:sldChg>
      <pc:sldChg chg="add">
        <pc:chgData name="Enrique Villegas Valerio" userId="8ada793c76dcd6b1" providerId="LiveId" clId="{CDC2C08B-765D-41C0-A2C7-AC4B25AAD00D}" dt="2024-04-21T11:58:18.116" v="1524"/>
        <pc:sldMkLst>
          <pc:docMk/>
          <pc:sldMk cId="207412264" sldId="700"/>
        </pc:sldMkLst>
      </pc:sldChg>
      <pc:sldChg chg="add del">
        <pc:chgData name="Enrique Villegas Valerio" userId="8ada793c76dcd6b1" providerId="LiveId" clId="{CDC2C08B-765D-41C0-A2C7-AC4B25AAD00D}" dt="2024-04-21T11:57:50.866" v="1518"/>
        <pc:sldMkLst>
          <pc:docMk/>
          <pc:sldMk cId="617658056" sldId="700"/>
        </pc:sldMkLst>
      </pc:sldChg>
      <pc:sldChg chg="delSp add setBg delDesignElem">
        <pc:chgData name="Enrique Villegas Valerio" userId="8ada793c76dcd6b1" providerId="LiveId" clId="{CDC2C08B-765D-41C0-A2C7-AC4B25AAD00D}" dt="2024-04-21T12:01:53.846" v="1646"/>
        <pc:sldMkLst>
          <pc:docMk/>
          <pc:sldMk cId="1152918895" sldId="701"/>
        </pc:sldMkLst>
        <pc:spChg chg="del">
          <ac:chgData name="Enrique Villegas Valerio" userId="8ada793c76dcd6b1" providerId="LiveId" clId="{CDC2C08B-765D-41C0-A2C7-AC4B25AAD00D}" dt="2024-04-21T12:01:53.846" v="1646"/>
          <ac:spMkLst>
            <pc:docMk/>
            <pc:sldMk cId="1152918895" sldId="701"/>
            <ac:spMk id="1031" creationId="{32BC26D8-82FB-445E-AA49-62A77D7C1EE0}"/>
          </ac:spMkLst>
        </pc:spChg>
        <pc:spChg chg="del">
          <ac:chgData name="Enrique Villegas Valerio" userId="8ada793c76dcd6b1" providerId="LiveId" clId="{CDC2C08B-765D-41C0-A2C7-AC4B25AAD00D}" dt="2024-04-21T12:01:53.846" v="1646"/>
          <ac:spMkLst>
            <pc:docMk/>
            <pc:sldMk cId="1152918895" sldId="701"/>
            <ac:spMk id="1033" creationId="{CB44330D-EA18-4254-AA95-EB49948539B8}"/>
          </ac:spMkLst>
        </pc:spChg>
      </pc:sldChg>
      <pc:sldChg chg="modSp add mod">
        <pc:chgData name="Enrique Villegas Valerio" userId="8ada793c76dcd6b1" providerId="LiveId" clId="{CDC2C08B-765D-41C0-A2C7-AC4B25AAD00D}" dt="2024-04-21T12:18:12.968" v="1765" actId="21"/>
        <pc:sldMkLst>
          <pc:docMk/>
          <pc:sldMk cId="635178873" sldId="702"/>
        </pc:sldMkLst>
        <pc:spChg chg="mod">
          <ac:chgData name="Enrique Villegas Valerio" userId="8ada793c76dcd6b1" providerId="LiveId" clId="{CDC2C08B-765D-41C0-A2C7-AC4B25AAD00D}" dt="2024-04-21T12:18:12.968" v="1765" actId="21"/>
          <ac:spMkLst>
            <pc:docMk/>
            <pc:sldMk cId="635178873" sldId="702"/>
            <ac:spMk id="2" creationId="{F9514DA0-BE75-5888-FE06-2837D81A98C5}"/>
          </ac:spMkLst>
        </pc:spChg>
      </pc:sldChg>
      <pc:sldChg chg="modSp add mod">
        <pc:chgData name="Enrique Villegas Valerio" userId="8ada793c76dcd6b1" providerId="LiveId" clId="{CDC2C08B-765D-41C0-A2C7-AC4B25AAD00D}" dt="2024-04-21T12:18:17.041" v="1766"/>
        <pc:sldMkLst>
          <pc:docMk/>
          <pc:sldMk cId="1905916967" sldId="703"/>
        </pc:sldMkLst>
        <pc:spChg chg="mod">
          <ac:chgData name="Enrique Villegas Valerio" userId="8ada793c76dcd6b1" providerId="LiveId" clId="{CDC2C08B-765D-41C0-A2C7-AC4B25AAD00D}" dt="2024-04-21T12:18:17.041" v="1766"/>
          <ac:spMkLst>
            <pc:docMk/>
            <pc:sldMk cId="1905916967" sldId="703"/>
            <ac:spMk id="2" creationId="{F9514DA0-BE75-5888-FE06-2837D81A98C5}"/>
          </ac:spMkLst>
        </pc:spChg>
      </pc:sldChg>
      <pc:sldChg chg="modSp add mod">
        <pc:chgData name="Enrique Villegas Valerio" userId="8ada793c76dcd6b1" providerId="LiveId" clId="{CDC2C08B-765D-41C0-A2C7-AC4B25AAD00D}" dt="2024-04-21T12:05:26.126" v="1710" actId="21"/>
        <pc:sldMkLst>
          <pc:docMk/>
          <pc:sldMk cId="2823826177" sldId="704"/>
        </pc:sldMkLst>
        <pc:spChg chg="mod">
          <ac:chgData name="Enrique Villegas Valerio" userId="8ada793c76dcd6b1" providerId="LiveId" clId="{CDC2C08B-765D-41C0-A2C7-AC4B25AAD00D}" dt="2024-04-21T12:05:26.126" v="1710" actId="21"/>
          <ac:spMkLst>
            <pc:docMk/>
            <pc:sldMk cId="2823826177" sldId="704"/>
            <ac:spMk id="2" creationId="{F9514DA0-BE75-5888-FE06-2837D81A98C5}"/>
          </ac:spMkLst>
        </pc:spChg>
      </pc:sldChg>
      <pc:sldChg chg="modSp add mod">
        <pc:chgData name="Enrique Villegas Valerio" userId="8ada793c76dcd6b1" providerId="LiveId" clId="{CDC2C08B-765D-41C0-A2C7-AC4B25AAD00D}" dt="2024-04-21T12:05:42.286" v="1714" actId="404"/>
        <pc:sldMkLst>
          <pc:docMk/>
          <pc:sldMk cId="1187357223" sldId="705"/>
        </pc:sldMkLst>
        <pc:spChg chg="mod">
          <ac:chgData name="Enrique Villegas Valerio" userId="8ada793c76dcd6b1" providerId="LiveId" clId="{CDC2C08B-765D-41C0-A2C7-AC4B25AAD00D}" dt="2024-04-21T12:05:42.286" v="1714" actId="404"/>
          <ac:spMkLst>
            <pc:docMk/>
            <pc:sldMk cId="1187357223" sldId="705"/>
            <ac:spMk id="2" creationId="{F9514DA0-BE75-5888-FE06-2837D81A98C5}"/>
          </ac:spMkLst>
        </pc:spChg>
      </pc:sldChg>
      <pc:sldChg chg="modSp add mod ord">
        <pc:chgData name="Enrique Villegas Valerio" userId="8ada793c76dcd6b1" providerId="LiveId" clId="{CDC2C08B-765D-41C0-A2C7-AC4B25AAD00D}" dt="2024-04-21T13:23:09.309" v="1898"/>
        <pc:sldMkLst>
          <pc:docMk/>
          <pc:sldMk cId="881579910" sldId="706"/>
        </pc:sldMkLst>
        <pc:spChg chg="mod">
          <ac:chgData name="Enrique Villegas Valerio" userId="8ada793c76dcd6b1" providerId="LiveId" clId="{CDC2C08B-765D-41C0-A2C7-AC4B25AAD00D}" dt="2024-04-21T12:06:01.340" v="1723" actId="20577"/>
          <ac:spMkLst>
            <pc:docMk/>
            <pc:sldMk cId="881579910" sldId="706"/>
            <ac:spMk id="2" creationId="{F9514DA0-BE75-5888-FE06-2837D81A98C5}"/>
          </ac:spMkLst>
        </pc:spChg>
      </pc:sldChg>
      <pc:sldChg chg="modSp add mod">
        <pc:chgData name="Enrique Villegas Valerio" userId="8ada793c76dcd6b1" providerId="LiveId" clId="{CDC2C08B-765D-41C0-A2C7-AC4B25AAD00D}" dt="2024-04-21T12:06:08.291" v="1726" actId="20577"/>
        <pc:sldMkLst>
          <pc:docMk/>
          <pc:sldMk cId="969524156" sldId="707"/>
        </pc:sldMkLst>
        <pc:spChg chg="mod">
          <ac:chgData name="Enrique Villegas Valerio" userId="8ada793c76dcd6b1" providerId="LiveId" clId="{CDC2C08B-765D-41C0-A2C7-AC4B25AAD00D}" dt="2024-04-21T12:06:08.291" v="1726" actId="20577"/>
          <ac:spMkLst>
            <pc:docMk/>
            <pc:sldMk cId="969524156" sldId="707"/>
            <ac:spMk id="2" creationId="{F9514DA0-BE75-5888-FE06-2837D81A98C5}"/>
          </ac:spMkLst>
        </pc:spChg>
      </pc:sldChg>
      <pc:sldChg chg="modSp add mod">
        <pc:chgData name="Enrique Villegas Valerio" userId="8ada793c76dcd6b1" providerId="LiveId" clId="{CDC2C08B-765D-41C0-A2C7-AC4B25AAD00D}" dt="2024-04-21T12:06:15.574" v="1729" actId="20577"/>
        <pc:sldMkLst>
          <pc:docMk/>
          <pc:sldMk cId="2069940102" sldId="708"/>
        </pc:sldMkLst>
        <pc:spChg chg="mod">
          <ac:chgData name="Enrique Villegas Valerio" userId="8ada793c76dcd6b1" providerId="LiveId" clId="{CDC2C08B-765D-41C0-A2C7-AC4B25AAD00D}" dt="2024-04-21T12:06:15.574" v="1729" actId="20577"/>
          <ac:spMkLst>
            <pc:docMk/>
            <pc:sldMk cId="2069940102" sldId="708"/>
            <ac:spMk id="2" creationId="{F9514DA0-BE75-5888-FE06-2837D81A98C5}"/>
          </ac:spMkLst>
        </pc:spChg>
      </pc:sldChg>
      <pc:sldChg chg="modSp add mod">
        <pc:chgData name="Enrique Villegas Valerio" userId="8ada793c76dcd6b1" providerId="LiveId" clId="{CDC2C08B-765D-41C0-A2C7-AC4B25AAD00D}" dt="2024-04-21T12:06:24.890" v="1731" actId="255"/>
        <pc:sldMkLst>
          <pc:docMk/>
          <pc:sldMk cId="1778528371" sldId="709"/>
        </pc:sldMkLst>
        <pc:spChg chg="mod">
          <ac:chgData name="Enrique Villegas Valerio" userId="8ada793c76dcd6b1" providerId="LiveId" clId="{CDC2C08B-765D-41C0-A2C7-AC4B25AAD00D}" dt="2024-04-21T12:06:24.890" v="1731" actId="255"/>
          <ac:spMkLst>
            <pc:docMk/>
            <pc:sldMk cId="1778528371" sldId="709"/>
            <ac:spMk id="2" creationId="{F9514DA0-BE75-5888-FE06-2837D81A98C5}"/>
          </ac:spMkLst>
        </pc:spChg>
      </pc:sldChg>
      <pc:sldChg chg="addSp delSp modSp new mod setBg modClrScheme chgLayout">
        <pc:chgData name="Enrique Villegas Valerio" userId="8ada793c76dcd6b1" providerId="LiveId" clId="{CDC2C08B-765D-41C0-A2C7-AC4B25AAD00D}" dt="2024-04-21T12:06:55.262" v="1740" actId="26606"/>
        <pc:sldMkLst>
          <pc:docMk/>
          <pc:sldMk cId="461501848" sldId="710"/>
        </pc:sldMkLst>
        <pc:spChg chg="del">
          <ac:chgData name="Enrique Villegas Valerio" userId="8ada793c76dcd6b1" providerId="LiveId" clId="{CDC2C08B-765D-41C0-A2C7-AC4B25AAD00D}" dt="2024-04-21T12:06:44.525" v="1734" actId="700"/>
          <ac:spMkLst>
            <pc:docMk/>
            <pc:sldMk cId="461501848" sldId="710"/>
            <ac:spMk id="2" creationId="{62DDFF34-462E-F3AA-D4F7-C4495ABAC035}"/>
          </ac:spMkLst>
        </pc:spChg>
        <pc:spChg chg="del">
          <ac:chgData name="Enrique Villegas Valerio" userId="8ada793c76dcd6b1" providerId="LiveId" clId="{CDC2C08B-765D-41C0-A2C7-AC4B25AAD00D}" dt="2024-04-21T12:06:44.525" v="1734" actId="700"/>
          <ac:spMkLst>
            <pc:docMk/>
            <pc:sldMk cId="461501848" sldId="710"/>
            <ac:spMk id="3" creationId="{AEDAB11D-E123-BF4B-1F82-FE3E31A953B7}"/>
          </ac:spMkLst>
        </pc:spChg>
        <pc:spChg chg="add del">
          <ac:chgData name="Enrique Villegas Valerio" userId="8ada793c76dcd6b1" providerId="LiveId" clId="{CDC2C08B-765D-41C0-A2C7-AC4B25AAD00D}" dt="2024-04-21T12:06:55.247" v="1739" actId="26606"/>
          <ac:spMkLst>
            <pc:docMk/>
            <pc:sldMk cId="461501848" sldId="710"/>
            <ac:spMk id="10" creationId="{AB8C311F-7253-4AED-9701-7FC0708C41C7}"/>
          </ac:spMkLst>
        </pc:spChg>
        <pc:spChg chg="add del">
          <ac:chgData name="Enrique Villegas Valerio" userId="8ada793c76dcd6b1" providerId="LiveId" clId="{CDC2C08B-765D-41C0-A2C7-AC4B25AAD00D}" dt="2024-04-21T12:06:55.247" v="1739" actId="26606"/>
          <ac:spMkLst>
            <pc:docMk/>
            <pc:sldMk cId="461501848" sldId="710"/>
            <ac:spMk id="12" creationId="{E2384209-CB15-4CDF-9D31-C44FD9A3F20D}"/>
          </ac:spMkLst>
        </pc:spChg>
        <pc:spChg chg="add del">
          <ac:chgData name="Enrique Villegas Valerio" userId="8ada793c76dcd6b1" providerId="LiveId" clId="{CDC2C08B-765D-41C0-A2C7-AC4B25AAD00D}" dt="2024-04-21T12:06:55.247" v="1739" actId="26606"/>
          <ac:spMkLst>
            <pc:docMk/>
            <pc:sldMk cId="461501848" sldId="710"/>
            <ac:spMk id="14" creationId="{2633B3B5-CC90-43F0-8714-D31D1F3F0209}"/>
          </ac:spMkLst>
        </pc:spChg>
        <pc:spChg chg="add del">
          <ac:chgData name="Enrique Villegas Valerio" userId="8ada793c76dcd6b1" providerId="LiveId" clId="{CDC2C08B-765D-41C0-A2C7-AC4B25AAD00D}" dt="2024-04-21T12:06:55.247" v="1739" actId="26606"/>
          <ac:spMkLst>
            <pc:docMk/>
            <pc:sldMk cId="461501848" sldId="710"/>
            <ac:spMk id="16" creationId="{A8D57A06-A426-446D-B02C-A2DC6B62E45E}"/>
          </ac:spMkLst>
        </pc:spChg>
        <pc:spChg chg="add">
          <ac:chgData name="Enrique Villegas Valerio" userId="8ada793c76dcd6b1" providerId="LiveId" clId="{CDC2C08B-765D-41C0-A2C7-AC4B25AAD00D}" dt="2024-04-21T12:06:55.262" v="1740" actId="26606"/>
          <ac:spMkLst>
            <pc:docMk/>
            <pc:sldMk cId="461501848" sldId="710"/>
            <ac:spMk id="18" creationId="{42A4FC2C-047E-45A5-965D-8E1E3BF09BC6}"/>
          </ac:spMkLst>
        </pc:spChg>
        <pc:picChg chg="add mod">
          <ac:chgData name="Enrique Villegas Valerio" userId="8ada793c76dcd6b1" providerId="LiveId" clId="{CDC2C08B-765D-41C0-A2C7-AC4B25AAD00D}" dt="2024-04-21T12:06:55.262" v="1740" actId="26606"/>
          <ac:picMkLst>
            <pc:docMk/>
            <pc:sldMk cId="461501848" sldId="710"/>
            <ac:picMk id="5" creationId="{9B799483-9F51-BA5D-F16E-DE36AE8DC512}"/>
          </ac:picMkLst>
        </pc:picChg>
      </pc:sldChg>
      <pc:sldChg chg="add del">
        <pc:chgData name="Enrique Villegas Valerio" userId="8ada793c76dcd6b1" providerId="LiveId" clId="{CDC2C08B-765D-41C0-A2C7-AC4B25AAD00D}" dt="2024-04-21T12:06:27.471" v="1732" actId="47"/>
        <pc:sldMkLst>
          <pc:docMk/>
          <pc:sldMk cId="2278693696" sldId="710"/>
        </pc:sldMkLst>
      </pc:sldChg>
      <pc:sldChg chg="addSp modSp new">
        <pc:chgData name="Enrique Villegas Valerio" userId="8ada793c76dcd6b1" providerId="LiveId" clId="{CDC2C08B-765D-41C0-A2C7-AC4B25AAD00D}" dt="2024-04-21T12:09:02.261" v="1752" actId="1076"/>
        <pc:sldMkLst>
          <pc:docMk/>
          <pc:sldMk cId="1257577453" sldId="711"/>
        </pc:sldMkLst>
        <pc:picChg chg="add mod">
          <ac:chgData name="Enrique Villegas Valerio" userId="8ada793c76dcd6b1" providerId="LiveId" clId="{CDC2C08B-765D-41C0-A2C7-AC4B25AAD00D}" dt="2024-04-21T12:08:21.095" v="1747"/>
          <ac:picMkLst>
            <pc:docMk/>
            <pc:sldMk cId="1257577453" sldId="711"/>
            <ac:picMk id="2050" creationId="{81541B47-592D-666C-993C-07195B03E223}"/>
          </ac:picMkLst>
        </pc:picChg>
        <pc:picChg chg="add mod">
          <ac:chgData name="Enrique Villegas Valerio" userId="8ada793c76dcd6b1" providerId="LiveId" clId="{CDC2C08B-765D-41C0-A2C7-AC4B25AAD00D}" dt="2024-04-21T12:09:02.261" v="1752" actId="1076"/>
          <ac:picMkLst>
            <pc:docMk/>
            <pc:sldMk cId="1257577453" sldId="711"/>
            <ac:picMk id="2052" creationId="{698D3FD8-2A5F-CDC2-0B4C-857EE27CA8EF}"/>
          </ac:picMkLst>
        </pc:picChg>
        <pc:picChg chg="add mod">
          <ac:chgData name="Enrique Villegas Valerio" userId="8ada793c76dcd6b1" providerId="LiveId" clId="{CDC2C08B-765D-41C0-A2C7-AC4B25AAD00D}" dt="2024-04-21T12:08:59.191" v="1751" actId="1076"/>
          <ac:picMkLst>
            <pc:docMk/>
            <pc:sldMk cId="1257577453" sldId="711"/>
            <ac:picMk id="2054" creationId="{768D0346-E983-B333-CD3A-8869D6DB8DB3}"/>
          </ac:picMkLst>
        </pc:picChg>
        <pc:picChg chg="add mod">
          <ac:chgData name="Enrique Villegas Valerio" userId="8ada793c76dcd6b1" providerId="LiveId" clId="{CDC2C08B-765D-41C0-A2C7-AC4B25AAD00D}" dt="2024-04-21T12:08:56.987" v="1750" actId="1076"/>
          <ac:picMkLst>
            <pc:docMk/>
            <pc:sldMk cId="1257577453" sldId="711"/>
            <ac:picMk id="2056" creationId="{08E5C36E-E9B3-DB5C-F239-4B5FE64921AF}"/>
          </ac:picMkLst>
        </pc:picChg>
      </pc:sldChg>
      <pc:sldChg chg="addSp delSp modSp new mod setBg">
        <pc:chgData name="Enrique Villegas Valerio" userId="8ada793c76dcd6b1" providerId="LiveId" clId="{CDC2C08B-765D-41C0-A2C7-AC4B25AAD00D}" dt="2024-04-21T12:12:05.544" v="1762" actId="26606"/>
        <pc:sldMkLst>
          <pc:docMk/>
          <pc:sldMk cId="2341645576" sldId="712"/>
        </pc:sldMkLst>
        <pc:spChg chg="add">
          <ac:chgData name="Enrique Villegas Valerio" userId="8ada793c76dcd6b1" providerId="LiveId" clId="{CDC2C08B-765D-41C0-A2C7-AC4B25AAD00D}" dt="2024-04-21T12:10:01.437" v="1754"/>
          <ac:spMkLst>
            <pc:docMk/>
            <pc:sldMk cId="2341645576" sldId="712"/>
            <ac:spMk id="2" creationId="{A9006434-BC6B-F82D-B7FF-8648FFDCDF02}"/>
          </ac:spMkLst>
        </pc:spChg>
        <pc:spChg chg="add del mod">
          <ac:chgData name="Enrique Villegas Valerio" userId="8ada793c76dcd6b1" providerId="LiveId" clId="{CDC2C08B-765D-41C0-A2C7-AC4B25AAD00D}" dt="2024-04-21T12:10:14.305" v="1757" actId="478"/>
          <ac:spMkLst>
            <pc:docMk/>
            <pc:sldMk cId="2341645576" sldId="712"/>
            <ac:spMk id="3" creationId="{48B1AC40-B690-1BBF-D328-DFDA68989692}"/>
          </ac:spMkLst>
        </pc:spChg>
        <pc:spChg chg="add">
          <ac:chgData name="Enrique Villegas Valerio" userId="8ada793c76dcd6b1" providerId="LiveId" clId="{CDC2C08B-765D-41C0-A2C7-AC4B25AAD00D}" dt="2024-04-21T12:10:25.030" v="1758"/>
          <ac:spMkLst>
            <pc:docMk/>
            <pc:sldMk cId="2341645576" sldId="712"/>
            <ac:spMk id="4" creationId="{8528931F-0E30-1EAD-F888-6C1E8A94FA72}"/>
          </ac:spMkLst>
        </pc:spChg>
        <pc:spChg chg="add del">
          <ac:chgData name="Enrique Villegas Valerio" userId="8ada793c76dcd6b1" providerId="LiveId" clId="{CDC2C08B-765D-41C0-A2C7-AC4B25AAD00D}" dt="2024-04-21T12:12:05.544" v="1762" actId="26606"/>
          <ac:spMkLst>
            <pc:docMk/>
            <pc:sldMk cId="2341645576" sldId="712"/>
            <ac:spMk id="11" creationId="{32BC26D8-82FB-445E-AA49-62A77D7C1EE0}"/>
          </ac:spMkLst>
        </pc:spChg>
        <pc:spChg chg="add del">
          <ac:chgData name="Enrique Villegas Valerio" userId="8ada793c76dcd6b1" providerId="LiveId" clId="{CDC2C08B-765D-41C0-A2C7-AC4B25AAD00D}" dt="2024-04-21T12:12:05.544" v="1762" actId="26606"/>
          <ac:spMkLst>
            <pc:docMk/>
            <pc:sldMk cId="2341645576" sldId="712"/>
            <ac:spMk id="13" creationId="{CB44330D-EA18-4254-AA95-EB49948539B8}"/>
          </ac:spMkLst>
        </pc:spChg>
        <pc:spChg chg="add">
          <ac:chgData name="Enrique Villegas Valerio" userId="8ada793c76dcd6b1" providerId="LiveId" clId="{CDC2C08B-765D-41C0-A2C7-AC4B25AAD00D}" dt="2024-04-21T12:12:05.544" v="1762" actId="26606"/>
          <ac:spMkLst>
            <pc:docMk/>
            <pc:sldMk cId="2341645576" sldId="712"/>
            <ac:spMk id="18" creationId="{8950AD4C-6AF3-49F8-94E1-DBCAFB39478B}"/>
          </ac:spMkLst>
        </pc:spChg>
        <pc:spChg chg="add">
          <ac:chgData name="Enrique Villegas Valerio" userId="8ada793c76dcd6b1" providerId="LiveId" clId="{CDC2C08B-765D-41C0-A2C7-AC4B25AAD00D}" dt="2024-04-21T12:12:05.544" v="1762" actId="26606"/>
          <ac:spMkLst>
            <pc:docMk/>
            <pc:sldMk cId="2341645576" sldId="712"/>
            <ac:spMk id="20" creationId="{2F0E00C3-4613-415F-BE3A-78FBAD9061C0}"/>
          </ac:spMkLst>
        </pc:spChg>
        <pc:spChg chg="add">
          <ac:chgData name="Enrique Villegas Valerio" userId="8ada793c76dcd6b1" providerId="LiveId" clId="{CDC2C08B-765D-41C0-A2C7-AC4B25AAD00D}" dt="2024-04-21T12:12:05.544" v="1762" actId="26606"/>
          <ac:spMkLst>
            <pc:docMk/>
            <pc:sldMk cId="2341645576" sldId="712"/>
            <ac:spMk id="22" creationId="{8DBEAE55-3EA1-41D7-A212-5F7D8986C1F2}"/>
          </ac:spMkLst>
        </pc:spChg>
        <pc:spChg chg="add">
          <ac:chgData name="Enrique Villegas Valerio" userId="8ada793c76dcd6b1" providerId="LiveId" clId="{CDC2C08B-765D-41C0-A2C7-AC4B25AAD00D}" dt="2024-04-21T12:12:05.544" v="1762" actId="26606"/>
          <ac:spMkLst>
            <pc:docMk/>
            <pc:sldMk cId="2341645576" sldId="712"/>
            <ac:spMk id="24" creationId="{CFC5F0E7-644F-4101-BE72-12825CF537E7}"/>
          </ac:spMkLst>
        </pc:spChg>
        <pc:picChg chg="add mod">
          <ac:chgData name="Enrique Villegas Valerio" userId="8ada793c76dcd6b1" providerId="LiveId" clId="{CDC2C08B-765D-41C0-A2C7-AC4B25AAD00D}" dt="2024-04-21T12:12:05.544" v="1762" actId="26606"/>
          <ac:picMkLst>
            <pc:docMk/>
            <pc:sldMk cId="2341645576" sldId="712"/>
            <ac:picMk id="6" creationId="{65439831-BD64-2D9D-802C-EDDF65E80BE0}"/>
          </ac:picMkLst>
        </pc:picChg>
      </pc:sldChg>
      <pc:sldChg chg="add">
        <pc:chgData name="Enrique Villegas Valerio" userId="8ada793c76dcd6b1" providerId="LiveId" clId="{CDC2C08B-765D-41C0-A2C7-AC4B25AAD00D}" dt="2024-04-21T12:14:47.914" v="1763"/>
        <pc:sldMkLst>
          <pc:docMk/>
          <pc:sldMk cId="2372110217" sldId="713"/>
        </pc:sldMkLst>
      </pc:sldChg>
      <pc:sldChg chg="modSp add mod">
        <pc:chgData name="Enrique Villegas Valerio" userId="8ada793c76dcd6b1" providerId="LiveId" clId="{CDC2C08B-765D-41C0-A2C7-AC4B25AAD00D}" dt="2024-04-21T12:20:41.526" v="1884" actId="20577"/>
        <pc:sldMkLst>
          <pc:docMk/>
          <pc:sldMk cId="1827792804" sldId="714"/>
        </pc:sldMkLst>
        <pc:spChg chg="mod">
          <ac:chgData name="Enrique Villegas Valerio" userId="8ada793c76dcd6b1" providerId="LiveId" clId="{CDC2C08B-765D-41C0-A2C7-AC4B25AAD00D}" dt="2024-04-21T12:20:41.526" v="1884" actId="20577"/>
          <ac:spMkLst>
            <pc:docMk/>
            <pc:sldMk cId="1827792804" sldId="714"/>
            <ac:spMk id="3" creationId="{F83FCBC4-22A5-47A6-4825-B2DAAEE92F0C}"/>
          </ac:spMkLst>
        </pc:spChg>
      </pc:sldChg>
      <pc:sldChg chg="modSp new mod">
        <pc:chgData name="Enrique Villegas Valerio" userId="8ada793c76dcd6b1" providerId="LiveId" clId="{CDC2C08B-765D-41C0-A2C7-AC4B25AAD00D}" dt="2024-04-21T12:49:45.021" v="1892" actId="27636"/>
        <pc:sldMkLst>
          <pc:docMk/>
          <pc:sldMk cId="2676365126" sldId="715"/>
        </pc:sldMkLst>
        <pc:spChg chg="mod">
          <ac:chgData name="Enrique Villegas Valerio" userId="8ada793c76dcd6b1" providerId="LiveId" clId="{CDC2C08B-765D-41C0-A2C7-AC4B25AAD00D}" dt="2024-04-21T12:49:45.021" v="1892" actId="27636"/>
          <ac:spMkLst>
            <pc:docMk/>
            <pc:sldMk cId="2676365126" sldId="715"/>
            <ac:spMk id="2" creationId="{6A900F9C-5506-5CAC-01F2-B9D9FE2E5FC3}"/>
          </ac:spMkLst>
        </pc:spChg>
        <pc:spChg chg="mod">
          <ac:chgData name="Enrique Villegas Valerio" userId="8ada793c76dcd6b1" providerId="LiveId" clId="{CDC2C08B-765D-41C0-A2C7-AC4B25AAD00D}" dt="2024-04-21T12:49:17.059" v="1886"/>
          <ac:spMkLst>
            <pc:docMk/>
            <pc:sldMk cId="2676365126" sldId="715"/>
            <ac:spMk id="3" creationId="{62C205F8-8C52-3B0B-27DA-B73EA7E0A268}"/>
          </ac:spMkLst>
        </pc:spChg>
      </pc:sldChg>
      <pc:sldChg chg="modSp add mod">
        <pc:chgData name="Enrique Villegas Valerio" userId="8ada793c76dcd6b1" providerId="LiveId" clId="{CDC2C08B-765D-41C0-A2C7-AC4B25AAD00D}" dt="2024-04-21T12:49:54.970" v="1895" actId="21"/>
        <pc:sldMkLst>
          <pc:docMk/>
          <pc:sldMk cId="742796102" sldId="716"/>
        </pc:sldMkLst>
        <pc:spChg chg="mod">
          <ac:chgData name="Enrique Villegas Valerio" userId="8ada793c76dcd6b1" providerId="LiveId" clId="{CDC2C08B-765D-41C0-A2C7-AC4B25AAD00D}" dt="2024-04-21T12:49:54.970" v="1895" actId="21"/>
          <ac:spMkLst>
            <pc:docMk/>
            <pc:sldMk cId="742796102" sldId="716"/>
            <ac:spMk id="2" creationId="{6A900F9C-5506-5CAC-01F2-B9D9FE2E5FC3}"/>
          </ac:spMkLst>
        </pc:spChg>
      </pc:sldChg>
      <pc:sldChg chg="modSp add mod">
        <pc:chgData name="Enrique Villegas Valerio" userId="8ada793c76dcd6b1" providerId="LiveId" clId="{CDC2C08B-765D-41C0-A2C7-AC4B25AAD00D}" dt="2024-04-21T12:50:03.982" v="1896"/>
        <pc:sldMkLst>
          <pc:docMk/>
          <pc:sldMk cId="1786523329" sldId="717"/>
        </pc:sldMkLst>
        <pc:spChg chg="mod">
          <ac:chgData name="Enrique Villegas Valerio" userId="8ada793c76dcd6b1" providerId="LiveId" clId="{CDC2C08B-765D-41C0-A2C7-AC4B25AAD00D}" dt="2024-04-21T12:50:03.982" v="1896"/>
          <ac:spMkLst>
            <pc:docMk/>
            <pc:sldMk cId="1786523329" sldId="717"/>
            <ac:spMk id="2" creationId="{6A900F9C-5506-5CAC-01F2-B9D9FE2E5FC3}"/>
          </ac:spMkLst>
        </pc:spChg>
      </pc:sldChg>
      <pc:sldChg chg="modSp new mod">
        <pc:chgData name="Enrique Villegas Valerio" userId="8ada793c76dcd6b1" providerId="LiveId" clId="{CDC2C08B-765D-41C0-A2C7-AC4B25AAD00D}" dt="2024-04-21T13:25:41.646" v="1910" actId="20577"/>
        <pc:sldMkLst>
          <pc:docMk/>
          <pc:sldMk cId="579347164" sldId="718"/>
        </pc:sldMkLst>
        <pc:spChg chg="mod">
          <ac:chgData name="Enrique Villegas Valerio" userId="8ada793c76dcd6b1" providerId="LiveId" clId="{CDC2C08B-765D-41C0-A2C7-AC4B25AAD00D}" dt="2024-04-21T13:25:37.182" v="1901" actId="27636"/>
          <ac:spMkLst>
            <pc:docMk/>
            <pc:sldMk cId="579347164" sldId="718"/>
            <ac:spMk id="2" creationId="{94E3FB8D-08A8-FC10-E34A-95879748DE01}"/>
          </ac:spMkLst>
        </pc:spChg>
        <pc:spChg chg="mod">
          <ac:chgData name="Enrique Villegas Valerio" userId="8ada793c76dcd6b1" providerId="LiveId" clId="{CDC2C08B-765D-41C0-A2C7-AC4B25AAD00D}" dt="2024-04-21T13:25:41.646" v="1910" actId="20577"/>
          <ac:spMkLst>
            <pc:docMk/>
            <pc:sldMk cId="579347164" sldId="718"/>
            <ac:spMk id="3" creationId="{130E258D-D715-7985-14B5-9E680296798A}"/>
          </ac:spMkLst>
        </pc:spChg>
      </pc:sldChg>
      <pc:sldChg chg="modSp new mod">
        <pc:chgData name="Enrique Villegas Valerio" userId="8ada793c76dcd6b1" providerId="LiveId" clId="{CDC2C08B-765D-41C0-A2C7-AC4B25AAD00D}" dt="2024-04-21T13:27:30.469" v="1926" actId="404"/>
        <pc:sldMkLst>
          <pc:docMk/>
          <pc:sldMk cId="1756163945" sldId="719"/>
        </pc:sldMkLst>
        <pc:spChg chg="mod">
          <ac:chgData name="Enrique Villegas Valerio" userId="8ada793c76dcd6b1" providerId="LiveId" clId="{CDC2C08B-765D-41C0-A2C7-AC4B25AAD00D}" dt="2024-04-21T13:27:30.469" v="1926" actId="404"/>
          <ac:spMkLst>
            <pc:docMk/>
            <pc:sldMk cId="1756163945" sldId="719"/>
            <ac:spMk id="2" creationId="{15A9E3DE-3E06-AA9C-3C4A-F61C94503236}"/>
          </ac:spMkLst>
        </pc:spChg>
        <pc:spChg chg="mod">
          <ac:chgData name="Enrique Villegas Valerio" userId="8ada793c76dcd6b1" providerId="LiveId" clId="{CDC2C08B-765D-41C0-A2C7-AC4B25AAD00D}" dt="2024-04-21T13:27:27.259" v="1925"/>
          <ac:spMkLst>
            <pc:docMk/>
            <pc:sldMk cId="1756163945" sldId="719"/>
            <ac:spMk id="3" creationId="{E90232DD-5BAC-A787-8F47-4C21F8F0F8FC}"/>
          </ac:spMkLst>
        </pc:spChg>
      </pc:sldChg>
      <pc:sldChg chg="modSp new mod">
        <pc:chgData name="Enrique Villegas Valerio" userId="8ada793c76dcd6b1" providerId="LiveId" clId="{CDC2C08B-765D-41C0-A2C7-AC4B25AAD00D}" dt="2024-04-21T13:29:01.676" v="1947" actId="5793"/>
        <pc:sldMkLst>
          <pc:docMk/>
          <pc:sldMk cId="3729316981" sldId="720"/>
        </pc:sldMkLst>
        <pc:spChg chg="mod">
          <ac:chgData name="Enrique Villegas Valerio" userId="8ada793c76dcd6b1" providerId="LiveId" clId="{CDC2C08B-765D-41C0-A2C7-AC4B25AAD00D}" dt="2024-04-21T13:29:01.676" v="1947" actId="5793"/>
          <ac:spMkLst>
            <pc:docMk/>
            <pc:sldMk cId="3729316981" sldId="720"/>
            <ac:spMk id="2" creationId="{D2F125BE-3EC7-0A96-D835-BF71D519FE6F}"/>
          </ac:spMkLst>
        </pc:spChg>
        <pc:spChg chg="mod">
          <ac:chgData name="Enrique Villegas Valerio" userId="8ada793c76dcd6b1" providerId="LiveId" clId="{CDC2C08B-765D-41C0-A2C7-AC4B25AAD00D}" dt="2024-04-21T13:28:53.996" v="1942" actId="20577"/>
          <ac:spMkLst>
            <pc:docMk/>
            <pc:sldMk cId="3729316981" sldId="720"/>
            <ac:spMk id="3" creationId="{0B4DA7C3-8081-0F1C-AB74-2296012A1166}"/>
          </ac:spMkLst>
        </pc:spChg>
      </pc:sldChg>
      <pc:sldChg chg="addSp delSp modSp new mod modClrScheme chgLayout">
        <pc:chgData name="Enrique Villegas Valerio" userId="8ada793c76dcd6b1" providerId="LiveId" clId="{CDC2C08B-765D-41C0-A2C7-AC4B25AAD00D}" dt="2024-04-21T13:29:46.401" v="1950"/>
        <pc:sldMkLst>
          <pc:docMk/>
          <pc:sldMk cId="3376233568" sldId="721"/>
        </pc:sldMkLst>
        <pc:spChg chg="del mod ord">
          <ac:chgData name="Enrique Villegas Valerio" userId="8ada793c76dcd6b1" providerId="LiveId" clId="{CDC2C08B-765D-41C0-A2C7-AC4B25AAD00D}" dt="2024-04-21T13:29:44.118" v="1949" actId="700"/>
          <ac:spMkLst>
            <pc:docMk/>
            <pc:sldMk cId="3376233568" sldId="721"/>
            <ac:spMk id="2" creationId="{86C44253-0FCC-8582-5133-2852C92CDE9F}"/>
          </ac:spMkLst>
        </pc:spChg>
        <pc:spChg chg="del">
          <ac:chgData name="Enrique Villegas Valerio" userId="8ada793c76dcd6b1" providerId="LiveId" clId="{CDC2C08B-765D-41C0-A2C7-AC4B25AAD00D}" dt="2024-04-21T13:29:44.118" v="1949" actId="700"/>
          <ac:spMkLst>
            <pc:docMk/>
            <pc:sldMk cId="3376233568" sldId="721"/>
            <ac:spMk id="3" creationId="{762D14CE-945D-56C7-66F6-B74B0C1FAAF2}"/>
          </ac:spMkLst>
        </pc:spChg>
        <pc:spChg chg="add mod ord">
          <ac:chgData name="Enrique Villegas Valerio" userId="8ada793c76dcd6b1" providerId="LiveId" clId="{CDC2C08B-765D-41C0-A2C7-AC4B25AAD00D}" dt="2024-04-21T13:29:46.401" v="1950"/>
          <ac:spMkLst>
            <pc:docMk/>
            <pc:sldMk cId="3376233568" sldId="721"/>
            <ac:spMk id="4" creationId="{DC290E1D-77D7-488D-E10D-902F4661149C}"/>
          </ac:spMkLst>
        </pc:spChg>
      </pc:sldChg>
      <pc:sldChg chg="addSp delSp modSp new del mod modClrScheme chgLayout">
        <pc:chgData name="Enrique Villegas Valerio" userId="8ada793c76dcd6b1" providerId="LiveId" clId="{CDC2C08B-765D-41C0-A2C7-AC4B25AAD00D}" dt="2024-04-21T13:32:55.477" v="2025" actId="47"/>
        <pc:sldMkLst>
          <pc:docMk/>
          <pc:sldMk cId="3775475592" sldId="722"/>
        </pc:sldMkLst>
        <pc:spChg chg="mod ord">
          <ac:chgData name="Enrique Villegas Valerio" userId="8ada793c76dcd6b1" providerId="LiveId" clId="{CDC2C08B-765D-41C0-A2C7-AC4B25AAD00D}" dt="2024-04-21T13:31:29.601" v="2004" actId="20577"/>
          <ac:spMkLst>
            <pc:docMk/>
            <pc:sldMk cId="3775475592" sldId="722"/>
            <ac:spMk id="2" creationId="{B5D4E7B7-431D-D48A-88C2-A705995C3B17}"/>
          </ac:spMkLst>
        </pc:spChg>
        <pc:spChg chg="add del mod ord">
          <ac:chgData name="Enrique Villegas Valerio" userId="8ada793c76dcd6b1" providerId="LiveId" clId="{CDC2C08B-765D-41C0-A2C7-AC4B25AAD00D}" dt="2024-04-21T13:31:10.947" v="2001" actId="700"/>
          <ac:spMkLst>
            <pc:docMk/>
            <pc:sldMk cId="3775475592" sldId="722"/>
            <ac:spMk id="3" creationId="{7E60D4BE-4D6B-B804-6E31-9628C04F6038}"/>
          </ac:spMkLst>
        </pc:spChg>
        <pc:spChg chg="add del mod ord">
          <ac:chgData name="Enrique Villegas Valerio" userId="8ada793c76dcd6b1" providerId="LiveId" clId="{CDC2C08B-765D-41C0-A2C7-AC4B25AAD00D}" dt="2024-04-21T13:31:22.906" v="2002" actId="700"/>
          <ac:spMkLst>
            <pc:docMk/>
            <pc:sldMk cId="3775475592" sldId="722"/>
            <ac:spMk id="4" creationId="{ECC4A5C4-3DB8-EDFC-2B1A-B9AA66489726}"/>
          </ac:spMkLst>
        </pc:spChg>
      </pc:sldChg>
      <pc:sldChg chg="modSp add mod">
        <pc:chgData name="Enrique Villegas Valerio" userId="8ada793c76dcd6b1" providerId="LiveId" clId="{CDC2C08B-765D-41C0-A2C7-AC4B25AAD00D}" dt="2024-04-21T13:32:38.010" v="2024" actId="948"/>
        <pc:sldMkLst>
          <pc:docMk/>
          <pc:sldMk cId="1888237764" sldId="723"/>
        </pc:sldMkLst>
        <pc:spChg chg="mod">
          <ac:chgData name="Enrique Villegas Valerio" userId="8ada793c76dcd6b1" providerId="LiveId" clId="{CDC2C08B-765D-41C0-A2C7-AC4B25AAD00D}" dt="2024-04-21T13:32:09.203" v="2013"/>
          <ac:spMkLst>
            <pc:docMk/>
            <pc:sldMk cId="1888237764" sldId="723"/>
            <ac:spMk id="2" creationId="{B0D08076-5D69-7E8E-18D5-536187914F89}"/>
          </ac:spMkLst>
        </pc:spChg>
        <pc:spChg chg="mod">
          <ac:chgData name="Enrique Villegas Valerio" userId="8ada793c76dcd6b1" providerId="LiveId" clId="{CDC2C08B-765D-41C0-A2C7-AC4B25AAD00D}" dt="2024-04-21T13:32:38.010" v="2024" actId="948"/>
          <ac:spMkLst>
            <pc:docMk/>
            <pc:sldMk cId="1888237764" sldId="723"/>
            <ac:spMk id="3" creationId="{F83FCBC4-22A5-47A6-4825-B2DAAEE92F0C}"/>
          </ac:spMkLst>
        </pc:spChg>
      </pc:sldChg>
      <pc:sldChg chg="modSp new add del mod">
        <pc:chgData name="Enrique Villegas Valerio" userId="8ada793c76dcd6b1" providerId="LiveId" clId="{CDC2C08B-765D-41C0-A2C7-AC4B25AAD00D}" dt="2024-04-21T13:45:17.246" v="2169" actId="47"/>
        <pc:sldMkLst>
          <pc:docMk/>
          <pc:sldMk cId="3301532757" sldId="724"/>
        </pc:sldMkLst>
        <pc:spChg chg="mod">
          <ac:chgData name="Enrique Villegas Valerio" userId="8ada793c76dcd6b1" providerId="LiveId" clId="{CDC2C08B-765D-41C0-A2C7-AC4B25AAD00D}" dt="2024-04-21T13:45:11.045" v="2166"/>
          <ac:spMkLst>
            <pc:docMk/>
            <pc:sldMk cId="3301532757" sldId="724"/>
            <ac:spMk id="2" creationId="{9F679A93-A70F-734D-6B39-BDE735BB6E66}"/>
          </ac:spMkLst>
        </pc:spChg>
      </pc:sldChg>
      <pc:sldChg chg="modSp add mod ord">
        <pc:chgData name="Enrique Villegas Valerio" userId="8ada793c76dcd6b1" providerId="LiveId" clId="{CDC2C08B-765D-41C0-A2C7-AC4B25AAD00D}" dt="2024-04-21T13:51:43.849" v="2226"/>
        <pc:sldMkLst>
          <pc:docMk/>
          <pc:sldMk cId="4261628322" sldId="725"/>
        </pc:sldMkLst>
        <pc:spChg chg="mod">
          <ac:chgData name="Enrique Villegas Valerio" userId="8ada793c76dcd6b1" providerId="LiveId" clId="{CDC2C08B-765D-41C0-A2C7-AC4B25AAD00D}" dt="2024-04-21T13:47:39.344" v="2222"/>
          <ac:spMkLst>
            <pc:docMk/>
            <pc:sldMk cId="4261628322" sldId="725"/>
            <ac:spMk id="4" creationId="{DC290E1D-77D7-488D-E10D-902F4661149C}"/>
          </ac:spMkLst>
        </pc:spChg>
      </pc:sldChg>
      <pc:sldChg chg="modSp add mod ord">
        <pc:chgData name="Enrique Villegas Valerio" userId="8ada793c76dcd6b1" providerId="LiveId" clId="{CDC2C08B-765D-41C0-A2C7-AC4B25AAD00D}" dt="2024-04-21T14:32:22.086" v="2315" actId="20577"/>
        <pc:sldMkLst>
          <pc:docMk/>
          <pc:sldMk cId="3050137477" sldId="726"/>
        </pc:sldMkLst>
        <pc:spChg chg="mod">
          <ac:chgData name="Enrique Villegas Valerio" userId="8ada793c76dcd6b1" providerId="LiveId" clId="{CDC2C08B-765D-41C0-A2C7-AC4B25AAD00D}" dt="2024-04-21T14:32:22.086" v="2315" actId="20577"/>
          <ac:spMkLst>
            <pc:docMk/>
            <pc:sldMk cId="3050137477" sldId="726"/>
            <ac:spMk id="3" creationId="{F83FCBC4-22A5-47A6-4825-B2DAAEE92F0C}"/>
          </ac:spMkLst>
        </pc:spChg>
      </pc:sldChg>
      <pc:sldChg chg="modSp add mod">
        <pc:chgData name="Enrique Villegas Valerio" userId="8ada793c76dcd6b1" providerId="LiveId" clId="{CDC2C08B-765D-41C0-A2C7-AC4B25AAD00D}" dt="2024-04-21T13:41:32.010" v="2110" actId="20577"/>
        <pc:sldMkLst>
          <pc:docMk/>
          <pc:sldMk cId="4080344541" sldId="727"/>
        </pc:sldMkLst>
        <pc:spChg chg="mod">
          <ac:chgData name="Enrique Villegas Valerio" userId="8ada793c76dcd6b1" providerId="LiveId" clId="{CDC2C08B-765D-41C0-A2C7-AC4B25AAD00D}" dt="2024-04-21T13:41:32.010" v="2110" actId="20577"/>
          <ac:spMkLst>
            <pc:docMk/>
            <pc:sldMk cId="4080344541" sldId="727"/>
            <ac:spMk id="3" creationId="{CA07F423-46C6-CDD8-E4AD-233D53E2809D}"/>
          </ac:spMkLst>
        </pc:spChg>
        <pc:spChg chg="mod">
          <ac:chgData name="Enrique Villegas Valerio" userId="8ada793c76dcd6b1" providerId="LiveId" clId="{CDC2C08B-765D-41C0-A2C7-AC4B25AAD00D}" dt="2024-04-21T13:41:22.745" v="2103" actId="948"/>
          <ac:spMkLst>
            <pc:docMk/>
            <pc:sldMk cId="4080344541" sldId="727"/>
            <ac:spMk id="4" creationId="{64DD97DD-43D3-F5D3-B4EE-BD7F9628B26B}"/>
          </ac:spMkLst>
        </pc:spChg>
      </pc:sldChg>
      <pc:sldChg chg="add">
        <pc:chgData name="Enrique Villegas Valerio" userId="8ada793c76dcd6b1" providerId="LiveId" clId="{CDC2C08B-765D-41C0-A2C7-AC4B25AAD00D}" dt="2024-04-21T13:33:13.936" v="2028"/>
        <pc:sldMkLst>
          <pc:docMk/>
          <pc:sldMk cId="1175835528" sldId="728"/>
        </pc:sldMkLst>
      </pc:sldChg>
      <pc:sldChg chg="modSp add mod">
        <pc:chgData name="Enrique Villegas Valerio" userId="8ada793c76dcd6b1" providerId="LiveId" clId="{CDC2C08B-765D-41C0-A2C7-AC4B25AAD00D}" dt="2024-04-21T13:45:49.210" v="2180" actId="404"/>
        <pc:sldMkLst>
          <pc:docMk/>
          <pc:sldMk cId="1186402150" sldId="729"/>
        </pc:sldMkLst>
        <pc:spChg chg="mod">
          <ac:chgData name="Enrique Villegas Valerio" userId="8ada793c76dcd6b1" providerId="LiveId" clId="{CDC2C08B-765D-41C0-A2C7-AC4B25AAD00D}" dt="2024-04-21T13:45:49.210" v="2180" actId="404"/>
          <ac:spMkLst>
            <pc:docMk/>
            <pc:sldMk cId="1186402150" sldId="729"/>
            <ac:spMk id="2" creationId="{D2F125BE-3EC7-0A96-D835-BF71D519FE6F}"/>
          </ac:spMkLst>
        </pc:spChg>
        <pc:spChg chg="mod">
          <ac:chgData name="Enrique Villegas Valerio" userId="8ada793c76dcd6b1" providerId="LiveId" clId="{CDC2C08B-765D-41C0-A2C7-AC4B25AAD00D}" dt="2024-04-21T13:43:53.654" v="2134" actId="20577"/>
          <ac:spMkLst>
            <pc:docMk/>
            <pc:sldMk cId="1186402150" sldId="729"/>
            <ac:spMk id="3" creationId="{0B4DA7C3-8081-0F1C-AB74-2296012A1166}"/>
          </ac:spMkLst>
        </pc:spChg>
      </pc:sldChg>
      <pc:sldChg chg="add ord">
        <pc:chgData name="Enrique Villegas Valerio" userId="8ada793c76dcd6b1" providerId="LiveId" clId="{CDC2C08B-765D-41C0-A2C7-AC4B25AAD00D}" dt="2024-04-21T13:40:18.695" v="2054"/>
        <pc:sldMkLst>
          <pc:docMk/>
          <pc:sldMk cId="858109033" sldId="730"/>
        </pc:sldMkLst>
      </pc:sldChg>
      <pc:sldChg chg="modSp add mod">
        <pc:chgData name="Enrique Villegas Valerio" userId="8ada793c76dcd6b1" providerId="LiveId" clId="{CDC2C08B-765D-41C0-A2C7-AC4B25AAD00D}" dt="2024-04-21T13:45:58.347" v="2183" actId="20577"/>
        <pc:sldMkLst>
          <pc:docMk/>
          <pc:sldMk cId="942090785" sldId="731"/>
        </pc:sldMkLst>
        <pc:spChg chg="mod">
          <ac:chgData name="Enrique Villegas Valerio" userId="8ada793c76dcd6b1" providerId="LiveId" clId="{CDC2C08B-765D-41C0-A2C7-AC4B25AAD00D}" dt="2024-04-21T13:45:58.347" v="2183" actId="20577"/>
          <ac:spMkLst>
            <pc:docMk/>
            <pc:sldMk cId="942090785" sldId="731"/>
            <ac:spMk id="2" creationId="{D2F125BE-3EC7-0A96-D835-BF71D519FE6F}"/>
          </ac:spMkLst>
        </pc:spChg>
      </pc:sldChg>
      <pc:sldChg chg="modSp add mod">
        <pc:chgData name="Enrique Villegas Valerio" userId="8ada793c76dcd6b1" providerId="LiveId" clId="{CDC2C08B-765D-41C0-A2C7-AC4B25AAD00D}" dt="2024-04-21T13:46:10.778" v="2188" actId="404"/>
        <pc:sldMkLst>
          <pc:docMk/>
          <pc:sldMk cId="2627965699" sldId="732"/>
        </pc:sldMkLst>
        <pc:spChg chg="mod">
          <ac:chgData name="Enrique Villegas Valerio" userId="8ada793c76dcd6b1" providerId="LiveId" clId="{CDC2C08B-765D-41C0-A2C7-AC4B25AAD00D}" dt="2024-04-21T13:46:10.778" v="2188" actId="404"/>
          <ac:spMkLst>
            <pc:docMk/>
            <pc:sldMk cId="2627965699" sldId="732"/>
            <ac:spMk id="2" creationId="{D2F125BE-3EC7-0A96-D835-BF71D519FE6F}"/>
          </ac:spMkLst>
        </pc:spChg>
      </pc:sldChg>
      <pc:sldChg chg="modSp add mod">
        <pc:chgData name="Enrique Villegas Valerio" userId="8ada793c76dcd6b1" providerId="LiveId" clId="{CDC2C08B-765D-41C0-A2C7-AC4B25AAD00D}" dt="2024-04-21T13:46:16.713" v="2191" actId="20577"/>
        <pc:sldMkLst>
          <pc:docMk/>
          <pc:sldMk cId="1681979810" sldId="733"/>
        </pc:sldMkLst>
        <pc:spChg chg="mod">
          <ac:chgData name="Enrique Villegas Valerio" userId="8ada793c76dcd6b1" providerId="LiveId" clId="{CDC2C08B-765D-41C0-A2C7-AC4B25AAD00D}" dt="2024-04-21T13:46:16.713" v="2191" actId="20577"/>
          <ac:spMkLst>
            <pc:docMk/>
            <pc:sldMk cId="1681979810" sldId="733"/>
            <ac:spMk id="2" creationId="{D2F125BE-3EC7-0A96-D835-BF71D519FE6F}"/>
          </ac:spMkLst>
        </pc:spChg>
      </pc:sldChg>
      <pc:sldChg chg="modSp add mod">
        <pc:chgData name="Enrique Villegas Valerio" userId="8ada793c76dcd6b1" providerId="LiveId" clId="{CDC2C08B-765D-41C0-A2C7-AC4B25AAD00D}" dt="2024-04-21T13:46:24.712" v="2195" actId="404"/>
        <pc:sldMkLst>
          <pc:docMk/>
          <pc:sldMk cId="2699387487" sldId="734"/>
        </pc:sldMkLst>
        <pc:spChg chg="mod">
          <ac:chgData name="Enrique Villegas Valerio" userId="8ada793c76dcd6b1" providerId="LiveId" clId="{CDC2C08B-765D-41C0-A2C7-AC4B25AAD00D}" dt="2024-04-21T13:46:24.712" v="2195" actId="404"/>
          <ac:spMkLst>
            <pc:docMk/>
            <pc:sldMk cId="2699387487" sldId="734"/>
            <ac:spMk id="2" creationId="{D2F125BE-3EC7-0A96-D835-BF71D519FE6F}"/>
          </ac:spMkLst>
        </pc:spChg>
      </pc:sldChg>
      <pc:sldChg chg="modSp add mod">
        <pc:chgData name="Enrique Villegas Valerio" userId="8ada793c76dcd6b1" providerId="LiveId" clId="{CDC2C08B-765D-41C0-A2C7-AC4B25AAD00D}" dt="2024-04-21T13:46:34.415" v="2199" actId="404"/>
        <pc:sldMkLst>
          <pc:docMk/>
          <pc:sldMk cId="1014141131" sldId="735"/>
        </pc:sldMkLst>
        <pc:spChg chg="mod">
          <ac:chgData name="Enrique Villegas Valerio" userId="8ada793c76dcd6b1" providerId="LiveId" clId="{CDC2C08B-765D-41C0-A2C7-AC4B25AAD00D}" dt="2024-04-21T13:46:34.415" v="2199" actId="404"/>
          <ac:spMkLst>
            <pc:docMk/>
            <pc:sldMk cId="1014141131" sldId="735"/>
            <ac:spMk id="2" creationId="{D2F125BE-3EC7-0A96-D835-BF71D519FE6F}"/>
          </ac:spMkLst>
        </pc:spChg>
      </pc:sldChg>
      <pc:sldChg chg="modSp add mod">
        <pc:chgData name="Enrique Villegas Valerio" userId="8ada793c76dcd6b1" providerId="LiveId" clId="{CDC2C08B-765D-41C0-A2C7-AC4B25AAD00D}" dt="2024-04-21T13:46:43.983" v="2205" actId="404"/>
        <pc:sldMkLst>
          <pc:docMk/>
          <pc:sldMk cId="2599747815" sldId="736"/>
        </pc:sldMkLst>
        <pc:spChg chg="mod">
          <ac:chgData name="Enrique Villegas Valerio" userId="8ada793c76dcd6b1" providerId="LiveId" clId="{CDC2C08B-765D-41C0-A2C7-AC4B25AAD00D}" dt="2024-04-21T13:46:43.983" v="2205" actId="404"/>
          <ac:spMkLst>
            <pc:docMk/>
            <pc:sldMk cId="2599747815" sldId="736"/>
            <ac:spMk id="2" creationId="{D2F125BE-3EC7-0A96-D835-BF71D519FE6F}"/>
          </ac:spMkLst>
        </pc:spChg>
      </pc:sldChg>
      <pc:sldChg chg="modSp add mod">
        <pc:chgData name="Enrique Villegas Valerio" userId="8ada793c76dcd6b1" providerId="LiveId" clId="{CDC2C08B-765D-41C0-A2C7-AC4B25AAD00D}" dt="2024-04-21T13:47:14.672" v="2214" actId="20577"/>
        <pc:sldMkLst>
          <pc:docMk/>
          <pc:sldMk cId="42847906" sldId="737"/>
        </pc:sldMkLst>
        <pc:spChg chg="mod">
          <ac:chgData name="Enrique Villegas Valerio" userId="8ada793c76dcd6b1" providerId="LiveId" clId="{CDC2C08B-765D-41C0-A2C7-AC4B25AAD00D}" dt="2024-04-21T13:47:14.672" v="2214" actId="20577"/>
          <ac:spMkLst>
            <pc:docMk/>
            <pc:sldMk cId="42847906" sldId="737"/>
            <ac:spMk id="2" creationId="{D2F125BE-3EC7-0A96-D835-BF71D519FE6F}"/>
          </ac:spMkLst>
        </pc:spChg>
      </pc:sldChg>
      <pc:sldChg chg="modSp add mod">
        <pc:chgData name="Enrique Villegas Valerio" userId="8ada793c76dcd6b1" providerId="LiveId" clId="{CDC2C08B-765D-41C0-A2C7-AC4B25AAD00D}" dt="2024-04-21T13:47:20.581" v="2217" actId="20577"/>
        <pc:sldMkLst>
          <pc:docMk/>
          <pc:sldMk cId="217723856" sldId="738"/>
        </pc:sldMkLst>
        <pc:spChg chg="mod">
          <ac:chgData name="Enrique Villegas Valerio" userId="8ada793c76dcd6b1" providerId="LiveId" clId="{CDC2C08B-765D-41C0-A2C7-AC4B25AAD00D}" dt="2024-04-21T13:47:20.581" v="2217" actId="20577"/>
          <ac:spMkLst>
            <pc:docMk/>
            <pc:sldMk cId="217723856" sldId="738"/>
            <ac:spMk id="2" creationId="{D2F125BE-3EC7-0A96-D835-BF71D519FE6F}"/>
          </ac:spMkLst>
        </pc:spChg>
      </pc:sldChg>
      <pc:sldChg chg="modSp add mod">
        <pc:chgData name="Enrique Villegas Valerio" userId="8ada793c76dcd6b1" providerId="LiveId" clId="{CDC2C08B-765D-41C0-A2C7-AC4B25AAD00D}" dt="2024-04-21T13:47:05.111" v="2212" actId="20577"/>
        <pc:sldMkLst>
          <pc:docMk/>
          <pc:sldMk cId="4129015968" sldId="739"/>
        </pc:sldMkLst>
        <pc:spChg chg="mod">
          <ac:chgData name="Enrique Villegas Valerio" userId="8ada793c76dcd6b1" providerId="LiveId" clId="{CDC2C08B-765D-41C0-A2C7-AC4B25AAD00D}" dt="2024-04-21T13:47:05.111" v="2212" actId="20577"/>
          <ac:spMkLst>
            <pc:docMk/>
            <pc:sldMk cId="4129015968" sldId="739"/>
            <ac:spMk id="2" creationId="{D2F125BE-3EC7-0A96-D835-BF71D519FE6F}"/>
          </ac:spMkLst>
        </pc:spChg>
      </pc:sldChg>
      <pc:sldChg chg="modSp add mod ord">
        <pc:chgData name="Enrique Villegas Valerio" userId="8ada793c76dcd6b1" providerId="LiveId" clId="{CDC2C08B-765D-41C0-A2C7-AC4B25AAD00D}" dt="2024-04-21T13:47:23.271" v="2220"/>
        <pc:sldMkLst>
          <pc:docMk/>
          <pc:sldMk cId="1255978089" sldId="740"/>
        </pc:sldMkLst>
        <pc:spChg chg="mod">
          <ac:chgData name="Enrique Villegas Valerio" userId="8ada793c76dcd6b1" providerId="LiveId" clId="{CDC2C08B-765D-41C0-A2C7-AC4B25AAD00D}" dt="2024-04-21T13:47:23.271" v="2220"/>
          <ac:spMkLst>
            <pc:docMk/>
            <pc:sldMk cId="1255978089" sldId="740"/>
            <ac:spMk id="2" creationId="{D2F125BE-3EC7-0A96-D835-BF71D519FE6F}"/>
          </ac:spMkLst>
        </pc:spChg>
      </pc:sldChg>
      <pc:sldChg chg="add del">
        <pc:chgData name="Enrique Villegas Valerio" userId="8ada793c76dcd6b1" providerId="LiveId" clId="{CDC2C08B-765D-41C0-A2C7-AC4B25AAD00D}" dt="2024-04-21T13:47:26.530" v="2221" actId="47"/>
        <pc:sldMkLst>
          <pc:docMk/>
          <pc:sldMk cId="1840671034" sldId="741"/>
        </pc:sldMkLst>
      </pc:sldChg>
      <pc:sldChg chg="modSp new mod">
        <pc:chgData name="Enrique Villegas Valerio" userId="8ada793c76dcd6b1" providerId="LiveId" clId="{CDC2C08B-765D-41C0-A2C7-AC4B25AAD00D}" dt="2024-04-21T14:12:38.986" v="2252" actId="20577"/>
        <pc:sldMkLst>
          <pc:docMk/>
          <pc:sldMk cId="3845828418" sldId="741"/>
        </pc:sldMkLst>
        <pc:spChg chg="mod">
          <ac:chgData name="Enrique Villegas Valerio" userId="8ada793c76dcd6b1" providerId="LiveId" clId="{CDC2C08B-765D-41C0-A2C7-AC4B25AAD00D}" dt="2024-04-21T14:12:30.847" v="2246" actId="5793"/>
          <ac:spMkLst>
            <pc:docMk/>
            <pc:sldMk cId="3845828418" sldId="741"/>
            <ac:spMk id="2" creationId="{FD34480F-DE92-33F2-09CE-5ECD8405935E}"/>
          </ac:spMkLst>
        </pc:spChg>
        <pc:spChg chg="mod">
          <ac:chgData name="Enrique Villegas Valerio" userId="8ada793c76dcd6b1" providerId="LiveId" clId="{CDC2C08B-765D-41C0-A2C7-AC4B25AAD00D}" dt="2024-04-21T14:12:38.986" v="2252" actId="20577"/>
          <ac:spMkLst>
            <pc:docMk/>
            <pc:sldMk cId="3845828418" sldId="741"/>
            <ac:spMk id="3" creationId="{E692B25E-F1A0-FFBE-1B2F-DBD16C94B412}"/>
          </ac:spMkLst>
        </pc:spChg>
      </pc:sldChg>
      <pc:sldChg chg="add del">
        <pc:chgData name="Enrique Villegas Valerio" userId="8ada793c76dcd6b1" providerId="LiveId" clId="{CDC2C08B-765D-41C0-A2C7-AC4B25AAD00D}" dt="2024-04-21T13:45:12.077" v="2168"/>
        <pc:sldMkLst>
          <pc:docMk/>
          <pc:sldMk cId="10428711" sldId="742"/>
        </pc:sldMkLst>
      </pc:sldChg>
      <pc:sldChg chg="modSp new mod">
        <pc:chgData name="Enrique Villegas Valerio" userId="8ada793c76dcd6b1" providerId="LiveId" clId="{CDC2C08B-765D-41C0-A2C7-AC4B25AAD00D}" dt="2024-04-21T14:26:56.821" v="2296" actId="27636"/>
        <pc:sldMkLst>
          <pc:docMk/>
          <pc:sldMk cId="3562662680" sldId="742"/>
        </pc:sldMkLst>
        <pc:spChg chg="mod">
          <ac:chgData name="Enrique Villegas Valerio" userId="8ada793c76dcd6b1" providerId="LiveId" clId="{CDC2C08B-765D-41C0-A2C7-AC4B25AAD00D}" dt="2024-04-21T14:26:56.821" v="2296" actId="27636"/>
          <ac:spMkLst>
            <pc:docMk/>
            <pc:sldMk cId="3562662680" sldId="742"/>
            <ac:spMk id="2" creationId="{5FC4D084-2EC4-32A1-372C-E2A9D06976C9}"/>
          </ac:spMkLst>
        </pc:spChg>
        <pc:spChg chg="mod">
          <ac:chgData name="Enrique Villegas Valerio" userId="8ada793c76dcd6b1" providerId="LiveId" clId="{CDC2C08B-765D-41C0-A2C7-AC4B25AAD00D}" dt="2024-04-21T14:26:24.446" v="2279" actId="20577"/>
          <ac:spMkLst>
            <pc:docMk/>
            <pc:sldMk cId="3562662680" sldId="742"/>
            <ac:spMk id="3" creationId="{7B15F4D3-C692-E73C-469C-518E9ACCD6EF}"/>
          </ac:spMkLst>
        </pc:spChg>
      </pc:sldChg>
      <pc:sldChg chg="modSp add mod">
        <pc:chgData name="Enrique Villegas Valerio" userId="8ada793c76dcd6b1" providerId="LiveId" clId="{CDC2C08B-765D-41C0-A2C7-AC4B25AAD00D}" dt="2024-04-21T14:27:03.453" v="2297" actId="404"/>
        <pc:sldMkLst>
          <pc:docMk/>
          <pc:sldMk cId="1031900184" sldId="743"/>
        </pc:sldMkLst>
        <pc:spChg chg="mod">
          <ac:chgData name="Enrique Villegas Valerio" userId="8ada793c76dcd6b1" providerId="LiveId" clId="{CDC2C08B-765D-41C0-A2C7-AC4B25AAD00D}" dt="2024-04-21T14:27:03.453" v="2297" actId="404"/>
          <ac:spMkLst>
            <pc:docMk/>
            <pc:sldMk cId="1031900184" sldId="743"/>
            <ac:spMk id="2" creationId="{5FC4D084-2EC4-32A1-372C-E2A9D06976C9}"/>
          </ac:spMkLst>
        </pc:spChg>
      </pc:sldChg>
      <pc:sldChg chg="add del">
        <pc:chgData name="Enrique Villegas Valerio" userId="8ada793c76dcd6b1" providerId="LiveId" clId="{CDC2C08B-765D-41C0-A2C7-AC4B25AAD00D}" dt="2024-04-21T13:45:11.577" v="2167"/>
        <pc:sldMkLst>
          <pc:docMk/>
          <pc:sldMk cId="3614426722" sldId="743"/>
        </pc:sldMkLst>
      </pc:sldChg>
      <pc:sldChg chg="modSp new mod">
        <pc:chgData name="Enrique Villegas Valerio" userId="8ada793c76dcd6b1" providerId="LiveId" clId="{CDC2C08B-765D-41C0-A2C7-AC4B25AAD00D}" dt="2024-04-21T14:41:15.396" v="2338" actId="20577"/>
        <pc:sldMkLst>
          <pc:docMk/>
          <pc:sldMk cId="2954507347" sldId="744"/>
        </pc:sldMkLst>
        <pc:spChg chg="mod">
          <ac:chgData name="Enrique Villegas Valerio" userId="8ada793c76dcd6b1" providerId="LiveId" clId="{CDC2C08B-765D-41C0-A2C7-AC4B25AAD00D}" dt="2024-04-21T14:41:07.663" v="2321" actId="404"/>
          <ac:spMkLst>
            <pc:docMk/>
            <pc:sldMk cId="2954507347" sldId="744"/>
            <ac:spMk id="2" creationId="{1D62EBF5-3582-9E92-D960-325C8547A260}"/>
          </ac:spMkLst>
        </pc:spChg>
        <pc:spChg chg="mod">
          <ac:chgData name="Enrique Villegas Valerio" userId="8ada793c76dcd6b1" providerId="LiveId" clId="{CDC2C08B-765D-41C0-A2C7-AC4B25AAD00D}" dt="2024-04-21T14:41:15.396" v="2338" actId="20577"/>
          <ac:spMkLst>
            <pc:docMk/>
            <pc:sldMk cId="2954507347" sldId="744"/>
            <ac:spMk id="3" creationId="{CBE50B53-3F40-B0C7-4011-F60D497408BC}"/>
          </ac:spMkLst>
        </pc:spChg>
      </pc:sldChg>
      <pc:sldChg chg="modSp add mod ord">
        <pc:chgData name="Enrique Villegas Valerio" userId="8ada793c76dcd6b1" providerId="LiveId" clId="{CDC2C08B-765D-41C0-A2C7-AC4B25AAD00D}" dt="2024-04-21T15:08:02.271" v="2455"/>
        <pc:sldMkLst>
          <pc:docMk/>
          <pc:sldMk cId="408355803" sldId="745"/>
        </pc:sldMkLst>
        <pc:spChg chg="mod">
          <ac:chgData name="Enrique Villegas Valerio" userId="8ada793c76dcd6b1" providerId="LiveId" clId="{CDC2C08B-765D-41C0-A2C7-AC4B25AAD00D}" dt="2024-04-21T15:07:54.730" v="2453"/>
          <ac:spMkLst>
            <pc:docMk/>
            <pc:sldMk cId="408355803" sldId="745"/>
            <ac:spMk id="4" creationId="{DC290E1D-77D7-488D-E10D-902F4661149C}"/>
          </ac:spMkLst>
        </pc:spChg>
      </pc:sldChg>
      <pc:sldChg chg="modSp add mod ord">
        <pc:chgData name="Enrique Villegas Valerio" userId="8ada793c76dcd6b1" providerId="LiveId" clId="{CDC2C08B-765D-41C0-A2C7-AC4B25AAD00D}" dt="2024-04-21T15:08:02.271" v="2455"/>
        <pc:sldMkLst>
          <pc:docMk/>
          <pc:sldMk cId="2623102239" sldId="746"/>
        </pc:sldMkLst>
        <pc:spChg chg="mod">
          <ac:chgData name="Enrique Villegas Valerio" userId="8ada793c76dcd6b1" providerId="LiveId" clId="{CDC2C08B-765D-41C0-A2C7-AC4B25AAD00D}" dt="2024-04-21T15:07:11.059" v="2452" actId="20577"/>
          <ac:spMkLst>
            <pc:docMk/>
            <pc:sldMk cId="2623102239" sldId="746"/>
            <ac:spMk id="3" creationId="{F83FCBC4-22A5-47A6-4825-B2DAAEE92F0C}"/>
          </ac:spMkLst>
        </pc:spChg>
      </pc:sldChg>
      <pc:sldChg chg="modSp add mod">
        <pc:chgData name="Enrique Villegas Valerio" userId="8ada793c76dcd6b1" providerId="LiveId" clId="{CDC2C08B-765D-41C0-A2C7-AC4B25AAD00D}" dt="2024-04-21T14:42:44.497" v="2368" actId="20577"/>
        <pc:sldMkLst>
          <pc:docMk/>
          <pc:sldMk cId="3227108644" sldId="747"/>
        </pc:sldMkLst>
        <pc:spChg chg="mod">
          <ac:chgData name="Enrique Villegas Valerio" userId="8ada793c76dcd6b1" providerId="LiveId" clId="{CDC2C08B-765D-41C0-A2C7-AC4B25AAD00D}" dt="2024-04-21T14:42:35.770" v="2346" actId="20577"/>
          <ac:spMkLst>
            <pc:docMk/>
            <pc:sldMk cId="3227108644" sldId="747"/>
            <ac:spMk id="3" creationId="{CA07F423-46C6-CDD8-E4AD-233D53E2809D}"/>
          </ac:spMkLst>
        </pc:spChg>
        <pc:spChg chg="mod">
          <ac:chgData name="Enrique Villegas Valerio" userId="8ada793c76dcd6b1" providerId="LiveId" clId="{CDC2C08B-765D-41C0-A2C7-AC4B25AAD00D}" dt="2024-04-21T14:42:44.497" v="2368" actId="20577"/>
          <ac:spMkLst>
            <pc:docMk/>
            <pc:sldMk cId="3227108644" sldId="747"/>
            <ac:spMk id="4" creationId="{64DD97DD-43D3-F5D3-B4EE-BD7F9628B26B}"/>
          </ac:spMkLst>
        </pc:spChg>
      </pc:sldChg>
      <pc:sldChg chg="add">
        <pc:chgData name="Enrique Villegas Valerio" userId="8ada793c76dcd6b1" providerId="LiveId" clId="{CDC2C08B-765D-41C0-A2C7-AC4B25AAD00D}" dt="2024-04-21T14:42:31.593" v="2340"/>
        <pc:sldMkLst>
          <pc:docMk/>
          <pc:sldMk cId="1844220400" sldId="748"/>
        </pc:sldMkLst>
      </pc:sldChg>
      <pc:sldChg chg="modSp add mod">
        <pc:chgData name="Enrique Villegas Valerio" userId="8ada793c76dcd6b1" providerId="LiveId" clId="{CDC2C08B-765D-41C0-A2C7-AC4B25AAD00D}" dt="2024-04-21T14:43:51.184" v="2397" actId="20577"/>
        <pc:sldMkLst>
          <pc:docMk/>
          <pc:sldMk cId="2615206711" sldId="749"/>
        </pc:sldMkLst>
        <pc:spChg chg="mod">
          <ac:chgData name="Enrique Villegas Valerio" userId="8ada793c76dcd6b1" providerId="LiveId" clId="{CDC2C08B-765D-41C0-A2C7-AC4B25AAD00D}" dt="2024-04-21T14:43:51.184" v="2397" actId="20577"/>
          <ac:spMkLst>
            <pc:docMk/>
            <pc:sldMk cId="2615206711" sldId="749"/>
            <ac:spMk id="2" creationId="{1D62EBF5-3582-9E92-D960-325C8547A260}"/>
          </ac:spMkLst>
        </pc:spChg>
        <pc:spChg chg="mod">
          <ac:chgData name="Enrique Villegas Valerio" userId="8ada793c76dcd6b1" providerId="LiveId" clId="{CDC2C08B-765D-41C0-A2C7-AC4B25AAD00D}" dt="2024-04-21T14:43:22.181" v="2379" actId="20577"/>
          <ac:spMkLst>
            <pc:docMk/>
            <pc:sldMk cId="2615206711" sldId="749"/>
            <ac:spMk id="3" creationId="{CBE50B53-3F40-B0C7-4011-F60D497408BC}"/>
          </ac:spMkLst>
        </pc:spChg>
      </pc:sldChg>
      <pc:sldChg chg="modSp add mod">
        <pc:chgData name="Enrique Villegas Valerio" userId="8ada793c76dcd6b1" providerId="LiveId" clId="{CDC2C08B-765D-41C0-A2C7-AC4B25AAD00D}" dt="2024-04-21T14:44:02.932" v="2400" actId="20577"/>
        <pc:sldMkLst>
          <pc:docMk/>
          <pc:sldMk cId="2955606564" sldId="750"/>
        </pc:sldMkLst>
        <pc:spChg chg="mod">
          <ac:chgData name="Enrique Villegas Valerio" userId="8ada793c76dcd6b1" providerId="LiveId" clId="{CDC2C08B-765D-41C0-A2C7-AC4B25AAD00D}" dt="2024-04-21T14:44:02.932" v="2400" actId="20577"/>
          <ac:spMkLst>
            <pc:docMk/>
            <pc:sldMk cId="2955606564" sldId="750"/>
            <ac:spMk id="2" creationId="{1D62EBF5-3582-9E92-D960-325C8547A260}"/>
          </ac:spMkLst>
        </pc:spChg>
      </pc:sldChg>
      <pc:sldChg chg="modSp add mod">
        <pc:chgData name="Enrique Villegas Valerio" userId="8ada793c76dcd6b1" providerId="LiveId" clId="{CDC2C08B-765D-41C0-A2C7-AC4B25AAD00D}" dt="2024-04-21T14:44:13.294" v="2403" actId="20577"/>
        <pc:sldMkLst>
          <pc:docMk/>
          <pc:sldMk cId="2795727232" sldId="751"/>
        </pc:sldMkLst>
        <pc:spChg chg="mod">
          <ac:chgData name="Enrique Villegas Valerio" userId="8ada793c76dcd6b1" providerId="LiveId" clId="{CDC2C08B-765D-41C0-A2C7-AC4B25AAD00D}" dt="2024-04-21T14:44:13.294" v="2403" actId="20577"/>
          <ac:spMkLst>
            <pc:docMk/>
            <pc:sldMk cId="2795727232" sldId="751"/>
            <ac:spMk id="2" creationId="{1D62EBF5-3582-9E92-D960-325C8547A260}"/>
          </ac:spMkLst>
        </pc:spChg>
      </pc:sldChg>
      <pc:sldChg chg="modSp add mod">
        <pc:chgData name="Enrique Villegas Valerio" userId="8ada793c76dcd6b1" providerId="LiveId" clId="{CDC2C08B-765D-41C0-A2C7-AC4B25AAD00D}" dt="2024-04-21T14:44:21.360" v="2406" actId="20577"/>
        <pc:sldMkLst>
          <pc:docMk/>
          <pc:sldMk cId="307501430" sldId="752"/>
        </pc:sldMkLst>
        <pc:spChg chg="mod">
          <ac:chgData name="Enrique Villegas Valerio" userId="8ada793c76dcd6b1" providerId="LiveId" clId="{CDC2C08B-765D-41C0-A2C7-AC4B25AAD00D}" dt="2024-04-21T14:44:21.360" v="2406" actId="20577"/>
          <ac:spMkLst>
            <pc:docMk/>
            <pc:sldMk cId="307501430" sldId="752"/>
            <ac:spMk id="2" creationId="{1D62EBF5-3582-9E92-D960-325C8547A260}"/>
          </ac:spMkLst>
        </pc:spChg>
      </pc:sldChg>
      <pc:sldChg chg="modSp add mod">
        <pc:chgData name="Enrique Villegas Valerio" userId="8ada793c76dcd6b1" providerId="LiveId" clId="{CDC2C08B-765D-41C0-A2C7-AC4B25AAD00D}" dt="2024-04-21T14:44:28.158" v="2409" actId="20577"/>
        <pc:sldMkLst>
          <pc:docMk/>
          <pc:sldMk cId="2681378688" sldId="753"/>
        </pc:sldMkLst>
        <pc:spChg chg="mod">
          <ac:chgData name="Enrique Villegas Valerio" userId="8ada793c76dcd6b1" providerId="LiveId" clId="{CDC2C08B-765D-41C0-A2C7-AC4B25AAD00D}" dt="2024-04-21T14:44:28.158" v="2409" actId="20577"/>
          <ac:spMkLst>
            <pc:docMk/>
            <pc:sldMk cId="2681378688" sldId="753"/>
            <ac:spMk id="2" creationId="{1D62EBF5-3582-9E92-D960-325C8547A260}"/>
          </ac:spMkLst>
        </pc:spChg>
      </pc:sldChg>
      <pc:sldChg chg="modSp add mod">
        <pc:chgData name="Enrique Villegas Valerio" userId="8ada793c76dcd6b1" providerId="LiveId" clId="{CDC2C08B-765D-41C0-A2C7-AC4B25AAD00D}" dt="2024-04-21T14:44:31.181" v="2410"/>
        <pc:sldMkLst>
          <pc:docMk/>
          <pc:sldMk cId="303894514" sldId="754"/>
        </pc:sldMkLst>
        <pc:spChg chg="mod">
          <ac:chgData name="Enrique Villegas Valerio" userId="8ada793c76dcd6b1" providerId="LiveId" clId="{CDC2C08B-765D-41C0-A2C7-AC4B25AAD00D}" dt="2024-04-21T14:44:31.181" v="2410"/>
          <ac:spMkLst>
            <pc:docMk/>
            <pc:sldMk cId="303894514" sldId="754"/>
            <ac:spMk id="2" creationId="{1D62EBF5-3582-9E92-D960-325C8547A260}"/>
          </ac:spMkLst>
        </pc:spChg>
      </pc:sldChg>
      <pc:sldChg chg="delSp modSp add mod">
        <pc:chgData name="Enrique Villegas Valerio" userId="8ada793c76dcd6b1" providerId="LiveId" clId="{CDC2C08B-765D-41C0-A2C7-AC4B25AAD00D}" dt="2024-04-21T15:09:31.111" v="2526" actId="1036"/>
        <pc:sldMkLst>
          <pc:docMk/>
          <pc:sldMk cId="297649183" sldId="755"/>
        </pc:sldMkLst>
        <pc:spChg chg="mod">
          <ac:chgData name="Enrique Villegas Valerio" userId="8ada793c76dcd6b1" providerId="LiveId" clId="{CDC2C08B-765D-41C0-A2C7-AC4B25AAD00D}" dt="2024-04-21T15:09:31.111" v="2526" actId="1036"/>
          <ac:spMkLst>
            <pc:docMk/>
            <pc:sldMk cId="297649183" sldId="755"/>
            <ac:spMk id="3" creationId="{CA07F423-46C6-CDD8-E4AD-233D53E2809D}"/>
          </ac:spMkLst>
        </pc:spChg>
        <pc:spChg chg="del mod">
          <ac:chgData name="Enrique Villegas Valerio" userId="8ada793c76dcd6b1" providerId="LiveId" clId="{CDC2C08B-765D-41C0-A2C7-AC4B25AAD00D}" dt="2024-04-21T15:09:26.403" v="2472" actId="478"/>
          <ac:spMkLst>
            <pc:docMk/>
            <pc:sldMk cId="297649183" sldId="755"/>
            <ac:spMk id="4" creationId="{64DD97DD-43D3-F5D3-B4EE-BD7F9628B26B}"/>
          </ac:spMkLst>
        </pc:spChg>
      </pc:sldChg>
      <pc:sldChg chg="add del">
        <pc:chgData name="Enrique Villegas Valerio" userId="8ada793c76dcd6b1" providerId="LiveId" clId="{CDC2C08B-765D-41C0-A2C7-AC4B25AAD00D}" dt="2024-04-21T14:44:33.274" v="2411" actId="47"/>
        <pc:sldMkLst>
          <pc:docMk/>
          <pc:sldMk cId="1682915470" sldId="755"/>
        </pc:sldMkLst>
      </pc:sldChg>
      <pc:sldChg chg="add">
        <pc:chgData name="Enrique Villegas Valerio" userId="8ada793c76dcd6b1" providerId="LiveId" clId="{CDC2C08B-765D-41C0-A2C7-AC4B25AAD00D}" dt="2024-04-21T15:10:52.544" v="2556"/>
        <pc:sldMkLst>
          <pc:docMk/>
          <pc:sldMk cId="4093056462" sldId="756"/>
        </pc:sldMkLst>
      </pc:sldChg>
      <pc:sldChg chg="add">
        <pc:chgData name="Enrique Villegas Valerio" userId="8ada793c76dcd6b1" providerId="LiveId" clId="{CDC2C08B-765D-41C0-A2C7-AC4B25AAD00D}" dt="2024-04-21T15:11:08.847" v="2557"/>
        <pc:sldMkLst>
          <pc:docMk/>
          <pc:sldMk cId="3429242866" sldId="757"/>
        </pc:sldMkLst>
      </pc:sldChg>
      <pc:sldChg chg="add">
        <pc:chgData name="Enrique Villegas Valerio" userId="8ada793c76dcd6b1" providerId="LiveId" clId="{CDC2C08B-765D-41C0-A2C7-AC4B25AAD00D}" dt="2024-04-21T15:11:18.074" v="2558"/>
        <pc:sldMkLst>
          <pc:docMk/>
          <pc:sldMk cId="838995400" sldId="758"/>
        </pc:sldMkLst>
      </pc:sldChg>
      <pc:sldChg chg="add">
        <pc:chgData name="Enrique Villegas Valerio" userId="8ada793c76dcd6b1" providerId="LiveId" clId="{CDC2C08B-765D-41C0-A2C7-AC4B25AAD00D}" dt="2024-04-21T15:11:36.040" v="2559"/>
        <pc:sldMkLst>
          <pc:docMk/>
          <pc:sldMk cId="3594748842" sldId="759"/>
        </pc:sldMkLst>
      </pc:sldChg>
      <pc:sldChg chg="add">
        <pc:chgData name="Enrique Villegas Valerio" userId="8ada793c76dcd6b1" providerId="LiveId" clId="{CDC2C08B-765D-41C0-A2C7-AC4B25AAD00D}" dt="2024-04-21T15:11:36.040" v="2559"/>
        <pc:sldMkLst>
          <pc:docMk/>
          <pc:sldMk cId="988940524" sldId="760"/>
        </pc:sldMkLst>
      </pc:sldChg>
      <pc:sldChg chg="add">
        <pc:chgData name="Enrique Villegas Valerio" userId="8ada793c76dcd6b1" providerId="LiveId" clId="{CDC2C08B-765D-41C0-A2C7-AC4B25AAD00D}" dt="2024-04-21T15:11:36.040" v="2559"/>
        <pc:sldMkLst>
          <pc:docMk/>
          <pc:sldMk cId="1457925784" sldId="761"/>
        </pc:sldMkLst>
      </pc:sldChg>
      <pc:sldChg chg="add">
        <pc:chgData name="Enrique Villegas Valerio" userId="8ada793c76dcd6b1" providerId="LiveId" clId="{CDC2C08B-765D-41C0-A2C7-AC4B25AAD00D}" dt="2024-04-21T15:11:36.040" v="2559"/>
        <pc:sldMkLst>
          <pc:docMk/>
          <pc:sldMk cId="3489304264" sldId="762"/>
        </pc:sldMkLst>
      </pc:sldChg>
      <pc:sldChg chg="addSp delSp modSp add mod">
        <pc:chgData name="Enrique Villegas Valerio" userId="8ada793c76dcd6b1" providerId="LiveId" clId="{CDC2C08B-765D-41C0-A2C7-AC4B25AAD00D}" dt="2024-04-21T15:59:47.895" v="2574" actId="27636"/>
        <pc:sldMkLst>
          <pc:docMk/>
          <pc:sldMk cId="2951377007" sldId="763"/>
        </pc:sldMkLst>
        <pc:spChg chg="del">
          <ac:chgData name="Enrique Villegas Valerio" userId="8ada793c76dcd6b1" providerId="LiveId" clId="{CDC2C08B-765D-41C0-A2C7-AC4B25AAD00D}" dt="2024-04-21T15:59:42.539" v="2571" actId="478"/>
          <ac:spMkLst>
            <pc:docMk/>
            <pc:sldMk cId="2951377007" sldId="763"/>
            <ac:spMk id="2" creationId="{B0D08076-5D69-7E8E-18D5-536187914F89}"/>
          </ac:spMkLst>
        </pc:spChg>
        <pc:spChg chg="mod">
          <ac:chgData name="Enrique Villegas Valerio" userId="8ada793c76dcd6b1" providerId="LiveId" clId="{CDC2C08B-765D-41C0-A2C7-AC4B25AAD00D}" dt="2024-04-21T15:59:47.895" v="2574" actId="27636"/>
          <ac:spMkLst>
            <pc:docMk/>
            <pc:sldMk cId="2951377007" sldId="763"/>
            <ac:spMk id="3" creationId="{F83FCBC4-22A5-47A6-4825-B2DAAEE92F0C}"/>
          </ac:spMkLst>
        </pc:spChg>
        <pc:spChg chg="add del mod">
          <ac:chgData name="Enrique Villegas Valerio" userId="8ada793c76dcd6b1" providerId="LiveId" clId="{CDC2C08B-765D-41C0-A2C7-AC4B25AAD00D}" dt="2024-04-21T15:59:44.167" v="2572" actId="478"/>
          <ac:spMkLst>
            <pc:docMk/>
            <pc:sldMk cId="2951377007" sldId="763"/>
            <ac:spMk id="5" creationId="{AFBD3649-E349-20CC-A49D-F8FEF32C9838}"/>
          </ac:spMkLst>
        </pc:spChg>
      </pc:sldChg>
      <pc:sldChg chg="add del">
        <pc:chgData name="Enrique Villegas Valerio" userId="8ada793c76dcd6b1" providerId="LiveId" clId="{CDC2C08B-765D-41C0-A2C7-AC4B25AAD00D}" dt="2024-04-21T15:59:25.539" v="2562"/>
        <pc:sldMkLst>
          <pc:docMk/>
          <pc:sldMk cId="1917519324" sldId="764"/>
        </pc:sldMkLst>
      </pc:sldChg>
      <pc:sldChg chg="addSp delSp modSp new mod modClrScheme chgLayout">
        <pc:chgData name="Enrique Villegas Valerio" userId="8ada793c76dcd6b1" providerId="LiveId" clId="{CDC2C08B-765D-41C0-A2C7-AC4B25AAD00D}" dt="2024-04-21T16:18:23.585" v="3130" actId="22"/>
        <pc:sldMkLst>
          <pc:docMk/>
          <pc:sldMk cId="2843221620" sldId="764"/>
        </pc:sldMkLst>
        <pc:spChg chg="del mod ord">
          <ac:chgData name="Enrique Villegas Valerio" userId="8ada793c76dcd6b1" providerId="LiveId" clId="{CDC2C08B-765D-41C0-A2C7-AC4B25AAD00D}" dt="2024-04-21T16:10:45.847" v="3083" actId="700"/>
          <ac:spMkLst>
            <pc:docMk/>
            <pc:sldMk cId="2843221620" sldId="764"/>
            <ac:spMk id="2" creationId="{BC0C286B-D039-7B57-F50F-2C24B4942A61}"/>
          </ac:spMkLst>
        </pc:spChg>
        <pc:spChg chg="del mod ord">
          <ac:chgData name="Enrique Villegas Valerio" userId="8ada793c76dcd6b1" providerId="LiveId" clId="{CDC2C08B-765D-41C0-A2C7-AC4B25AAD00D}" dt="2024-04-21T16:10:48.710" v="3084" actId="478"/>
          <ac:spMkLst>
            <pc:docMk/>
            <pc:sldMk cId="2843221620" sldId="764"/>
            <ac:spMk id="3" creationId="{3D557E4C-BA7F-F5E4-4F40-5D4DD31847F4}"/>
          </ac:spMkLst>
        </pc:spChg>
        <pc:spChg chg="add mod ord">
          <ac:chgData name="Enrique Villegas Valerio" userId="8ada793c76dcd6b1" providerId="LiveId" clId="{CDC2C08B-765D-41C0-A2C7-AC4B25AAD00D}" dt="2024-04-21T16:11:00.322" v="3125" actId="20577"/>
          <ac:spMkLst>
            <pc:docMk/>
            <pc:sldMk cId="2843221620" sldId="764"/>
            <ac:spMk id="4" creationId="{C9CA52E3-FA23-193B-9719-2628EC7F722F}"/>
          </ac:spMkLst>
        </pc:spChg>
        <pc:spChg chg="add del">
          <ac:chgData name="Enrique Villegas Valerio" userId="8ada793c76dcd6b1" providerId="LiveId" clId="{CDC2C08B-765D-41C0-A2C7-AC4B25AAD00D}" dt="2024-04-21T16:18:23.585" v="3130" actId="22"/>
          <ac:spMkLst>
            <pc:docMk/>
            <pc:sldMk cId="2843221620" sldId="764"/>
            <ac:spMk id="6" creationId="{104F6560-2D6B-D9E0-3FEB-C54CCA7453BE}"/>
          </ac:spMkLst>
        </pc:spChg>
      </pc:sldChg>
      <pc:sldChg chg="modSp add mod">
        <pc:chgData name="Enrique Villegas Valerio" userId="8ada793c76dcd6b1" providerId="LiveId" clId="{CDC2C08B-765D-41C0-A2C7-AC4B25AAD00D}" dt="2024-04-21T16:02:58.904" v="2684" actId="1035"/>
        <pc:sldMkLst>
          <pc:docMk/>
          <pc:sldMk cId="1036406417" sldId="765"/>
        </pc:sldMkLst>
        <pc:spChg chg="mod">
          <ac:chgData name="Enrique Villegas Valerio" userId="8ada793c76dcd6b1" providerId="LiveId" clId="{CDC2C08B-765D-41C0-A2C7-AC4B25AAD00D}" dt="2024-04-21T16:02:58.904" v="2684" actId="1035"/>
          <ac:spMkLst>
            <pc:docMk/>
            <pc:sldMk cId="1036406417" sldId="765"/>
            <ac:spMk id="3" creationId="{CA07F423-46C6-CDD8-E4AD-233D53E2809D}"/>
          </ac:spMkLst>
        </pc:spChg>
        <pc:spChg chg="mod">
          <ac:chgData name="Enrique Villegas Valerio" userId="8ada793c76dcd6b1" providerId="LiveId" clId="{CDC2C08B-765D-41C0-A2C7-AC4B25AAD00D}" dt="2024-04-21T16:02:58.904" v="2684" actId="1035"/>
          <ac:spMkLst>
            <pc:docMk/>
            <pc:sldMk cId="1036406417" sldId="765"/>
            <ac:spMk id="4" creationId="{64DD97DD-43D3-F5D3-B4EE-BD7F9628B26B}"/>
          </ac:spMkLst>
        </pc:spChg>
      </pc:sldChg>
      <pc:sldChg chg="modSp add mod">
        <pc:chgData name="Enrique Villegas Valerio" userId="8ada793c76dcd6b1" providerId="LiveId" clId="{CDC2C08B-765D-41C0-A2C7-AC4B25AAD00D}" dt="2024-04-21T16:05:07.932" v="2877" actId="20577"/>
        <pc:sldMkLst>
          <pc:docMk/>
          <pc:sldMk cId="558599693" sldId="766"/>
        </pc:sldMkLst>
        <pc:spChg chg="mod">
          <ac:chgData name="Enrique Villegas Valerio" userId="8ada793c76dcd6b1" providerId="LiveId" clId="{CDC2C08B-765D-41C0-A2C7-AC4B25AAD00D}" dt="2024-04-21T16:05:05.240" v="2875" actId="404"/>
          <ac:spMkLst>
            <pc:docMk/>
            <pc:sldMk cId="558599693" sldId="766"/>
            <ac:spMk id="3" creationId="{CA07F423-46C6-CDD8-E4AD-233D53E2809D}"/>
          </ac:spMkLst>
        </pc:spChg>
        <pc:spChg chg="mod">
          <ac:chgData name="Enrique Villegas Valerio" userId="8ada793c76dcd6b1" providerId="LiveId" clId="{CDC2C08B-765D-41C0-A2C7-AC4B25AAD00D}" dt="2024-04-21T16:05:07.932" v="2877" actId="20577"/>
          <ac:spMkLst>
            <pc:docMk/>
            <pc:sldMk cId="558599693" sldId="766"/>
            <ac:spMk id="4" creationId="{64DD97DD-43D3-F5D3-B4EE-BD7F9628B26B}"/>
          </ac:spMkLst>
        </pc:spChg>
      </pc:sldChg>
      <pc:sldChg chg="modSp add del mod">
        <pc:chgData name="Enrique Villegas Valerio" userId="8ada793c76dcd6b1" providerId="LiveId" clId="{CDC2C08B-765D-41C0-A2C7-AC4B25AAD00D}" dt="2024-04-21T16:07:12.910" v="2982" actId="47"/>
        <pc:sldMkLst>
          <pc:docMk/>
          <pc:sldMk cId="3622196445" sldId="767"/>
        </pc:sldMkLst>
        <pc:spChg chg="mod">
          <ac:chgData name="Enrique Villegas Valerio" userId="8ada793c76dcd6b1" providerId="LiveId" clId="{CDC2C08B-765D-41C0-A2C7-AC4B25AAD00D}" dt="2024-04-21T16:03:41.917" v="2746" actId="20577"/>
          <ac:spMkLst>
            <pc:docMk/>
            <pc:sldMk cId="3622196445" sldId="767"/>
            <ac:spMk id="4" creationId="{64DD97DD-43D3-F5D3-B4EE-BD7F9628B26B}"/>
          </ac:spMkLst>
        </pc:spChg>
      </pc:sldChg>
      <pc:sldChg chg="add">
        <pc:chgData name="Enrique Villegas Valerio" userId="8ada793c76dcd6b1" providerId="LiveId" clId="{CDC2C08B-765D-41C0-A2C7-AC4B25AAD00D}" dt="2024-04-21T16:05:09.434" v="2878"/>
        <pc:sldMkLst>
          <pc:docMk/>
          <pc:sldMk cId="881164162" sldId="768"/>
        </pc:sldMkLst>
      </pc:sldChg>
      <pc:sldChg chg="modSp add mod">
        <pc:chgData name="Enrique Villegas Valerio" userId="8ada793c76dcd6b1" providerId="LiveId" clId="{CDC2C08B-765D-41C0-A2C7-AC4B25AAD00D}" dt="2024-04-21T16:05:51.875" v="2939" actId="14100"/>
        <pc:sldMkLst>
          <pc:docMk/>
          <pc:sldMk cId="1072409482" sldId="769"/>
        </pc:sldMkLst>
        <pc:spChg chg="mod">
          <ac:chgData name="Enrique Villegas Valerio" userId="8ada793c76dcd6b1" providerId="LiveId" clId="{CDC2C08B-765D-41C0-A2C7-AC4B25AAD00D}" dt="2024-04-21T16:05:43.714" v="2925" actId="20577"/>
          <ac:spMkLst>
            <pc:docMk/>
            <pc:sldMk cId="1072409482" sldId="769"/>
            <ac:spMk id="3" creationId="{CA07F423-46C6-CDD8-E4AD-233D53E2809D}"/>
          </ac:spMkLst>
        </pc:spChg>
        <pc:spChg chg="mod">
          <ac:chgData name="Enrique Villegas Valerio" userId="8ada793c76dcd6b1" providerId="LiveId" clId="{CDC2C08B-765D-41C0-A2C7-AC4B25AAD00D}" dt="2024-04-21T16:05:51.875" v="2939" actId="14100"/>
          <ac:spMkLst>
            <pc:docMk/>
            <pc:sldMk cId="1072409482" sldId="769"/>
            <ac:spMk id="4" creationId="{64DD97DD-43D3-F5D3-B4EE-BD7F9628B26B}"/>
          </ac:spMkLst>
        </pc:spChg>
      </pc:sldChg>
      <pc:sldChg chg="modSp add mod">
        <pc:chgData name="Enrique Villegas Valerio" userId="8ada793c76dcd6b1" providerId="LiveId" clId="{CDC2C08B-765D-41C0-A2C7-AC4B25AAD00D}" dt="2024-04-21T16:08:40.384" v="3081" actId="1036"/>
        <pc:sldMkLst>
          <pc:docMk/>
          <pc:sldMk cId="2431892705" sldId="770"/>
        </pc:sldMkLst>
        <pc:spChg chg="mod">
          <ac:chgData name="Enrique Villegas Valerio" userId="8ada793c76dcd6b1" providerId="LiveId" clId="{CDC2C08B-765D-41C0-A2C7-AC4B25AAD00D}" dt="2024-04-21T16:08:40.384" v="3081" actId="1036"/>
          <ac:spMkLst>
            <pc:docMk/>
            <pc:sldMk cId="2431892705" sldId="770"/>
            <ac:spMk id="3" creationId="{CA07F423-46C6-CDD8-E4AD-233D53E2809D}"/>
          </ac:spMkLst>
        </pc:spChg>
        <pc:spChg chg="mod">
          <ac:chgData name="Enrique Villegas Valerio" userId="8ada793c76dcd6b1" providerId="LiveId" clId="{CDC2C08B-765D-41C0-A2C7-AC4B25AAD00D}" dt="2024-04-21T16:08:40.384" v="3081" actId="1036"/>
          <ac:spMkLst>
            <pc:docMk/>
            <pc:sldMk cId="2431892705" sldId="770"/>
            <ac:spMk id="4" creationId="{64DD97DD-43D3-F5D3-B4EE-BD7F9628B26B}"/>
          </ac:spMkLst>
        </pc:spChg>
      </pc:sldChg>
      <pc:sldChg chg="modSp add mod ord">
        <pc:chgData name="Enrique Villegas Valerio" userId="8ada793c76dcd6b1" providerId="LiveId" clId="{CDC2C08B-765D-41C0-A2C7-AC4B25AAD00D}" dt="2024-04-21T16:07:50.105" v="3036"/>
        <pc:sldMkLst>
          <pc:docMk/>
          <pc:sldMk cId="2518094582" sldId="771"/>
        </pc:sldMkLst>
        <pc:spChg chg="mod">
          <ac:chgData name="Enrique Villegas Valerio" userId="8ada793c76dcd6b1" providerId="LiveId" clId="{CDC2C08B-765D-41C0-A2C7-AC4B25AAD00D}" dt="2024-04-21T16:07:46.586" v="3034" actId="14100"/>
          <ac:spMkLst>
            <pc:docMk/>
            <pc:sldMk cId="2518094582" sldId="771"/>
            <ac:spMk id="3" creationId="{F83FCBC4-22A5-47A6-4825-B2DAAEE92F0C}"/>
          </ac:spMkLst>
        </pc:spChg>
      </pc:sldChg>
      <pc:sldChg chg="modSp add mod">
        <pc:chgData name="Enrique Villegas Valerio" userId="8ada793c76dcd6b1" providerId="LiveId" clId="{CDC2C08B-765D-41C0-A2C7-AC4B25AAD00D}" dt="2024-04-21T16:08:28.565" v="3067" actId="27636"/>
        <pc:sldMkLst>
          <pc:docMk/>
          <pc:sldMk cId="4274744633" sldId="772"/>
        </pc:sldMkLst>
        <pc:spChg chg="mod">
          <ac:chgData name="Enrique Villegas Valerio" userId="8ada793c76dcd6b1" providerId="LiveId" clId="{CDC2C08B-765D-41C0-A2C7-AC4B25AAD00D}" dt="2024-04-21T16:08:28.565" v="3067" actId="27636"/>
          <ac:spMkLst>
            <pc:docMk/>
            <pc:sldMk cId="4274744633" sldId="772"/>
            <ac:spMk id="3" creationId="{F83FCBC4-22A5-47A6-4825-B2DAAEE92F0C}"/>
          </ac:spMkLst>
        </pc:spChg>
      </pc:sldChg>
      <pc:sldChg chg="add">
        <pc:chgData name="Enrique Villegas Valerio" userId="8ada793c76dcd6b1" providerId="LiveId" clId="{CDC2C08B-765D-41C0-A2C7-AC4B25AAD00D}" dt="2024-04-21T16:11:13.512" v="3128"/>
        <pc:sldMkLst>
          <pc:docMk/>
          <pc:sldMk cId="2786650950" sldId="773"/>
        </pc:sldMkLst>
      </pc:sldChg>
      <pc:sldChg chg="new del">
        <pc:chgData name="Enrique Villegas Valerio" userId="8ada793c76dcd6b1" providerId="LiveId" clId="{CDC2C08B-765D-41C0-A2C7-AC4B25AAD00D}" dt="2024-04-21T16:11:07.274" v="3127" actId="680"/>
        <pc:sldMkLst>
          <pc:docMk/>
          <pc:sldMk cId="4207051008" sldId="773"/>
        </pc:sldMkLst>
      </pc:sldChg>
      <pc:sldChg chg="modSp add mod">
        <pc:chgData name="Enrique Villegas Valerio" userId="8ada793c76dcd6b1" providerId="LiveId" clId="{CDC2C08B-765D-41C0-A2C7-AC4B25AAD00D}" dt="2024-04-21T16:18:40.247" v="3142"/>
        <pc:sldMkLst>
          <pc:docMk/>
          <pc:sldMk cId="1500486157" sldId="774"/>
        </pc:sldMkLst>
        <pc:spChg chg="mod">
          <ac:chgData name="Enrique Villegas Valerio" userId="8ada793c76dcd6b1" providerId="LiveId" clId="{CDC2C08B-765D-41C0-A2C7-AC4B25AAD00D}" dt="2024-04-21T16:18:40.247" v="3142"/>
          <ac:spMkLst>
            <pc:docMk/>
            <pc:sldMk cId="1500486157" sldId="774"/>
            <ac:spMk id="2" creationId="{1D62EBF5-3582-9E92-D960-325C8547A260}"/>
          </ac:spMkLst>
        </pc:spChg>
        <pc:spChg chg="mod">
          <ac:chgData name="Enrique Villegas Valerio" userId="8ada793c76dcd6b1" providerId="LiveId" clId="{CDC2C08B-765D-41C0-A2C7-AC4B25AAD00D}" dt="2024-04-21T16:18:31.212" v="3141" actId="20577"/>
          <ac:spMkLst>
            <pc:docMk/>
            <pc:sldMk cId="1500486157" sldId="774"/>
            <ac:spMk id="3" creationId="{CBE50B53-3F40-B0C7-4011-F60D497408BC}"/>
          </ac:spMkLst>
        </pc:spChg>
      </pc:sldChg>
      <pc:sldChg chg="modSp add mod">
        <pc:chgData name="Enrique Villegas Valerio" userId="8ada793c76dcd6b1" providerId="LiveId" clId="{CDC2C08B-765D-41C0-A2C7-AC4B25AAD00D}" dt="2024-04-21T16:18:57.783" v="3158" actId="20577"/>
        <pc:sldMkLst>
          <pc:docMk/>
          <pc:sldMk cId="3631565729" sldId="775"/>
        </pc:sldMkLst>
        <pc:spChg chg="mod">
          <ac:chgData name="Enrique Villegas Valerio" userId="8ada793c76dcd6b1" providerId="LiveId" clId="{CDC2C08B-765D-41C0-A2C7-AC4B25AAD00D}" dt="2024-04-21T16:18:53.431" v="3146" actId="404"/>
          <ac:spMkLst>
            <pc:docMk/>
            <pc:sldMk cId="3631565729" sldId="775"/>
            <ac:spMk id="2" creationId="{1D62EBF5-3582-9E92-D960-325C8547A260}"/>
          </ac:spMkLst>
        </pc:spChg>
        <pc:spChg chg="mod">
          <ac:chgData name="Enrique Villegas Valerio" userId="8ada793c76dcd6b1" providerId="LiveId" clId="{CDC2C08B-765D-41C0-A2C7-AC4B25AAD00D}" dt="2024-04-21T16:18:57.783" v="3158" actId="20577"/>
          <ac:spMkLst>
            <pc:docMk/>
            <pc:sldMk cId="3631565729" sldId="775"/>
            <ac:spMk id="3" creationId="{CBE50B53-3F40-B0C7-4011-F60D497408BC}"/>
          </ac:spMkLst>
        </pc:spChg>
      </pc:sldChg>
      <pc:sldChg chg="modSp add mod">
        <pc:chgData name="Enrique Villegas Valerio" userId="8ada793c76dcd6b1" providerId="LiveId" clId="{CDC2C08B-765D-41C0-A2C7-AC4B25AAD00D}" dt="2024-04-21T16:19:30.649" v="3186" actId="20577"/>
        <pc:sldMkLst>
          <pc:docMk/>
          <pc:sldMk cId="3272485913" sldId="776"/>
        </pc:sldMkLst>
        <pc:spChg chg="mod">
          <ac:chgData name="Enrique Villegas Valerio" userId="8ada793c76dcd6b1" providerId="LiveId" clId="{CDC2C08B-765D-41C0-A2C7-AC4B25AAD00D}" dt="2024-04-21T16:19:30.649" v="3186" actId="20577"/>
          <ac:spMkLst>
            <pc:docMk/>
            <pc:sldMk cId="3272485913" sldId="776"/>
            <ac:spMk id="2" creationId="{1D62EBF5-3582-9E92-D960-325C8547A260}"/>
          </ac:spMkLst>
        </pc:spChg>
        <pc:spChg chg="mod">
          <ac:chgData name="Enrique Villegas Valerio" userId="8ada793c76dcd6b1" providerId="LiveId" clId="{CDC2C08B-765D-41C0-A2C7-AC4B25AAD00D}" dt="2024-04-21T16:19:15.777" v="3177" actId="20577"/>
          <ac:spMkLst>
            <pc:docMk/>
            <pc:sldMk cId="3272485913" sldId="776"/>
            <ac:spMk id="3" creationId="{CBE50B53-3F40-B0C7-4011-F60D497408BC}"/>
          </ac:spMkLst>
        </pc:spChg>
      </pc:sldChg>
      <pc:sldChg chg="modSp new mod">
        <pc:chgData name="Enrique Villegas Valerio" userId="8ada793c76dcd6b1" providerId="LiveId" clId="{CDC2C08B-765D-41C0-A2C7-AC4B25AAD00D}" dt="2024-04-21T16:20:09.043" v="3206"/>
        <pc:sldMkLst>
          <pc:docMk/>
          <pc:sldMk cId="3545591661" sldId="777"/>
        </pc:sldMkLst>
        <pc:spChg chg="mod">
          <ac:chgData name="Enrique Villegas Valerio" userId="8ada793c76dcd6b1" providerId="LiveId" clId="{CDC2C08B-765D-41C0-A2C7-AC4B25AAD00D}" dt="2024-04-21T16:20:07.417" v="3205" actId="6549"/>
          <ac:spMkLst>
            <pc:docMk/>
            <pc:sldMk cId="3545591661" sldId="777"/>
            <ac:spMk id="2" creationId="{60C05181-E1D9-13AA-73EE-63DAB186EC2B}"/>
          </ac:spMkLst>
        </pc:spChg>
        <pc:spChg chg="mod">
          <ac:chgData name="Enrique Villegas Valerio" userId="8ada793c76dcd6b1" providerId="LiveId" clId="{CDC2C08B-765D-41C0-A2C7-AC4B25AAD00D}" dt="2024-04-21T16:20:09.043" v="3206"/>
          <ac:spMkLst>
            <pc:docMk/>
            <pc:sldMk cId="3545591661" sldId="777"/>
            <ac:spMk id="3" creationId="{15495477-F1C6-DED9-A2EB-75923A9BAAE2}"/>
          </ac:spMkLst>
        </pc:spChg>
      </pc:sldChg>
      <pc:sldChg chg="modSp new mod">
        <pc:chgData name="Enrique Villegas Valerio" userId="8ada793c76dcd6b1" providerId="LiveId" clId="{CDC2C08B-765D-41C0-A2C7-AC4B25AAD00D}" dt="2024-04-21T16:20:16.357" v="3211" actId="20577"/>
        <pc:sldMkLst>
          <pc:docMk/>
          <pc:sldMk cId="1301569592" sldId="778"/>
        </pc:sldMkLst>
        <pc:spChg chg="mod">
          <ac:chgData name="Enrique Villegas Valerio" userId="8ada793c76dcd6b1" providerId="LiveId" clId="{CDC2C08B-765D-41C0-A2C7-AC4B25AAD00D}" dt="2024-04-21T16:20:16.357" v="3211" actId="20577"/>
          <ac:spMkLst>
            <pc:docMk/>
            <pc:sldMk cId="1301569592" sldId="778"/>
            <ac:spMk id="2" creationId="{230D6673-9FF2-62EA-8110-011224713BA4}"/>
          </ac:spMkLst>
        </pc:spChg>
        <pc:spChg chg="mod">
          <ac:chgData name="Enrique Villegas Valerio" userId="8ada793c76dcd6b1" providerId="LiveId" clId="{CDC2C08B-765D-41C0-A2C7-AC4B25AAD00D}" dt="2024-04-21T16:20:11.487" v="3207"/>
          <ac:spMkLst>
            <pc:docMk/>
            <pc:sldMk cId="1301569592" sldId="778"/>
            <ac:spMk id="3" creationId="{C5A7EE23-CF33-FD78-D4E9-15AE0E7B87D5}"/>
          </ac:spMkLst>
        </pc:spChg>
      </pc:sldChg>
      <pc:sldChg chg="addSp delSp modSp new mod setBg modClrScheme chgLayout">
        <pc:chgData name="Enrique Villegas Valerio" userId="8ada793c76dcd6b1" providerId="LiveId" clId="{CDC2C08B-765D-41C0-A2C7-AC4B25AAD00D}" dt="2024-04-21T16:21:12.938" v="3215" actId="26606"/>
        <pc:sldMkLst>
          <pc:docMk/>
          <pc:sldMk cId="1256220797" sldId="779"/>
        </pc:sldMkLst>
        <pc:spChg chg="del">
          <ac:chgData name="Enrique Villegas Valerio" userId="8ada793c76dcd6b1" providerId="LiveId" clId="{CDC2C08B-765D-41C0-A2C7-AC4B25AAD00D}" dt="2024-04-21T16:21:10.162" v="3214" actId="700"/>
          <ac:spMkLst>
            <pc:docMk/>
            <pc:sldMk cId="1256220797" sldId="779"/>
            <ac:spMk id="2" creationId="{A3BCA7B3-09BC-1812-FCE4-042585622B3D}"/>
          </ac:spMkLst>
        </pc:spChg>
        <pc:spChg chg="del">
          <ac:chgData name="Enrique Villegas Valerio" userId="8ada793c76dcd6b1" providerId="LiveId" clId="{CDC2C08B-765D-41C0-A2C7-AC4B25AAD00D}" dt="2024-04-21T16:21:10.162" v="3214" actId="700"/>
          <ac:spMkLst>
            <pc:docMk/>
            <pc:sldMk cId="1256220797" sldId="779"/>
            <ac:spMk id="3" creationId="{FA3D15B9-2D5B-0A66-09B5-D6D34692B9F6}"/>
          </ac:spMkLst>
        </pc:spChg>
        <pc:spChg chg="add">
          <ac:chgData name="Enrique Villegas Valerio" userId="8ada793c76dcd6b1" providerId="LiveId" clId="{CDC2C08B-765D-41C0-A2C7-AC4B25AAD00D}" dt="2024-04-21T16:21:12.938" v="3215" actId="26606"/>
          <ac:spMkLst>
            <pc:docMk/>
            <pc:sldMk cId="1256220797" sldId="779"/>
            <ac:spMk id="5127" creationId="{42A4FC2C-047E-45A5-965D-8E1E3BF09BC6}"/>
          </ac:spMkLst>
        </pc:spChg>
        <pc:picChg chg="add mod">
          <ac:chgData name="Enrique Villegas Valerio" userId="8ada793c76dcd6b1" providerId="LiveId" clId="{CDC2C08B-765D-41C0-A2C7-AC4B25AAD00D}" dt="2024-04-21T16:21:12.938" v="3215" actId="26606"/>
          <ac:picMkLst>
            <pc:docMk/>
            <pc:sldMk cId="1256220797" sldId="779"/>
            <ac:picMk id="5122" creationId="{95070D11-87DD-3747-62FD-C8CED7909EF9}"/>
          </ac:picMkLst>
        </pc:picChg>
      </pc:sldChg>
      <pc:sldChg chg="addSp delSp modSp add mod">
        <pc:chgData name="Enrique Villegas Valerio" userId="8ada793c76dcd6b1" providerId="LiveId" clId="{CDC2C08B-765D-41C0-A2C7-AC4B25AAD00D}" dt="2024-04-24T18:59:27.990" v="3294" actId="1366"/>
        <pc:sldMkLst>
          <pc:docMk/>
          <pc:sldMk cId="595888006" sldId="780"/>
        </pc:sldMkLst>
        <pc:spChg chg="mod">
          <ac:chgData name="Enrique Villegas Valerio" userId="8ada793c76dcd6b1" providerId="LiveId" clId="{CDC2C08B-765D-41C0-A2C7-AC4B25AAD00D}" dt="2024-04-24T18:59:15.345" v="3291" actId="1035"/>
          <ac:spMkLst>
            <pc:docMk/>
            <pc:sldMk cId="595888006" sldId="780"/>
            <ac:spMk id="4" creationId="{0BC2F95A-B101-BD4F-1F9A-CE7CEA5A0BD8}"/>
          </ac:spMkLst>
        </pc:spChg>
        <pc:spChg chg="del">
          <ac:chgData name="Enrique Villegas Valerio" userId="8ada793c76dcd6b1" providerId="LiveId" clId="{CDC2C08B-765D-41C0-A2C7-AC4B25AAD00D}" dt="2024-04-24T18:58:44.300" v="3220" actId="478"/>
          <ac:spMkLst>
            <pc:docMk/>
            <pc:sldMk cId="595888006" sldId="780"/>
            <ac:spMk id="6" creationId="{10809FDB-AC2C-DBA5-7B50-F0D0A60EB007}"/>
          </ac:spMkLst>
        </pc:spChg>
        <pc:picChg chg="add mod">
          <ac:chgData name="Enrique Villegas Valerio" userId="8ada793c76dcd6b1" providerId="LiveId" clId="{CDC2C08B-765D-41C0-A2C7-AC4B25AAD00D}" dt="2024-04-24T18:59:27.990" v="3294" actId="1366"/>
          <ac:picMkLst>
            <pc:docMk/>
            <pc:sldMk cId="595888006" sldId="780"/>
            <ac:picMk id="7" creationId="{98228B16-1FA4-8945-BA5F-7E6E16AE4B32}"/>
          </ac:picMkLst>
        </pc:picChg>
      </pc:sldChg>
      <pc:sldMasterChg chg="modSldLayout">
        <pc:chgData name="Enrique Villegas Valerio" userId="8ada793c76dcd6b1" providerId="LiveId" clId="{CDC2C08B-765D-41C0-A2C7-AC4B25AAD00D}" dt="2024-04-21T11:56:32.836" v="1478" actId="14861"/>
        <pc:sldMasterMkLst>
          <pc:docMk/>
          <pc:sldMasterMk cId="2344839324" sldId="2147483660"/>
        </pc:sldMasterMkLst>
        <pc:sldLayoutChg chg="modSp mod">
          <pc:chgData name="Enrique Villegas Valerio" userId="8ada793c76dcd6b1" providerId="LiveId" clId="{CDC2C08B-765D-41C0-A2C7-AC4B25AAD00D}" dt="2024-04-21T11:56:32.836" v="1478" actId="14861"/>
          <pc:sldLayoutMkLst>
            <pc:docMk/>
            <pc:sldMasterMk cId="2344839324" sldId="2147483660"/>
            <pc:sldLayoutMk cId="3300451521" sldId="2147483663"/>
          </pc:sldLayoutMkLst>
          <pc:spChg chg="mod">
            <ac:chgData name="Enrique Villegas Valerio" userId="8ada793c76dcd6b1" providerId="LiveId" clId="{CDC2C08B-765D-41C0-A2C7-AC4B25AAD00D}" dt="2024-04-21T11:56:32.836" v="1478" actId="14861"/>
            <ac:spMkLst>
              <pc:docMk/>
              <pc:sldMasterMk cId="2344839324" sldId="2147483660"/>
              <pc:sldLayoutMk cId="3300451521" sldId="2147483663"/>
              <ac:spMk id="6" creationId="{CC6AAE60-C183-0B5E-BF22-42D727255D6B}"/>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01FDB4-1A5D-4B9F-AF6A-52FA43DC7FCB}" type="datetimeFigureOut">
              <a:rPr lang="es-MX" smtClean="0"/>
              <a:t>15/06/2024</a:t>
            </a:fld>
            <a:endParaRPr lang="es-MX"/>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1109B-DB30-4047-AA4B-24982097BA7D}" type="slidenum">
              <a:rPr lang="es-MX" smtClean="0"/>
              <a:t>‹Nº›</a:t>
            </a:fld>
            <a:endParaRPr lang="es-MX"/>
          </a:p>
        </p:txBody>
      </p:sp>
    </p:spTree>
    <p:extLst>
      <p:ext uri="{BB962C8B-B14F-4D97-AF65-F5344CB8AC3E}">
        <p14:creationId xmlns:p14="http://schemas.microsoft.com/office/powerpoint/2010/main" val="247572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pic>
        <p:nvPicPr>
          <p:cNvPr id="4" name="Picture 3" descr="A logo with a lion head and clouds&#10;&#10;Description automatically generated">
            <a:extLst>
              <a:ext uri="{FF2B5EF4-FFF2-40B4-BE49-F238E27FC236}">
                <a16:creationId xmlns:a16="http://schemas.microsoft.com/office/drawing/2014/main" id="{96AB1972-E7F1-CFAC-94DD-81E6B1F3F6B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396690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6292581"/>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C6AAE60-C183-0B5E-BF22-42D727255D6B}"/>
              </a:ext>
            </a:extLst>
          </p:cNvPr>
          <p:cNvSpPr/>
          <p:nvPr userDrawn="1"/>
        </p:nvSpPr>
        <p:spPr>
          <a:xfrm>
            <a:off x="1168401" y="0"/>
            <a:ext cx="11023600" cy="6858000"/>
          </a:xfrm>
          <a:prstGeom prst="rect">
            <a:avLst/>
          </a:prstGeom>
          <a:solidFill>
            <a:schemeClr val="tx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 name="Title 1"/>
          <p:cNvSpPr>
            <a:spLocks noGrp="1"/>
          </p:cNvSpPr>
          <p:nvPr>
            <p:ph type="title"/>
          </p:nvPr>
        </p:nvSpPr>
        <p:spPr>
          <a:xfrm>
            <a:off x="1651000" y="397668"/>
            <a:ext cx="9696450" cy="5317332"/>
          </a:xfrm>
        </p:spPr>
        <p:txBody>
          <a:bodyPr anchor="ctr">
            <a:normAutofit/>
          </a:bodyPr>
          <a:lstStyle>
            <a:lvl1pPr algn="l">
              <a:lnSpc>
                <a:spcPct val="135000"/>
              </a:lnSpc>
              <a:defRPr sz="5400">
                <a:solidFill>
                  <a:schemeClr val="bg1">
                    <a:lumMod val="85000"/>
                    <a:lumOff val="15000"/>
                  </a:schemeClr>
                </a:solidFill>
                <a:latin typeface="Montserrat" panose="00000500000000000000" pitchFamily="2" charset="0"/>
              </a:defRPr>
            </a:lvl1p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1651000" y="6121400"/>
            <a:ext cx="6197600" cy="438150"/>
          </a:xfrm>
        </p:spPr>
        <p:txBody>
          <a:bodyPr/>
          <a:lstStyle>
            <a:lvl1pPr marL="0" indent="0">
              <a:buNone/>
              <a:defRPr sz="2400" cap="all" spc="400" baseline="0">
                <a:solidFill>
                  <a:schemeClr val="bg1">
                    <a:lumMod val="85000"/>
                    <a:lumOff val="15000"/>
                  </a:schemeClr>
                </a:solidFill>
                <a:latin typeface="Yeseva One" panose="000005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dirty="0"/>
              <a:t>Haga clic para modificar los estilos de texto del patrón</a:t>
            </a:r>
          </a:p>
        </p:txBody>
      </p:sp>
      <p:pic>
        <p:nvPicPr>
          <p:cNvPr id="8" name="Imagen 7" descr="Dibujo en blanco y negro&#10;&#10;Descripción generada automáticamente con confianza baja">
            <a:extLst>
              <a:ext uri="{FF2B5EF4-FFF2-40B4-BE49-F238E27FC236}">
                <a16:creationId xmlns:a16="http://schemas.microsoft.com/office/drawing/2014/main" id="{165B58CA-7C57-EBCB-9B5B-C0E7FC8F5B0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13901" y="6089428"/>
            <a:ext cx="1672314" cy="444100"/>
          </a:xfrm>
          <a:prstGeom prst="rect">
            <a:avLst/>
          </a:prstGeom>
        </p:spPr>
      </p:pic>
    </p:spTree>
    <p:extLst>
      <p:ext uri="{BB962C8B-B14F-4D97-AF65-F5344CB8AC3E}">
        <p14:creationId xmlns:p14="http://schemas.microsoft.com/office/powerpoint/2010/main" val="3300451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527901" y="397668"/>
            <a:ext cx="10819549" cy="5317332"/>
          </a:xfrm>
        </p:spPr>
        <p:txBody>
          <a:bodyPr anchor="ctr">
            <a:normAutofit/>
          </a:bodyPr>
          <a:lstStyle>
            <a:lvl1pPr algn="l">
              <a:lnSpc>
                <a:spcPct val="135000"/>
              </a:lnSpc>
              <a:defRPr sz="5400">
                <a:solidFill>
                  <a:schemeClr val="bg1">
                    <a:lumMod val="85000"/>
                    <a:lumOff val="15000"/>
                  </a:schemeClr>
                </a:solidFill>
                <a:latin typeface="Montserrat" panose="00000500000000000000" pitchFamily="2" charset="0"/>
              </a:defRPr>
            </a:lvl1p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527901" y="6121400"/>
            <a:ext cx="7320699" cy="438150"/>
          </a:xfrm>
        </p:spPr>
        <p:txBody>
          <a:bodyPr/>
          <a:lstStyle>
            <a:lvl1pPr marL="0" indent="0">
              <a:buNone/>
              <a:defRPr sz="2400" cap="all" spc="400" baseline="0">
                <a:solidFill>
                  <a:schemeClr val="bg1">
                    <a:lumMod val="85000"/>
                    <a:lumOff val="15000"/>
                  </a:schemeClr>
                </a:solidFill>
                <a:latin typeface="Yeseva One" panose="000005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dirty="0"/>
              <a:t>Haga clic para modificar los estilos de texto del patrón</a:t>
            </a:r>
          </a:p>
        </p:txBody>
      </p:sp>
    </p:spTree>
    <p:extLst>
      <p:ext uri="{BB962C8B-B14F-4D97-AF65-F5344CB8AC3E}">
        <p14:creationId xmlns:p14="http://schemas.microsoft.com/office/powerpoint/2010/main" val="602325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6_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405353" y="397668"/>
            <a:ext cx="10942097" cy="5317332"/>
          </a:xfrm>
        </p:spPr>
        <p:txBody>
          <a:bodyPr anchor="ctr">
            <a:normAutofit/>
          </a:bodyPr>
          <a:lstStyle>
            <a:lvl1pPr algn="l">
              <a:lnSpc>
                <a:spcPct val="135000"/>
              </a:lnSpc>
              <a:defRPr sz="5400">
                <a:solidFill>
                  <a:schemeClr val="bg1">
                    <a:lumMod val="85000"/>
                    <a:lumOff val="15000"/>
                  </a:schemeClr>
                </a:solidFill>
                <a:latin typeface="Montserrat" panose="00000500000000000000" pitchFamily="2" charset="0"/>
              </a:defRPr>
            </a:lvl1p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405353" y="6121400"/>
            <a:ext cx="7443247" cy="438150"/>
          </a:xfrm>
        </p:spPr>
        <p:txBody>
          <a:bodyPr/>
          <a:lstStyle>
            <a:lvl1pPr marL="0" indent="0">
              <a:buNone/>
              <a:defRPr sz="2400" cap="all" spc="400" baseline="0">
                <a:solidFill>
                  <a:schemeClr val="bg1">
                    <a:lumMod val="85000"/>
                    <a:lumOff val="15000"/>
                  </a:schemeClr>
                </a:solidFill>
                <a:latin typeface="Yeseva One" panose="000005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dirty="0"/>
              <a:t>Haga clic para modificar los estilos de texto del patrón</a:t>
            </a:r>
          </a:p>
        </p:txBody>
      </p:sp>
      <p:pic>
        <p:nvPicPr>
          <p:cNvPr id="6" name="Picture 2">
            <a:extLst>
              <a:ext uri="{FF2B5EF4-FFF2-40B4-BE49-F238E27FC236}">
                <a16:creationId xmlns:a16="http://schemas.microsoft.com/office/drawing/2014/main" id="{FF4C5FA9-6EEA-72B9-B468-AD24EA985640}"/>
              </a:ext>
            </a:extLst>
          </p:cNvPr>
          <p:cNvPicPr>
            <a:picLocks noChangeAspect="1" noChangeArrowheads="1"/>
          </p:cNvPicPr>
          <p:nvPr userDrawn="1"/>
        </p:nvPicPr>
        <p:blipFill rotWithShape="1">
          <a:blip r:embed="rId2">
            <a:clrChange>
              <a:clrFrom>
                <a:srgbClr val="000000"/>
              </a:clrFrom>
              <a:clrTo>
                <a:srgbClr val="000000">
                  <a:alpha val="0"/>
                </a:srgbClr>
              </a:clrTo>
            </a:clrChange>
            <a:duotone>
              <a:prstClr val="black"/>
              <a:schemeClr val="accent3">
                <a:tint val="45000"/>
                <a:satMod val="400000"/>
              </a:schemeClr>
            </a:duotone>
            <a:extLst>
              <a:ext uri="{28A0092B-C50C-407E-A947-70E740481C1C}">
                <a14:useLocalDpi xmlns:a14="http://schemas.microsoft.com/office/drawing/2010/main" val="0"/>
              </a:ext>
            </a:extLst>
          </a:blip>
          <a:srcRect l="36666" t="14505" r="16779" b="29067"/>
          <a:stretch/>
        </p:blipFill>
        <p:spPr bwMode="auto">
          <a:xfrm>
            <a:off x="10042204" y="5907784"/>
            <a:ext cx="1305246" cy="785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4153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7_Encabezado de secció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3315" y="397668"/>
            <a:ext cx="10744135" cy="5317332"/>
          </a:xfrm>
        </p:spPr>
        <p:txBody>
          <a:bodyPr anchor="ctr">
            <a:normAutofit/>
          </a:bodyPr>
          <a:lstStyle>
            <a:lvl1pPr algn="l">
              <a:lnSpc>
                <a:spcPct val="135000"/>
              </a:lnSpc>
              <a:defRPr sz="5400">
                <a:solidFill>
                  <a:schemeClr val="bg1">
                    <a:lumMod val="85000"/>
                    <a:lumOff val="15000"/>
                  </a:schemeClr>
                </a:solidFill>
                <a:latin typeface="Montserrat" panose="00000500000000000000" pitchFamily="2" charset="0"/>
              </a:defRPr>
            </a:lvl1p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603315" y="6121400"/>
            <a:ext cx="7245285" cy="438150"/>
          </a:xfrm>
        </p:spPr>
        <p:txBody>
          <a:bodyPr/>
          <a:lstStyle>
            <a:lvl1pPr marL="0" indent="0">
              <a:buNone/>
              <a:defRPr sz="2400" cap="all" spc="400" baseline="0">
                <a:solidFill>
                  <a:schemeClr val="bg1">
                    <a:lumMod val="85000"/>
                    <a:lumOff val="15000"/>
                  </a:schemeClr>
                </a:solidFill>
                <a:latin typeface="Yeseva One" panose="000005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dirty="0"/>
              <a:t>Haga clic para modificar los estilos de texto del patrón</a:t>
            </a:r>
          </a:p>
        </p:txBody>
      </p:sp>
      <p:pic>
        <p:nvPicPr>
          <p:cNvPr id="7" name="Imagen 4" descr="Icono&#10;&#10;Descripción generada automáticamente">
            <a:extLst>
              <a:ext uri="{FF2B5EF4-FFF2-40B4-BE49-F238E27FC236}">
                <a16:creationId xmlns:a16="http://schemas.microsoft.com/office/drawing/2014/main" id="{E760794D-4195-1CBE-AAA0-9C7751238D7F}"/>
              </a:ext>
            </a:extLst>
          </p:cNvPr>
          <p:cNvPicPr>
            <a:picLocks noChangeAspect="1"/>
          </p:cNvPicPr>
          <p:nvPr userDrawn="1"/>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10702648" y="5747899"/>
            <a:ext cx="644802" cy="874391"/>
          </a:xfrm>
          <a:prstGeom prst="rect">
            <a:avLst/>
          </a:prstGeom>
        </p:spPr>
      </p:pic>
    </p:spTree>
    <p:extLst>
      <p:ext uri="{BB962C8B-B14F-4D97-AF65-F5344CB8AC3E}">
        <p14:creationId xmlns:p14="http://schemas.microsoft.com/office/powerpoint/2010/main" val="1162778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DE81D74-8AAE-16C6-9103-D99086590DC4}"/>
              </a:ext>
            </a:extLst>
          </p:cNvPr>
          <p:cNvSpPr/>
          <p:nvPr userDrawn="1"/>
        </p:nvSpPr>
        <p:spPr>
          <a:xfrm>
            <a:off x="1150071" y="0"/>
            <a:ext cx="1104193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 name="Título 1">
            <a:extLst>
              <a:ext uri="{FF2B5EF4-FFF2-40B4-BE49-F238E27FC236}">
                <a16:creationId xmlns:a16="http://schemas.microsoft.com/office/drawing/2014/main" id="{55228655-8A01-4C21-2519-CA4F7EEB055E}"/>
              </a:ext>
            </a:extLst>
          </p:cNvPr>
          <p:cNvSpPr>
            <a:spLocks noGrp="1"/>
          </p:cNvSpPr>
          <p:nvPr>
            <p:ph type="title"/>
          </p:nvPr>
        </p:nvSpPr>
        <p:spPr>
          <a:xfrm>
            <a:off x="1640264" y="365125"/>
            <a:ext cx="9713535" cy="1325563"/>
          </a:xfrm>
        </p:spPr>
        <p:txBody>
          <a:bodyPr/>
          <a:lstStyle>
            <a:lvl1pPr algn="r">
              <a:defRPr baseline="0">
                <a:solidFill>
                  <a:schemeClr val="bg1">
                    <a:lumMod val="85000"/>
                    <a:lumOff val="15000"/>
                  </a:schemeClr>
                </a:solidFill>
                <a:latin typeface="Montserrat SemiBold" panose="00000700000000000000" pitchFamily="2" charset="0"/>
              </a:defRPr>
            </a:lvl1pPr>
          </a:lstStyle>
          <a:p>
            <a:r>
              <a:rPr lang="es-ES" dirty="0"/>
              <a:t>Haga clic para modificar el estilo de título del patrón</a:t>
            </a:r>
            <a:endParaRPr lang="es-MX" dirty="0"/>
          </a:p>
        </p:txBody>
      </p:sp>
      <p:sp>
        <p:nvSpPr>
          <p:cNvPr id="4" name="Marcador de texto 3">
            <a:extLst>
              <a:ext uri="{FF2B5EF4-FFF2-40B4-BE49-F238E27FC236}">
                <a16:creationId xmlns:a16="http://schemas.microsoft.com/office/drawing/2014/main" id="{5BF85EFB-ECD7-05BB-421A-A69167FA1B7D}"/>
              </a:ext>
            </a:extLst>
          </p:cNvPr>
          <p:cNvSpPr>
            <a:spLocks noGrp="1"/>
          </p:cNvSpPr>
          <p:nvPr>
            <p:ph type="body" sz="quarter" idx="10"/>
          </p:nvPr>
        </p:nvSpPr>
        <p:spPr>
          <a:xfrm>
            <a:off x="1640264" y="2133600"/>
            <a:ext cx="9713536" cy="3657600"/>
          </a:xfrm>
        </p:spPr>
        <p:txBody>
          <a:bodyPr>
            <a:normAutofit/>
          </a:bodyPr>
          <a:lstStyle>
            <a:lvl1pPr>
              <a:lnSpc>
                <a:spcPct val="125000"/>
              </a:lnSpc>
              <a:spcAft>
                <a:spcPts val="2400"/>
              </a:spcAft>
              <a:defRPr sz="4400">
                <a:solidFill>
                  <a:schemeClr val="bg1">
                    <a:lumMod val="85000"/>
                    <a:lumOff val="15000"/>
                  </a:schemeClr>
                </a:solidFill>
                <a:latin typeface="Montserrat" panose="00000500000000000000" pitchFamily="2" charset="0"/>
              </a:defRPr>
            </a:lvl1pPr>
            <a:lvl2pPr>
              <a:lnSpc>
                <a:spcPct val="125000"/>
              </a:lnSpc>
              <a:spcAft>
                <a:spcPts val="2400"/>
              </a:spcAft>
              <a:defRPr sz="4000">
                <a:solidFill>
                  <a:schemeClr val="bg1">
                    <a:lumMod val="85000"/>
                    <a:lumOff val="15000"/>
                  </a:schemeClr>
                </a:solidFill>
                <a:latin typeface="Montserrat" panose="00000500000000000000" pitchFamily="2" charset="0"/>
              </a:defRPr>
            </a:lvl2pPr>
            <a:lvl3pPr>
              <a:lnSpc>
                <a:spcPct val="125000"/>
              </a:lnSpc>
              <a:spcAft>
                <a:spcPts val="2400"/>
              </a:spcAft>
              <a:defRPr sz="3600">
                <a:solidFill>
                  <a:schemeClr val="bg1">
                    <a:lumMod val="85000"/>
                    <a:lumOff val="15000"/>
                  </a:schemeClr>
                </a:solidFill>
                <a:latin typeface="Montserrat" panose="00000500000000000000" pitchFamily="2" charset="0"/>
              </a:defRPr>
            </a:lvl3pPr>
            <a:lvl4pPr>
              <a:lnSpc>
                <a:spcPct val="125000"/>
              </a:lnSpc>
              <a:spcAft>
                <a:spcPts val="2400"/>
              </a:spcAft>
              <a:defRPr sz="3200">
                <a:solidFill>
                  <a:schemeClr val="bg1">
                    <a:lumMod val="85000"/>
                    <a:lumOff val="15000"/>
                  </a:schemeClr>
                </a:solidFill>
                <a:latin typeface="Montserrat" panose="00000500000000000000" pitchFamily="2" charset="0"/>
              </a:defRPr>
            </a:lvl4pPr>
            <a:lvl5pPr>
              <a:lnSpc>
                <a:spcPct val="125000"/>
              </a:lnSpc>
              <a:spcAft>
                <a:spcPts val="2400"/>
              </a:spcAft>
              <a:defRPr sz="3200">
                <a:solidFill>
                  <a:schemeClr val="bg1">
                    <a:lumMod val="85000"/>
                    <a:lumOff val="15000"/>
                  </a:schemeClr>
                </a:solidFill>
                <a:latin typeface="Montserrat" panose="00000500000000000000" pitchFamily="2"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MX" dirty="0"/>
          </a:p>
        </p:txBody>
      </p:sp>
    </p:spTree>
    <p:extLst>
      <p:ext uri="{BB962C8B-B14F-4D97-AF65-F5344CB8AC3E}">
        <p14:creationId xmlns:p14="http://schemas.microsoft.com/office/powerpoint/2010/main" val="41041341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Encabezado de secció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5D1984-18EC-3271-9E13-347D49F3D50B}"/>
              </a:ext>
            </a:extLst>
          </p:cNvPr>
          <p:cNvSpPr/>
          <p:nvPr userDrawn="1"/>
        </p:nvSpPr>
        <p:spPr>
          <a:xfrm>
            <a:off x="2045615" y="0"/>
            <a:ext cx="10146385"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 name="Title 1"/>
          <p:cNvSpPr>
            <a:spLocks noGrp="1"/>
          </p:cNvSpPr>
          <p:nvPr>
            <p:ph type="title"/>
          </p:nvPr>
        </p:nvSpPr>
        <p:spPr>
          <a:xfrm>
            <a:off x="4194628" y="879871"/>
            <a:ext cx="7033491" cy="5098257"/>
          </a:xfrm>
        </p:spPr>
        <p:txBody>
          <a:bodyPr anchor="ctr">
            <a:normAutofit/>
          </a:bodyPr>
          <a:lstStyle>
            <a:lvl1pPr algn="l">
              <a:lnSpc>
                <a:spcPct val="135000"/>
              </a:lnSpc>
              <a:defRPr sz="4000">
                <a:solidFill>
                  <a:schemeClr val="bg1">
                    <a:lumMod val="85000"/>
                    <a:lumOff val="15000"/>
                  </a:schemeClr>
                </a:solidFill>
                <a:latin typeface="Montserrat" panose="00000500000000000000" pitchFamily="2" charset="0"/>
              </a:defRPr>
            </a:lvl1pPr>
          </a:lstStyle>
          <a:p>
            <a:r>
              <a:rPr lang="es-ES" dirty="0"/>
              <a:t>Haga clic para modificar el estilo de título del patrón</a:t>
            </a:r>
            <a:endParaRPr lang="en-US" dirty="0"/>
          </a:p>
        </p:txBody>
      </p:sp>
    </p:spTree>
    <p:extLst>
      <p:ext uri="{BB962C8B-B14F-4D97-AF65-F5344CB8AC3E}">
        <p14:creationId xmlns:p14="http://schemas.microsoft.com/office/powerpoint/2010/main" val="4029444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Encabezado de secció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D39CACC-FFD2-07EE-5D90-D9461F47CC44}"/>
              </a:ext>
            </a:extLst>
          </p:cNvPr>
          <p:cNvSpPr/>
          <p:nvPr userDrawn="1"/>
        </p:nvSpPr>
        <p:spPr>
          <a:xfrm>
            <a:off x="2422689" y="0"/>
            <a:ext cx="9769312"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 name="Title 1"/>
          <p:cNvSpPr>
            <a:spLocks noGrp="1"/>
          </p:cNvSpPr>
          <p:nvPr>
            <p:ph type="title"/>
          </p:nvPr>
        </p:nvSpPr>
        <p:spPr>
          <a:xfrm>
            <a:off x="4194628" y="501919"/>
            <a:ext cx="7546268" cy="729473"/>
          </a:xfrm>
        </p:spPr>
        <p:txBody>
          <a:bodyPr anchor="ctr">
            <a:noAutofit/>
          </a:bodyPr>
          <a:lstStyle>
            <a:lvl1pPr algn="r">
              <a:lnSpc>
                <a:spcPct val="135000"/>
              </a:lnSpc>
              <a:defRPr sz="3200" b="1">
                <a:solidFill>
                  <a:schemeClr val="bg1">
                    <a:lumMod val="85000"/>
                    <a:lumOff val="15000"/>
                  </a:schemeClr>
                </a:solidFill>
                <a:latin typeface="Montserrat" panose="00000500000000000000" pitchFamily="2" charset="0"/>
              </a:defRPr>
            </a:lvl1pPr>
          </a:lstStyle>
          <a:p>
            <a:r>
              <a:rPr lang="es-ES" dirty="0"/>
              <a:t>Haga clic para modificar el estilo de título del patrón</a:t>
            </a:r>
            <a:endParaRPr lang="en-US" dirty="0"/>
          </a:p>
        </p:txBody>
      </p:sp>
      <p:sp>
        <p:nvSpPr>
          <p:cNvPr id="5" name="Text Placeholder 2">
            <a:extLst>
              <a:ext uri="{FF2B5EF4-FFF2-40B4-BE49-F238E27FC236}">
                <a16:creationId xmlns:a16="http://schemas.microsoft.com/office/drawing/2014/main" id="{B38ECB4E-C7A2-7A5E-D26E-9BD8F0C1C29A}"/>
              </a:ext>
            </a:extLst>
          </p:cNvPr>
          <p:cNvSpPr>
            <a:spLocks noGrp="1"/>
          </p:cNvSpPr>
          <p:nvPr>
            <p:ph idx="1"/>
          </p:nvPr>
        </p:nvSpPr>
        <p:spPr>
          <a:xfrm>
            <a:off x="4194628" y="1825624"/>
            <a:ext cx="7546268" cy="4530457"/>
          </a:xfrm>
          <a:prstGeom prst="rect">
            <a:avLst/>
          </a:prstGeom>
        </p:spPr>
        <p:txBody>
          <a:bodyPr vert="horz" lIns="91440" tIns="45720" rIns="91440" bIns="45720" rtlCol="0">
            <a:normAutofit/>
          </a:bodyPr>
          <a:lstStyle>
            <a:lvl1pPr>
              <a:lnSpc>
                <a:spcPct val="135000"/>
              </a:lnSpc>
              <a:defRPr>
                <a:solidFill>
                  <a:schemeClr val="bg1">
                    <a:lumMod val="85000"/>
                    <a:lumOff val="15000"/>
                  </a:schemeClr>
                </a:solidFill>
                <a:latin typeface="Montserrat" panose="00000500000000000000" pitchFamily="2" charset="0"/>
              </a:defRPr>
            </a:lvl1pPr>
            <a:lvl2pPr>
              <a:lnSpc>
                <a:spcPct val="135000"/>
              </a:lnSpc>
              <a:defRPr>
                <a:solidFill>
                  <a:schemeClr val="bg1">
                    <a:lumMod val="85000"/>
                    <a:lumOff val="15000"/>
                  </a:schemeClr>
                </a:solidFill>
                <a:latin typeface="Montserrat" panose="00000500000000000000" pitchFamily="2" charset="0"/>
              </a:defRPr>
            </a:lvl2pPr>
            <a:lvl3pPr>
              <a:lnSpc>
                <a:spcPct val="135000"/>
              </a:lnSpc>
              <a:defRPr>
                <a:solidFill>
                  <a:schemeClr val="bg1">
                    <a:lumMod val="85000"/>
                    <a:lumOff val="15000"/>
                  </a:schemeClr>
                </a:solidFill>
                <a:latin typeface="Montserrat" panose="00000500000000000000" pitchFamily="2" charset="0"/>
              </a:defRPr>
            </a:lvl3pPr>
            <a:lvl4pPr>
              <a:lnSpc>
                <a:spcPct val="135000"/>
              </a:lnSpc>
              <a:defRPr>
                <a:solidFill>
                  <a:schemeClr val="bg1">
                    <a:lumMod val="85000"/>
                    <a:lumOff val="15000"/>
                  </a:schemeClr>
                </a:solidFill>
                <a:latin typeface="Montserrat" panose="00000500000000000000" pitchFamily="2" charset="0"/>
              </a:defRPr>
            </a:lvl4pPr>
            <a:lvl5pPr>
              <a:lnSpc>
                <a:spcPct val="135000"/>
              </a:lnSpc>
              <a:defRPr>
                <a:solidFill>
                  <a:schemeClr val="bg1">
                    <a:lumMod val="85000"/>
                    <a:lumOff val="15000"/>
                  </a:schemeClr>
                </a:solidFill>
                <a:latin typeface="Montserrat" panose="00000500000000000000" pitchFamily="2"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Tree>
    <p:extLst>
      <p:ext uri="{BB962C8B-B14F-4D97-AF65-F5344CB8AC3E}">
        <p14:creationId xmlns:p14="http://schemas.microsoft.com/office/powerpoint/2010/main" val="36408372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Encabezado de secció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5D1984-18EC-3271-9E13-347D49F3D50B}"/>
              </a:ext>
            </a:extLst>
          </p:cNvPr>
          <p:cNvSpPr/>
          <p:nvPr userDrawn="1"/>
        </p:nvSpPr>
        <p:spPr>
          <a:xfrm>
            <a:off x="1" y="1104900"/>
            <a:ext cx="12192000" cy="4679043"/>
          </a:xfrm>
          <a:prstGeom prst="rect">
            <a:avLst/>
          </a:prstGeom>
          <a:solidFill>
            <a:srgbClr val="FFFFF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 name="Title 1"/>
          <p:cNvSpPr>
            <a:spLocks noGrp="1"/>
          </p:cNvSpPr>
          <p:nvPr>
            <p:ph type="title"/>
          </p:nvPr>
        </p:nvSpPr>
        <p:spPr>
          <a:xfrm>
            <a:off x="914400" y="1320801"/>
            <a:ext cx="10313719" cy="4216398"/>
          </a:xfrm>
        </p:spPr>
        <p:txBody>
          <a:bodyPr anchor="ctr">
            <a:normAutofit/>
          </a:bodyPr>
          <a:lstStyle>
            <a:lvl1pPr algn="ctr">
              <a:lnSpc>
                <a:spcPct val="135000"/>
              </a:lnSpc>
              <a:defRPr sz="4000">
                <a:solidFill>
                  <a:schemeClr val="bg1">
                    <a:lumMod val="85000"/>
                    <a:lumOff val="15000"/>
                  </a:schemeClr>
                </a:solidFill>
                <a:latin typeface="Montserrat" panose="00000500000000000000" pitchFamily="2" charset="0"/>
              </a:defRPr>
            </a:lvl1pPr>
          </a:lstStyle>
          <a:p>
            <a:r>
              <a:rPr lang="es-ES" dirty="0"/>
              <a:t>Haga clic para modificar el estilo de título del patrón</a:t>
            </a:r>
            <a:endParaRPr lang="en-US" dirty="0"/>
          </a:p>
        </p:txBody>
      </p:sp>
    </p:spTree>
    <p:extLst>
      <p:ext uri="{BB962C8B-B14F-4D97-AF65-F5344CB8AC3E}">
        <p14:creationId xmlns:p14="http://schemas.microsoft.com/office/powerpoint/2010/main" val="9276521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Encabezado de sección">
    <p:spTree>
      <p:nvGrpSpPr>
        <p:cNvPr id="1" name=""/>
        <p:cNvGrpSpPr/>
        <p:nvPr/>
      </p:nvGrpSpPr>
      <p:grpSpPr>
        <a:xfrm>
          <a:off x="0" y="0"/>
          <a:ext cx="0" cy="0"/>
          <a:chOff x="0" y="0"/>
          <a:chExt cx="0" cy="0"/>
        </a:xfrm>
      </p:grpSpPr>
      <p:pic>
        <p:nvPicPr>
          <p:cNvPr id="3" name="Picture 2" descr="A blurry image of a beach&#10;&#10;Description automatically generated">
            <a:extLst>
              <a:ext uri="{FF2B5EF4-FFF2-40B4-BE49-F238E27FC236}">
                <a16:creationId xmlns:a16="http://schemas.microsoft.com/office/drawing/2014/main" id="{CFE0AC08-ADB8-81C5-14CE-9CF0D87136C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
          <a:stretch/>
        </p:blipFill>
        <p:spPr>
          <a:xfrm>
            <a:off x="-3144" y="0"/>
            <a:ext cx="12195143" cy="6858000"/>
          </a:xfrm>
          <a:prstGeom prst="rect">
            <a:avLst/>
          </a:prstGeom>
        </p:spPr>
      </p:pic>
      <p:sp>
        <p:nvSpPr>
          <p:cNvPr id="4" name="Rectangle 3">
            <a:extLst>
              <a:ext uri="{FF2B5EF4-FFF2-40B4-BE49-F238E27FC236}">
                <a16:creationId xmlns:a16="http://schemas.microsoft.com/office/drawing/2014/main" id="{E95D1984-18EC-3271-9E13-347D49F3D50B}"/>
              </a:ext>
            </a:extLst>
          </p:cNvPr>
          <p:cNvSpPr/>
          <p:nvPr userDrawn="1"/>
        </p:nvSpPr>
        <p:spPr>
          <a:xfrm>
            <a:off x="1"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Tree>
    <p:extLst>
      <p:ext uri="{BB962C8B-B14F-4D97-AF65-F5344CB8AC3E}">
        <p14:creationId xmlns:p14="http://schemas.microsoft.com/office/powerpoint/2010/main" val="4145391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3DB29A-9567-452F-B6E9-31720CFDB69A}" type="datetimeFigureOut">
              <a:rPr lang="es-MX" smtClean="0"/>
              <a:t>15/06/2024</a:t>
            </a:fld>
            <a:endParaRPr lang="es-MX"/>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E7D430-150D-4B42-96A2-C567A201F998}" type="slidenum">
              <a:rPr lang="es-MX" smtClean="0"/>
              <a:t>‹Nº›</a:t>
            </a:fld>
            <a:endParaRPr lang="es-MX"/>
          </a:p>
        </p:txBody>
      </p:sp>
    </p:spTree>
    <p:extLst>
      <p:ext uri="{BB962C8B-B14F-4D97-AF65-F5344CB8AC3E}">
        <p14:creationId xmlns:p14="http://schemas.microsoft.com/office/powerpoint/2010/main" val="234483932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75" r:id="rId4"/>
    <p:sldLayoutId id="2147483670" r:id="rId5"/>
    <p:sldLayoutId id="2147483671" r:id="rId6"/>
    <p:sldLayoutId id="2147483664" r:id="rId7"/>
    <p:sldLayoutId id="2147483667" r:id="rId8"/>
    <p:sldLayoutId id="2147483673" r:id="rId9"/>
    <p:sldLayoutId id="2147483672" r:id="rId10"/>
    <p:sldLayoutId id="2147483674" r:id="rId11"/>
  </p:sldLayoutIdLst>
  <p:txStyles>
    <p:titleStyle>
      <a:lvl1pPr algn="l" defTabSz="914400" rtl="0" eaLnBrk="1" latinLnBrk="0" hangingPunct="1">
        <a:lnSpc>
          <a:spcPct val="90000"/>
        </a:lnSpc>
        <a:spcBef>
          <a:spcPct val="0"/>
        </a:spcBef>
        <a:buNone/>
        <a:defRPr sz="4400" b="1" kern="1200">
          <a:solidFill>
            <a:schemeClr val="accent4">
              <a:lumMod val="75000"/>
            </a:schemeClr>
          </a:solidFill>
          <a:latin typeface="Atkinson Hyperlegible"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lumMod val="95000"/>
              <a:lumOff val="5000"/>
            </a:schemeClr>
          </a:solidFill>
          <a:latin typeface="Merriweather" panose="00000500000000000000"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95000"/>
              <a:lumOff val="5000"/>
            </a:schemeClr>
          </a:solidFill>
          <a:latin typeface="Merriweather"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95000"/>
              <a:lumOff val="5000"/>
            </a:schemeClr>
          </a:solidFill>
          <a:latin typeface="Merriweather"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lumOff val="5000"/>
            </a:schemeClr>
          </a:solidFill>
          <a:latin typeface="Merriweather"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lumOff val="5000"/>
            </a:schemeClr>
          </a:solidFill>
          <a:latin typeface="Merriweather"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jpg"/><Relationship Id="rId7" Type="http://schemas.openxmlformats.org/officeDocument/2006/relationships/image" Target="../media/image14.png"/><Relationship Id="rId2" Type="http://schemas.openxmlformats.org/officeDocument/2006/relationships/image" Target="../media/image9.jpg"/><Relationship Id="rId1" Type="http://schemas.openxmlformats.org/officeDocument/2006/relationships/slideLayout" Target="../slideLayouts/slideLayout1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jpg"/><Relationship Id="rId7" Type="http://schemas.openxmlformats.org/officeDocument/2006/relationships/image" Target="../media/image14.png"/><Relationship Id="rId2" Type="http://schemas.openxmlformats.org/officeDocument/2006/relationships/image" Target="../media/image9.jpg"/><Relationship Id="rId1" Type="http://schemas.openxmlformats.org/officeDocument/2006/relationships/slideLayout" Target="../slideLayouts/slideLayout1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jpg"/><Relationship Id="rId7" Type="http://schemas.openxmlformats.org/officeDocument/2006/relationships/image" Target="../media/image14.png"/><Relationship Id="rId2" Type="http://schemas.openxmlformats.org/officeDocument/2006/relationships/image" Target="../media/image9.jpg"/><Relationship Id="rId1" Type="http://schemas.openxmlformats.org/officeDocument/2006/relationships/slideLayout" Target="../slideLayouts/slideLayout1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jpg"/><Relationship Id="rId7" Type="http://schemas.openxmlformats.org/officeDocument/2006/relationships/image" Target="../media/image14.png"/><Relationship Id="rId2" Type="http://schemas.openxmlformats.org/officeDocument/2006/relationships/image" Target="../media/image9.jpg"/><Relationship Id="rId1" Type="http://schemas.openxmlformats.org/officeDocument/2006/relationships/slideLayout" Target="../slideLayouts/slideLayout1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jpg"/><Relationship Id="rId7" Type="http://schemas.openxmlformats.org/officeDocument/2006/relationships/image" Target="../media/image14.png"/><Relationship Id="rId2" Type="http://schemas.openxmlformats.org/officeDocument/2006/relationships/image" Target="../media/image9.jpg"/><Relationship Id="rId1" Type="http://schemas.openxmlformats.org/officeDocument/2006/relationships/slideLayout" Target="../slideLayouts/slideLayout1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7195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DD97DD-43D3-F5D3-B4EE-BD7F9628B26B}"/>
              </a:ext>
            </a:extLst>
          </p:cNvPr>
          <p:cNvSpPr txBox="1"/>
          <p:nvPr/>
        </p:nvSpPr>
        <p:spPr>
          <a:xfrm>
            <a:off x="1487291" y="1862275"/>
            <a:ext cx="9069898" cy="4339650"/>
          </a:xfrm>
          <a:prstGeom prst="rect">
            <a:avLst/>
          </a:prstGeom>
          <a:noFill/>
        </p:spPr>
        <p:txBody>
          <a:bodyPr wrap="square" rtlCol="0">
            <a:spAutoFit/>
          </a:bodyPr>
          <a:lstStyle/>
          <a:p>
            <a:pPr algn="ctr"/>
            <a:r>
              <a:rPr lang="es-MX" sz="8000" b="1" cap="all" spc="500" dirty="0">
                <a:solidFill>
                  <a:schemeClr val="bg1">
                    <a:lumMod val="75000"/>
                    <a:lumOff val="25000"/>
                  </a:schemeClr>
                </a:solidFill>
                <a:latin typeface="Montserrat" panose="00000500000000000000" pitchFamily="2" charset="0"/>
              </a:rPr>
              <a:t>El trono </a:t>
            </a:r>
            <a:br>
              <a:rPr lang="es-MX" sz="8000" b="1" cap="all" spc="500" dirty="0">
                <a:solidFill>
                  <a:schemeClr val="bg1">
                    <a:lumMod val="75000"/>
                    <a:lumOff val="25000"/>
                  </a:schemeClr>
                </a:solidFill>
                <a:latin typeface="Montserrat" panose="00000500000000000000" pitchFamily="2" charset="0"/>
              </a:rPr>
            </a:br>
            <a:r>
              <a:rPr lang="es-MX" sz="8000" b="1" cap="all" spc="500" dirty="0">
                <a:solidFill>
                  <a:schemeClr val="bg1">
                    <a:lumMod val="75000"/>
                    <a:lumOff val="25000"/>
                  </a:schemeClr>
                </a:solidFill>
                <a:latin typeface="Montserrat" panose="00000500000000000000" pitchFamily="2" charset="0"/>
              </a:rPr>
              <a:t>y el cordero</a:t>
            </a:r>
          </a:p>
          <a:p>
            <a:pPr algn="ctr"/>
            <a:endParaRPr lang="es-MX" sz="3200" b="1" cap="all" spc="600" dirty="0">
              <a:solidFill>
                <a:schemeClr val="bg1">
                  <a:lumMod val="75000"/>
                  <a:lumOff val="25000"/>
                </a:schemeClr>
              </a:solidFill>
              <a:latin typeface="Montserrat" panose="00000500000000000000" pitchFamily="2" charset="0"/>
            </a:endParaRPr>
          </a:p>
          <a:p>
            <a:pPr algn="ctr"/>
            <a:endParaRPr lang="es-MX" sz="3200" b="1" cap="all" spc="600" dirty="0">
              <a:solidFill>
                <a:schemeClr val="bg1">
                  <a:lumMod val="75000"/>
                  <a:lumOff val="25000"/>
                </a:schemeClr>
              </a:solidFill>
              <a:latin typeface="Montserrat" panose="00000500000000000000" pitchFamily="2" charset="0"/>
            </a:endParaRPr>
          </a:p>
          <a:p>
            <a:pPr algn="ctr"/>
            <a:endParaRPr lang="es-MX" sz="3200" b="1" cap="all" spc="600" dirty="0">
              <a:solidFill>
                <a:schemeClr val="bg1">
                  <a:lumMod val="75000"/>
                  <a:lumOff val="25000"/>
                </a:schemeClr>
              </a:solidFill>
              <a:latin typeface="Montserrat" panose="00000500000000000000" pitchFamily="2" charset="0"/>
            </a:endParaRPr>
          </a:p>
          <a:p>
            <a:pPr algn="ctr"/>
            <a:r>
              <a:rPr lang="es-MX" sz="2000" b="1" cap="all" spc="600" dirty="0">
                <a:solidFill>
                  <a:schemeClr val="bg1">
                    <a:lumMod val="75000"/>
                    <a:lumOff val="25000"/>
                  </a:schemeClr>
                </a:solidFill>
                <a:latin typeface="Montserrat" panose="00000500000000000000" pitchFamily="2" charset="0"/>
              </a:rPr>
              <a:t>(Apocalipsis 4 y 5)</a:t>
            </a:r>
          </a:p>
        </p:txBody>
      </p:sp>
      <p:sp>
        <p:nvSpPr>
          <p:cNvPr id="3" name="Rectángulo 1">
            <a:extLst>
              <a:ext uri="{FF2B5EF4-FFF2-40B4-BE49-F238E27FC236}">
                <a16:creationId xmlns:a16="http://schemas.microsoft.com/office/drawing/2014/main" id="{CA07F423-46C6-CDD8-E4AD-233D53E2809D}"/>
              </a:ext>
            </a:extLst>
          </p:cNvPr>
          <p:cNvSpPr/>
          <p:nvPr/>
        </p:nvSpPr>
        <p:spPr>
          <a:xfrm>
            <a:off x="697155" y="1158097"/>
            <a:ext cx="10650170" cy="707886"/>
          </a:xfrm>
          <a:prstGeom prst="rect">
            <a:avLst/>
          </a:prstGeom>
          <a:noFill/>
          <a:effectLst/>
        </p:spPr>
        <p:txBody>
          <a:bodyPr wrap="square" lIns="91440" tIns="45720" rIns="91440" bIns="45720">
            <a:spAutoFit/>
          </a:bodyPr>
          <a:lstStyle/>
          <a:p>
            <a:pPr marL="0" algn="ctr" rtl="0" eaLnBrk="1" latinLnBrk="0" hangingPunct="1">
              <a:spcBef>
                <a:spcPts val="0"/>
              </a:spcBef>
              <a:spcAft>
                <a:spcPts val="0"/>
              </a:spcAft>
            </a:pPr>
            <a:r>
              <a:rPr lang="es-MX" sz="4000" i="1" kern="1200" dirty="0">
                <a:ln>
                  <a:noFill/>
                </a:ln>
                <a:solidFill>
                  <a:srgbClr val="404040"/>
                </a:solidFill>
                <a:latin typeface="EB Garamond" pitchFamily="2" charset="0"/>
                <a:ea typeface="EB Garamond" pitchFamily="2" charset="0"/>
                <a:cs typeface="EB Garamond" pitchFamily="2" charset="0"/>
              </a:rPr>
              <a:t>La perspectiva celestial:</a:t>
            </a:r>
            <a:endParaRPr lang="es-MX" sz="13800" i="1" dirty="0"/>
          </a:p>
        </p:txBody>
      </p:sp>
    </p:spTree>
    <p:extLst>
      <p:ext uri="{BB962C8B-B14F-4D97-AF65-F5344CB8AC3E}">
        <p14:creationId xmlns:p14="http://schemas.microsoft.com/office/powerpoint/2010/main" val="59613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E4C28187-14E9-BE54-F05D-779CB355D4C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48136"/>
          <a:stretch/>
        </p:blipFill>
        <p:spPr bwMode="auto">
          <a:xfrm>
            <a:off x="-298598" y="0"/>
            <a:ext cx="12789196"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4771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E4C28187-14E9-BE54-F05D-779CB355D4C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3138" b="4998"/>
          <a:stretch/>
        </p:blipFill>
        <p:spPr bwMode="auto">
          <a:xfrm>
            <a:off x="-298598" y="0"/>
            <a:ext cx="12789196"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42705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old menorah with candles&#10;&#10;Description automatically generated">
            <a:extLst>
              <a:ext uri="{FF2B5EF4-FFF2-40B4-BE49-F238E27FC236}">
                <a16:creationId xmlns:a16="http://schemas.microsoft.com/office/drawing/2014/main" id="{DEC719AF-65EA-EBBA-BA4F-38E211C9A7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429" y="805543"/>
            <a:ext cx="3766458" cy="3766458"/>
          </a:xfrm>
          <a:prstGeom prst="rect">
            <a:avLst/>
          </a:prstGeom>
        </p:spPr>
      </p:pic>
      <p:sp>
        <p:nvSpPr>
          <p:cNvPr id="6" name="TextBox 5">
            <a:extLst>
              <a:ext uri="{FF2B5EF4-FFF2-40B4-BE49-F238E27FC236}">
                <a16:creationId xmlns:a16="http://schemas.microsoft.com/office/drawing/2014/main" id="{38D63825-ADEE-B658-26DD-D522C2C0DD8B}"/>
              </a:ext>
            </a:extLst>
          </p:cNvPr>
          <p:cNvSpPr txBox="1"/>
          <p:nvPr/>
        </p:nvSpPr>
        <p:spPr>
          <a:xfrm>
            <a:off x="4317998" y="1277083"/>
            <a:ext cx="9069898" cy="1862048"/>
          </a:xfrm>
          <a:prstGeom prst="rect">
            <a:avLst/>
          </a:prstGeom>
          <a:noFill/>
        </p:spPr>
        <p:txBody>
          <a:bodyPr wrap="square" rtlCol="0">
            <a:spAutoFit/>
          </a:bodyPr>
          <a:lstStyle/>
          <a:p>
            <a:r>
              <a:rPr lang="es-MX" sz="11500" b="1" cap="all" spc="1000" dirty="0">
                <a:solidFill>
                  <a:schemeClr val="bg1">
                    <a:lumMod val="75000"/>
                    <a:lumOff val="25000"/>
                  </a:schemeClr>
                </a:solidFill>
                <a:latin typeface="Montserrat" panose="00000500000000000000" pitchFamily="2" charset="0"/>
              </a:rPr>
              <a:t>cristo</a:t>
            </a:r>
          </a:p>
        </p:txBody>
      </p:sp>
      <p:sp>
        <p:nvSpPr>
          <p:cNvPr id="7" name="Rectángulo 1">
            <a:extLst>
              <a:ext uri="{FF2B5EF4-FFF2-40B4-BE49-F238E27FC236}">
                <a16:creationId xmlns:a16="http://schemas.microsoft.com/office/drawing/2014/main" id="{CA4F695F-5937-72B8-A646-52445A2C3105}"/>
              </a:ext>
            </a:extLst>
          </p:cNvPr>
          <p:cNvSpPr/>
          <p:nvPr/>
        </p:nvSpPr>
        <p:spPr>
          <a:xfrm>
            <a:off x="3806372" y="1595204"/>
            <a:ext cx="7758069" cy="2215991"/>
          </a:xfrm>
          <a:prstGeom prst="rect">
            <a:avLst/>
          </a:prstGeom>
          <a:noFill/>
          <a:effectLst/>
        </p:spPr>
        <p:txBody>
          <a:bodyPr wrap="square" lIns="91440" tIns="45720" rIns="91440" bIns="45720">
            <a:spAutoFit/>
          </a:bodyPr>
          <a:lstStyle/>
          <a:p>
            <a:endParaRPr lang="es-ES" sz="13800" cap="all" dirty="0">
              <a:ln w="12700" cmpd="sng">
                <a:noFill/>
                <a:prstDash val="solid"/>
              </a:ln>
              <a:solidFill>
                <a:schemeClr val="bg1">
                  <a:lumMod val="75000"/>
                  <a:lumOff val="25000"/>
                </a:schemeClr>
              </a:solidFill>
              <a:effectLst>
                <a:outerShdw blurRad="50800" dist="38100" dir="2700000" algn="tl" rotWithShape="0">
                  <a:prstClr val="black">
                    <a:alpha val="40000"/>
                  </a:prstClr>
                </a:outerShdw>
              </a:effectLst>
              <a:latin typeface="EB Garamond" pitchFamily="2" charset="0"/>
              <a:ea typeface="EB Garamond" pitchFamily="2" charset="0"/>
              <a:cs typeface="EB Garamond" pitchFamily="2" charset="0"/>
            </a:endParaRPr>
          </a:p>
        </p:txBody>
      </p:sp>
      <p:sp>
        <p:nvSpPr>
          <p:cNvPr id="9" name="TextBox 8">
            <a:extLst>
              <a:ext uri="{FF2B5EF4-FFF2-40B4-BE49-F238E27FC236}">
                <a16:creationId xmlns:a16="http://schemas.microsoft.com/office/drawing/2014/main" id="{D4E21D2C-0BC2-C6D1-6994-B8FECE1D9356}"/>
              </a:ext>
            </a:extLst>
          </p:cNvPr>
          <p:cNvSpPr txBox="1"/>
          <p:nvPr/>
        </p:nvSpPr>
        <p:spPr>
          <a:xfrm>
            <a:off x="4408711" y="3196772"/>
            <a:ext cx="6437084" cy="923330"/>
          </a:xfrm>
          <a:prstGeom prst="rect">
            <a:avLst/>
          </a:prstGeom>
          <a:noFill/>
        </p:spPr>
        <p:txBody>
          <a:bodyPr wrap="square">
            <a:spAutoFit/>
          </a:bodyPr>
          <a:lstStyle/>
          <a:p>
            <a:r>
              <a:rPr lang="es-ES" sz="5400" i="1" dirty="0">
                <a:ln w="12700" cmpd="sng">
                  <a:noFill/>
                  <a:prstDash val="solid"/>
                </a:ln>
                <a:solidFill>
                  <a:schemeClr val="bg1">
                    <a:lumMod val="75000"/>
                    <a:lumOff val="25000"/>
                  </a:schemeClr>
                </a:solidFill>
                <a:latin typeface="EB Garamond" pitchFamily="2" charset="0"/>
                <a:ea typeface="EB Garamond" pitchFamily="2" charset="0"/>
                <a:cs typeface="EB Garamond" pitchFamily="2" charset="0"/>
              </a:rPr>
              <a:t>Entre los siete candeleros</a:t>
            </a:r>
          </a:p>
        </p:txBody>
      </p:sp>
    </p:spTree>
    <p:extLst>
      <p:ext uri="{BB962C8B-B14F-4D97-AF65-F5344CB8AC3E}">
        <p14:creationId xmlns:p14="http://schemas.microsoft.com/office/powerpoint/2010/main" val="20879366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old menorah with candles&#10;&#10;Description automatically generated">
            <a:extLst>
              <a:ext uri="{FF2B5EF4-FFF2-40B4-BE49-F238E27FC236}">
                <a16:creationId xmlns:a16="http://schemas.microsoft.com/office/drawing/2014/main" id="{DEC719AF-65EA-EBBA-BA4F-38E211C9A7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429" y="805543"/>
            <a:ext cx="3766458" cy="3766458"/>
          </a:xfrm>
          <a:prstGeom prst="rect">
            <a:avLst/>
          </a:prstGeom>
        </p:spPr>
      </p:pic>
      <p:sp>
        <p:nvSpPr>
          <p:cNvPr id="6" name="TextBox 5">
            <a:extLst>
              <a:ext uri="{FF2B5EF4-FFF2-40B4-BE49-F238E27FC236}">
                <a16:creationId xmlns:a16="http://schemas.microsoft.com/office/drawing/2014/main" id="{38D63825-ADEE-B658-26DD-D522C2C0DD8B}"/>
              </a:ext>
            </a:extLst>
          </p:cNvPr>
          <p:cNvSpPr txBox="1"/>
          <p:nvPr/>
        </p:nvSpPr>
        <p:spPr>
          <a:xfrm>
            <a:off x="4317998" y="1277083"/>
            <a:ext cx="9069898" cy="1862048"/>
          </a:xfrm>
          <a:prstGeom prst="rect">
            <a:avLst/>
          </a:prstGeom>
          <a:noFill/>
        </p:spPr>
        <p:txBody>
          <a:bodyPr wrap="square" rtlCol="0">
            <a:spAutoFit/>
          </a:bodyPr>
          <a:lstStyle/>
          <a:p>
            <a:r>
              <a:rPr lang="es-MX" sz="11500" b="1" cap="all" spc="1000" dirty="0">
                <a:solidFill>
                  <a:schemeClr val="bg1">
                    <a:lumMod val="75000"/>
                    <a:lumOff val="25000"/>
                  </a:schemeClr>
                </a:solidFill>
                <a:latin typeface="Montserrat" panose="00000500000000000000" pitchFamily="2" charset="0"/>
              </a:rPr>
              <a:t>cristo</a:t>
            </a:r>
          </a:p>
        </p:txBody>
      </p:sp>
      <p:sp>
        <p:nvSpPr>
          <p:cNvPr id="7" name="Rectángulo 1">
            <a:extLst>
              <a:ext uri="{FF2B5EF4-FFF2-40B4-BE49-F238E27FC236}">
                <a16:creationId xmlns:a16="http://schemas.microsoft.com/office/drawing/2014/main" id="{CA4F695F-5937-72B8-A646-52445A2C3105}"/>
              </a:ext>
            </a:extLst>
          </p:cNvPr>
          <p:cNvSpPr/>
          <p:nvPr/>
        </p:nvSpPr>
        <p:spPr>
          <a:xfrm>
            <a:off x="3806372" y="1595204"/>
            <a:ext cx="7758069" cy="2215991"/>
          </a:xfrm>
          <a:prstGeom prst="rect">
            <a:avLst/>
          </a:prstGeom>
          <a:noFill/>
          <a:effectLst/>
        </p:spPr>
        <p:txBody>
          <a:bodyPr wrap="square" lIns="91440" tIns="45720" rIns="91440" bIns="45720">
            <a:spAutoFit/>
          </a:bodyPr>
          <a:lstStyle/>
          <a:p>
            <a:endParaRPr lang="es-ES" sz="13800" cap="all" dirty="0">
              <a:ln w="12700" cmpd="sng">
                <a:noFill/>
                <a:prstDash val="solid"/>
              </a:ln>
              <a:solidFill>
                <a:schemeClr val="bg1">
                  <a:lumMod val="75000"/>
                  <a:lumOff val="25000"/>
                </a:schemeClr>
              </a:solidFill>
              <a:effectLst>
                <a:outerShdw blurRad="50800" dist="38100" dir="2700000" algn="tl" rotWithShape="0">
                  <a:prstClr val="black">
                    <a:alpha val="40000"/>
                  </a:prstClr>
                </a:outerShdw>
              </a:effectLst>
              <a:latin typeface="EB Garamond" pitchFamily="2" charset="0"/>
              <a:ea typeface="EB Garamond" pitchFamily="2" charset="0"/>
              <a:cs typeface="EB Garamond" pitchFamily="2" charset="0"/>
            </a:endParaRPr>
          </a:p>
        </p:txBody>
      </p:sp>
      <p:sp>
        <p:nvSpPr>
          <p:cNvPr id="9" name="TextBox 8">
            <a:extLst>
              <a:ext uri="{FF2B5EF4-FFF2-40B4-BE49-F238E27FC236}">
                <a16:creationId xmlns:a16="http://schemas.microsoft.com/office/drawing/2014/main" id="{D4E21D2C-0BC2-C6D1-6994-B8FECE1D9356}"/>
              </a:ext>
            </a:extLst>
          </p:cNvPr>
          <p:cNvSpPr txBox="1"/>
          <p:nvPr/>
        </p:nvSpPr>
        <p:spPr>
          <a:xfrm>
            <a:off x="4408711" y="3196772"/>
            <a:ext cx="6437084" cy="923330"/>
          </a:xfrm>
          <a:prstGeom prst="rect">
            <a:avLst/>
          </a:prstGeom>
          <a:noFill/>
        </p:spPr>
        <p:txBody>
          <a:bodyPr wrap="square">
            <a:spAutoFit/>
          </a:bodyPr>
          <a:lstStyle/>
          <a:p>
            <a:r>
              <a:rPr lang="es-ES" sz="5400" i="1" dirty="0">
                <a:ln w="12700" cmpd="sng">
                  <a:noFill/>
                  <a:prstDash val="solid"/>
                </a:ln>
                <a:solidFill>
                  <a:schemeClr val="bg1">
                    <a:lumMod val="75000"/>
                    <a:lumOff val="25000"/>
                  </a:schemeClr>
                </a:solidFill>
                <a:latin typeface="EB Garamond" pitchFamily="2" charset="0"/>
                <a:ea typeface="EB Garamond" pitchFamily="2" charset="0"/>
                <a:cs typeface="EB Garamond" pitchFamily="2" charset="0"/>
              </a:rPr>
              <a:t>Entre los siete candeleros</a:t>
            </a:r>
          </a:p>
        </p:txBody>
      </p:sp>
      <p:sp>
        <p:nvSpPr>
          <p:cNvPr id="10" name="TextBox 9">
            <a:extLst>
              <a:ext uri="{FF2B5EF4-FFF2-40B4-BE49-F238E27FC236}">
                <a16:creationId xmlns:a16="http://schemas.microsoft.com/office/drawing/2014/main" id="{53C7DBE5-5021-6E92-D2A1-DFF743F4A66E}"/>
              </a:ext>
            </a:extLst>
          </p:cNvPr>
          <p:cNvSpPr txBox="1"/>
          <p:nvPr/>
        </p:nvSpPr>
        <p:spPr>
          <a:xfrm>
            <a:off x="1190171" y="4701439"/>
            <a:ext cx="9811658" cy="1674305"/>
          </a:xfrm>
          <a:prstGeom prst="rect">
            <a:avLst/>
          </a:prstGeom>
          <a:noFill/>
        </p:spPr>
        <p:txBody>
          <a:bodyPr wrap="square">
            <a:spAutoFit/>
          </a:bodyPr>
          <a:lstStyle/>
          <a:p>
            <a:pPr algn="ctr">
              <a:lnSpc>
                <a:spcPct val="125000"/>
              </a:lnSpc>
            </a:pPr>
            <a:r>
              <a:rPr lang="es-MX" sz="2800" dirty="0">
                <a:ln w="12700" cmpd="sng">
                  <a:noFill/>
                  <a:prstDash val="solid"/>
                </a:ln>
                <a:solidFill>
                  <a:schemeClr val="bg1">
                    <a:lumMod val="75000"/>
                    <a:lumOff val="25000"/>
                  </a:schemeClr>
                </a:solidFill>
                <a:latin typeface="Atkinson Hyperlegible" pitchFamily="2" charset="0"/>
                <a:ea typeface="EB Garamond" pitchFamily="2" charset="0"/>
                <a:cs typeface="EB Garamond" pitchFamily="2" charset="0"/>
              </a:rPr>
              <a:t>Cristo, el glorioso soberano de los reyes de la tierra. </a:t>
            </a:r>
            <a:br>
              <a:rPr lang="es-MX" sz="2800" dirty="0">
                <a:ln w="12700" cmpd="sng">
                  <a:noFill/>
                  <a:prstDash val="solid"/>
                </a:ln>
                <a:solidFill>
                  <a:schemeClr val="bg1">
                    <a:lumMod val="75000"/>
                    <a:lumOff val="25000"/>
                  </a:schemeClr>
                </a:solidFill>
                <a:latin typeface="Atkinson Hyperlegible" pitchFamily="2" charset="0"/>
                <a:ea typeface="EB Garamond" pitchFamily="2" charset="0"/>
                <a:cs typeface="EB Garamond" pitchFamily="2" charset="0"/>
              </a:rPr>
            </a:br>
            <a:r>
              <a:rPr lang="es-MX" sz="2800" dirty="0">
                <a:ln w="12700" cmpd="sng">
                  <a:noFill/>
                  <a:prstDash val="solid"/>
                </a:ln>
                <a:solidFill>
                  <a:schemeClr val="bg1">
                    <a:lumMod val="75000"/>
                    <a:lumOff val="25000"/>
                  </a:schemeClr>
                </a:solidFill>
                <a:latin typeface="Atkinson Hyperlegible" pitchFamily="2" charset="0"/>
                <a:ea typeface="EB Garamond" pitchFamily="2" charset="0"/>
                <a:cs typeface="EB Garamond" pitchFamily="2" charset="0"/>
              </a:rPr>
              <a:t>camina entre Sus iglesias, las sostiene en la tribulación </a:t>
            </a:r>
            <a:br>
              <a:rPr lang="es-MX" sz="2800" dirty="0">
                <a:ln w="12700" cmpd="sng">
                  <a:noFill/>
                  <a:prstDash val="solid"/>
                </a:ln>
                <a:solidFill>
                  <a:schemeClr val="bg1">
                    <a:lumMod val="75000"/>
                    <a:lumOff val="25000"/>
                  </a:schemeClr>
                </a:solidFill>
                <a:latin typeface="Atkinson Hyperlegible" pitchFamily="2" charset="0"/>
                <a:ea typeface="EB Garamond" pitchFamily="2" charset="0"/>
                <a:cs typeface="EB Garamond" pitchFamily="2" charset="0"/>
              </a:rPr>
            </a:br>
            <a:r>
              <a:rPr lang="es-MX" sz="2800" dirty="0">
                <a:ln w="12700" cmpd="sng">
                  <a:noFill/>
                  <a:prstDash val="solid"/>
                </a:ln>
                <a:solidFill>
                  <a:schemeClr val="bg1">
                    <a:lumMod val="75000"/>
                    <a:lumOff val="25000"/>
                  </a:schemeClr>
                </a:solidFill>
                <a:latin typeface="Atkinson Hyperlegible" pitchFamily="2" charset="0"/>
                <a:ea typeface="EB Garamond" pitchFamily="2" charset="0"/>
                <a:cs typeface="EB Garamond" pitchFamily="2" charset="0"/>
              </a:rPr>
              <a:t>y las llama al arrepentimiento y la perseverancia</a:t>
            </a:r>
            <a:endParaRPr lang="es-ES" sz="2800" dirty="0">
              <a:ln w="12700" cmpd="sng">
                <a:noFill/>
                <a:prstDash val="solid"/>
              </a:ln>
              <a:solidFill>
                <a:schemeClr val="bg1">
                  <a:lumMod val="75000"/>
                  <a:lumOff val="25000"/>
                </a:schemeClr>
              </a:solidFill>
              <a:latin typeface="Atkinson Hyperlegible" pitchFamily="2" charset="0"/>
              <a:ea typeface="EB Garamond" pitchFamily="2" charset="0"/>
              <a:cs typeface="EB Garamond" pitchFamily="2" charset="0"/>
            </a:endParaRPr>
          </a:p>
        </p:txBody>
      </p:sp>
    </p:spTree>
    <p:extLst>
      <p:ext uri="{BB962C8B-B14F-4D97-AF65-F5344CB8AC3E}">
        <p14:creationId xmlns:p14="http://schemas.microsoft.com/office/powerpoint/2010/main" val="604872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heart with a snowflake&#10;&#10;Description automatically generated">
            <a:extLst>
              <a:ext uri="{FF2B5EF4-FFF2-40B4-BE49-F238E27FC236}">
                <a16:creationId xmlns:a16="http://schemas.microsoft.com/office/drawing/2014/main" id="{CA698DB0-867D-2DCB-024C-5601778EFA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8098" y="2627290"/>
            <a:ext cx="1003264" cy="1003264"/>
          </a:xfrm>
          <a:prstGeom prst="rect">
            <a:avLst/>
          </a:prstGeom>
        </p:spPr>
      </p:pic>
      <p:pic>
        <p:nvPicPr>
          <p:cNvPr id="5" name="Picture 4" descr="A black symbol of a snake&#10;&#10;Description automatically generated">
            <a:extLst>
              <a:ext uri="{FF2B5EF4-FFF2-40B4-BE49-F238E27FC236}">
                <a16:creationId xmlns:a16="http://schemas.microsoft.com/office/drawing/2014/main" id="{0B03D247-20D5-288C-6E1F-760CE5E22F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18200" y="2505284"/>
            <a:ext cx="1247276" cy="1247276"/>
          </a:xfrm>
          <a:prstGeom prst="rect">
            <a:avLst/>
          </a:prstGeom>
        </p:spPr>
      </p:pic>
      <p:pic>
        <p:nvPicPr>
          <p:cNvPr id="7" name="Picture 6" descr="A black background with a black square&#10;&#10;Description automatically generated with medium confidence">
            <a:extLst>
              <a:ext uri="{FF2B5EF4-FFF2-40B4-BE49-F238E27FC236}">
                <a16:creationId xmlns:a16="http://schemas.microsoft.com/office/drawing/2014/main" id="{29A92688-BB77-38EA-CFA8-34637EF93977}"/>
              </a:ext>
            </a:extLst>
          </p:cNvPr>
          <p:cNvPicPr>
            <a:picLocks noChangeAspect="1"/>
          </p:cNvPicPr>
          <p:nvPr/>
        </p:nvPicPr>
        <p:blipFill rotWithShape="1">
          <a:blip r:embed="rId4">
            <a:extLst>
              <a:ext uri="{28A0092B-C50C-407E-A947-70E740481C1C}">
                <a14:useLocalDpi xmlns:a14="http://schemas.microsoft.com/office/drawing/2010/main" val="0"/>
              </a:ext>
            </a:extLst>
          </a:blip>
          <a:srcRect b="13537"/>
          <a:stretch/>
        </p:blipFill>
        <p:spPr>
          <a:xfrm>
            <a:off x="10103720" y="2412084"/>
            <a:ext cx="1448256" cy="1252212"/>
          </a:xfrm>
          <a:prstGeom prst="rect">
            <a:avLst/>
          </a:prstGeom>
        </p:spPr>
      </p:pic>
      <p:pic>
        <p:nvPicPr>
          <p:cNvPr id="9" name="Picture 8" descr="A black background with a black square&#10;&#10;Description automatically generated with medium confidence">
            <a:extLst>
              <a:ext uri="{FF2B5EF4-FFF2-40B4-BE49-F238E27FC236}">
                <a16:creationId xmlns:a16="http://schemas.microsoft.com/office/drawing/2014/main" id="{2C05C248-16DB-D305-E70A-968F3605A90D}"/>
              </a:ext>
            </a:extLst>
          </p:cNvPr>
          <p:cNvPicPr>
            <a:picLocks noChangeAspect="1"/>
          </p:cNvPicPr>
          <p:nvPr/>
        </p:nvPicPr>
        <p:blipFill rotWithShape="1">
          <a:blip r:embed="rId5">
            <a:extLst>
              <a:ext uri="{28A0092B-C50C-407E-A947-70E740481C1C}">
                <a14:useLocalDpi xmlns:a14="http://schemas.microsoft.com/office/drawing/2010/main" val="0"/>
              </a:ext>
            </a:extLst>
          </a:blip>
          <a:srcRect b="14734"/>
          <a:stretch/>
        </p:blipFill>
        <p:spPr>
          <a:xfrm>
            <a:off x="8325415" y="2588610"/>
            <a:ext cx="1261572" cy="1075686"/>
          </a:xfrm>
          <a:prstGeom prst="rect">
            <a:avLst/>
          </a:prstGeom>
        </p:spPr>
      </p:pic>
      <p:pic>
        <p:nvPicPr>
          <p:cNvPr id="11" name="Picture 10" descr="A black background with a black square&#10;&#10;Description automatically generated with medium confidence">
            <a:extLst>
              <a:ext uri="{FF2B5EF4-FFF2-40B4-BE49-F238E27FC236}">
                <a16:creationId xmlns:a16="http://schemas.microsoft.com/office/drawing/2014/main" id="{2C376D56-2572-216A-5D19-8DBFB99BE181}"/>
              </a:ext>
            </a:extLst>
          </p:cNvPr>
          <p:cNvPicPr>
            <a:picLocks noChangeAspect="1"/>
          </p:cNvPicPr>
          <p:nvPr/>
        </p:nvPicPr>
        <p:blipFill rotWithShape="1">
          <a:blip r:embed="rId6">
            <a:extLst>
              <a:ext uri="{28A0092B-C50C-407E-A947-70E740481C1C}">
                <a14:useLocalDpi xmlns:a14="http://schemas.microsoft.com/office/drawing/2010/main" val="0"/>
              </a:ext>
            </a:extLst>
          </a:blip>
          <a:srcRect b="17103"/>
          <a:stretch/>
        </p:blipFill>
        <p:spPr>
          <a:xfrm>
            <a:off x="5171637" y="2604414"/>
            <a:ext cx="1278342" cy="1059708"/>
          </a:xfrm>
          <a:prstGeom prst="rect">
            <a:avLst/>
          </a:prstGeom>
        </p:spPr>
      </p:pic>
      <p:pic>
        <p:nvPicPr>
          <p:cNvPr id="13" name="Picture 12" descr="A black background with a black square&#10;&#10;Description automatically generated with medium confidence">
            <a:extLst>
              <a:ext uri="{FF2B5EF4-FFF2-40B4-BE49-F238E27FC236}">
                <a16:creationId xmlns:a16="http://schemas.microsoft.com/office/drawing/2014/main" id="{781916B0-42A5-1110-54E8-B829971706BF}"/>
              </a:ext>
            </a:extLst>
          </p:cNvPr>
          <p:cNvPicPr>
            <a:picLocks noChangeAspect="1"/>
          </p:cNvPicPr>
          <p:nvPr/>
        </p:nvPicPr>
        <p:blipFill rotWithShape="1">
          <a:blip r:embed="rId7">
            <a:extLst>
              <a:ext uri="{28A0092B-C50C-407E-A947-70E740481C1C}">
                <a14:useLocalDpi xmlns:a14="http://schemas.microsoft.com/office/drawing/2010/main" val="0"/>
              </a:ext>
            </a:extLst>
          </a:blip>
          <a:srcRect l="6590" r="6590" b="15240"/>
          <a:stretch/>
        </p:blipFill>
        <p:spPr>
          <a:xfrm>
            <a:off x="2035952" y="2715552"/>
            <a:ext cx="846836" cy="826740"/>
          </a:xfrm>
          <a:prstGeom prst="rect">
            <a:avLst/>
          </a:prstGeom>
        </p:spPr>
      </p:pic>
      <p:pic>
        <p:nvPicPr>
          <p:cNvPr id="15" name="Picture 14" descr="A black background with a black square&#10;&#10;Description automatically generated with medium confidence">
            <a:extLst>
              <a:ext uri="{FF2B5EF4-FFF2-40B4-BE49-F238E27FC236}">
                <a16:creationId xmlns:a16="http://schemas.microsoft.com/office/drawing/2014/main" id="{0AEE153D-EDE3-D378-341F-C84894B59DCB}"/>
              </a:ext>
            </a:extLst>
          </p:cNvPr>
          <p:cNvPicPr>
            <a:picLocks noChangeAspect="1"/>
          </p:cNvPicPr>
          <p:nvPr/>
        </p:nvPicPr>
        <p:blipFill rotWithShape="1">
          <a:blip r:embed="rId8">
            <a:extLst>
              <a:ext uri="{28A0092B-C50C-407E-A947-70E740481C1C}">
                <a14:useLocalDpi xmlns:a14="http://schemas.microsoft.com/office/drawing/2010/main" val="0"/>
              </a:ext>
            </a:extLst>
          </a:blip>
          <a:srcRect b="17103"/>
          <a:stretch/>
        </p:blipFill>
        <p:spPr>
          <a:xfrm>
            <a:off x="6730754" y="2710614"/>
            <a:ext cx="1003266" cy="831678"/>
          </a:xfrm>
          <a:prstGeom prst="rect">
            <a:avLst/>
          </a:prstGeom>
        </p:spPr>
      </p:pic>
      <p:sp>
        <p:nvSpPr>
          <p:cNvPr id="17" name="TextBox 16">
            <a:extLst>
              <a:ext uri="{FF2B5EF4-FFF2-40B4-BE49-F238E27FC236}">
                <a16:creationId xmlns:a16="http://schemas.microsoft.com/office/drawing/2014/main" id="{38D63825-ADEE-B658-26DD-D522C2C0DD8B}"/>
              </a:ext>
            </a:extLst>
          </p:cNvPr>
          <p:cNvSpPr txBox="1"/>
          <p:nvPr/>
        </p:nvSpPr>
        <p:spPr>
          <a:xfrm>
            <a:off x="256176" y="3878565"/>
            <a:ext cx="11679648" cy="461665"/>
          </a:xfrm>
          <a:prstGeom prst="rect">
            <a:avLst/>
          </a:prstGeom>
          <a:noFill/>
        </p:spPr>
        <p:txBody>
          <a:bodyPr wrap="square" rtlCol="0">
            <a:spAutoFit/>
          </a:bodyPr>
          <a:lstStyle/>
          <a:p>
            <a:pPr algn="ctr"/>
            <a:r>
              <a:rPr lang="es-MX" sz="2400" b="1" spc="200" dirty="0">
                <a:solidFill>
                  <a:schemeClr val="bg1">
                    <a:lumMod val="75000"/>
                    <a:lumOff val="25000"/>
                  </a:schemeClr>
                </a:solidFill>
                <a:latin typeface="Atkinson Hyperlegible" pitchFamily="2" charset="0"/>
              </a:rPr>
              <a:t>Éfeso   Esmirna   Pérgamo   </a:t>
            </a:r>
            <a:r>
              <a:rPr lang="es-MX" sz="2400" b="1" spc="200" dirty="0" err="1">
                <a:solidFill>
                  <a:schemeClr val="bg1">
                    <a:lumMod val="75000"/>
                    <a:lumOff val="25000"/>
                  </a:schemeClr>
                </a:solidFill>
                <a:latin typeface="Atkinson Hyperlegible" pitchFamily="2" charset="0"/>
              </a:rPr>
              <a:t>Tiatira</a:t>
            </a:r>
            <a:r>
              <a:rPr lang="es-MX" sz="2400" b="1" spc="200" dirty="0">
                <a:solidFill>
                  <a:schemeClr val="bg1">
                    <a:lumMod val="75000"/>
                    <a:lumOff val="25000"/>
                  </a:schemeClr>
                </a:solidFill>
                <a:latin typeface="Atkinson Hyperlegible" pitchFamily="2" charset="0"/>
              </a:rPr>
              <a:t>   </a:t>
            </a:r>
            <a:r>
              <a:rPr lang="es-MX" sz="2400" b="1" spc="200" dirty="0" err="1">
                <a:solidFill>
                  <a:schemeClr val="bg1">
                    <a:lumMod val="75000"/>
                    <a:lumOff val="25000"/>
                  </a:schemeClr>
                </a:solidFill>
                <a:latin typeface="Atkinson Hyperlegible" pitchFamily="2" charset="0"/>
              </a:rPr>
              <a:t>Sardis</a:t>
            </a:r>
            <a:r>
              <a:rPr lang="es-MX" sz="2400" b="1" spc="200" dirty="0">
                <a:solidFill>
                  <a:schemeClr val="bg1">
                    <a:lumMod val="75000"/>
                    <a:lumOff val="25000"/>
                  </a:schemeClr>
                </a:solidFill>
                <a:latin typeface="Atkinson Hyperlegible" pitchFamily="2" charset="0"/>
              </a:rPr>
              <a:t>   Filadelfia   </a:t>
            </a:r>
            <a:r>
              <a:rPr lang="es-MX" sz="2400" b="1" spc="200" dirty="0" err="1">
                <a:solidFill>
                  <a:schemeClr val="bg1">
                    <a:lumMod val="75000"/>
                    <a:lumOff val="25000"/>
                  </a:schemeClr>
                </a:solidFill>
                <a:latin typeface="Atkinson Hyperlegible" pitchFamily="2" charset="0"/>
              </a:rPr>
              <a:t>Laodicea</a:t>
            </a:r>
            <a:endParaRPr lang="es-MX" sz="2400" b="1" spc="200" dirty="0">
              <a:solidFill>
                <a:schemeClr val="bg1">
                  <a:lumMod val="75000"/>
                  <a:lumOff val="25000"/>
                </a:schemeClr>
              </a:solidFill>
              <a:latin typeface="Atkinson Hyperlegible" pitchFamily="2" charset="0"/>
            </a:endParaRPr>
          </a:p>
        </p:txBody>
      </p:sp>
    </p:spTree>
    <p:extLst>
      <p:ext uri="{BB962C8B-B14F-4D97-AF65-F5344CB8AC3E}">
        <p14:creationId xmlns:p14="http://schemas.microsoft.com/office/powerpoint/2010/main" val="35057412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heart with a snowflake&#10;&#10;Description automatically generated">
            <a:extLst>
              <a:ext uri="{FF2B5EF4-FFF2-40B4-BE49-F238E27FC236}">
                <a16:creationId xmlns:a16="http://schemas.microsoft.com/office/drawing/2014/main" id="{CA698DB0-867D-2DCB-024C-5601778EFA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8098" y="2627290"/>
            <a:ext cx="1003264" cy="1003264"/>
          </a:xfrm>
          <a:prstGeom prst="rect">
            <a:avLst/>
          </a:prstGeom>
        </p:spPr>
      </p:pic>
      <p:pic>
        <p:nvPicPr>
          <p:cNvPr id="5" name="Picture 4" descr="A black symbol of a snake&#10;&#10;Description automatically generated">
            <a:extLst>
              <a:ext uri="{FF2B5EF4-FFF2-40B4-BE49-F238E27FC236}">
                <a16:creationId xmlns:a16="http://schemas.microsoft.com/office/drawing/2014/main" id="{0B03D247-20D5-288C-6E1F-760CE5E22F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26015" y="2505284"/>
            <a:ext cx="1247276" cy="1247276"/>
          </a:xfrm>
          <a:prstGeom prst="rect">
            <a:avLst/>
          </a:prstGeom>
        </p:spPr>
      </p:pic>
      <p:pic>
        <p:nvPicPr>
          <p:cNvPr id="7" name="Picture 6" descr="A black background with a black square&#10;&#10;Description automatically generated with medium confidence">
            <a:extLst>
              <a:ext uri="{FF2B5EF4-FFF2-40B4-BE49-F238E27FC236}">
                <a16:creationId xmlns:a16="http://schemas.microsoft.com/office/drawing/2014/main" id="{29A92688-BB77-38EA-CFA8-34637EF93977}"/>
              </a:ext>
            </a:extLst>
          </p:cNvPr>
          <p:cNvPicPr>
            <a:picLocks noChangeAspect="1"/>
          </p:cNvPicPr>
          <p:nvPr/>
        </p:nvPicPr>
        <p:blipFill rotWithShape="1">
          <a:blip r:embed="rId4">
            <a:extLst>
              <a:ext uri="{28A0092B-C50C-407E-A947-70E740481C1C}">
                <a14:useLocalDpi xmlns:a14="http://schemas.microsoft.com/office/drawing/2010/main" val="0"/>
              </a:ext>
            </a:extLst>
          </a:blip>
          <a:srcRect b="13537"/>
          <a:stretch/>
        </p:blipFill>
        <p:spPr>
          <a:xfrm>
            <a:off x="10103720" y="2412084"/>
            <a:ext cx="1448256" cy="1252212"/>
          </a:xfrm>
          <a:prstGeom prst="rect">
            <a:avLst/>
          </a:prstGeom>
        </p:spPr>
      </p:pic>
      <p:pic>
        <p:nvPicPr>
          <p:cNvPr id="9" name="Picture 8" descr="A black background with a black square&#10;&#10;Description automatically generated with medium confidence">
            <a:extLst>
              <a:ext uri="{FF2B5EF4-FFF2-40B4-BE49-F238E27FC236}">
                <a16:creationId xmlns:a16="http://schemas.microsoft.com/office/drawing/2014/main" id="{2C05C248-16DB-D305-E70A-968F3605A90D}"/>
              </a:ext>
            </a:extLst>
          </p:cNvPr>
          <p:cNvPicPr>
            <a:picLocks noChangeAspect="1"/>
          </p:cNvPicPr>
          <p:nvPr/>
        </p:nvPicPr>
        <p:blipFill rotWithShape="1">
          <a:blip r:embed="rId5">
            <a:extLst>
              <a:ext uri="{28A0092B-C50C-407E-A947-70E740481C1C}">
                <a14:useLocalDpi xmlns:a14="http://schemas.microsoft.com/office/drawing/2010/main" val="0"/>
              </a:ext>
            </a:extLst>
          </a:blip>
          <a:srcRect b="14734"/>
          <a:stretch/>
        </p:blipFill>
        <p:spPr>
          <a:xfrm>
            <a:off x="8325415" y="2588610"/>
            <a:ext cx="1261572" cy="1075686"/>
          </a:xfrm>
          <a:prstGeom prst="rect">
            <a:avLst/>
          </a:prstGeom>
        </p:spPr>
      </p:pic>
      <p:pic>
        <p:nvPicPr>
          <p:cNvPr id="11" name="Picture 10" descr="A black background with a black square&#10;&#10;Description automatically generated with medium confidence">
            <a:extLst>
              <a:ext uri="{FF2B5EF4-FFF2-40B4-BE49-F238E27FC236}">
                <a16:creationId xmlns:a16="http://schemas.microsoft.com/office/drawing/2014/main" id="{2C376D56-2572-216A-5D19-8DBFB99BE181}"/>
              </a:ext>
            </a:extLst>
          </p:cNvPr>
          <p:cNvPicPr>
            <a:picLocks noChangeAspect="1"/>
          </p:cNvPicPr>
          <p:nvPr/>
        </p:nvPicPr>
        <p:blipFill rotWithShape="1">
          <a:blip r:embed="rId6">
            <a:extLst>
              <a:ext uri="{28A0092B-C50C-407E-A947-70E740481C1C}">
                <a14:useLocalDpi xmlns:a14="http://schemas.microsoft.com/office/drawing/2010/main" val="0"/>
              </a:ext>
            </a:extLst>
          </a:blip>
          <a:srcRect b="17103"/>
          <a:stretch/>
        </p:blipFill>
        <p:spPr>
          <a:xfrm>
            <a:off x="5171637" y="2596599"/>
            <a:ext cx="1278342" cy="1059708"/>
          </a:xfrm>
          <a:prstGeom prst="rect">
            <a:avLst/>
          </a:prstGeom>
        </p:spPr>
      </p:pic>
      <p:pic>
        <p:nvPicPr>
          <p:cNvPr id="13" name="Picture 12" descr="A black background with a black square&#10;&#10;Description automatically generated with medium confidence">
            <a:extLst>
              <a:ext uri="{FF2B5EF4-FFF2-40B4-BE49-F238E27FC236}">
                <a16:creationId xmlns:a16="http://schemas.microsoft.com/office/drawing/2014/main" id="{781916B0-42A5-1110-54E8-B829971706BF}"/>
              </a:ext>
            </a:extLst>
          </p:cNvPr>
          <p:cNvPicPr>
            <a:picLocks noChangeAspect="1"/>
          </p:cNvPicPr>
          <p:nvPr/>
        </p:nvPicPr>
        <p:blipFill rotWithShape="1">
          <a:blip r:embed="rId7">
            <a:extLst>
              <a:ext uri="{28A0092B-C50C-407E-A947-70E740481C1C}">
                <a14:useLocalDpi xmlns:a14="http://schemas.microsoft.com/office/drawing/2010/main" val="0"/>
              </a:ext>
            </a:extLst>
          </a:blip>
          <a:srcRect l="6590" r="6590" b="15240"/>
          <a:stretch/>
        </p:blipFill>
        <p:spPr>
          <a:xfrm>
            <a:off x="2035952" y="2715552"/>
            <a:ext cx="846836" cy="826740"/>
          </a:xfrm>
          <a:prstGeom prst="rect">
            <a:avLst/>
          </a:prstGeom>
        </p:spPr>
      </p:pic>
      <p:pic>
        <p:nvPicPr>
          <p:cNvPr id="15" name="Picture 14" descr="A black background with a black square&#10;&#10;Description automatically generated with medium confidence">
            <a:extLst>
              <a:ext uri="{FF2B5EF4-FFF2-40B4-BE49-F238E27FC236}">
                <a16:creationId xmlns:a16="http://schemas.microsoft.com/office/drawing/2014/main" id="{0AEE153D-EDE3-D378-341F-C84894B59DCB}"/>
              </a:ext>
            </a:extLst>
          </p:cNvPr>
          <p:cNvPicPr>
            <a:picLocks noChangeAspect="1"/>
          </p:cNvPicPr>
          <p:nvPr/>
        </p:nvPicPr>
        <p:blipFill rotWithShape="1">
          <a:blip r:embed="rId8">
            <a:extLst>
              <a:ext uri="{28A0092B-C50C-407E-A947-70E740481C1C}">
                <a14:useLocalDpi xmlns:a14="http://schemas.microsoft.com/office/drawing/2010/main" val="0"/>
              </a:ext>
            </a:extLst>
          </a:blip>
          <a:srcRect b="17103"/>
          <a:stretch/>
        </p:blipFill>
        <p:spPr>
          <a:xfrm>
            <a:off x="6730754" y="2710614"/>
            <a:ext cx="1003266" cy="831678"/>
          </a:xfrm>
          <a:prstGeom prst="rect">
            <a:avLst/>
          </a:prstGeom>
        </p:spPr>
      </p:pic>
      <p:sp>
        <p:nvSpPr>
          <p:cNvPr id="17" name="TextBox 16">
            <a:extLst>
              <a:ext uri="{FF2B5EF4-FFF2-40B4-BE49-F238E27FC236}">
                <a16:creationId xmlns:a16="http://schemas.microsoft.com/office/drawing/2014/main" id="{38D63825-ADEE-B658-26DD-D522C2C0DD8B}"/>
              </a:ext>
            </a:extLst>
          </p:cNvPr>
          <p:cNvSpPr txBox="1"/>
          <p:nvPr/>
        </p:nvSpPr>
        <p:spPr>
          <a:xfrm>
            <a:off x="256176" y="3878565"/>
            <a:ext cx="11679648" cy="461665"/>
          </a:xfrm>
          <a:prstGeom prst="rect">
            <a:avLst/>
          </a:prstGeom>
          <a:noFill/>
        </p:spPr>
        <p:txBody>
          <a:bodyPr wrap="square" rtlCol="0">
            <a:spAutoFit/>
          </a:bodyPr>
          <a:lstStyle/>
          <a:p>
            <a:pPr algn="ctr"/>
            <a:r>
              <a:rPr lang="es-MX" sz="2400" b="1" spc="200" dirty="0">
                <a:solidFill>
                  <a:schemeClr val="bg1">
                    <a:lumMod val="75000"/>
                    <a:lumOff val="25000"/>
                  </a:schemeClr>
                </a:solidFill>
                <a:latin typeface="Atkinson Hyperlegible" pitchFamily="2" charset="0"/>
              </a:rPr>
              <a:t>Éfeso   Esmirna   Pérgamo   </a:t>
            </a:r>
            <a:r>
              <a:rPr lang="es-MX" sz="2400" b="1" spc="200" dirty="0" err="1">
                <a:solidFill>
                  <a:schemeClr val="bg1">
                    <a:lumMod val="75000"/>
                    <a:lumOff val="25000"/>
                  </a:schemeClr>
                </a:solidFill>
                <a:latin typeface="Atkinson Hyperlegible" pitchFamily="2" charset="0"/>
              </a:rPr>
              <a:t>Tiatira</a:t>
            </a:r>
            <a:r>
              <a:rPr lang="es-MX" sz="2400" b="1" spc="200" dirty="0">
                <a:solidFill>
                  <a:schemeClr val="bg1">
                    <a:lumMod val="75000"/>
                    <a:lumOff val="25000"/>
                  </a:schemeClr>
                </a:solidFill>
                <a:latin typeface="Atkinson Hyperlegible" pitchFamily="2" charset="0"/>
              </a:rPr>
              <a:t>   </a:t>
            </a:r>
            <a:r>
              <a:rPr lang="es-MX" sz="2400" b="1" spc="200" dirty="0" err="1">
                <a:solidFill>
                  <a:schemeClr val="bg1">
                    <a:lumMod val="75000"/>
                    <a:lumOff val="25000"/>
                  </a:schemeClr>
                </a:solidFill>
                <a:latin typeface="Atkinson Hyperlegible" pitchFamily="2" charset="0"/>
              </a:rPr>
              <a:t>Sardis</a:t>
            </a:r>
            <a:r>
              <a:rPr lang="es-MX" sz="2400" b="1" spc="200" dirty="0">
                <a:solidFill>
                  <a:schemeClr val="bg1">
                    <a:lumMod val="75000"/>
                    <a:lumOff val="25000"/>
                  </a:schemeClr>
                </a:solidFill>
                <a:latin typeface="Atkinson Hyperlegible" pitchFamily="2" charset="0"/>
              </a:rPr>
              <a:t>   Filadelfia   </a:t>
            </a:r>
            <a:r>
              <a:rPr lang="es-MX" sz="2400" b="1" spc="200" dirty="0" err="1">
                <a:solidFill>
                  <a:schemeClr val="bg1">
                    <a:lumMod val="75000"/>
                    <a:lumOff val="25000"/>
                  </a:schemeClr>
                </a:solidFill>
                <a:latin typeface="Atkinson Hyperlegible" pitchFamily="2" charset="0"/>
              </a:rPr>
              <a:t>Laodicea</a:t>
            </a:r>
            <a:endParaRPr lang="es-MX" sz="2400" b="1" spc="200" dirty="0">
              <a:solidFill>
                <a:schemeClr val="bg1">
                  <a:lumMod val="75000"/>
                  <a:lumOff val="25000"/>
                </a:schemeClr>
              </a:solidFill>
              <a:latin typeface="Atkinson Hyperlegible" pitchFamily="2" charset="0"/>
            </a:endParaRPr>
          </a:p>
        </p:txBody>
      </p:sp>
      <p:sp>
        <p:nvSpPr>
          <p:cNvPr id="4" name="Rectangle 3">
            <a:extLst>
              <a:ext uri="{FF2B5EF4-FFF2-40B4-BE49-F238E27FC236}">
                <a16:creationId xmlns:a16="http://schemas.microsoft.com/office/drawing/2014/main" id="{404C0C95-F838-189C-C909-69F325E5E84C}"/>
              </a:ext>
            </a:extLst>
          </p:cNvPr>
          <p:cNvSpPr/>
          <p:nvPr/>
        </p:nvSpPr>
        <p:spPr>
          <a:xfrm>
            <a:off x="1559859" y="2330824"/>
            <a:ext cx="8399929" cy="2312894"/>
          </a:xfrm>
          <a:prstGeom prst="rect">
            <a:avLst/>
          </a:prstGeom>
          <a:solidFill>
            <a:srgbClr val="FFFFFF">
              <a:alpha val="69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1036392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heart with a snowflake&#10;&#10;Description automatically generated">
            <a:extLst>
              <a:ext uri="{FF2B5EF4-FFF2-40B4-BE49-F238E27FC236}">
                <a16:creationId xmlns:a16="http://schemas.microsoft.com/office/drawing/2014/main" id="{CA698DB0-867D-2DCB-024C-5601778EFA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8098" y="2627290"/>
            <a:ext cx="1003264" cy="1003264"/>
          </a:xfrm>
          <a:prstGeom prst="rect">
            <a:avLst/>
          </a:prstGeom>
        </p:spPr>
      </p:pic>
      <p:pic>
        <p:nvPicPr>
          <p:cNvPr id="5" name="Picture 4" descr="A black symbol of a snake&#10;&#10;Description automatically generated">
            <a:extLst>
              <a:ext uri="{FF2B5EF4-FFF2-40B4-BE49-F238E27FC236}">
                <a16:creationId xmlns:a16="http://schemas.microsoft.com/office/drawing/2014/main" id="{0B03D247-20D5-288C-6E1F-760CE5E22F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26015" y="2505284"/>
            <a:ext cx="1247276" cy="1247276"/>
          </a:xfrm>
          <a:prstGeom prst="rect">
            <a:avLst/>
          </a:prstGeom>
        </p:spPr>
      </p:pic>
      <p:pic>
        <p:nvPicPr>
          <p:cNvPr id="7" name="Picture 6" descr="A black background with a black square&#10;&#10;Description automatically generated with medium confidence">
            <a:extLst>
              <a:ext uri="{FF2B5EF4-FFF2-40B4-BE49-F238E27FC236}">
                <a16:creationId xmlns:a16="http://schemas.microsoft.com/office/drawing/2014/main" id="{29A92688-BB77-38EA-CFA8-34637EF93977}"/>
              </a:ext>
            </a:extLst>
          </p:cNvPr>
          <p:cNvPicPr>
            <a:picLocks noChangeAspect="1"/>
          </p:cNvPicPr>
          <p:nvPr/>
        </p:nvPicPr>
        <p:blipFill rotWithShape="1">
          <a:blip r:embed="rId4">
            <a:extLst>
              <a:ext uri="{28A0092B-C50C-407E-A947-70E740481C1C}">
                <a14:useLocalDpi xmlns:a14="http://schemas.microsoft.com/office/drawing/2010/main" val="0"/>
              </a:ext>
            </a:extLst>
          </a:blip>
          <a:srcRect b="13537"/>
          <a:stretch/>
        </p:blipFill>
        <p:spPr>
          <a:xfrm>
            <a:off x="10103720" y="2412084"/>
            <a:ext cx="1448256" cy="1252212"/>
          </a:xfrm>
          <a:prstGeom prst="rect">
            <a:avLst/>
          </a:prstGeom>
        </p:spPr>
      </p:pic>
      <p:pic>
        <p:nvPicPr>
          <p:cNvPr id="9" name="Picture 8" descr="A black background with a black square&#10;&#10;Description automatically generated with medium confidence">
            <a:extLst>
              <a:ext uri="{FF2B5EF4-FFF2-40B4-BE49-F238E27FC236}">
                <a16:creationId xmlns:a16="http://schemas.microsoft.com/office/drawing/2014/main" id="{2C05C248-16DB-D305-E70A-968F3605A90D}"/>
              </a:ext>
            </a:extLst>
          </p:cNvPr>
          <p:cNvPicPr>
            <a:picLocks noChangeAspect="1"/>
          </p:cNvPicPr>
          <p:nvPr/>
        </p:nvPicPr>
        <p:blipFill rotWithShape="1">
          <a:blip r:embed="rId5">
            <a:extLst>
              <a:ext uri="{28A0092B-C50C-407E-A947-70E740481C1C}">
                <a14:useLocalDpi xmlns:a14="http://schemas.microsoft.com/office/drawing/2010/main" val="0"/>
              </a:ext>
            </a:extLst>
          </a:blip>
          <a:srcRect b="14734"/>
          <a:stretch/>
        </p:blipFill>
        <p:spPr>
          <a:xfrm>
            <a:off x="8325415" y="2588610"/>
            <a:ext cx="1261572" cy="1075686"/>
          </a:xfrm>
          <a:prstGeom prst="rect">
            <a:avLst/>
          </a:prstGeom>
        </p:spPr>
      </p:pic>
      <p:pic>
        <p:nvPicPr>
          <p:cNvPr id="11" name="Picture 10" descr="A black background with a black square&#10;&#10;Description automatically generated with medium confidence">
            <a:extLst>
              <a:ext uri="{FF2B5EF4-FFF2-40B4-BE49-F238E27FC236}">
                <a16:creationId xmlns:a16="http://schemas.microsoft.com/office/drawing/2014/main" id="{2C376D56-2572-216A-5D19-8DBFB99BE181}"/>
              </a:ext>
            </a:extLst>
          </p:cNvPr>
          <p:cNvPicPr>
            <a:picLocks noChangeAspect="1"/>
          </p:cNvPicPr>
          <p:nvPr/>
        </p:nvPicPr>
        <p:blipFill rotWithShape="1">
          <a:blip r:embed="rId6">
            <a:extLst>
              <a:ext uri="{28A0092B-C50C-407E-A947-70E740481C1C}">
                <a14:useLocalDpi xmlns:a14="http://schemas.microsoft.com/office/drawing/2010/main" val="0"/>
              </a:ext>
            </a:extLst>
          </a:blip>
          <a:srcRect b="17103"/>
          <a:stretch/>
        </p:blipFill>
        <p:spPr>
          <a:xfrm>
            <a:off x="5171637" y="2596599"/>
            <a:ext cx="1278342" cy="1059708"/>
          </a:xfrm>
          <a:prstGeom prst="rect">
            <a:avLst/>
          </a:prstGeom>
        </p:spPr>
      </p:pic>
      <p:pic>
        <p:nvPicPr>
          <p:cNvPr id="13" name="Picture 12" descr="A black background with a black square&#10;&#10;Description automatically generated with medium confidence">
            <a:extLst>
              <a:ext uri="{FF2B5EF4-FFF2-40B4-BE49-F238E27FC236}">
                <a16:creationId xmlns:a16="http://schemas.microsoft.com/office/drawing/2014/main" id="{781916B0-42A5-1110-54E8-B829971706BF}"/>
              </a:ext>
            </a:extLst>
          </p:cNvPr>
          <p:cNvPicPr>
            <a:picLocks noChangeAspect="1"/>
          </p:cNvPicPr>
          <p:nvPr/>
        </p:nvPicPr>
        <p:blipFill rotWithShape="1">
          <a:blip r:embed="rId7">
            <a:extLst>
              <a:ext uri="{28A0092B-C50C-407E-A947-70E740481C1C}">
                <a14:useLocalDpi xmlns:a14="http://schemas.microsoft.com/office/drawing/2010/main" val="0"/>
              </a:ext>
            </a:extLst>
          </a:blip>
          <a:srcRect l="6590" r="6590" b="15240"/>
          <a:stretch/>
        </p:blipFill>
        <p:spPr>
          <a:xfrm>
            <a:off x="2035952" y="2715552"/>
            <a:ext cx="846836" cy="826740"/>
          </a:xfrm>
          <a:prstGeom prst="rect">
            <a:avLst/>
          </a:prstGeom>
        </p:spPr>
      </p:pic>
      <p:pic>
        <p:nvPicPr>
          <p:cNvPr id="15" name="Picture 14" descr="A black background with a black square&#10;&#10;Description automatically generated with medium confidence">
            <a:extLst>
              <a:ext uri="{FF2B5EF4-FFF2-40B4-BE49-F238E27FC236}">
                <a16:creationId xmlns:a16="http://schemas.microsoft.com/office/drawing/2014/main" id="{0AEE153D-EDE3-D378-341F-C84894B59DCB}"/>
              </a:ext>
            </a:extLst>
          </p:cNvPr>
          <p:cNvPicPr>
            <a:picLocks noChangeAspect="1"/>
          </p:cNvPicPr>
          <p:nvPr/>
        </p:nvPicPr>
        <p:blipFill rotWithShape="1">
          <a:blip r:embed="rId8">
            <a:extLst>
              <a:ext uri="{28A0092B-C50C-407E-A947-70E740481C1C}">
                <a14:useLocalDpi xmlns:a14="http://schemas.microsoft.com/office/drawing/2010/main" val="0"/>
              </a:ext>
            </a:extLst>
          </a:blip>
          <a:srcRect b="17103"/>
          <a:stretch/>
        </p:blipFill>
        <p:spPr>
          <a:xfrm>
            <a:off x="6730754" y="2710614"/>
            <a:ext cx="1003266" cy="831678"/>
          </a:xfrm>
          <a:prstGeom prst="rect">
            <a:avLst/>
          </a:prstGeom>
        </p:spPr>
      </p:pic>
      <p:sp>
        <p:nvSpPr>
          <p:cNvPr id="17" name="TextBox 16">
            <a:extLst>
              <a:ext uri="{FF2B5EF4-FFF2-40B4-BE49-F238E27FC236}">
                <a16:creationId xmlns:a16="http://schemas.microsoft.com/office/drawing/2014/main" id="{38D63825-ADEE-B658-26DD-D522C2C0DD8B}"/>
              </a:ext>
            </a:extLst>
          </p:cNvPr>
          <p:cNvSpPr txBox="1"/>
          <p:nvPr/>
        </p:nvSpPr>
        <p:spPr>
          <a:xfrm>
            <a:off x="256176" y="3878565"/>
            <a:ext cx="11679648" cy="461665"/>
          </a:xfrm>
          <a:prstGeom prst="rect">
            <a:avLst/>
          </a:prstGeom>
          <a:noFill/>
        </p:spPr>
        <p:txBody>
          <a:bodyPr wrap="square" rtlCol="0">
            <a:spAutoFit/>
          </a:bodyPr>
          <a:lstStyle/>
          <a:p>
            <a:pPr algn="ctr"/>
            <a:r>
              <a:rPr lang="es-MX" sz="2400" b="1" spc="200" dirty="0">
                <a:solidFill>
                  <a:schemeClr val="bg1">
                    <a:lumMod val="75000"/>
                    <a:lumOff val="25000"/>
                  </a:schemeClr>
                </a:solidFill>
                <a:latin typeface="Atkinson Hyperlegible" pitchFamily="2" charset="0"/>
              </a:rPr>
              <a:t>Éfeso   Esmirna   Pérgamo   </a:t>
            </a:r>
            <a:r>
              <a:rPr lang="es-MX" sz="2400" b="1" spc="200" dirty="0" err="1">
                <a:solidFill>
                  <a:schemeClr val="bg1">
                    <a:lumMod val="75000"/>
                    <a:lumOff val="25000"/>
                  </a:schemeClr>
                </a:solidFill>
                <a:latin typeface="Atkinson Hyperlegible" pitchFamily="2" charset="0"/>
              </a:rPr>
              <a:t>Tiatira</a:t>
            </a:r>
            <a:r>
              <a:rPr lang="es-MX" sz="2400" b="1" spc="200" dirty="0">
                <a:solidFill>
                  <a:schemeClr val="bg1">
                    <a:lumMod val="75000"/>
                    <a:lumOff val="25000"/>
                  </a:schemeClr>
                </a:solidFill>
                <a:latin typeface="Atkinson Hyperlegible" pitchFamily="2" charset="0"/>
              </a:rPr>
              <a:t>   </a:t>
            </a:r>
            <a:r>
              <a:rPr lang="es-MX" sz="2400" b="1" spc="200" dirty="0" err="1">
                <a:solidFill>
                  <a:schemeClr val="bg1">
                    <a:lumMod val="75000"/>
                    <a:lumOff val="25000"/>
                  </a:schemeClr>
                </a:solidFill>
                <a:latin typeface="Atkinson Hyperlegible" pitchFamily="2" charset="0"/>
              </a:rPr>
              <a:t>Sardis</a:t>
            </a:r>
            <a:r>
              <a:rPr lang="es-MX" sz="2400" b="1" spc="200" dirty="0">
                <a:solidFill>
                  <a:schemeClr val="bg1">
                    <a:lumMod val="75000"/>
                    <a:lumOff val="25000"/>
                  </a:schemeClr>
                </a:solidFill>
                <a:latin typeface="Atkinson Hyperlegible" pitchFamily="2" charset="0"/>
              </a:rPr>
              <a:t>   Filadelfia   </a:t>
            </a:r>
            <a:r>
              <a:rPr lang="es-MX" sz="2400" b="1" spc="200" dirty="0" err="1">
                <a:solidFill>
                  <a:schemeClr val="bg1">
                    <a:lumMod val="75000"/>
                    <a:lumOff val="25000"/>
                  </a:schemeClr>
                </a:solidFill>
                <a:latin typeface="Atkinson Hyperlegible" pitchFamily="2" charset="0"/>
              </a:rPr>
              <a:t>Laodicea</a:t>
            </a:r>
            <a:endParaRPr lang="es-MX" sz="2400" b="1" spc="200" dirty="0">
              <a:solidFill>
                <a:schemeClr val="bg1">
                  <a:lumMod val="75000"/>
                  <a:lumOff val="25000"/>
                </a:schemeClr>
              </a:solidFill>
              <a:latin typeface="Atkinson Hyperlegible" pitchFamily="2" charset="0"/>
            </a:endParaRPr>
          </a:p>
        </p:txBody>
      </p:sp>
      <p:sp>
        <p:nvSpPr>
          <p:cNvPr id="4" name="Rectangle 3">
            <a:extLst>
              <a:ext uri="{FF2B5EF4-FFF2-40B4-BE49-F238E27FC236}">
                <a16:creationId xmlns:a16="http://schemas.microsoft.com/office/drawing/2014/main" id="{404C0C95-F838-189C-C909-69F325E5E84C}"/>
              </a:ext>
            </a:extLst>
          </p:cNvPr>
          <p:cNvSpPr/>
          <p:nvPr/>
        </p:nvSpPr>
        <p:spPr>
          <a:xfrm>
            <a:off x="322729" y="2330824"/>
            <a:ext cx="1314877" cy="2312894"/>
          </a:xfrm>
          <a:prstGeom prst="rect">
            <a:avLst/>
          </a:prstGeom>
          <a:solidFill>
            <a:srgbClr val="FFFFFF">
              <a:alpha val="69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Rectangle 1">
            <a:extLst>
              <a:ext uri="{FF2B5EF4-FFF2-40B4-BE49-F238E27FC236}">
                <a16:creationId xmlns:a16="http://schemas.microsoft.com/office/drawing/2014/main" id="{B7520B30-31DA-55F2-F8B7-46843319E517}"/>
              </a:ext>
            </a:extLst>
          </p:cNvPr>
          <p:cNvSpPr/>
          <p:nvPr/>
        </p:nvSpPr>
        <p:spPr>
          <a:xfrm>
            <a:off x="10081631" y="2026154"/>
            <a:ext cx="1712271" cy="2312894"/>
          </a:xfrm>
          <a:prstGeom prst="rect">
            <a:avLst/>
          </a:prstGeom>
          <a:solidFill>
            <a:srgbClr val="FFFFFF">
              <a:alpha val="69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Rectangle 5">
            <a:extLst>
              <a:ext uri="{FF2B5EF4-FFF2-40B4-BE49-F238E27FC236}">
                <a16:creationId xmlns:a16="http://schemas.microsoft.com/office/drawing/2014/main" id="{14796592-FECD-867B-0BBC-6EBC2206FF4C}"/>
              </a:ext>
            </a:extLst>
          </p:cNvPr>
          <p:cNvSpPr/>
          <p:nvPr/>
        </p:nvSpPr>
        <p:spPr>
          <a:xfrm>
            <a:off x="3377432" y="2588610"/>
            <a:ext cx="4574262" cy="2312894"/>
          </a:xfrm>
          <a:prstGeom prst="rect">
            <a:avLst/>
          </a:prstGeom>
          <a:solidFill>
            <a:srgbClr val="FFFFFF">
              <a:alpha val="69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3995289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heart with a snowflake&#10;&#10;Description automatically generated">
            <a:extLst>
              <a:ext uri="{FF2B5EF4-FFF2-40B4-BE49-F238E27FC236}">
                <a16:creationId xmlns:a16="http://schemas.microsoft.com/office/drawing/2014/main" id="{CA698DB0-867D-2DCB-024C-5601778EFA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8098" y="2627290"/>
            <a:ext cx="1003264" cy="1003264"/>
          </a:xfrm>
          <a:prstGeom prst="rect">
            <a:avLst/>
          </a:prstGeom>
        </p:spPr>
      </p:pic>
      <p:pic>
        <p:nvPicPr>
          <p:cNvPr id="5" name="Picture 4" descr="A black symbol of a snake&#10;&#10;Description automatically generated">
            <a:extLst>
              <a:ext uri="{FF2B5EF4-FFF2-40B4-BE49-F238E27FC236}">
                <a16:creationId xmlns:a16="http://schemas.microsoft.com/office/drawing/2014/main" id="{0B03D247-20D5-288C-6E1F-760CE5E22F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26015" y="2505284"/>
            <a:ext cx="1247276" cy="1247276"/>
          </a:xfrm>
          <a:prstGeom prst="rect">
            <a:avLst/>
          </a:prstGeom>
        </p:spPr>
      </p:pic>
      <p:pic>
        <p:nvPicPr>
          <p:cNvPr id="7" name="Picture 6" descr="A black background with a black square&#10;&#10;Description automatically generated with medium confidence">
            <a:extLst>
              <a:ext uri="{FF2B5EF4-FFF2-40B4-BE49-F238E27FC236}">
                <a16:creationId xmlns:a16="http://schemas.microsoft.com/office/drawing/2014/main" id="{29A92688-BB77-38EA-CFA8-34637EF93977}"/>
              </a:ext>
            </a:extLst>
          </p:cNvPr>
          <p:cNvPicPr>
            <a:picLocks noChangeAspect="1"/>
          </p:cNvPicPr>
          <p:nvPr/>
        </p:nvPicPr>
        <p:blipFill rotWithShape="1">
          <a:blip r:embed="rId4">
            <a:extLst>
              <a:ext uri="{28A0092B-C50C-407E-A947-70E740481C1C}">
                <a14:useLocalDpi xmlns:a14="http://schemas.microsoft.com/office/drawing/2010/main" val="0"/>
              </a:ext>
            </a:extLst>
          </a:blip>
          <a:srcRect b="13537"/>
          <a:stretch/>
        </p:blipFill>
        <p:spPr>
          <a:xfrm>
            <a:off x="10103720" y="2412084"/>
            <a:ext cx="1448256" cy="1252212"/>
          </a:xfrm>
          <a:prstGeom prst="rect">
            <a:avLst/>
          </a:prstGeom>
        </p:spPr>
      </p:pic>
      <p:pic>
        <p:nvPicPr>
          <p:cNvPr id="9" name="Picture 8" descr="A black background with a black square&#10;&#10;Description automatically generated with medium confidence">
            <a:extLst>
              <a:ext uri="{FF2B5EF4-FFF2-40B4-BE49-F238E27FC236}">
                <a16:creationId xmlns:a16="http://schemas.microsoft.com/office/drawing/2014/main" id="{2C05C248-16DB-D305-E70A-968F3605A90D}"/>
              </a:ext>
            </a:extLst>
          </p:cNvPr>
          <p:cNvPicPr>
            <a:picLocks noChangeAspect="1"/>
          </p:cNvPicPr>
          <p:nvPr/>
        </p:nvPicPr>
        <p:blipFill rotWithShape="1">
          <a:blip r:embed="rId5">
            <a:extLst>
              <a:ext uri="{28A0092B-C50C-407E-A947-70E740481C1C}">
                <a14:useLocalDpi xmlns:a14="http://schemas.microsoft.com/office/drawing/2010/main" val="0"/>
              </a:ext>
            </a:extLst>
          </a:blip>
          <a:srcRect b="14734"/>
          <a:stretch/>
        </p:blipFill>
        <p:spPr>
          <a:xfrm>
            <a:off x="8325415" y="2588610"/>
            <a:ext cx="1261572" cy="1075686"/>
          </a:xfrm>
          <a:prstGeom prst="rect">
            <a:avLst/>
          </a:prstGeom>
        </p:spPr>
      </p:pic>
      <p:pic>
        <p:nvPicPr>
          <p:cNvPr id="11" name="Picture 10" descr="A black background with a black square&#10;&#10;Description automatically generated with medium confidence">
            <a:extLst>
              <a:ext uri="{FF2B5EF4-FFF2-40B4-BE49-F238E27FC236}">
                <a16:creationId xmlns:a16="http://schemas.microsoft.com/office/drawing/2014/main" id="{2C376D56-2572-216A-5D19-8DBFB99BE181}"/>
              </a:ext>
            </a:extLst>
          </p:cNvPr>
          <p:cNvPicPr>
            <a:picLocks noChangeAspect="1"/>
          </p:cNvPicPr>
          <p:nvPr/>
        </p:nvPicPr>
        <p:blipFill rotWithShape="1">
          <a:blip r:embed="rId6">
            <a:extLst>
              <a:ext uri="{28A0092B-C50C-407E-A947-70E740481C1C}">
                <a14:useLocalDpi xmlns:a14="http://schemas.microsoft.com/office/drawing/2010/main" val="0"/>
              </a:ext>
            </a:extLst>
          </a:blip>
          <a:srcRect b="17103"/>
          <a:stretch/>
        </p:blipFill>
        <p:spPr>
          <a:xfrm>
            <a:off x="5171637" y="2596599"/>
            <a:ext cx="1278342" cy="1059708"/>
          </a:xfrm>
          <a:prstGeom prst="rect">
            <a:avLst/>
          </a:prstGeom>
        </p:spPr>
      </p:pic>
      <p:pic>
        <p:nvPicPr>
          <p:cNvPr id="13" name="Picture 12" descr="A black background with a black square&#10;&#10;Description automatically generated with medium confidence">
            <a:extLst>
              <a:ext uri="{FF2B5EF4-FFF2-40B4-BE49-F238E27FC236}">
                <a16:creationId xmlns:a16="http://schemas.microsoft.com/office/drawing/2014/main" id="{781916B0-42A5-1110-54E8-B829971706BF}"/>
              </a:ext>
            </a:extLst>
          </p:cNvPr>
          <p:cNvPicPr>
            <a:picLocks noChangeAspect="1"/>
          </p:cNvPicPr>
          <p:nvPr/>
        </p:nvPicPr>
        <p:blipFill rotWithShape="1">
          <a:blip r:embed="rId7">
            <a:extLst>
              <a:ext uri="{28A0092B-C50C-407E-A947-70E740481C1C}">
                <a14:useLocalDpi xmlns:a14="http://schemas.microsoft.com/office/drawing/2010/main" val="0"/>
              </a:ext>
            </a:extLst>
          </a:blip>
          <a:srcRect l="6590" r="6590" b="15240"/>
          <a:stretch/>
        </p:blipFill>
        <p:spPr>
          <a:xfrm>
            <a:off x="2035952" y="2715552"/>
            <a:ext cx="846836" cy="826740"/>
          </a:xfrm>
          <a:prstGeom prst="rect">
            <a:avLst/>
          </a:prstGeom>
        </p:spPr>
      </p:pic>
      <p:pic>
        <p:nvPicPr>
          <p:cNvPr id="15" name="Picture 14" descr="A black background with a black square&#10;&#10;Description automatically generated with medium confidence">
            <a:extLst>
              <a:ext uri="{FF2B5EF4-FFF2-40B4-BE49-F238E27FC236}">
                <a16:creationId xmlns:a16="http://schemas.microsoft.com/office/drawing/2014/main" id="{0AEE153D-EDE3-D378-341F-C84894B59DCB}"/>
              </a:ext>
            </a:extLst>
          </p:cNvPr>
          <p:cNvPicPr>
            <a:picLocks noChangeAspect="1"/>
          </p:cNvPicPr>
          <p:nvPr/>
        </p:nvPicPr>
        <p:blipFill rotWithShape="1">
          <a:blip r:embed="rId8">
            <a:extLst>
              <a:ext uri="{28A0092B-C50C-407E-A947-70E740481C1C}">
                <a14:useLocalDpi xmlns:a14="http://schemas.microsoft.com/office/drawing/2010/main" val="0"/>
              </a:ext>
            </a:extLst>
          </a:blip>
          <a:srcRect b="17103"/>
          <a:stretch/>
        </p:blipFill>
        <p:spPr>
          <a:xfrm>
            <a:off x="6730754" y="2710614"/>
            <a:ext cx="1003266" cy="831678"/>
          </a:xfrm>
          <a:prstGeom prst="rect">
            <a:avLst/>
          </a:prstGeom>
        </p:spPr>
      </p:pic>
      <p:sp>
        <p:nvSpPr>
          <p:cNvPr id="17" name="TextBox 16">
            <a:extLst>
              <a:ext uri="{FF2B5EF4-FFF2-40B4-BE49-F238E27FC236}">
                <a16:creationId xmlns:a16="http://schemas.microsoft.com/office/drawing/2014/main" id="{38D63825-ADEE-B658-26DD-D522C2C0DD8B}"/>
              </a:ext>
            </a:extLst>
          </p:cNvPr>
          <p:cNvSpPr txBox="1"/>
          <p:nvPr/>
        </p:nvSpPr>
        <p:spPr>
          <a:xfrm>
            <a:off x="256176" y="3878565"/>
            <a:ext cx="11679648" cy="461665"/>
          </a:xfrm>
          <a:prstGeom prst="rect">
            <a:avLst/>
          </a:prstGeom>
          <a:noFill/>
        </p:spPr>
        <p:txBody>
          <a:bodyPr wrap="square" rtlCol="0">
            <a:spAutoFit/>
          </a:bodyPr>
          <a:lstStyle/>
          <a:p>
            <a:pPr algn="ctr"/>
            <a:r>
              <a:rPr lang="es-MX" sz="2400" b="1" spc="200" dirty="0">
                <a:solidFill>
                  <a:schemeClr val="bg1">
                    <a:lumMod val="75000"/>
                    <a:lumOff val="25000"/>
                  </a:schemeClr>
                </a:solidFill>
                <a:latin typeface="Atkinson Hyperlegible" pitchFamily="2" charset="0"/>
              </a:rPr>
              <a:t>Éfeso   Esmirna   Pérgamo   </a:t>
            </a:r>
            <a:r>
              <a:rPr lang="es-MX" sz="2400" b="1" spc="200" dirty="0" err="1">
                <a:solidFill>
                  <a:schemeClr val="bg1">
                    <a:lumMod val="75000"/>
                    <a:lumOff val="25000"/>
                  </a:schemeClr>
                </a:solidFill>
                <a:latin typeface="Atkinson Hyperlegible" pitchFamily="2" charset="0"/>
              </a:rPr>
              <a:t>Tiatira</a:t>
            </a:r>
            <a:r>
              <a:rPr lang="es-MX" sz="2400" b="1" spc="200" dirty="0">
                <a:solidFill>
                  <a:schemeClr val="bg1">
                    <a:lumMod val="75000"/>
                    <a:lumOff val="25000"/>
                  </a:schemeClr>
                </a:solidFill>
                <a:latin typeface="Atkinson Hyperlegible" pitchFamily="2" charset="0"/>
              </a:rPr>
              <a:t>   </a:t>
            </a:r>
            <a:r>
              <a:rPr lang="es-MX" sz="2400" b="1" spc="200" dirty="0" err="1">
                <a:solidFill>
                  <a:schemeClr val="bg1">
                    <a:lumMod val="75000"/>
                    <a:lumOff val="25000"/>
                  </a:schemeClr>
                </a:solidFill>
                <a:latin typeface="Atkinson Hyperlegible" pitchFamily="2" charset="0"/>
              </a:rPr>
              <a:t>Sardis</a:t>
            </a:r>
            <a:r>
              <a:rPr lang="es-MX" sz="2400" b="1" spc="200" dirty="0">
                <a:solidFill>
                  <a:schemeClr val="bg1">
                    <a:lumMod val="75000"/>
                    <a:lumOff val="25000"/>
                  </a:schemeClr>
                </a:solidFill>
                <a:latin typeface="Atkinson Hyperlegible" pitchFamily="2" charset="0"/>
              </a:rPr>
              <a:t>   Filadelfia   </a:t>
            </a:r>
            <a:r>
              <a:rPr lang="es-MX" sz="2400" b="1" spc="200" dirty="0" err="1">
                <a:solidFill>
                  <a:schemeClr val="bg1">
                    <a:lumMod val="75000"/>
                    <a:lumOff val="25000"/>
                  </a:schemeClr>
                </a:solidFill>
                <a:latin typeface="Atkinson Hyperlegible" pitchFamily="2" charset="0"/>
              </a:rPr>
              <a:t>Laodicea</a:t>
            </a:r>
            <a:endParaRPr lang="es-MX" sz="2400" b="1" spc="200" dirty="0">
              <a:solidFill>
                <a:schemeClr val="bg1">
                  <a:lumMod val="75000"/>
                  <a:lumOff val="25000"/>
                </a:schemeClr>
              </a:solidFill>
              <a:latin typeface="Atkinson Hyperlegible" pitchFamily="2" charset="0"/>
            </a:endParaRPr>
          </a:p>
        </p:txBody>
      </p:sp>
      <p:sp>
        <p:nvSpPr>
          <p:cNvPr id="4" name="Rectangle 3">
            <a:extLst>
              <a:ext uri="{FF2B5EF4-FFF2-40B4-BE49-F238E27FC236}">
                <a16:creationId xmlns:a16="http://schemas.microsoft.com/office/drawing/2014/main" id="{404C0C95-F838-189C-C909-69F325E5E84C}"/>
              </a:ext>
            </a:extLst>
          </p:cNvPr>
          <p:cNvSpPr/>
          <p:nvPr/>
        </p:nvSpPr>
        <p:spPr>
          <a:xfrm>
            <a:off x="322729" y="2330824"/>
            <a:ext cx="2804940" cy="2312894"/>
          </a:xfrm>
          <a:prstGeom prst="rect">
            <a:avLst/>
          </a:prstGeom>
          <a:solidFill>
            <a:srgbClr val="FFFFFF">
              <a:alpha val="69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Rectangle 1">
            <a:extLst>
              <a:ext uri="{FF2B5EF4-FFF2-40B4-BE49-F238E27FC236}">
                <a16:creationId xmlns:a16="http://schemas.microsoft.com/office/drawing/2014/main" id="{B7520B30-31DA-55F2-F8B7-46843319E517}"/>
              </a:ext>
            </a:extLst>
          </p:cNvPr>
          <p:cNvSpPr/>
          <p:nvPr/>
        </p:nvSpPr>
        <p:spPr>
          <a:xfrm>
            <a:off x="8086165" y="2026154"/>
            <a:ext cx="3707737" cy="2312894"/>
          </a:xfrm>
          <a:prstGeom prst="rect">
            <a:avLst/>
          </a:prstGeom>
          <a:solidFill>
            <a:srgbClr val="FFFFFF">
              <a:alpha val="690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34307098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heart with a snowflake&#10;&#10;Description automatically generated">
            <a:extLst>
              <a:ext uri="{FF2B5EF4-FFF2-40B4-BE49-F238E27FC236}">
                <a16:creationId xmlns:a16="http://schemas.microsoft.com/office/drawing/2014/main" id="{CA698DB0-867D-2DCB-024C-5601778EFA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8098" y="2627290"/>
            <a:ext cx="1003264" cy="1003264"/>
          </a:xfrm>
          <a:prstGeom prst="rect">
            <a:avLst/>
          </a:prstGeom>
        </p:spPr>
      </p:pic>
      <p:pic>
        <p:nvPicPr>
          <p:cNvPr id="5" name="Picture 4" descr="A black symbol of a snake&#10;&#10;Description automatically generated">
            <a:extLst>
              <a:ext uri="{FF2B5EF4-FFF2-40B4-BE49-F238E27FC236}">
                <a16:creationId xmlns:a16="http://schemas.microsoft.com/office/drawing/2014/main" id="{0B03D247-20D5-288C-6E1F-760CE5E22F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26015" y="2505284"/>
            <a:ext cx="1247276" cy="1247276"/>
          </a:xfrm>
          <a:prstGeom prst="rect">
            <a:avLst/>
          </a:prstGeom>
        </p:spPr>
      </p:pic>
      <p:pic>
        <p:nvPicPr>
          <p:cNvPr id="7" name="Picture 6" descr="A black background with a black square&#10;&#10;Description automatically generated with medium confidence">
            <a:extLst>
              <a:ext uri="{FF2B5EF4-FFF2-40B4-BE49-F238E27FC236}">
                <a16:creationId xmlns:a16="http://schemas.microsoft.com/office/drawing/2014/main" id="{29A92688-BB77-38EA-CFA8-34637EF93977}"/>
              </a:ext>
            </a:extLst>
          </p:cNvPr>
          <p:cNvPicPr>
            <a:picLocks noChangeAspect="1"/>
          </p:cNvPicPr>
          <p:nvPr/>
        </p:nvPicPr>
        <p:blipFill rotWithShape="1">
          <a:blip r:embed="rId4">
            <a:extLst>
              <a:ext uri="{28A0092B-C50C-407E-A947-70E740481C1C}">
                <a14:useLocalDpi xmlns:a14="http://schemas.microsoft.com/office/drawing/2010/main" val="0"/>
              </a:ext>
            </a:extLst>
          </a:blip>
          <a:srcRect b="13537"/>
          <a:stretch/>
        </p:blipFill>
        <p:spPr>
          <a:xfrm>
            <a:off x="10103720" y="2412084"/>
            <a:ext cx="1448256" cy="1252212"/>
          </a:xfrm>
          <a:prstGeom prst="rect">
            <a:avLst/>
          </a:prstGeom>
        </p:spPr>
      </p:pic>
      <p:pic>
        <p:nvPicPr>
          <p:cNvPr id="9" name="Picture 8" descr="A black background with a black square&#10;&#10;Description automatically generated with medium confidence">
            <a:extLst>
              <a:ext uri="{FF2B5EF4-FFF2-40B4-BE49-F238E27FC236}">
                <a16:creationId xmlns:a16="http://schemas.microsoft.com/office/drawing/2014/main" id="{2C05C248-16DB-D305-E70A-968F3605A90D}"/>
              </a:ext>
            </a:extLst>
          </p:cNvPr>
          <p:cNvPicPr>
            <a:picLocks noChangeAspect="1"/>
          </p:cNvPicPr>
          <p:nvPr/>
        </p:nvPicPr>
        <p:blipFill rotWithShape="1">
          <a:blip r:embed="rId5">
            <a:extLst>
              <a:ext uri="{28A0092B-C50C-407E-A947-70E740481C1C}">
                <a14:useLocalDpi xmlns:a14="http://schemas.microsoft.com/office/drawing/2010/main" val="0"/>
              </a:ext>
            </a:extLst>
          </a:blip>
          <a:srcRect b="14734"/>
          <a:stretch/>
        </p:blipFill>
        <p:spPr>
          <a:xfrm>
            <a:off x="8325415" y="2588610"/>
            <a:ext cx="1261572" cy="1075686"/>
          </a:xfrm>
          <a:prstGeom prst="rect">
            <a:avLst/>
          </a:prstGeom>
        </p:spPr>
      </p:pic>
      <p:pic>
        <p:nvPicPr>
          <p:cNvPr id="11" name="Picture 10" descr="A black background with a black square&#10;&#10;Description automatically generated with medium confidence">
            <a:extLst>
              <a:ext uri="{FF2B5EF4-FFF2-40B4-BE49-F238E27FC236}">
                <a16:creationId xmlns:a16="http://schemas.microsoft.com/office/drawing/2014/main" id="{2C376D56-2572-216A-5D19-8DBFB99BE181}"/>
              </a:ext>
            </a:extLst>
          </p:cNvPr>
          <p:cNvPicPr>
            <a:picLocks noChangeAspect="1"/>
          </p:cNvPicPr>
          <p:nvPr/>
        </p:nvPicPr>
        <p:blipFill rotWithShape="1">
          <a:blip r:embed="rId6">
            <a:extLst>
              <a:ext uri="{28A0092B-C50C-407E-A947-70E740481C1C}">
                <a14:useLocalDpi xmlns:a14="http://schemas.microsoft.com/office/drawing/2010/main" val="0"/>
              </a:ext>
            </a:extLst>
          </a:blip>
          <a:srcRect b="17103"/>
          <a:stretch/>
        </p:blipFill>
        <p:spPr>
          <a:xfrm>
            <a:off x="5171637" y="2596599"/>
            <a:ext cx="1278342" cy="1059708"/>
          </a:xfrm>
          <a:prstGeom prst="rect">
            <a:avLst/>
          </a:prstGeom>
        </p:spPr>
      </p:pic>
      <p:pic>
        <p:nvPicPr>
          <p:cNvPr id="13" name="Picture 12" descr="A black background with a black square&#10;&#10;Description automatically generated with medium confidence">
            <a:extLst>
              <a:ext uri="{FF2B5EF4-FFF2-40B4-BE49-F238E27FC236}">
                <a16:creationId xmlns:a16="http://schemas.microsoft.com/office/drawing/2014/main" id="{781916B0-42A5-1110-54E8-B829971706BF}"/>
              </a:ext>
            </a:extLst>
          </p:cNvPr>
          <p:cNvPicPr>
            <a:picLocks noChangeAspect="1"/>
          </p:cNvPicPr>
          <p:nvPr/>
        </p:nvPicPr>
        <p:blipFill rotWithShape="1">
          <a:blip r:embed="rId7">
            <a:extLst>
              <a:ext uri="{28A0092B-C50C-407E-A947-70E740481C1C}">
                <a14:useLocalDpi xmlns:a14="http://schemas.microsoft.com/office/drawing/2010/main" val="0"/>
              </a:ext>
            </a:extLst>
          </a:blip>
          <a:srcRect l="6590" r="6590" b="15240"/>
          <a:stretch/>
        </p:blipFill>
        <p:spPr>
          <a:xfrm>
            <a:off x="2035952" y="2715552"/>
            <a:ext cx="846836" cy="826740"/>
          </a:xfrm>
          <a:prstGeom prst="rect">
            <a:avLst/>
          </a:prstGeom>
        </p:spPr>
      </p:pic>
      <p:pic>
        <p:nvPicPr>
          <p:cNvPr id="15" name="Picture 14" descr="A black background with a black square&#10;&#10;Description automatically generated with medium confidence">
            <a:extLst>
              <a:ext uri="{FF2B5EF4-FFF2-40B4-BE49-F238E27FC236}">
                <a16:creationId xmlns:a16="http://schemas.microsoft.com/office/drawing/2014/main" id="{0AEE153D-EDE3-D378-341F-C84894B59DCB}"/>
              </a:ext>
            </a:extLst>
          </p:cNvPr>
          <p:cNvPicPr>
            <a:picLocks noChangeAspect="1"/>
          </p:cNvPicPr>
          <p:nvPr/>
        </p:nvPicPr>
        <p:blipFill rotWithShape="1">
          <a:blip r:embed="rId8">
            <a:extLst>
              <a:ext uri="{28A0092B-C50C-407E-A947-70E740481C1C}">
                <a14:useLocalDpi xmlns:a14="http://schemas.microsoft.com/office/drawing/2010/main" val="0"/>
              </a:ext>
            </a:extLst>
          </a:blip>
          <a:srcRect b="17103"/>
          <a:stretch/>
        </p:blipFill>
        <p:spPr>
          <a:xfrm>
            <a:off x="6730754" y="2710614"/>
            <a:ext cx="1003266" cy="831678"/>
          </a:xfrm>
          <a:prstGeom prst="rect">
            <a:avLst/>
          </a:prstGeom>
        </p:spPr>
      </p:pic>
      <p:sp>
        <p:nvSpPr>
          <p:cNvPr id="17" name="TextBox 16">
            <a:extLst>
              <a:ext uri="{FF2B5EF4-FFF2-40B4-BE49-F238E27FC236}">
                <a16:creationId xmlns:a16="http://schemas.microsoft.com/office/drawing/2014/main" id="{38D63825-ADEE-B658-26DD-D522C2C0DD8B}"/>
              </a:ext>
            </a:extLst>
          </p:cNvPr>
          <p:cNvSpPr txBox="1"/>
          <p:nvPr/>
        </p:nvSpPr>
        <p:spPr>
          <a:xfrm>
            <a:off x="256176" y="3878565"/>
            <a:ext cx="11679648" cy="461665"/>
          </a:xfrm>
          <a:prstGeom prst="rect">
            <a:avLst/>
          </a:prstGeom>
          <a:noFill/>
        </p:spPr>
        <p:txBody>
          <a:bodyPr wrap="square" rtlCol="0">
            <a:spAutoFit/>
          </a:bodyPr>
          <a:lstStyle/>
          <a:p>
            <a:pPr algn="ctr"/>
            <a:r>
              <a:rPr lang="es-MX" sz="2400" b="1" spc="200" dirty="0">
                <a:solidFill>
                  <a:schemeClr val="bg1">
                    <a:lumMod val="75000"/>
                    <a:lumOff val="25000"/>
                  </a:schemeClr>
                </a:solidFill>
                <a:latin typeface="Atkinson Hyperlegible" pitchFamily="2" charset="0"/>
              </a:rPr>
              <a:t>Éfeso   Esmirna   Pérgamo   </a:t>
            </a:r>
            <a:r>
              <a:rPr lang="es-MX" sz="2400" b="1" spc="200" dirty="0" err="1">
                <a:solidFill>
                  <a:schemeClr val="bg1">
                    <a:lumMod val="75000"/>
                    <a:lumOff val="25000"/>
                  </a:schemeClr>
                </a:solidFill>
                <a:latin typeface="Atkinson Hyperlegible" pitchFamily="2" charset="0"/>
              </a:rPr>
              <a:t>Tiatira</a:t>
            </a:r>
            <a:r>
              <a:rPr lang="es-MX" sz="2400" b="1" spc="200" dirty="0">
                <a:solidFill>
                  <a:schemeClr val="bg1">
                    <a:lumMod val="75000"/>
                    <a:lumOff val="25000"/>
                  </a:schemeClr>
                </a:solidFill>
                <a:latin typeface="Atkinson Hyperlegible" pitchFamily="2" charset="0"/>
              </a:rPr>
              <a:t>   </a:t>
            </a:r>
            <a:r>
              <a:rPr lang="es-MX" sz="2400" b="1" spc="200" dirty="0" err="1">
                <a:solidFill>
                  <a:schemeClr val="bg1">
                    <a:lumMod val="75000"/>
                    <a:lumOff val="25000"/>
                  </a:schemeClr>
                </a:solidFill>
                <a:latin typeface="Atkinson Hyperlegible" pitchFamily="2" charset="0"/>
              </a:rPr>
              <a:t>Sardis</a:t>
            </a:r>
            <a:r>
              <a:rPr lang="es-MX" sz="2400" b="1" spc="200" dirty="0">
                <a:solidFill>
                  <a:schemeClr val="bg1">
                    <a:lumMod val="75000"/>
                    <a:lumOff val="25000"/>
                  </a:schemeClr>
                </a:solidFill>
                <a:latin typeface="Atkinson Hyperlegible" pitchFamily="2" charset="0"/>
              </a:rPr>
              <a:t>   Filadelfia   </a:t>
            </a:r>
            <a:r>
              <a:rPr lang="es-MX" sz="2400" b="1" spc="200" dirty="0" err="1">
                <a:solidFill>
                  <a:schemeClr val="bg1">
                    <a:lumMod val="75000"/>
                    <a:lumOff val="25000"/>
                  </a:schemeClr>
                </a:solidFill>
                <a:latin typeface="Atkinson Hyperlegible" pitchFamily="2" charset="0"/>
              </a:rPr>
              <a:t>Laodicea</a:t>
            </a:r>
            <a:endParaRPr lang="es-MX" sz="2400" b="1" spc="200" dirty="0">
              <a:solidFill>
                <a:schemeClr val="bg1">
                  <a:lumMod val="75000"/>
                  <a:lumOff val="25000"/>
                </a:schemeClr>
              </a:solidFill>
              <a:latin typeface="Atkinson Hyperlegible" pitchFamily="2" charset="0"/>
            </a:endParaRPr>
          </a:p>
        </p:txBody>
      </p:sp>
    </p:spTree>
    <p:extLst>
      <p:ext uri="{BB962C8B-B14F-4D97-AF65-F5344CB8AC3E}">
        <p14:creationId xmlns:p14="http://schemas.microsoft.com/office/powerpoint/2010/main" val="4212743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C8737-E0AB-3173-5B12-997883A142F9}"/>
              </a:ext>
            </a:extLst>
          </p:cNvPr>
          <p:cNvSpPr>
            <a:spLocks noGrp="1"/>
          </p:cNvSpPr>
          <p:nvPr>
            <p:ph type="title"/>
          </p:nvPr>
        </p:nvSpPr>
        <p:spPr>
          <a:xfrm>
            <a:off x="1640264" y="149971"/>
            <a:ext cx="9713535" cy="1325563"/>
          </a:xfrm>
        </p:spPr>
        <p:txBody>
          <a:bodyPr>
            <a:normAutofit/>
          </a:bodyPr>
          <a:lstStyle/>
          <a:p>
            <a:r>
              <a:rPr lang="es-MX" sz="4800" b="0" dirty="0">
                <a:latin typeface="Oswald" pitchFamily="2" charset="0"/>
              </a:rPr>
              <a:t>3 Principios sobre la realidad de la iglesia</a:t>
            </a:r>
          </a:p>
        </p:txBody>
      </p:sp>
      <p:sp>
        <p:nvSpPr>
          <p:cNvPr id="3" name="Text Placeholder 2">
            <a:extLst>
              <a:ext uri="{FF2B5EF4-FFF2-40B4-BE49-F238E27FC236}">
                <a16:creationId xmlns:a16="http://schemas.microsoft.com/office/drawing/2014/main" id="{327EDC76-3BEB-FCFA-278C-B106143CA2F0}"/>
              </a:ext>
            </a:extLst>
          </p:cNvPr>
          <p:cNvSpPr>
            <a:spLocks noGrp="1"/>
          </p:cNvSpPr>
          <p:nvPr>
            <p:ph type="body" sz="quarter" idx="10"/>
          </p:nvPr>
        </p:nvSpPr>
        <p:spPr>
          <a:xfrm>
            <a:off x="1640264" y="1532965"/>
            <a:ext cx="9713536" cy="4959909"/>
          </a:xfrm>
        </p:spPr>
        <p:txBody>
          <a:bodyPr>
            <a:normAutofit fontScale="77500" lnSpcReduction="20000"/>
          </a:bodyPr>
          <a:lstStyle/>
          <a:p>
            <a:pPr marL="742950" indent="-742950" algn="ctr">
              <a:buFont typeface="+mj-lt"/>
              <a:buAutoNum type="arabicPeriod"/>
            </a:pPr>
            <a:r>
              <a:rPr lang="es-MX" dirty="0"/>
              <a:t>Seguiremos luchando contra el diablo, las tentaciones del mundo y nuestros propios deseos hasta que Cristo regrese o hasta nuestra muerte.</a:t>
            </a:r>
          </a:p>
          <a:p>
            <a:pPr marL="742950" indent="-742950">
              <a:buFont typeface="+mj-lt"/>
              <a:buAutoNum type="arabicPeriod"/>
            </a:pPr>
            <a:r>
              <a:rPr lang="es-MX" dirty="0"/>
              <a:t>Tu pecado no solo te afecta a ti, también daña a la iglesia del Señor. </a:t>
            </a:r>
          </a:p>
          <a:p>
            <a:pPr marL="742950" indent="-742950">
              <a:buFont typeface="+mj-lt"/>
              <a:buAutoNum type="arabicPeriod"/>
            </a:pPr>
            <a:endParaRPr lang="es-MX" dirty="0"/>
          </a:p>
        </p:txBody>
      </p:sp>
    </p:spTree>
    <p:extLst>
      <p:ext uri="{BB962C8B-B14F-4D97-AF65-F5344CB8AC3E}">
        <p14:creationId xmlns:p14="http://schemas.microsoft.com/office/powerpoint/2010/main" val="1786013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CE90-C08C-8582-13B1-367A9398F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14DA0-BE75-5888-FE06-2837D81A98C5}"/>
              </a:ext>
            </a:extLst>
          </p:cNvPr>
          <p:cNvSpPr>
            <a:spLocks noGrp="1"/>
          </p:cNvSpPr>
          <p:nvPr>
            <p:ph type="title"/>
          </p:nvPr>
        </p:nvSpPr>
        <p:spPr>
          <a:xfrm>
            <a:off x="1549400" y="397668"/>
            <a:ext cx="9798050" cy="5317332"/>
          </a:xfrm>
        </p:spPr>
        <p:txBody>
          <a:bodyPr>
            <a:noAutofit/>
          </a:bodyPr>
          <a:lstStyle/>
          <a:p>
            <a:r>
              <a:rPr lang="es-MX" sz="4000" dirty="0"/>
              <a:t>Pero al que haga pecar a uno de estos pequeñitos que creen en Mí, mejor le sería que le colgaran al cuello una piedra de molino de las que mueve un asno, y que se ahogara en lo profundo del mar</a:t>
            </a:r>
          </a:p>
        </p:txBody>
      </p:sp>
      <p:sp>
        <p:nvSpPr>
          <p:cNvPr id="3" name="Text Placeholder 2">
            <a:extLst>
              <a:ext uri="{FF2B5EF4-FFF2-40B4-BE49-F238E27FC236}">
                <a16:creationId xmlns:a16="http://schemas.microsoft.com/office/drawing/2014/main" id="{7C68BD49-EB98-945B-E1DB-FD4A8FC66606}"/>
              </a:ext>
            </a:extLst>
          </p:cNvPr>
          <p:cNvSpPr>
            <a:spLocks noGrp="1"/>
          </p:cNvSpPr>
          <p:nvPr>
            <p:ph type="body" idx="1"/>
          </p:nvPr>
        </p:nvSpPr>
        <p:spPr/>
        <p:txBody>
          <a:bodyPr/>
          <a:lstStyle/>
          <a:p>
            <a:r>
              <a:rPr lang="es-MX" sz="2400" dirty="0"/>
              <a:t>Mateo 18:6</a:t>
            </a:r>
            <a:endParaRPr lang="es-MX" dirty="0"/>
          </a:p>
        </p:txBody>
      </p:sp>
    </p:spTree>
    <p:extLst>
      <p:ext uri="{BB962C8B-B14F-4D97-AF65-F5344CB8AC3E}">
        <p14:creationId xmlns:p14="http://schemas.microsoft.com/office/powerpoint/2010/main" val="35653706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C8737-E0AB-3173-5B12-997883A142F9}"/>
              </a:ext>
            </a:extLst>
          </p:cNvPr>
          <p:cNvSpPr>
            <a:spLocks noGrp="1"/>
          </p:cNvSpPr>
          <p:nvPr>
            <p:ph type="title"/>
          </p:nvPr>
        </p:nvSpPr>
        <p:spPr>
          <a:xfrm>
            <a:off x="1640264" y="149971"/>
            <a:ext cx="9713535" cy="1325563"/>
          </a:xfrm>
        </p:spPr>
        <p:txBody>
          <a:bodyPr>
            <a:normAutofit/>
          </a:bodyPr>
          <a:lstStyle/>
          <a:p>
            <a:r>
              <a:rPr lang="es-MX" sz="4800" b="0" dirty="0">
                <a:latin typeface="Oswald" pitchFamily="2" charset="0"/>
              </a:rPr>
              <a:t>3 Principios sobre la realidad de la iglesia</a:t>
            </a:r>
          </a:p>
        </p:txBody>
      </p:sp>
      <p:sp>
        <p:nvSpPr>
          <p:cNvPr id="3" name="Text Placeholder 2">
            <a:extLst>
              <a:ext uri="{FF2B5EF4-FFF2-40B4-BE49-F238E27FC236}">
                <a16:creationId xmlns:a16="http://schemas.microsoft.com/office/drawing/2014/main" id="{327EDC76-3BEB-FCFA-278C-B106143CA2F0}"/>
              </a:ext>
            </a:extLst>
          </p:cNvPr>
          <p:cNvSpPr>
            <a:spLocks noGrp="1"/>
          </p:cNvSpPr>
          <p:nvPr>
            <p:ph type="body" sz="quarter" idx="10"/>
          </p:nvPr>
        </p:nvSpPr>
        <p:spPr>
          <a:xfrm>
            <a:off x="1640264" y="1532965"/>
            <a:ext cx="9713536" cy="4959909"/>
          </a:xfrm>
        </p:spPr>
        <p:txBody>
          <a:bodyPr>
            <a:normAutofit fontScale="70000" lnSpcReduction="20000"/>
          </a:bodyPr>
          <a:lstStyle/>
          <a:p>
            <a:pPr marL="742950" indent="-742950">
              <a:buFont typeface="+mj-lt"/>
              <a:buAutoNum type="arabicPeriod"/>
            </a:pPr>
            <a:r>
              <a:rPr lang="es-MX" dirty="0"/>
              <a:t>Seguiremos luchando contra el diablo, las tentaciones del mundo y nuestros propios deseos hasta que Cristo regrese o hasta nuestra muerte.</a:t>
            </a:r>
          </a:p>
          <a:p>
            <a:pPr marL="742950" indent="-742950">
              <a:buFont typeface="+mj-lt"/>
              <a:buAutoNum type="arabicPeriod"/>
            </a:pPr>
            <a:r>
              <a:rPr lang="es-MX" dirty="0"/>
              <a:t>Tu pecado no solo te afecta a ti, también daña a la iglesia del Señor. </a:t>
            </a:r>
          </a:p>
          <a:p>
            <a:pPr marL="742950" indent="-742950">
              <a:buFont typeface="+mj-lt"/>
              <a:buAutoNum type="arabicPeriod"/>
            </a:pPr>
            <a:r>
              <a:rPr lang="es-MX" dirty="0"/>
              <a:t>Cristo nos llama constantemente al arrepentimiento y a la perseverancia.</a:t>
            </a:r>
          </a:p>
        </p:txBody>
      </p:sp>
    </p:spTree>
    <p:extLst>
      <p:ext uri="{BB962C8B-B14F-4D97-AF65-F5344CB8AC3E}">
        <p14:creationId xmlns:p14="http://schemas.microsoft.com/office/powerpoint/2010/main" val="14357316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C719AF-65EA-EBBA-BA4F-38E211C9A7D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9812" y="427302"/>
            <a:ext cx="4522940" cy="4522940"/>
          </a:xfrm>
          <a:prstGeom prst="rect">
            <a:avLst/>
          </a:prstGeom>
        </p:spPr>
      </p:pic>
      <p:sp>
        <p:nvSpPr>
          <p:cNvPr id="6" name="TextBox 5">
            <a:extLst>
              <a:ext uri="{FF2B5EF4-FFF2-40B4-BE49-F238E27FC236}">
                <a16:creationId xmlns:a16="http://schemas.microsoft.com/office/drawing/2014/main" id="{38D63825-ADEE-B658-26DD-D522C2C0DD8B}"/>
              </a:ext>
            </a:extLst>
          </p:cNvPr>
          <p:cNvSpPr txBox="1"/>
          <p:nvPr/>
        </p:nvSpPr>
        <p:spPr>
          <a:xfrm>
            <a:off x="4268342" y="1462283"/>
            <a:ext cx="9069898" cy="1569660"/>
          </a:xfrm>
          <a:prstGeom prst="rect">
            <a:avLst/>
          </a:prstGeom>
          <a:noFill/>
        </p:spPr>
        <p:txBody>
          <a:bodyPr wrap="square" rtlCol="0">
            <a:spAutoFit/>
          </a:bodyPr>
          <a:lstStyle/>
          <a:p>
            <a:r>
              <a:rPr lang="es-MX" sz="9600" b="1" cap="all" dirty="0">
                <a:solidFill>
                  <a:schemeClr val="bg1">
                    <a:lumMod val="75000"/>
                    <a:lumOff val="25000"/>
                  </a:schemeClr>
                </a:solidFill>
                <a:latin typeface="Montserrat" panose="00000500000000000000" pitchFamily="2" charset="0"/>
              </a:rPr>
              <a:t>El trono</a:t>
            </a:r>
          </a:p>
        </p:txBody>
      </p:sp>
      <p:sp>
        <p:nvSpPr>
          <p:cNvPr id="7" name="Rectángulo 1">
            <a:extLst>
              <a:ext uri="{FF2B5EF4-FFF2-40B4-BE49-F238E27FC236}">
                <a16:creationId xmlns:a16="http://schemas.microsoft.com/office/drawing/2014/main" id="{CA4F695F-5937-72B8-A646-52445A2C3105}"/>
              </a:ext>
            </a:extLst>
          </p:cNvPr>
          <p:cNvSpPr/>
          <p:nvPr/>
        </p:nvSpPr>
        <p:spPr>
          <a:xfrm>
            <a:off x="3806372" y="1595204"/>
            <a:ext cx="7758069" cy="2215991"/>
          </a:xfrm>
          <a:prstGeom prst="rect">
            <a:avLst/>
          </a:prstGeom>
          <a:noFill/>
          <a:effectLst/>
        </p:spPr>
        <p:txBody>
          <a:bodyPr wrap="square" lIns="91440" tIns="45720" rIns="91440" bIns="45720">
            <a:spAutoFit/>
          </a:bodyPr>
          <a:lstStyle/>
          <a:p>
            <a:endParaRPr lang="es-ES" sz="13800" cap="all" dirty="0">
              <a:ln w="12700" cmpd="sng">
                <a:noFill/>
                <a:prstDash val="solid"/>
              </a:ln>
              <a:solidFill>
                <a:schemeClr val="bg1">
                  <a:lumMod val="75000"/>
                  <a:lumOff val="25000"/>
                </a:schemeClr>
              </a:solidFill>
              <a:effectLst>
                <a:outerShdw blurRad="50800" dist="38100" dir="2700000" algn="tl" rotWithShape="0">
                  <a:prstClr val="black">
                    <a:alpha val="40000"/>
                  </a:prstClr>
                </a:outerShdw>
              </a:effectLst>
              <a:latin typeface="EB Garamond" pitchFamily="2" charset="0"/>
              <a:ea typeface="EB Garamond" pitchFamily="2" charset="0"/>
              <a:cs typeface="EB Garamond" pitchFamily="2" charset="0"/>
            </a:endParaRPr>
          </a:p>
        </p:txBody>
      </p:sp>
      <p:sp>
        <p:nvSpPr>
          <p:cNvPr id="9" name="TextBox 8">
            <a:extLst>
              <a:ext uri="{FF2B5EF4-FFF2-40B4-BE49-F238E27FC236}">
                <a16:creationId xmlns:a16="http://schemas.microsoft.com/office/drawing/2014/main" id="{D4E21D2C-0BC2-C6D1-6994-B8FECE1D9356}"/>
              </a:ext>
            </a:extLst>
          </p:cNvPr>
          <p:cNvSpPr txBox="1"/>
          <p:nvPr/>
        </p:nvSpPr>
        <p:spPr>
          <a:xfrm>
            <a:off x="4359055" y="3138897"/>
            <a:ext cx="6437084" cy="1054135"/>
          </a:xfrm>
          <a:prstGeom prst="rect">
            <a:avLst/>
          </a:prstGeom>
          <a:noFill/>
        </p:spPr>
        <p:txBody>
          <a:bodyPr wrap="square">
            <a:spAutoFit/>
          </a:bodyPr>
          <a:lstStyle/>
          <a:p>
            <a:r>
              <a:rPr lang="es-ES" sz="6250" i="1" dirty="0">
                <a:ln w="12700" cmpd="sng">
                  <a:noFill/>
                  <a:prstDash val="solid"/>
                </a:ln>
                <a:solidFill>
                  <a:schemeClr val="bg1">
                    <a:lumMod val="75000"/>
                    <a:lumOff val="25000"/>
                  </a:schemeClr>
                </a:solidFill>
                <a:latin typeface="EB Garamond" pitchFamily="2" charset="0"/>
                <a:ea typeface="EB Garamond" pitchFamily="2" charset="0"/>
                <a:cs typeface="EB Garamond" pitchFamily="2" charset="0"/>
              </a:rPr>
              <a:t>El Cordero y los sellos</a:t>
            </a:r>
          </a:p>
        </p:txBody>
      </p:sp>
      <p:sp>
        <p:nvSpPr>
          <p:cNvPr id="10" name="TextBox 9">
            <a:extLst>
              <a:ext uri="{FF2B5EF4-FFF2-40B4-BE49-F238E27FC236}">
                <a16:creationId xmlns:a16="http://schemas.microsoft.com/office/drawing/2014/main" id="{53C7DBE5-5021-6E92-D2A1-DFF743F4A66E}"/>
              </a:ext>
            </a:extLst>
          </p:cNvPr>
          <p:cNvSpPr txBox="1"/>
          <p:nvPr/>
        </p:nvSpPr>
        <p:spPr>
          <a:xfrm>
            <a:off x="204850" y="4590178"/>
            <a:ext cx="11782300" cy="1448282"/>
          </a:xfrm>
          <a:prstGeom prst="rect">
            <a:avLst/>
          </a:prstGeom>
          <a:noFill/>
        </p:spPr>
        <p:txBody>
          <a:bodyPr wrap="square">
            <a:spAutoFit/>
          </a:bodyPr>
          <a:lstStyle/>
          <a:p>
            <a:pPr algn="ctr">
              <a:lnSpc>
                <a:spcPct val="125000"/>
              </a:lnSpc>
            </a:pPr>
            <a:r>
              <a:rPr lang="es-MX" sz="2400" dirty="0">
                <a:ln w="12700" cmpd="sng">
                  <a:noFill/>
                  <a:prstDash val="solid"/>
                </a:ln>
                <a:solidFill>
                  <a:schemeClr val="bg1">
                    <a:lumMod val="75000"/>
                    <a:lumOff val="25000"/>
                  </a:schemeClr>
                </a:solidFill>
                <a:latin typeface="Atkinson Hyperlegible" pitchFamily="2" charset="0"/>
                <a:ea typeface="EB Garamond" pitchFamily="2" charset="0"/>
                <a:cs typeface="EB Garamond" pitchFamily="2" charset="0"/>
              </a:rPr>
              <a:t>Dios y el Cordero son glorificados porque Cristo ha probado su soberanía sobre toda la creación. Todo está bajo su dominio; Él tiene el derecho de juzgar a las naciones, redimir a su pueblo y sostenerlo en la tribulación y la muerte.</a:t>
            </a:r>
            <a:endParaRPr lang="es-ES" sz="2400" dirty="0">
              <a:ln w="12700" cmpd="sng">
                <a:noFill/>
                <a:prstDash val="solid"/>
              </a:ln>
              <a:solidFill>
                <a:schemeClr val="bg1">
                  <a:lumMod val="75000"/>
                  <a:lumOff val="25000"/>
                </a:schemeClr>
              </a:solidFill>
              <a:latin typeface="Atkinson Hyperlegible" pitchFamily="2" charset="0"/>
              <a:ea typeface="EB Garamond" pitchFamily="2" charset="0"/>
              <a:cs typeface="EB Garamond" pitchFamily="2" charset="0"/>
            </a:endParaRPr>
          </a:p>
        </p:txBody>
      </p:sp>
    </p:spTree>
    <p:extLst>
      <p:ext uri="{BB962C8B-B14F-4D97-AF65-F5344CB8AC3E}">
        <p14:creationId xmlns:p14="http://schemas.microsoft.com/office/powerpoint/2010/main" val="42582649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08076-5D69-7E8E-18D5-536187914F89}"/>
              </a:ext>
            </a:extLst>
          </p:cNvPr>
          <p:cNvSpPr>
            <a:spLocks noGrp="1"/>
          </p:cNvSpPr>
          <p:nvPr>
            <p:ph type="title"/>
          </p:nvPr>
        </p:nvSpPr>
        <p:spPr>
          <a:xfrm>
            <a:off x="2685142" y="397701"/>
            <a:ext cx="8668657" cy="748347"/>
          </a:xfrm>
        </p:spPr>
        <p:txBody>
          <a:bodyPr/>
          <a:lstStyle/>
          <a:p>
            <a:r>
              <a:rPr lang="es-MX" dirty="0">
                <a:latin typeface="Montserrat ExtraBold" panose="00000900000000000000" pitchFamily="2" charset="0"/>
              </a:rPr>
              <a:t>Resumen:</a:t>
            </a:r>
          </a:p>
        </p:txBody>
      </p:sp>
      <p:sp>
        <p:nvSpPr>
          <p:cNvPr id="3" name="Text Placeholder 2">
            <a:extLst>
              <a:ext uri="{FF2B5EF4-FFF2-40B4-BE49-F238E27FC236}">
                <a16:creationId xmlns:a16="http://schemas.microsoft.com/office/drawing/2014/main" id="{F83FCBC4-22A5-47A6-4825-B2DAAEE92F0C}"/>
              </a:ext>
            </a:extLst>
          </p:cNvPr>
          <p:cNvSpPr>
            <a:spLocks noGrp="1"/>
          </p:cNvSpPr>
          <p:nvPr>
            <p:ph type="body" sz="quarter" idx="10"/>
          </p:nvPr>
        </p:nvSpPr>
        <p:spPr>
          <a:xfrm>
            <a:off x="1715679" y="1536569"/>
            <a:ext cx="10040892" cy="4762631"/>
          </a:xfrm>
        </p:spPr>
        <p:txBody>
          <a:bodyPr>
            <a:normAutofit/>
          </a:bodyPr>
          <a:lstStyle/>
          <a:p>
            <a:pPr marL="742950" indent="-742950">
              <a:lnSpc>
                <a:spcPct val="130000"/>
              </a:lnSpc>
              <a:spcAft>
                <a:spcPts val="3600"/>
              </a:spcAft>
              <a:buFont typeface="+mj-lt"/>
              <a:buAutoNum type="arabicPeriod"/>
            </a:pPr>
            <a:r>
              <a:rPr lang="es-MX" sz="4000" dirty="0">
                <a:latin typeface="Montserrat SemiBold" panose="00000700000000000000" pitchFamily="2" charset="0"/>
              </a:rPr>
              <a:t>El trono celestial (4:1 – 8a)</a:t>
            </a:r>
          </a:p>
          <a:p>
            <a:pPr marL="742950" indent="-742950">
              <a:lnSpc>
                <a:spcPct val="130000"/>
              </a:lnSpc>
              <a:spcAft>
                <a:spcPts val="3600"/>
              </a:spcAft>
              <a:buFont typeface="+mj-lt"/>
              <a:buAutoNum type="arabicPeriod"/>
            </a:pPr>
            <a:r>
              <a:rPr lang="es-MX" sz="4000" dirty="0">
                <a:latin typeface="Montserrat SemiBold" panose="00000700000000000000" pitchFamily="2" charset="0"/>
              </a:rPr>
              <a:t>La adoración celestial (8b – 11)</a:t>
            </a:r>
          </a:p>
          <a:p>
            <a:pPr marL="742950" indent="-742950">
              <a:lnSpc>
                <a:spcPct val="130000"/>
              </a:lnSpc>
              <a:spcAft>
                <a:spcPts val="3600"/>
              </a:spcAft>
              <a:buFont typeface="+mj-lt"/>
              <a:buAutoNum type="arabicPeriod"/>
            </a:pPr>
            <a:r>
              <a:rPr lang="es-MX" sz="4000" dirty="0">
                <a:latin typeface="Montserrat SemiBold" panose="00000700000000000000" pitchFamily="2" charset="0"/>
              </a:rPr>
              <a:t>El rollo y el cordero (5:1 – 14)</a:t>
            </a:r>
          </a:p>
        </p:txBody>
      </p:sp>
    </p:spTree>
    <p:extLst>
      <p:ext uri="{BB962C8B-B14F-4D97-AF65-F5344CB8AC3E}">
        <p14:creationId xmlns:p14="http://schemas.microsoft.com/office/powerpoint/2010/main" val="24597074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A85515-295E-DD5D-53E5-37E10D935596}"/>
              </a:ext>
            </a:extLst>
          </p:cNvPr>
          <p:cNvSpPr>
            <a:spLocks noGrp="1"/>
          </p:cNvSpPr>
          <p:nvPr>
            <p:ph type="title"/>
          </p:nvPr>
        </p:nvSpPr>
        <p:spPr/>
        <p:txBody>
          <a:bodyPr>
            <a:normAutofit/>
          </a:bodyPr>
          <a:lstStyle/>
          <a:p>
            <a:r>
              <a:rPr lang="es-MX" sz="6600" dirty="0"/>
              <a:t>Para vencer en lo terrenal necesitamos la perspectiva celestial</a:t>
            </a:r>
          </a:p>
        </p:txBody>
      </p:sp>
    </p:spTree>
    <p:extLst>
      <p:ext uri="{BB962C8B-B14F-4D97-AF65-F5344CB8AC3E}">
        <p14:creationId xmlns:p14="http://schemas.microsoft.com/office/powerpoint/2010/main" val="5346212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0FA49EF-07F2-9084-9E7E-2AAA998D2EDB}"/>
              </a:ext>
            </a:extLst>
          </p:cNvPr>
          <p:cNvCxnSpPr>
            <a:cxnSpLocks/>
          </p:cNvCxnSpPr>
          <p:nvPr/>
        </p:nvCxnSpPr>
        <p:spPr>
          <a:xfrm>
            <a:off x="4410075" y="3933371"/>
            <a:ext cx="6678839" cy="0"/>
          </a:xfrm>
          <a:prstGeom prst="line">
            <a:avLst/>
          </a:prstGeom>
          <a:ln w="76200">
            <a:solidFill>
              <a:schemeClr val="bg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CCBBAF2-4F36-3918-D88E-A6FE7BA94BE1}"/>
              </a:ext>
            </a:extLst>
          </p:cNvPr>
          <p:cNvCxnSpPr>
            <a:cxnSpLocks/>
          </p:cNvCxnSpPr>
          <p:nvPr/>
        </p:nvCxnSpPr>
        <p:spPr>
          <a:xfrm>
            <a:off x="4410075" y="4085771"/>
            <a:ext cx="6816725" cy="0"/>
          </a:xfrm>
          <a:prstGeom prst="line">
            <a:avLst/>
          </a:prstGeom>
          <a:ln w="19050">
            <a:solidFill>
              <a:schemeClr val="bg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DEC719AF-65EA-EBBA-BA4F-38E211C9A7D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46317" y="1088573"/>
            <a:ext cx="3868058" cy="3868058"/>
          </a:xfrm>
          <a:prstGeom prst="rect">
            <a:avLst/>
          </a:prstGeom>
        </p:spPr>
      </p:pic>
      <p:sp>
        <p:nvSpPr>
          <p:cNvPr id="6" name="TextBox 5">
            <a:extLst>
              <a:ext uri="{FF2B5EF4-FFF2-40B4-BE49-F238E27FC236}">
                <a16:creationId xmlns:a16="http://schemas.microsoft.com/office/drawing/2014/main" id="{38D63825-ADEE-B658-26DD-D522C2C0DD8B}"/>
              </a:ext>
            </a:extLst>
          </p:cNvPr>
          <p:cNvSpPr txBox="1"/>
          <p:nvPr/>
        </p:nvSpPr>
        <p:spPr>
          <a:xfrm>
            <a:off x="4181257" y="1462283"/>
            <a:ext cx="7401144" cy="1569660"/>
          </a:xfrm>
          <a:prstGeom prst="rect">
            <a:avLst/>
          </a:prstGeom>
          <a:noFill/>
        </p:spPr>
        <p:txBody>
          <a:bodyPr wrap="square" rtlCol="0">
            <a:spAutoFit/>
          </a:bodyPr>
          <a:lstStyle/>
          <a:p>
            <a:pPr algn="ctr"/>
            <a:r>
              <a:rPr lang="es-MX" sz="9600" b="1" cap="all" dirty="0">
                <a:solidFill>
                  <a:schemeClr val="bg1">
                    <a:lumMod val="75000"/>
                    <a:lumOff val="25000"/>
                  </a:schemeClr>
                </a:solidFill>
                <a:latin typeface="Montserrat" panose="00000500000000000000" pitchFamily="2" charset="0"/>
              </a:rPr>
              <a:t>El trono</a:t>
            </a:r>
          </a:p>
        </p:txBody>
      </p:sp>
      <p:sp>
        <p:nvSpPr>
          <p:cNvPr id="7" name="Rectángulo 1">
            <a:extLst>
              <a:ext uri="{FF2B5EF4-FFF2-40B4-BE49-F238E27FC236}">
                <a16:creationId xmlns:a16="http://schemas.microsoft.com/office/drawing/2014/main" id="{CA4F695F-5937-72B8-A646-52445A2C3105}"/>
              </a:ext>
            </a:extLst>
          </p:cNvPr>
          <p:cNvSpPr/>
          <p:nvPr/>
        </p:nvSpPr>
        <p:spPr>
          <a:xfrm>
            <a:off x="3806372" y="1595204"/>
            <a:ext cx="7758069" cy="2215991"/>
          </a:xfrm>
          <a:prstGeom prst="rect">
            <a:avLst/>
          </a:prstGeom>
          <a:noFill/>
          <a:effectLst/>
        </p:spPr>
        <p:txBody>
          <a:bodyPr wrap="square" lIns="91440" tIns="45720" rIns="91440" bIns="45720">
            <a:spAutoFit/>
          </a:bodyPr>
          <a:lstStyle/>
          <a:p>
            <a:endParaRPr lang="es-ES" sz="13800" cap="all" dirty="0">
              <a:ln w="12700" cmpd="sng">
                <a:noFill/>
                <a:prstDash val="solid"/>
              </a:ln>
              <a:solidFill>
                <a:schemeClr val="bg1">
                  <a:lumMod val="75000"/>
                  <a:lumOff val="25000"/>
                </a:schemeClr>
              </a:solidFill>
              <a:effectLst>
                <a:outerShdw blurRad="50800" dist="38100" dir="2700000" algn="tl" rotWithShape="0">
                  <a:prstClr val="black">
                    <a:alpha val="40000"/>
                  </a:prstClr>
                </a:outerShdw>
              </a:effectLst>
              <a:latin typeface="EB Garamond" pitchFamily="2" charset="0"/>
              <a:ea typeface="EB Garamond" pitchFamily="2" charset="0"/>
              <a:cs typeface="EB Garamond" pitchFamily="2" charset="0"/>
            </a:endParaRPr>
          </a:p>
        </p:txBody>
      </p:sp>
      <p:sp>
        <p:nvSpPr>
          <p:cNvPr id="9" name="TextBox 8">
            <a:extLst>
              <a:ext uri="{FF2B5EF4-FFF2-40B4-BE49-F238E27FC236}">
                <a16:creationId xmlns:a16="http://schemas.microsoft.com/office/drawing/2014/main" id="{D4E21D2C-0BC2-C6D1-6994-B8FECE1D9356}"/>
              </a:ext>
            </a:extLst>
          </p:cNvPr>
          <p:cNvSpPr txBox="1"/>
          <p:nvPr/>
        </p:nvSpPr>
        <p:spPr>
          <a:xfrm>
            <a:off x="5819775" y="3135836"/>
            <a:ext cx="4124108" cy="1446550"/>
          </a:xfrm>
          <a:prstGeom prst="rect">
            <a:avLst/>
          </a:prstGeom>
          <a:solidFill>
            <a:schemeClr val="tx1"/>
          </a:solidFill>
        </p:spPr>
        <p:txBody>
          <a:bodyPr wrap="square">
            <a:spAutoFit/>
          </a:bodyPr>
          <a:lstStyle/>
          <a:p>
            <a:pPr algn="ctr"/>
            <a:r>
              <a:rPr lang="es-ES" sz="8800" i="1" dirty="0">
                <a:ln w="12700" cmpd="sng">
                  <a:noFill/>
                  <a:prstDash val="solid"/>
                </a:ln>
                <a:solidFill>
                  <a:schemeClr val="bg1">
                    <a:lumMod val="75000"/>
                    <a:lumOff val="25000"/>
                  </a:schemeClr>
                </a:solidFill>
                <a:latin typeface="EB Garamond" pitchFamily="2" charset="0"/>
                <a:ea typeface="EB Garamond" pitchFamily="2" charset="0"/>
                <a:cs typeface="EB Garamond" pitchFamily="2" charset="0"/>
              </a:rPr>
              <a:t>celestial</a:t>
            </a:r>
          </a:p>
        </p:txBody>
      </p:sp>
    </p:spTree>
    <p:extLst>
      <p:ext uri="{BB962C8B-B14F-4D97-AF65-F5344CB8AC3E}">
        <p14:creationId xmlns:p14="http://schemas.microsoft.com/office/powerpoint/2010/main" val="29014558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CE90-C08C-8582-13B1-367A9398F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14DA0-BE75-5888-FE06-2837D81A98C5}"/>
              </a:ext>
            </a:extLst>
          </p:cNvPr>
          <p:cNvSpPr>
            <a:spLocks noGrp="1"/>
          </p:cNvSpPr>
          <p:nvPr>
            <p:ph type="title"/>
          </p:nvPr>
        </p:nvSpPr>
        <p:spPr>
          <a:xfrm>
            <a:off x="1549400" y="354126"/>
            <a:ext cx="9798050" cy="5317332"/>
          </a:xfrm>
        </p:spPr>
        <p:txBody>
          <a:bodyPr>
            <a:noAutofit/>
          </a:bodyPr>
          <a:lstStyle/>
          <a:p>
            <a:r>
              <a:rPr lang="es-MX" sz="3600" u="none" strike="noStrike" baseline="30000" dirty="0">
                <a:effectLst/>
              </a:rPr>
              <a:t>1</a:t>
            </a:r>
            <a:r>
              <a:rPr lang="es-MX" sz="3600" dirty="0"/>
              <a:t>Después de esto miré, y vi una puerta abierta en el cielo. Y la primera voz que yo había oído, como sonido de trompeta que hablaba conmigo, decía: «Sube acá y te mostraré las cosas que deben suceder después de estas».</a:t>
            </a:r>
            <a:endParaRPr lang="es-MX" sz="8800" dirty="0"/>
          </a:p>
        </p:txBody>
      </p:sp>
      <p:sp>
        <p:nvSpPr>
          <p:cNvPr id="3" name="Text Placeholder 2">
            <a:extLst>
              <a:ext uri="{FF2B5EF4-FFF2-40B4-BE49-F238E27FC236}">
                <a16:creationId xmlns:a16="http://schemas.microsoft.com/office/drawing/2014/main" id="{7C68BD49-EB98-945B-E1DB-FD4A8FC66606}"/>
              </a:ext>
            </a:extLst>
          </p:cNvPr>
          <p:cNvSpPr>
            <a:spLocks noGrp="1"/>
          </p:cNvSpPr>
          <p:nvPr>
            <p:ph type="body" idx="1"/>
          </p:nvPr>
        </p:nvSpPr>
        <p:spPr/>
        <p:txBody>
          <a:bodyPr/>
          <a:lstStyle/>
          <a:p>
            <a:r>
              <a:rPr lang="es-MX" sz="2400" dirty="0"/>
              <a:t>APOCALIPSIS 4:1-8A</a:t>
            </a:r>
            <a:endParaRPr lang="es-MX" dirty="0"/>
          </a:p>
        </p:txBody>
      </p:sp>
    </p:spTree>
    <p:extLst>
      <p:ext uri="{BB962C8B-B14F-4D97-AF65-F5344CB8AC3E}">
        <p14:creationId xmlns:p14="http://schemas.microsoft.com/office/powerpoint/2010/main" val="39465333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19AB3-DC77-7A61-DFC4-04ED3B0DF271}"/>
              </a:ext>
            </a:extLst>
          </p:cNvPr>
          <p:cNvSpPr>
            <a:spLocks noGrp="1"/>
          </p:cNvSpPr>
          <p:nvPr>
            <p:ph type="title"/>
          </p:nvPr>
        </p:nvSpPr>
        <p:spPr/>
        <p:txBody>
          <a:bodyPr>
            <a:normAutofit/>
          </a:bodyPr>
          <a:lstStyle/>
          <a:p>
            <a:r>
              <a:rPr lang="es-MX" dirty="0"/>
              <a:t>Entonces el Señor llamó a Moisés a la cumbre del monte, y Moisés subió.</a:t>
            </a:r>
          </a:p>
        </p:txBody>
      </p:sp>
      <p:sp>
        <p:nvSpPr>
          <p:cNvPr id="3" name="Text Placeholder 2">
            <a:extLst>
              <a:ext uri="{FF2B5EF4-FFF2-40B4-BE49-F238E27FC236}">
                <a16:creationId xmlns:a16="http://schemas.microsoft.com/office/drawing/2014/main" id="{4408AE14-38BD-2FC2-F559-6388CA7FFE33}"/>
              </a:ext>
            </a:extLst>
          </p:cNvPr>
          <p:cNvSpPr>
            <a:spLocks noGrp="1"/>
          </p:cNvSpPr>
          <p:nvPr>
            <p:ph type="body" idx="1"/>
          </p:nvPr>
        </p:nvSpPr>
        <p:spPr/>
        <p:txBody>
          <a:bodyPr/>
          <a:lstStyle/>
          <a:p>
            <a:r>
              <a:rPr lang="es-MX" dirty="0" err="1"/>
              <a:t>Exodo</a:t>
            </a:r>
            <a:r>
              <a:rPr lang="es-MX" dirty="0"/>
              <a:t> 19:20</a:t>
            </a:r>
          </a:p>
        </p:txBody>
      </p:sp>
    </p:spTree>
    <p:extLst>
      <p:ext uri="{BB962C8B-B14F-4D97-AF65-F5344CB8AC3E}">
        <p14:creationId xmlns:p14="http://schemas.microsoft.com/office/powerpoint/2010/main" val="30419857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CE90-C08C-8582-13B1-367A9398F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14DA0-BE75-5888-FE06-2837D81A98C5}"/>
              </a:ext>
            </a:extLst>
          </p:cNvPr>
          <p:cNvSpPr>
            <a:spLocks noGrp="1"/>
          </p:cNvSpPr>
          <p:nvPr>
            <p:ph type="title"/>
          </p:nvPr>
        </p:nvSpPr>
        <p:spPr>
          <a:xfrm>
            <a:off x="1549400" y="397668"/>
            <a:ext cx="9798050" cy="5317332"/>
          </a:xfrm>
        </p:spPr>
        <p:txBody>
          <a:bodyPr>
            <a:noAutofit/>
          </a:bodyPr>
          <a:lstStyle/>
          <a:p>
            <a:r>
              <a:rPr lang="es-MX" sz="4800" u="none" strike="noStrike" baseline="30000" dirty="0">
                <a:effectLst/>
              </a:rPr>
              <a:t>2</a:t>
            </a:r>
            <a:r>
              <a:rPr lang="es-MX" sz="4800" dirty="0"/>
              <a:t>Al instante estaba yo en el Espíritu, y vi un trono colocado en el cielo, y a Uno sentado en el trono. </a:t>
            </a:r>
          </a:p>
        </p:txBody>
      </p:sp>
      <p:sp>
        <p:nvSpPr>
          <p:cNvPr id="3" name="Text Placeholder 2">
            <a:extLst>
              <a:ext uri="{FF2B5EF4-FFF2-40B4-BE49-F238E27FC236}">
                <a16:creationId xmlns:a16="http://schemas.microsoft.com/office/drawing/2014/main" id="{7C68BD49-EB98-945B-E1DB-FD4A8FC66606}"/>
              </a:ext>
            </a:extLst>
          </p:cNvPr>
          <p:cNvSpPr>
            <a:spLocks noGrp="1"/>
          </p:cNvSpPr>
          <p:nvPr>
            <p:ph type="body" idx="1"/>
          </p:nvPr>
        </p:nvSpPr>
        <p:spPr/>
        <p:txBody>
          <a:bodyPr/>
          <a:lstStyle/>
          <a:p>
            <a:r>
              <a:rPr lang="es-MX" sz="2400" dirty="0"/>
              <a:t>APOCALIPSIS 4:1-8A</a:t>
            </a:r>
            <a:endParaRPr lang="es-MX" dirty="0"/>
          </a:p>
        </p:txBody>
      </p:sp>
    </p:spTree>
    <p:extLst>
      <p:ext uri="{BB962C8B-B14F-4D97-AF65-F5344CB8AC3E}">
        <p14:creationId xmlns:p14="http://schemas.microsoft.com/office/powerpoint/2010/main" val="10001148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CE90-C08C-8582-13B1-367A9398F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14DA0-BE75-5888-FE06-2837D81A98C5}"/>
              </a:ext>
            </a:extLst>
          </p:cNvPr>
          <p:cNvSpPr>
            <a:spLocks noGrp="1"/>
          </p:cNvSpPr>
          <p:nvPr>
            <p:ph type="title"/>
          </p:nvPr>
        </p:nvSpPr>
        <p:spPr>
          <a:xfrm>
            <a:off x="1549400" y="397668"/>
            <a:ext cx="9798050" cy="5317332"/>
          </a:xfrm>
        </p:spPr>
        <p:txBody>
          <a:bodyPr>
            <a:noAutofit/>
          </a:bodyPr>
          <a:lstStyle/>
          <a:p>
            <a:r>
              <a:rPr lang="es-MX" sz="4000" u="none" strike="noStrike" baseline="30000" dirty="0">
                <a:effectLst/>
              </a:rPr>
              <a:t>3</a:t>
            </a:r>
            <a:r>
              <a:rPr lang="es-MX" sz="4000" dirty="0"/>
              <a:t>El que estaba sentado era de aspecto semejante a una piedra de jaspe y sardio, y alrededor del trono había un arco iris, de aspecto semejante a la esmeralda. </a:t>
            </a:r>
          </a:p>
        </p:txBody>
      </p:sp>
      <p:sp>
        <p:nvSpPr>
          <p:cNvPr id="3" name="Text Placeholder 2">
            <a:extLst>
              <a:ext uri="{FF2B5EF4-FFF2-40B4-BE49-F238E27FC236}">
                <a16:creationId xmlns:a16="http://schemas.microsoft.com/office/drawing/2014/main" id="{7C68BD49-EB98-945B-E1DB-FD4A8FC66606}"/>
              </a:ext>
            </a:extLst>
          </p:cNvPr>
          <p:cNvSpPr>
            <a:spLocks noGrp="1"/>
          </p:cNvSpPr>
          <p:nvPr>
            <p:ph type="body" idx="1"/>
          </p:nvPr>
        </p:nvSpPr>
        <p:spPr/>
        <p:txBody>
          <a:bodyPr/>
          <a:lstStyle/>
          <a:p>
            <a:r>
              <a:rPr lang="es-MX" sz="2400" dirty="0"/>
              <a:t>APOCALIPSIS 4:1-8A</a:t>
            </a:r>
            <a:endParaRPr lang="es-MX" dirty="0"/>
          </a:p>
        </p:txBody>
      </p:sp>
    </p:spTree>
    <p:extLst>
      <p:ext uri="{BB962C8B-B14F-4D97-AF65-F5344CB8AC3E}">
        <p14:creationId xmlns:p14="http://schemas.microsoft.com/office/powerpoint/2010/main" val="32620905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2C37B-322F-C03A-1EC7-A12747C8766C}"/>
              </a:ext>
            </a:extLst>
          </p:cNvPr>
          <p:cNvSpPr>
            <a:spLocks noGrp="1"/>
          </p:cNvSpPr>
          <p:nvPr>
            <p:ph type="title"/>
          </p:nvPr>
        </p:nvSpPr>
        <p:spPr/>
        <p:txBody>
          <a:bodyPr/>
          <a:lstStyle/>
          <a:p>
            <a:r>
              <a:rPr lang="es-MX" dirty="0"/>
              <a:t>Cubriéndote de luz como con un manto,  Extendiendo los cielos como una cortina.</a:t>
            </a:r>
          </a:p>
        </p:txBody>
      </p:sp>
      <p:sp>
        <p:nvSpPr>
          <p:cNvPr id="3" name="Text Placeholder 2">
            <a:extLst>
              <a:ext uri="{FF2B5EF4-FFF2-40B4-BE49-F238E27FC236}">
                <a16:creationId xmlns:a16="http://schemas.microsoft.com/office/drawing/2014/main" id="{0C830458-31CC-46B4-2493-C75C66BE0730}"/>
              </a:ext>
            </a:extLst>
          </p:cNvPr>
          <p:cNvSpPr>
            <a:spLocks noGrp="1"/>
          </p:cNvSpPr>
          <p:nvPr>
            <p:ph type="body" idx="1"/>
          </p:nvPr>
        </p:nvSpPr>
        <p:spPr/>
        <p:txBody>
          <a:bodyPr/>
          <a:lstStyle/>
          <a:p>
            <a:r>
              <a:rPr lang="es-MX" dirty="0"/>
              <a:t>Salmo 104.2</a:t>
            </a:r>
          </a:p>
        </p:txBody>
      </p:sp>
    </p:spTree>
    <p:extLst>
      <p:ext uri="{BB962C8B-B14F-4D97-AF65-F5344CB8AC3E}">
        <p14:creationId xmlns:p14="http://schemas.microsoft.com/office/powerpoint/2010/main" val="31668386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D002D-8027-7B43-56EC-BB4FFD530D54}"/>
              </a:ext>
            </a:extLst>
          </p:cNvPr>
          <p:cNvSpPr>
            <a:spLocks noGrp="1"/>
          </p:cNvSpPr>
          <p:nvPr>
            <p:ph type="title"/>
          </p:nvPr>
        </p:nvSpPr>
        <p:spPr/>
        <p:txBody>
          <a:bodyPr>
            <a:noAutofit/>
          </a:bodyPr>
          <a:lstStyle/>
          <a:p>
            <a:r>
              <a:rPr lang="es-MX" sz="3600" dirty="0"/>
              <a:t>Como el aspecto del arco iris que aparece en las nubes en un día lluvioso, así era el aspecto del resplandor en derredor. Tal era el aspecto de la semejanza de la gloria del SEÑOR. Cuando lo vi, caí rostro en tierra y oí una voz que hablaba</a:t>
            </a:r>
          </a:p>
        </p:txBody>
      </p:sp>
      <p:sp>
        <p:nvSpPr>
          <p:cNvPr id="3" name="Text Placeholder 2">
            <a:extLst>
              <a:ext uri="{FF2B5EF4-FFF2-40B4-BE49-F238E27FC236}">
                <a16:creationId xmlns:a16="http://schemas.microsoft.com/office/drawing/2014/main" id="{22B9A071-FDB7-64AB-8F03-42DD8F532D0B}"/>
              </a:ext>
            </a:extLst>
          </p:cNvPr>
          <p:cNvSpPr>
            <a:spLocks noGrp="1"/>
          </p:cNvSpPr>
          <p:nvPr>
            <p:ph type="body" idx="1"/>
          </p:nvPr>
        </p:nvSpPr>
        <p:spPr/>
        <p:txBody>
          <a:bodyPr/>
          <a:lstStyle/>
          <a:p>
            <a:r>
              <a:rPr lang="es-MX" dirty="0"/>
              <a:t>Ezequiel 1.28</a:t>
            </a:r>
          </a:p>
        </p:txBody>
      </p:sp>
    </p:spTree>
    <p:extLst>
      <p:ext uri="{BB962C8B-B14F-4D97-AF65-F5344CB8AC3E}">
        <p14:creationId xmlns:p14="http://schemas.microsoft.com/office/powerpoint/2010/main" val="16211229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CE90-C08C-8582-13B1-367A9398F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14DA0-BE75-5888-FE06-2837D81A98C5}"/>
              </a:ext>
            </a:extLst>
          </p:cNvPr>
          <p:cNvSpPr>
            <a:spLocks noGrp="1"/>
          </p:cNvSpPr>
          <p:nvPr>
            <p:ph type="title"/>
          </p:nvPr>
        </p:nvSpPr>
        <p:spPr>
          <a:xfrm>
            <a:off x="1549400" y="397668"/>
            <a:ext cx="9798050" cy="5317332"/>
          </a:xfrm>
        </p:spPr>
        <p:txBody>
          <a:bodyPr>
            <a:noAutofit/>
          </a:bodyPr>
          <a:lstStyle/>
          <a:p>
            <a:r>
              <a:rPr lang="es-MX" sz="4000" u="none" strike="noStrike" baseline="30000" dirty="0">
                <a:effectLst/>
              </a:rPr>
              <a:t>4</a:t>
            </a:r>
            <a:r>
              <a:rPr lang="es-MX" sz="4000" dirty="0"/>
              <a:t>Y alrededor del trono había veinticuatro tronos. Y sentados en los tronos, veinticuatro ancianos vestidos de ropas blancas, con coronas de oro en la cabeza. </a:t>
            </a:r>
          </a:p>
        </p:txBody>
      </p:sp>
      <p:sp>
        <p:nvSpPr>
          <p:cNvPr id="3" name="Text Placeholder 2">
            <a:extLst>
              <a:ext uri="{FF2B5EF4-FFF2-40B4-BE49-F238E27FC236}">
                <a16:creationId xmlns:a16="http://schemas.microsoft.com/office/drawing/2014/main" id="{7C68BD49-EB98-945B-E1DB-FD4A8FC66606}"/>
              </a:ext>
            </a:extLst>
          </p:cNvPr>
          <p:cNvSpPr>
            <a:spLocks noGrp="1"/>
          </p:cNvSpPr>
          <p:nvPr>
            <p:ph type="body" idx="1"/>
          </p:nvPr>
        </p:nvSpPr>
        <p:spPr/>
        <p:txBody>
          <a:bodyPr/>
          <a:lstStyle/>
          <a:p>
            <a:r>
              <a:rPr lang="es-MX" sz="2400" dirty="0"/>
              <a:t>APOCALIPSIS 4:1-8A</a:t>
            </a:r>
            <a:endParaRPr lang="es-MX" dirty="0"/>
          </a:p>
        </p:txBody>
      </p:sp>
    </p:spTree>
    <p:extLst>
      <p:ext uri="{BB962C8B-B14F-4D97-AF65-F5344CB8AC3E}">
        <p14:creationId xmlns:p14="http://schemas.microsoft.com/office/powerpoint/2010/main" val="30254955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CE90-C08C-8582-13B1-367A9398F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14DA0-BE75-5888-FE06-2837D81A98C5}"/>
              </a:ext>
            </a:extLst>
          </p:cNvPr>
          <p:cNvSpPr>
            <a:spLocks noGrp="1"/>
          </p:cNvSpPr>
          <p:nvPr>
            <p:ph type="title"/>
          </p:nvPr>
        </p:nvSpPr>
        <p:spPr>
          <a:xfrm>
            <a:off x="1549400" y="397668"/>
            <a:ext cx="9798050" cy="5317332"/>
          </a:xfrm>
        </p:spPr>
        <p:txBody>
          <a:bodyPr>
            <a:noAutofit/>
          </a:bodyPr>
          <a:lstStyle/>
          <a:p>
            <a:r>
              <a:rPr lang="es-MX" sz="4000" u="none" strike="noStrike" baseline="30000" dirty="0">
                <a:effectLst/>
              </a:rPr>
              <a:t>5</a:t>
            </a:r>
            <a:r>
              <a:rPr lang="es-MX" sz="4000" dirty="0"/>
              <a:t>Del trono salían relámpagos, voces, y truenos. Delante del trono había siete lámparas de fuego ardiendo, que son los siete Espíritus de Dios. </a:t>
            </a:r>
          </a:p>
        </p:txBody>
      </p:sp>
      <p:sp>
        <p:nvSpPr>
          <p:cNvPr id="3" name="Text Placeholder 2">
            <a:extLst>
              <a:ext uri="{FF2B5EF4-FFF2-40B4-BE49-F238E27FC236}">
                <a16:creationId xmlns:a16="http://schemas.microsoft.com/office/drawing/2014/main" id="{7C68BD49-EB98-945B-E1DB-FD4A8FC66606}"/>
              </a:ext>
            </a:extLst>
          </p:cNvPr>
          <p:cNvSpPr>
            <a:spLocks noGrp="1"/>
          </p:cNvSpPr>
          <p:nvPr>
            <p:ph type="body" idx="1"/>
          </p:nvPr>
        </p:nvSpPr>
        <p:spPr/>
        <p:txBody>
          <a:bodyPr/>
          <a:lstStyle/>
          <a:p>
            <a:r>
              <a:rPr lang="es-MX" sz="2400" dirty="0"/>
              <a:t>APOCALIPSIS 4:1-8A</a:t>
            </a:r>
            <a:endParaRPr lang="es-MX" dirty="0"/>
          </a:p>
        </p:txBody>
      </p:sp>
    </p:spTree>
    <p:extLst>
      <p:ext uri="{BB962C8B-B14F-4D97-AF65-F5344CB8AC3E}">
        <p14:creationId xmlns:p14="http://schemas.microsoft.com/office/powerpoint/2010/main" val="17845247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CE90-C08C-8582-13B1-367A9398F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14DA0-BE75-5888-FE06-2837D81A98C5}"/>
              </a:ext>
            </a:extLst>
          </p:cNvPr>
          <p:cNvSpPr>
            <a:spLocks noGrp="1"/>
          </p:cNvSpPr>
          <p:nvPr>
            <p:ph type="title"/>
          </p:nvPr>
        </p:nvSpPr>
        <p:spPr>
          <a:xfrm>
            <a:off x="1549400" y="397668"/>
            <a:ext cx="9798050" cy="5317332"/>
          </a:xfrm>
        </p:spPr>
        <p:txBody>
          <a:bodyPr>
            <a:noAutofit/>
          </a:bodyPr>
          <a:lstStyle/>
          <a:p>
            <a:r>
              <a:rPr lang="es-MX" sz="4000" u="none" strike="noStrike" baseline="30000" dirty="0">
                <a:effectLst/>
              </a:rPr>
              <a:t>6</a:t>
            </a:r>
            <a:r>
              <a:rPr lang="es-MX" sz="4000" dirty="0"/>
              <a:t>Delante del trono había como un mar transparente semejante al cristal; y en medio del trono y alrededor del trono, cuatro seres vivientes llenos de ojos por delante y por detrás. </a:t>
            </a:r>
          </a:p>
        </p:txBody>
      </p:sp>
      <p:sp>
        <p:nvSpPr>
          <p:cNvPr id="3" name="Text Placeholder 2">
            <a:extLst>
              <a:ext uri="{FF2B5EF4-FFF2-40B4-BE49-F238E27FC236}">
                <a16:creationId xmlns:a16="http://schemas.microsoft.com/office/drawing/2014/main" id="{7C68BD49-EB98-945B-E1DB-FD4A8FC66606}"/>
              </a:ext>
            </a:extLst>
          </p:cNvPr>
          <p:cNvSpPr>
            <a:spLocks noGrp="1"/>
          </p:cNvSpPr>
          <p:nvPr>
            <p:ph type="body" idx="1"/>
          </p:nvPr>
        </p:nvSpPr>
        <p:spPr/>
        <p:txBody>
          <a:bodyPr/>
          <a:lstStyle/>
          <a:p>
            <a:r>
              <a:rPr lang="es-MX" sz="2400" dirty="0"/>
              <a:t>APOCALIPSIS 4:1-8A</a:t>
            </a:r>
            <a:endParaRPr lang="es-MX" dirty="0"/>
          </a:p>
        </p:txBody>
      </p:sp>
    </p:spTree>
    <p:extLst>
      <p:ext uri="{BB962C8B-B14F-4D97-AF65-F5344CB8AC3E}">
        <p14:creationId xmlns:p14="http://schemas.microsoft.com/office/powerpoint/2010/main" val="3560142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CE90-C08C-8582-13B1-367A9398F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14DA0-BE75-5888-FE06-2837D81A98C5}"/>
              </a:ext>
            </a:extLst>
          </p:cNvPr>
          <p:cNvSpPr>
            <a:spLocks noGrp="1"/>
          </p:cNvSpPr>
          <p:nvPr>
            <p:ph type="title"/>
          </p:nvPr>
        </p:nvSpPr>
        <p:spPr>
          <a:xfrm>
            <a:off x="1549400" y="397668"/>
            <a:ext cx="9798050" cy="5317332"/>
          </a:xfrm>
        </p:spPr>
        <p:txBody>
          <a:bodyPr>
            <a:noAutofit/>
          </a:bodyPr>
          <a:lstStyle/>
          <a:p>
            <a:r>
              <a:rPr lang="es-MX" sz="4000" u="none" strike="noStrike" baseline="30000" dirty="0">
                <a:effectLst/>
              </a:rPr>
              <a:t>7</a:t>
            </a:r>
            <a:r>
              <a:rPr lang="es-MX" sz="4000" dirty="0"/>
              <a:t>El primer ser viviente era semejante a un león; el segundo ser era semejante a un becerro; el tercer ser tenía el rostro como el de un hombre, y el cuarto ser era semejante a un águila volando. </a:t>
            </a:r>
          </a:p>
        </p:txBody>
      </p:sp>
      <p:sp>
        <p:nvSpPr>
          <p:cNvPr id="3" name="Text Placeholder 2">
            <a:extLst>
              <a:ext uri="{FF2B5EF4-FFF2-40B4-BE49-F238E27FC236}">
                <a16:creationId xmlns:a16="http://schemas.microsoft.com/office/drawing/2014/main" id="{7C68BD49-EB98-945B-E1DB-FD4A8FC66606}"/>
              </a:ext>
            </a:extLst>
          </p:cNvPr>
          <p:cNvSpPr>
            <a:spLocks noGrp="1"/>
          </p:cNvSpPr>
          <p:nvPr>
            <p:ph type="body" idx="1"/>
          </p:nvPr>
        </p:nvSpPr>
        <p:spPr/>
        <p:txBody>
          <a:bodyPr/>
          <a:lstStyle/>
          <a:p>
            <a:r>
              <a:rPr lang="es-MX" sz="2400" dirty="0"/>
              <a:t>APOCALIPSIS 4:1-8A</a:t>
            </a:r>
            <a:endParaRPr lang="es-MX" dirty="0"/>
          </a:p>
        </p:txBody>
      </p:sp>
    </p:spTree>
    <p:extLst>
      <p:ext uri="{BB962C8B-B14F-4D97-AF65-F5344CB8AC3E}">
        <p14:creationId xmlns:p14="http://schemas.microsoft.com/office/powerpoint/2010/main" val="31966378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CE90-C08C-8582-13B1-367A9398F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14DA0-BE75-5888-FE06-2837D81A98C5}"/>
              </a:ext>
            </a:extLst>
          </p:cNvPr>
          <p:cNvSpPr>
            <a:spLocks noGrp="1"/>
          </p:cNvSpPr>
          <p:nvPr>
            <p:ph type="title"/>
          </p:nvPr>
        </p:nvSpPr>
        <p:spPr>
          <a:xfrm>
            <a:off x="1549400" y="397668"/>
            <a:ext cx="9798050" cy="5317332"/>
          </a:xfrm>
        </p:spPr>
        <p:txBody>
          <a:bodyPr>
            <a:noAutofit/>
          </a:bodyPr>
          <a:lstStyle/>
          <a:p>
            <a:r>
              <a:rPr lang="es-MX" sz="4000" u="none" strike="noStrike" baseline="30000" dirty="0">
                <a:effectLst/>
              </a:rPr>
              <a:t>8</a:t>
            </a:r>
            <a:r>
              <a:rPr lang="es-MX" sz="4000" dirty="0"/>
              <a:t>Los cuatro seres vivientes, cada uno de ellos con seis alas, estaban llenos de ojos alrededor y por dentro, y día y noche no cesaban de decir: «S</a:t>
            </a:r>
            <a:r>
              <a:rPr lang="es-MX" sz="4000" cap="small" dirty="0">
                <a:effectLst/>
              </a:rPr>
              <a:t>anto</a:t>
            </a:r>
            <a:r>
              <a:rPr lang="es-MX" sz="4000" dirty="0"/>
              <a:t>, S</a:t>
            </a:r>
            <a:r>
              <a:rPr lang="es-MX" sz="4000" cap="small" dirty="0">
                <a:effectLst/>
              </a:rPr>
              <a:t>anto</a:t>
            </a:r>
            <a:r>
              <a:rPr lang="es-MX" sz="4000" dirty="0"/>
              <a:t>, S</a:t>
            </a:r>
            <a:r>
              <a:rPr lang="es-MX" sz="4000" cap="small" dirty="0">
                <a:effectLst/>
              </a:rPr>
              <a:t>anto</a:t>
            </a:r>
            <a:r>
              <a:rPr lang="es-MX" sz="4000" dirty="0"/>
              <a:t>, es </a:t>
            </a:r>
            <a:r>
              <a:rPr lang="es-MX" sz="4000" cap="small" dirty="0">
                <a:effectLst/>
              </a:rPr>
              <a:t>el</a:t>
            </a:r>
            <a:r>
              <a:rPr lang="es-MX" sz="4000" dirty="0"/>
              <a:t> S</a:t>
            </a:r>
            <a:r>
              <a:rPr lang="es-MX" sz="4000" cap="small" dirty="0">
                <a:effectLst/>
              </a:rPr>
              <a:t>eñor</a:t>
            </a:r>
            <a:r>
              <a:rPr lang="es-MX" sz="4000" dirty="0"/>
              <a:t> D</a:t>
            </a:r>
            <a:r>
              <a:rPr lang="es-MX" sz="4000" cap="small" dirty="0">
                <a:effectLst/>
              </a:rPr>
              <a:t>ios</a:t>
            </a:r>
            <a:r>
              <a:rPr lang="es-MX" sz="4000" dirty="0"/>
              <a:t>, </a:t>
            </a:r>
            <a:r>
              <a:rPr lang="es-MX" sz="4000" cap="small" dirty="0">
                <a:effectLst/>
              </a:rPr>
              <a:t>el</a:t>
            </a:r>
            <a:r>
              <a:rPr lang="es-MX" sz="4000" dirty="0"/>
              <a:t> T</a:t>
            </a:r>
            <a:r>
              <a:rPr lang="es-MX" sz="4000" cap="small" dirty="0">
                <a:effectLst/>
              </a:rPr>
              <a:t>odopoderoso</a:t>
            </a:r>
            <a:r>
              <a:rPr lang="es-MX" sz="4000" dirty="0"/>
              <a:t>, el que era, el que es y el que ha de venir».</a:t>
            </a:r>
          </a:p>
        </p:txBody>
      </p:sp>
      <p:sp>
        <p:nvSpPr>
          <p:cNvPr id="3" name="Text Placeholder 2">
            <a:extLst>
              <a:ext uri="{FF2B5EF4-FFF2-40B4-BE49-F238E27FC236}">
                <a16:creationId xmlns:a16="http://schemas.microsoft.com/office/drawing/2014/main" id="{7C68BD49-EB98-945B-E1DB-FD4A8FC66606}"/>
              </a:ext>
            </a:extLst>
          </p:cNvPr>
          <p:cNvSpPr>
            <a:spLocks noGrp="1"/>
          </p:cNvSpPr>
          <p:nvPr>
            <p:ph type="body" idx="1"/>
          </p:nvPr>
        </p:nvSpPr>
        <p:spPr/>
        <p:txBody>
          <a:bodyPr/>
          <a:lstStyle/>
          <a:p>
            <a:r>
              <a:rPr lang="es-MX" sz="2400" dirty="0"/>
              <a:t>APOCALIPSIS 4:1-8A</a:t>
            </a:r>
            <a:endParaRPr lang="es-MX" dirty="0"/>
          </a:p>
        </p:txBody>
      </p:sp>
    </p:spTree>
    <p:extLst>
      <p:ext uri="{BB962C8B-B14F-4D97-AF65-F5344CB8AC3E}">
        <p14:creationId xmlns:p14="http://schemas.microsoft.com/office/powerpoint/2010/main" val="20514978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0FA49EF-07F2-9084-9E7E-2AAA998D2EDB}"/>
              </a:ext>
            </a:extLst>
          </p:cNvPr>
          <p:cNvCxnSpPr>
            <a:cxnSpLocks/>
          </p:cNvCxnSpPr>
          <p:nvPr/>
        </p:nvCxnSpPr>
        <p:spPr>
          <a:xfrm>
            <a:off x="4410075" y="3933371"/>
            <a:ext cx="6678839" cy="0"/>
          </a:xfrm>
          <a:prstGeom prst="line">
            <a:avLst/>
          </a:prstGeom>
          <a:ln w="76200">
            <a:solidFill>
              <a:schemeClr val="bg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CCBBAF2-4F36-3918-D88E-A6FE7BA94BE1}"/>
              </a:ext>
            </a:extLst>
          </p:cNvPr>
          <p:cNvCxnSpPr>
            <a:cxnSpLocks/>
          </p:cNvCxnSpPr>
          <p:nvPr/>
        </p:nvCxnSpPr>
        <p:spPr>
          <a:xfrm>
            <a:off x="4410075" y="4085771"/>
            <a:ext cx="6816725" cy="0"/>
          </a:xfrm>
          <a:prstGeom prst="line">
            <a:avLst/>
          </a:prstGeom>
          <a:ln w="19050">
            <a:solidFill>
              <a:schemeClr val="bg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DEC719AF-65EA-EBBA-BA4F-38E211C9A7D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46317" y="1088573"/>
            <a:ext cx="3868058" cy="3868058"/>
          </a:xfrm>
          <a:prstGeom prst="rect">
            <a:avLst/>
          </a:prstGeom>
        </p:spPr>
      </p:pic>
      <p:sp>
        <p:nvSpPr>
          <p:cNvPr id="6" name="TextBox 5">
            <a:extLst>
              <a:ext uri="{FF2B5EF4-FFF2-40B4-BE49-F238E27FC236}">
                <a16:creationId xmlns:a16="http://schemas.microsoft.com/office/drawing/2014/main" id="{38D63825-ADEE-B658-26DD-D522C2C0DD8B}"/>
              </a:ext>
            </a:extLst>
          </p:cNvPr>
          <p:cNvSpPr txBox="1"/>
          <p:nvPr/>
        </p:nvSpPr>
        <p:spPr>
          <a:xfrm>
            <a:off x="4181257" y="1900433"/>
            <a:ext cx="7401144" cy="1107996"/>
          </a:xfrm>
          <a:prstGeom prst="rect">
            <a:avLst/>
          </a:prstGeom>
          <a:noFill/>
        </p:spPr>
        <p:txBody>
          <a:bodyPr wrap="square" rtlCol="0">
            <a:spAutoFit/>
          </a:bodyPr>
          <a:lstStyle/>
          <a:p>
            <a:pPr algn="ctr"/>
            <a:r>
              <a:rPr lang="es-MX" sz="6600" b="1" cap="all" dirty="0">
                <a:solidFill>
                  <a:schemeClr val="bg1">
                    <a:lumMod val="75000"/>
                    <a:lumOff val="25000"/>
                  </a:schemeClr>
                </a:solidFill>
                <a:latin typeface="Montserrat" panose="00000500000000000000" pitchFamily="2" charset="0"/>
              </a:rPr>
              <a:t>La adoración</a:t>
            </a:r>
          </a:p>
        </p:txBody>
      </p:sp>
      <p:sp>
        <p:nvSpPr>
          <p:cNvPr id="7" name="Rectángulo 1">
            <a:extLst>
              <a:ext uri="{FF2B5EF4-FFF2-40B4-BE49-F238E27FC236}">
                <a16:creationId xmlns:a16="http://schemas.microsoft.com/office/drawing/2014/main" id="{CA4F695F-5937-72B8-A646-52445A2C3105}"/>
              </a:ext>
            </a:extLst>
          </p:cNvPr>
          <p:cNvSpPr/>
          <p:nvPr/>
        </p:nvSpPr>
        <p:spPr>
          <a:xfrm>
            <a:off x="3806372" y="1595204"/>
            <a:ext cx="7758069" cy="2215991"/>
          </a:xfrm>
          <a:prstGeom prst="rect">
            <a:avLst/>
          </a:prstGeom>
          <a:noFill/>
          <a:effectLst/>
        </p:spPr>
        <p:txBody>
          <a:bodyPr wrap="square" lIns="91440" tIns="45720" rIns="91440" bIns="45720">
            <a:spAutoFit/>
          </a:bodyPr>
          <a:lstStyle/>
          <a:p>
            <a:endParaRPr lang="es-ES" sz="13800" cap="all" dirty="0">
              <a:ln w="12700" cmpd="sng">
                <a:noFill/>
                <a:prstDash val="solid"/>
              </a:ln>
              <a:solidFill>
                <a:schemeClr val="bg1">
                  <a:lumMod val="75000"/>
                  <a:lumOff val="25000"/>
                </a:schemeClr>
              </a:solidFill>
              <a:effectLst>
                <a:outerShdw blurRad="50800" dist="38100" dir="2700000" algn="tl" rotWithShape="0">
                  <a:prstClr val="black">
                    <a:alpha val="40000"/>
                  </a:prstClr>
                </a:outerShdw>
              </a:effectLst>
              <a:latin typeface="EB Garamond" pitchFamily="2" charset="0"/>
              <a:ea typeface="EB Garamond" pitchFamily="2" charset="0"/>
              <a:cs typeface="EB Garamond" pitchFamily="2" charset="0"/>
            </a:endParaRPr>
          </a:p>
        </p:txBody>
      </p:sp>
      <p:sp>
        <p:nvSpPr>
          <p:cNvPr id="9" name="TextBox 8">
            <a:extLst>
              <a:ext uri="{FF2B5EF4-FFF2-40B4-BE49-F238E27FC236}">
                <a16:creationId xmlns:a16="http://schemas.microsoft.com/office/drawing/2014/main" id="{D4E21D2C-0BC2-C6D1-6994-B8FECE1D9356}"/>
              </a:ext>
            </a:extLst>
          </p:cNvPr>
          <p:cNvSpPr txBox="1"/>
          <p:nvPr/>
        </p:nvSpPr>
        <p:spPr>
          <a:xfrm>
            <a:off x="5819775" y="3135836"/>
            <a:ext cx="4124108" cy="1446550"/>
          </a:xfrm>
          <a:prstGeom prst="rect">
            <a:avLst/>
          </a:prstGeom>
          <a:solidFill>
            <a:schemeClr val="tx1"/>
          </a:solidFill>
        </p:spPr>
        <p:txBody>
          <a:bodyPr wrap="square">
            <a:spAutoFit/>
          </a:bodyPr>
          <a:lstStyle/>
          <a:p>
            <a:pPr algn="ctr"/>
            <a:r>
              <a:rPr lang="es-ES" sz="8800" i="1" dirty="0">
                <a:ln w="12700" cmpd="sng">
                  <a:noFill/>
                  <a:prstDash val="solid"/>
                </a:ln>
                <a:solidFill>
                  <a:schemeClr val="bg1">
                    <a:lumMod val="75000"/>
                    <a:lumOff val="25000"/>
                  </a:schemeClr>
                </a:solidFill>
                <a:latin typeface="EB Garamond" pitchFamily="2" charset="0"/>
                <a:ea typeface="EB Garamond" pitchFamily="2" charset="0"/>
                <a:cs typeface="EB Garamond" pitchFamily="2" charset="0"/>
              </a:rPr>
              <a:t>celestial</a:t>
            </a:r>
          </a:p>
        </p:txBody>
      </p:sp>
    </p:spTree>
    <p:extLst>
      <p:ext uri="{BB962C8B-B14F-4D97-AF65-F5344CB8AC3E}">
        <p14:creationId xmlns:p14="http://schemas.microsoft.com/office/powerpoint/2010/main" val="5903567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CE90-C08C-8582-13B1-367A9398F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14DA0-BE75-5888-FE06-2837D81A98C5}"/>
              </a:ext>
            </a:extLst>
          </p:cNvPr>
          <p:cNvSpPr>
            <a:spLocks noGrp="1"/>
          </p:cNvSpPr>
          <p:nvPr>
            <p:ph type="title"/>
          </p:nvPr>
        </p:nvSpPr>
        <p:spPr>
          <a:xfrm>
            <a:off x="1549400" y="354126"/>
            <a:ext cx="9798050" cy="5317332"/>
          </a:xfrm>
        </p:spPr>
        <p:txBody>
          <a:bodyPr>
            <a:noAutofit/>
          </a:bodyPr>
          <a:lstStyle/>
          <a:p>
            <a:r>
              <a:rPr lang="es-MX" sz="4800" dirty="0"/>
              <a:t> y día y noche no cesaban de decir: «S</a:t>
            </a:r>
            <a:r>
              <a:rPr lang="es-MX" sz="4800" cap="small" dirty="0">
                <a:effectLst/>
              </a:rPr>
              <a:t>anto</a:t>
            </a:r>
            <a:r>
              <a:rPr lang="es-MX" sz="4800" dirty="0"/>
              <a:t>, S</a:t>
            </a:r>
            <a:r>
              <a:rPr lang="es-MX" sz="4800" cap="small" dirty="0">
                <a:effectLst/>
              </a:rPr>
              <a:t>anto</a:t>
            </a:r>
            <a:r>
              <a:rPr lang="es-MX" sz="4800" dirty="0"/>
              <a:t>, S</a:t>
            </a:r>
            <a:r>
              <a:rPr lang="es-MX" sz="4800" cap="small" dirty="0">
                <a:effectLst/>
              </a:rPr>
              <a:t>anto</a:t>
            </a:r>
            <a:r>
              <a:rPr lang="es-MX" sz="4800" dirty="0"/>
              <a:t>, es </a:t>
            </a:r>
            <a:r>
              <a:rPr lang="es-MX" sz="4800" cap="small" dirty="0">
                <a:effectLst/>
              </a:rPr>
              <a:t>el</a:t>
            </a:r>
            <a:r>
              <a:rPr lang="es-MX" sz="4800" dirty="0"/>
              <a:t> S</a:t>
            </a:r>
            <a:r>
              <a:rPr lang="es-MX" sz="4800" cap="small" dirty="0">
                <a:effectLst/>
              </a:rPr>
              <a:t>eñor</a:t>
            </a:r>
            <a:r>
              <a:rPr lang="es-MX" sz="4800" dirty="0"/>
              <a:t> D</a:t>
            </a:r>
            <a:r>
              <a:rPr lang="es-MX" sz="4800" cap="small" dirty="0">
                <a:effectLst/>
              </a:rPr>
              <a:t>ios</a:t>
            </a:r>
            <a:r>
              <a:rPr lang="es-MX" sz="4800" dirty="0"/>
              <a:t>, </a:t>
            </a:r>
            <a:r>
              <a:rPr lang="es-MX" sz="4800" cap="small" dirty="0">
                <a:effectLst/>
              </a:rPr>
              <a:t>el</a:t>
            </a:r>
            <a:r>
              <a:rPr lang="es-MX" sz="4800" dirty="0"/>
              <a:t> T</a:t>
            </a:r>
            <a:r>
              <a:rPr lang="es-MX" sz="4800" cap="small" dirty="0">
                <a:effectLst/>
              </a:rPr>
              <a:t>odopoderoso</a:t>
            </a:r>
            <a:r>
              <a:rPr lang="es-MX" sz="4800" dirty="0"/>
              <a:t>, el que era, el que es y el que ha de venir».</a:t>
            </a:r>
            <a:endParaRPr lang="es-MX" sz="13800" dirty="0"/>
          </a:p>
        </p:txBody>
      </p:sp>
      <p:sp>
        <p:nvSpPr>
          <p:cNvPr id="3" name="Text Placeholder 2">
            <a:extLst>
              <a:ext uri="{FF2B5EF4-FFF2-40B4-BE49-F238E27FC236}">
                <a16:creationId xmlns:a16="http://schemas.microsoft.com/office/drawing/2014/main" id="{7C68BD49-EB98-945B-E1DB-FD4A8FC66606}"/>
              </a:ext>
            </a:extLst>
          </p:cNvPr>
          <p:cNvSpPr>
            <a:spLocks noGrp="1"/>
          </p:cNvSpPr>
          <p:nvPr>
            <p:ph type="body" idx="1"/>
          </p:nvPr>
        </p:nvSpPr>
        <p:spPr/>
        <p:txBody>
          <a:bodyPr/>
          <a:lstStyle/>
          <a:p>
            <a:r>
              <a:rPr lang="es-MX" sz="2400" dirty="0"/>
              <a:t>APOCALIPSIS 4:8B-11</a:t>
            </a:r>
            <a:endParaRPr lang="es-MX" dirty="0"/>
          </a:p>
        </p:txBody>
      </p:sp>
    </p:spTree>
    <p:extLst>
      <p:ext uri="{BB962C8B-B14F-4D97-AF65-F5344CB8AC3E}">
        <p14:creationId xmlns:p14="http://schemas.microsoft.com/office/powerpoint/2010/main" val="39732888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CE90-C08C-8582-13B1-367A9398F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14DA0-BE75-5888-FE06-2837D81A98C5}"/>
              </a:ext>
            </a:extLst>
          </p:cNvPr>
          <p:cNvSpPr>
            <a:spLocks noGrp="1"/>
          </p:cNvSpPr>
          <p:nvPr>
            <p:ph type="title"/>
          </p:nvPr>
        </p:nvSpPr>
        <p:spPr>
          <a:xfrm>
            <a:off x="1549400" y="354126"/>
            <a:ext cx="9798050" cy="5317332"/>
          </a:xfrm>
        </p:spPr>
        <p:txBody>
          <a:bodyPr>
            <a:noAutofit/>
          </a:bodyPr>
          <a:lstStyle/>
          <a:p>
            <a:r>
              <a:rPr lang="es-MX" sz="4400" u="none" strike="noStrike" baseline="30000" dirty="0">
                <a:effectLst/>
              </a:rPr>
              <a:t>9</a:t>
            </a:r>
            <a:r>
              <a:rPr lang="es-MX" sz="4400" dirty="0"/>
              <a:t>Y cada vez que los seres vivientes dan gloria, honor, y acción de gracias a Aquel que está sentado en el trono, al que vive por los siglos de los siglos, </a:t>
            </a:r>
          </a:p>
        </p:txBody>
      </p:sp>
      <p:sp>
        <p:nvSpPr>
          <p:cNvPr id="3" name="Text Placeholder 2">
            <a:extLst>
              <a:ext uri="{FF2B5EF4-FFF2-40B4-BE49-F238E27FC236}">
                <a16:creationId xmlns:a16="http://schemas.microsoft.com/office/drawing/2014/main" id="{7C68BD49-EB98-945B-E1DB-FD4A8FC66606}"/>
              </a:ext>
            </a:extLst>
          </p:cNvPr>
          <p:cNvSpPr>
            <a:spLocks noGrp="1"/>
          </p:cNvSpPr>
          <p:nvPr>
            <p:ph type="body" idx="1"/>
          </p:nvPr>
        </p:nvSpPr>
        <p:spPr/>
        <p:txBody>
          <a:bodyPr/>
          <a:lstStyle/>
          <a:p>
            <a:r>
              <a:rPr lang="es-MX" sz="2400" dirty="0"/>
              <a:t>APOCALIPSIS 4:8B-11</a:t>
            </a:r>
            <a:endParaRPr lang="es-MX" dirty="0"/>
          </a:p>
        </p:txBody>
      </p:sp>
    </p:spTree>
    <p:extLst>
      <p:ext uri="{BB962C8B-B14F-4D97-AF65-F5344CB8AC3E}">
        <p14:creationId xmlns:p14="http://schemas.microsoft.com/office/powerpoint/2010/main" val="15743030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CE90-C08C-8582-13B1-367A9398F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14DA0-BE75-5888-FE06-2837D81A98C5}"/>
              </a:ext>
            </a:extLst>
          </p:cNvPr>
          <p:cNvSpPr>
            <a:spLocks noGrp="1"/>
          </p:cNvSpPr>
          <p:nvPr>
            <p:ph type="title"/>
          </p:nvPr>
        </p:nvSpPr>
        <p:spPr>
          <a:xfrm>
            <a:off x="1549400" y="354126"/>
            <a:ext cx="9798050" cy="5317332"/>
          </a:xfrm>
        </p:spPr>
        <p:txBody>
          <a:bodyPr>
            <a:noAutofit/>
          </a:bodyPr>
          <a:lstStyle/>
          <a:p>
            <a:r>
              <a:rPr lang="es-MX" sz="4000" u="none" strike="noStrike" baseline="30000" dirty="0">
                <a:effectLst/>
              </a:rPr>
              <a:t>10</a:t>
            </a:r>
            <a:r>
              <a:rPr lang="es-MX" sz="4000" dirty="0"/>
              <a:t>los veinticuatro ancianos se postran delante de Aquel que está sentado en el trono, y adoran a Aquel que vive por los siglos de los siglos, y echan sus coronas delante del trono, diciendo: </a:t>
            </a:r>
          </a:p>
        </p:txBody>
      </p:sp>
      <p:sp>
        <p:nvSpPr>
          <p:cNvPr id="3" name="Text Placeholder 2">
            <a:extLst>
              <a:ext uri="{FF2B5EF4-FFF2-40B4-BE49-F238E27FC236}">
                <a16:creationId xmlns:a16="http://schemas.microsoft.com/office/drawing/2014/main" id="{7C68BD49-EB98-945B-E1DB-FD4A8FC66606}"/>
              </a:ext>
            </a:extLst>
          </p:cNvPr>
          <p:cNvSpPr>
            <a:spLocks noGrp="1"/>
          </p:cNvSpPr>
          <p:nvPr>
            <p:ph type="body" idx="1"/>
          </p:nvPr>
        </p:nvSpPr>
        <p:spPr/>
        <p:txBody>
          <a:bodyPr/>
          <a:lstStyle/>
          <a:p>
            <a:r>
              <a:rPr lang="es-MX" sz="2400" dirty="0"/>
              <a:t>APOCALIPSIS 4:8B-11</a:t>
            </a:r>
            <a:endParaRPr lang="es-MX" dirty="0"/>
          </a:p>
        </p:txBody>
      </p:sp>
    </p:spTree>
    <p:extLst>
      <p:ext uri="{BB962C8B-B14F-4D97-AF65-F5344CB8AC3E}">
        <p14:creationId xmlns:p14="http://schemas.microsoft.com/office/powerpoint/2010/main" val="26614847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CE90-C08C-8582-13B1-367A9398F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14DA0-BE75-5888-FE06-2837D81A98C5}"/>
              </a:ext>
            </a:extLst>
          </p:cNvPr>
          <p:cNvSpPr>
            <a:spLocks noGrp="1"/>
          </p:cNvSpPr>
          <p:nvPr>
            <p:ph type="title"/>
          </p:nvPr>
        </p:nvSpPr>
        <p:spPr>
          <a:xfrm>
            <a:off x="1549400" y="354126"/>
            <a:ext cx="9798050" cy="5317332"/>
          </a:xfrm>
        </p:spPr>
        <p:txBody>
          <a:bodyPr>
            <a:noAutofit/>
          </a:bodyPr>
          <a:lstStyle/>
          <a:p>
            <a:r>
              <a:rPr lang="es-MX" sz="4400" u="none" strike="noStrike" baseline="30000" dirty="0">
                <a:effectLst/>
              </a:rPr>
              <a:t>11</a:t>
            </a:r>
            <a:r>
              <a:rPr lang="es-MX" sz="4400" dirty="0"/>
              <a:t>«Digno eres, Señor y Dios nuestro, de recibir la gloria y el honor y el poder, porque Tú creaste todas las cosas, y por Tu voluntad existen y fueron creadas».</a:t>
            </a:r>
          </a:p>
        </p:txBody>
      </p:sp>
      <p:sp>
        <p:nvSpPr>
          <p:cNvPr id="3" name="Text Placeholder 2">
            <a:extLst>
              <a:ext uri="{FF2B5EF4-FFF2-40B4-BE49-F238E27FC236}">
                <a16:creationId xmlns:a16="http://schemas.microsoft.com/office/drawing/2014/main" id="{7C68BD49-EB98-945B-E1DB-FD4A8FC66606}"/>
              </a:ext>
            </a:extLst>
          </p:cNvPr>
          <p:cNvSpPr>
            <a:spLocks noGrp="1"/>
          </p:cNvSpPr>
          <p:nvPr>
            <p:ph type="body" idx="1"/>
          </p:nvPr>
        </p:nvSpPr>
        <p:spPr/>
        <p:txBody>
          <a:bodyPr/>
          <a:lstStyle/>
          <a:p>
            <a:r>
              <a:rPr lang="es-MX" sz="2400" dirty="0"/>
              <a:t>APOCALIPSIS 4:8B-11</a:t>
            </a:r>
            <a:endParaRPr lang="es-MX" dirty="0"/>
          </a:p>
        </p:txBody>
      </p:sp>
    </p:spTree>
    <p:extLst>
      <p:ext uri="{BB962C8B-B14F-4D97-AF65-F5344CB8AC3E}">
        <p14:creationId xmlns:p14="http://schemas.microsoft.com/office/powerpoint/2010/main" val="16932905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0FA49EF-07F2-9084-9E7E-2AAA998D2EDB}"/>
              </a:ext>
            </a:extLst>
          </p:cNvPr>
          <p:cNvCxnSpPr>
            <a:cxnSpLocks/>
          </p:cNvCxnSpPr>
          <p:nvPr/>
        </p:nvCxnSpPr>
        <p:spPr>
          <a:xfrm>
            <a:off x="4410075" y="3933371"/>
            <a:ext cx="6678839" cy="0"/>
          </a:xfrm>
          <a:prstGeom prst="line">
            <a:avLst/>
          </a:prstGeom>
          <a:ln w="76200">
            <a:solidFill>
              <a:schemeClr val="bg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CCBBAF2-4F36-3918-D88E-A6FE7BA94BE1}"/>
              </a:ext>
            </a:extLst>
          </p:cNvPr>
          <p:cNvCxnSpPr>
            <a:cxnSpLocks/>
          </p:cNvCxnSpPr>
          <p:nvPr/>
        </p:nvCxnSpPr>
        <p:spPr>
          <a:xfrm>
            <a:off x="4410075" y="4085771"/>
            <a:ext cx="6816725" cy="0"/>
          </a:xfrm>
          <a:prstGeom prst="line">
            <a:avLst/>
          </a:prstGeom>
          <a:ln w="19050">
            <a:solidFill>
              <a:schemeClr val="bg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DEC719AF-65EA-EBBA-BA4F-38E211C9A7D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46317" y="1088573"/>
            <a:ext cx="3868058" cy="3868058"/>
          </a:xfrm>
          <a:prstGeom prst="rect">
            <a:avLst/>
          </a:prstGeom>
        </p:spPr>
      </p:pic>
      <p:sp>
        <p:nvSpPr>
          <p:cNvPr id="6" name="TextBox 5">
            <a:extLst>
              <a:ext uri="{FF2B5EF4-FFF2-40B4-BE49-F238E27FC236}">
                <a16:creationId xmlns:a16="http://schemas.microsoft.com/office/drawing/2014/main" id="{38D63825-ADEE-B658-26DD-D522C2C0DD8B}"/>
              </a:ext>
            </a:extLst>
          </p:cNvPr>
          <p:cNvSpPr txBox="1"/>
          <p:nvPr/>
        </p:nvSpPr>
        <p:spPr>
          <a:xfrm>
            <a:off x="4181257" y="1719458"/>
            <a:ext cx="7401144" cy="1323439"/>
          </a:xfrm>
          <a:prstGeom prst="rect">
            <a:avLst/>
          </a:prstGeom>
          <a:noFill/>
        </p:spPr>
        <p:txBody>
          <a:bodyPr wrap="square" rtlCol="0">
            <a:spAutoFit/>
          </a:bodyPr>
          <a:lstStyle/>
          <a:p>
            <a:pPr algn="ctr"/>
            <a:r>
              <a:rPr lang="es-MX" sz="8000" b="1" cap="all" dirty="0">
                <a:solidFill>
                  <a:schemeClr val="bg1">
                    <a:lumMod val="75000"/>
                    <a:lumOff val="25000"/>
                  </a:schemeClr>
                </a:solidFill>
                <a:latin typeface="Montserrat" panose="00000500000000000000" pitchFamily="2" charset="0"/>
              </a:rPr>
              <a:t>El cordero</a:t>
            </a:r>
          </a:p>
        </p:txBody>
      </p:sp>
      <p:sp>
        <p:nvSpPr>
          <p:cNvPr id="7" name="Rectángulo 1">
            <a:extLst>
              <a:ext uri="{FF2B5EF4-FFF2-40B4-BE49-F238E27FC236}">
                <a16:creationId xmlns:a16="http://schemas.microsoft.com/office/drawing/2014/main" id="{CA4F695F-5937-72B8-A646-52445A2C3105}"/>
              </a:ext>
            </a:extLst>
          </p:cNvPr>
          <p:cNvSpPr/>
          <p:nvPr/>
        </p:nvSpPr>
        <p:spPr>
          <a:xfrm>
            <a:off x="3806372" y="1595204"/>
            <a:ext cx="7758069" cy="2215991"/>
          </a:xfrm>
          <a:prstGeom prst="rect">
            <a:avLst/>
          </a:prstGeom>
          <a:noFill/>
          <a:effectLst/>
        </p:spPr>
        <p:txBody>
          <a:bodyPr wrap="square" lIns="91440" tIns="45720" rIns="91440" bIns="45720">
            <a:spAutoFit/>
          </a:bodyPr>
          <a:lstStyle/>
          <a:p>
            <a:endParaRPr lang="es-ES" sz="13800" cap="all" dirty="0">
              <a:ln w="12700" cmpd="sng">
                <a:noFill/>
                <a:prstDash val="solid"/>
              </a:ln>
              <a:solidFill>
                <a:schemeClr val="bg1">
                  <a:lumMod val="75000"/>
                  <a:lumOff val="25000"/>
                </a:schemeClr>
              </a:solidFill>
              <a:effectLst>
                <a:outerShdw blurRad="50800" dist="38100" dir="2700000" algn="tl" rotWithShape="0">
                  <a:prstClr val="black">
                    <a:alpha val="40000"/>
                  </a:prstClr>
                </a:outerShdw>
              </a:effectLst>
              <a:latin typeface="EB Garamond" pitchFamily="2" charset="0"/>
              <a:ea typeface="EB Garamond" pitchFamily="2" charset="0"/>
              <a:cs typeface="EB Garamond" pitchFamily="2" charset="0"/>
            </a:endParaRPr>
          </a:p>
        </p:txBody>
      </p:sp>
      <p:sp>
        <p:nvSpPr>
          <p:cNvPr id="9" name="TextBox 8">
            <a:extLst>
              <a:ext uri="{FF2B5EF4-FFF2-40B4-BE49-F238E27FC236}">
                <a16:creationId xmlns:a16="http://schemas.microsoft.com/office/drawing/2014/main" id="{D4E21D2C-0BC2-C6D1-6994-B8FECE1D9356}"/>
              </a:ext>
            </a:extLst>
          </p:cNvPr>
          <p:cNvSpPr txBox="1"/>
          <p:nvPr/>
        </p:nvSpPr>
        <p:spPr>
          <a:xfrm>
            <a:off x="5819775" y="3135836"/>
            <a:ext cx="4124108" cy="1446550"/>
          </a:xfrm>
          <a:prstGeom prst="rect">
            <a:avLst/>
          </a:prstGeom>
          <a:solidFill>
            <a:schemeClr val="tx1"/>
          </a:solidFill>
        </p:spPr>
        <p:txBody>
          <a:bodyPr wrap="square">
            <a:spAutoFit/>
          </a:bodyPr>
          <a:lstStyle/>
          <a:p>
            <a:pPr algn="ctr"/>
            <a:r>
              <a:rPr lang="es-ES" sz="8800" i="1" dirty="0">
                <a:ln w="12700" cmpd="sng">
                  <a:noFill/>
                  <a:prstDash val="solid"/>
                </a:ln>
                <a:solidFill>
                  <a:schemeClr val="bg1">
                    <a:lumMod val="75000"/>
                    <a:lumOff val="25000"/>
                  </a:schemeClr>
                </a:solidFill>
                <a:latin typeface="EB Garamond" pitchFamily="2" charset="0"/>
                <a:ea typeface="EB Garamond" pitchFamily="2" charset="0"/>
                <a:cs typeface="EB Garamond" pitchFamily="2" charset="0"/>
              </a:rPr>
              <a:t>y el rollo</a:t>
            </a:r>
          </a:p>
        </p:txBody>
      </p:sp>
    </p:spTree>
    <p:extLst>
      <p:ext uri="{BB962C8B-B14F-4D97-AF65-F5344CB8AC3E}">
        <p14:creationId xmlns:p14="http://schemas.microsoft.com/office/powerpoint/2010/main" val="24873681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CE90-C08C-8582-13B1-367A9398F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14DA0-BE75-5888-FE06-2837D81A98C5}"/>
              </a:ext>
            </a:extLst>
          </p:cNvPr>
          <p:cNvSpPr>
            <a:spLocks noGrp="1"/>
          </p:cNvSpPr>
          <p:nvPr>
            <p:ph type="title"/>
          </p:nvPr>
        </p:nvSpPr>
        <p:spPr>
          <a:xfrm>
            <a:off x="1549400" y="354126"/>
            <a:ext cx="9798050" cy="5317332"/>
          </a:xfrm>
        </p:spPr>
        <p:txBody>
          <a:bodyPr>
            <a:noAutofit/>
          </a:bodyPr>
          <a:lstStyle/>
          <a:p>
            <a:r>
              <a:rPr lang="es-MX" sz="4800" u="none" strike="noStrike" baseline="30000" dirty="0">
                <a:effectLst/>
              </a:rPr>
              <a:t>1</a:t>
            </a:r>
            <a:r>
              <a:rPr lang="es-MX" sz="4800" dirty="0"/>
              <a:t>En la mano derecha de Aquel que estaba sentado en el trono vi un libro escrito por dentro y por fuera, sellado con siete sellos. </a:t>
            </a:r>
            <a:endParaRPr lang="es-MX" sz="13800" dirty="0"/>
          </a:p>
        </p:txBody>
      </p:sp>
      <p:sp>
        <p:nvSpPr>
          <p:cNvPr id="3" name="Text Placeholder 2">
            <a:extLst>
              <a:ext uri="{FF2B5EF4-FFF2-40B4-BE49-F238E27FC236}">
                <a16:creationId xmlns:a16="http://schemas.microsoft.com/office/drawing/2014/main" id="{7C68BD49-EB98-945B-E1DB-FD4A8FC66606}"/>
              </a:ext>
            </a:extLst>
          </p:cNvPr>
          <p:cNvSpPr>
            <a:spLocks noGrp="1"/>
          </p:cNvSpPr>
          <p:nvPr>
            <p:ph type="body" idx="1"/>
          </p:nvPr>
        </p:nvSpPr>
        <p:spPr/>
        <p:txBody>
          <a:bodyPr/>
          <a:lstStyle/>
          <a:p>
            <a:r>
              <a:rPr lang="es-MX" sz="2400" dirty="0"/>
              <a:t>APOCALIPSIS 5:1-14</a:t>
            </a:r>
            <a:endParaRPr lang="es-MX" dirty="0"/>
          </a:p>
        </p:txBody>
      </p:sp>
    </p:spTree>
    <p:extLst>
      <p:ext uri="{BB962C8B-B14F-4D97-AF65-F5344CB8AC3E}">
        <p14:creationId xmlns:p14="http://schemas.microsoft.com/office/powerpoint/2010/main" val="9899186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CE90-C08C-8582-13B1-367A9398F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14DA0-BE75-5888-FE06-2837D81A98C5}"/>
              </a:ext>
            </a:extLst>
          </p:cNvPr>
          <p:cNvSpPr>
            <a:spLocks noGrp="1"/>
          </p:cNvSpPr>
          <p:nvPr>
            <p:ph type="title"/>
          </p:nvPr>
        </p:nvSpPr>
        <p:spPr>
          <a:xfrm>
            <a:off x="1549400" y="354126"/>
            <a:ext cx="9798050" cy="5317332"/>
          </a:xfrm>
        </p:spPr>
        <p:txBody>
          <a:bodyPr>
            <a:noAutofit/>
          </a:bodyPr>
          <a:lstStyle/>
          <a:p>
            <a:r>
              <a:rPr lang="es-MX" sz="4800" u="none" strike="noStrike" baseline="30000" dirty="0">
                <a:effectLst/>
              </a:rPr>
              <a:t>2</a:t>
            </a:r>
            <a:r>
              <a:rPr lang="es-MX" sz="4800" dirty="0"/>
              <a:t>Vi también a un ángel poderoso que anunciaba a gran voz: «¿Quién es digno de abrir el libro y de desatar sus sellos?».</a:t>
            </a:r>
          </a:p>
        </p:txBody>
      </p:sp>
      <p:sp>
        <p:nvSpPr>
          <p:cNvPr id="3" name="Text Placeholder 2">
            <a:extLst>
              <a:ext uri="{FF2B5EF4-FFF2-40B4-BE49-F238E27FC236}">
                <a16:creationId xmlns:a16="http://schemas.microsoft.com/office/drawing/2014/main" id="{7C68BD49-EB98-945B-E1DB-FD4A8FC66606}"/>
              </a:ext>
            </a:extLst>
          </p:cNvPr>
          <p:cNvSpPr>
            <a:spLocks noGrp="1"/>
          </p:cNvSpPr>
          <p:nvPr>
            <p:ph type="body" idx="1"/>
          </p:nvPr>
        </p:nvSpPr>
        <p:spPr/>
        <p:txBody>
          <a:bodyPr/>
          <a:lstStyle/>
          <a:p>
            <a:r>
              <a:rPr lang="es-MX" sz="2400" dirty="0"/>
              <a:t>APOCALIPSIS 5:1-14</a:t>
            </a:r>
            <a:endParaRPr lang="es-MX" dirty="0"/>
          </a:p>
        </p:txBody>
      </p:sp>
    </p:spTree>
    <p:extLst>
      <p:ext uri="{BB962C8B-B14F-4D97-AF65-F5344CB8AC3E}">
        <p14:creationId xmlns:p14="http://schemas.microsoft.com/office/powerpoint/2010/main" val="19117711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CE90-C08C-8582-13B1-367A9398F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14DA0-BE75-5888-FE06-2837D81A98C5}"/>
              </a:ext>
            </a:extLst>
          </p:cNvPr>
          <p:cNvSpPr>
            <a:spLocks noGrp="1"/>
          </p:cNvSpPr>
          <p:nvPr>
            <p:ph type="title"/>
          </p:nvPr>
        </p:nvSpPr>
        <p:spPr>
          <a:xfrm>
            <a:off x="1549400" y="354126"/>
            <a:ext cx="9798050" cy="5317332"/>
          </a:xfrm>
        </p:spPr>
        <p:txBody>
          <a:bodyPr>
            <a:noAutofit/>
          </a:bodyPr>
          <a:lstStyle/>
          <a:p>
            <a:r>
              <a:rPr lang="es-MX" u="none" strike="noStrike" baseline="30000" dirty="0">
                <a:effectLst/>
              </a:rPr>
              <a:t>3</a:t>
            </a:r>
            <a:r>
              <a:rPr lang="es-MX" dirty="0"/>
              <a:t>Y nadie, ni en el cielo ni en la tierra ni debajo de la tierra, podía abrir el libro ni mirar su contenido. </a:t>
            </a:r>
          </a:p>
        </p:txBody>
      </p:sp>
      <p:sp>
        <p:nvSpPr>
          <p:cNvPr id="3" name="Text Placeholder 2">
            <a:extLst>
              <a:ext uri="{FF2B5EF4-FFF2-40B4-BE49-F238E27FC236}">
                <a16:creationId xmlns:a16="http://schemas.microsoft.com/office/drawing/2014/main" id="{7C68BD49-EB98-945B-E1DB-FD4A8FC66606}"/>
              </a:ext>
            </a:extLst>
          </p:cNvPr>
          <p:cNvSpPr>
            <a:spLocks noGrp="1"/>
          </p:cNvSpPr>
          <p:nvPr>
            <p:ph type="body" idx="1"/>
          </p:nvPr>
        </p:nvSpPr>
        <p:spPr/>
        <p:txBody>
          <a:bodyPr/>
          <a:lstStyle/>
          <a:p>
            <a:r>
              <a:rPr lang="es-MX" sz="2400" dirty="0"/>
              <a:t>APOCALIPSIS 5:1-14</a:t>
            </a:r>
            <a:endParaRPr lang="es-MX" dirty="0"/>
          </a:p>
        </p:txBody>
      </p:sp>
    </p:spTree>
    <p:extLst>
      <p:ext uri="{BB962C8B-B14F-4D97-AF65-F5344CB8AC3E}">
        <p14:creationId xmlns:p14="http://schemas.microsoft.com/office/powerpoint/2010/main" val="17468663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CE90-C08C-8582-13B1-367A9398F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14DA0-BE75-5888-FE06-2837D81A98C5}"/>
              </a:ext>
            </a:extLst>
          </p:cNvPr>
          <p:cNvSpPr>
            <a:spLocks noGrp="1"/>
          </p:cNvSpPr>
          <p:nvPr>
            <p:ph type="title"/>
          </p:nvPr>
        </p:nvSpPr>
        <p:spPr>
          <a:xfrm>
            <a:off x="1549400" y="354126"/>
            <a:ext cx="9798050" cy="5317332"/>
          </a:xfrm>
        </p:spPr>
        <p:txBody>
          <a:bodyPr>
            <a:noAutofit/>
          </a:bodyPr>
          <a:lstStyle/>
          <a:p>
            <a:r>
              <a:rPr lang="es-MX" u="none" strike="noStrike" baseline="30000" dirty="0">
                <a:effectLst/>
              </a:rPr>
              <a:t>4</a:t>
            </a:r>
            <a:r>
              <a:rPr lang="es-MX" dirty="0"/>
              <a:t>Yo lloraba mucho, porque nadie había sido hallado digno de abrir el libro ni de mirar su contenido. </a:t>
            </a:r>
          </a:p>
        </p:txBody>
      </p:sp>
      <p:sp>
        <p:nvSpPr>
          <p:cNvPr id="3" name="Text Placeholder 2">
            <a:extLst>
              <a:ext uri="{FF2B5EF4-FFF2-40B4-BE49-F238E27FC236}">
                <a16:creationId xmlns:a16="http://schemas.microsoft.com/office/drawing/2014/main" id="{7C68BD49-EB98-945B-E1DB-FD4A8FC66606}"/>
              </a:ext>
            </a:extLst>
          </p:cNvPr>
          <p:cNvSpPr>
            <a:spLocks noGrp="1"/>
          </p:cNvSpPr>
          <p:nvPr>
            <p:ph type="body" idx="1"/>
          </p:nvPr>
        </p:nvSpPr>
        <p:spPr/>
        <p:txBody>
          <a:bodyPr/>
          <a:lstStyle/>
          <a:p>
            <a:r>
              <a:rPr lang="es-MX" sz="2400" dirty="0"/>
              <a:t>APOCALIPSIS 5:1-14</a:t>
            </a:r>
            <a:endParaRPr lang="es-MX" dirty="0"/>
          </a:p>
        </p:txBody>
      </p:sp>
    </p:spTree>
    <p:extLst>
      <p:ext uri="{BB962C8B-B14F-4D97-AF65-F5344CB8AC3E}">
        <p14:creationId xmlns:p14="http://schemas.microsoft.com/office/powerpoint/2010/main" val="39475412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CE90-C08C-8582-13B1-367A9398F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14DA0-BE75-5888-FE06-2837D81A98C5}"/>
              </a:ext>
            </a:extLst>
          </p:cNvPr>
          <p:cNvSpPr>
            <a:spLocks noGrp="1"/>
          </p:cNvSpPr>
          <p:nvPr>
            <p:ph type="title"/>
          </p:nvPr>
        </p:nvSpPr>
        <p:spPr>
          <a:xfrm>
            <a:off x="1549400" y="354126"/>
            <a:ext cx="9798050" cy="5317332"/>
          </a:xfrm>
        </p:spPr>
        <p:txBody>
          <a:bodyPr>
            <a:noAutofit/>
          </a:bodyPr>
          <a:lstStyle/>
          <a:p>
            <a:r>
              <a:rPr lang="es-MX" sz="4400" u="none" strike="noStrike" baseline="30000" dirty="0">
                <a:effectLst/>
              </a:rPr>
              <a:t>5</a:t>
            </a:r>
            <a:r>
              <a:rPr lang="es-MX" sz="4400" dirty="0"/>
              <a:t>Entonces uno de los ancianos me dijo*: «No llores; mira, el León de la tribu de Judá, la Raíz de David, ha vencido para abrir el libro y sus siete sellos» </a:t>
            </a:r>
          </a:p>
        </p:txBody>
      </p:sp>
      <p:sp>
        <p:nvSpPr>
          <p:cNvPr id="3" name="Text Placeholder 2">
            <a:extLst>
              <a:ext uri="{FF2B5EF4-FFF2-40B4-BE49-F238E27FC236}">
                <a16:creationId xmlns:a16="http://schemas.microsoft.com/office/drawing/2014/main" id="{7C68BD49-EB98-945B-E1DB-FD4A8FC66606}"/>
              </a:ext>
            </a:extLst>
          </p:cNvPr>
          <p:cNvSpPr>
            <a:spLocks noGrp="1"/>
          </p:cNvSpPr>
          <p:nvPr>
            <p:ph type="body" idx="1"/>
          </p:nvPr>
        </p:nvSpPr>
        <p:spPr/>
        <p:txBody>
          <a:bodyPr/>
          <a:lstStyle/>
          <a:p>
            <a:r>
              <a:rPr lang="es-MX" sz="2400" dirty="0"/>
              <a:t>APOCALIPSIS 5:1-14</a:t>
            </a:r>
            <a:endParaRPr lang="es-MX" dirty="0"/>
          </a:p>
        </p:txBody>
      </p:sp>
    </p:spTree>
    <p:extLst>
      <p:ext uri="{BB962C8B-B14F-4D97-AF65-F5344CB8AC3E}">
        <p14:creationId xmlns:p14="http://schemas.microsoft.com/office/powerpoint/2010/main" val="3242150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CE90-C08C-8582-13B1-367A9398F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14DA0-BE75-5888-FE06-2837D81A98C5}"/>
              </a:ext>
            </a:extLst>
          </p:cNvPr>
          <p:cNvSpPr>
            <a:spLocks noGrp="1"/>
          </p:cNvSpPr>
          <p:nvPr>
            <p:ph type="title"/>
          </p:nvPr>
        </p:nvSpPr>
        <p:spPr>
          <a:xfrm>
            <a:off x="1549400" y="354126"/>
            <a:ext cx="9798050" cy="5317332"/>
          </a:xfrm>
        </p:spPr>
        <p:txBody>
          <a:bodyPr>
            <a:noAutofit/>
          </a:bodyPr>
          <a:lstStyle/>
          <a:p>
            <a:r>
              <a:rPr lang="es-MX" sz="4000" u="none" strike="noStrike" baseline="30000" dirty="0">
                <a:effectLst/>
              </a:rPr>
              <a:t>6</a:t>
            </a:r>
            <a:r>
              <a:rPr lang="es-MX" sz="4000" dirty="0"/>
              <a:t>Miré, y vi entre el trono (con los cuatro seres vivientes) y los ancianos, a un Cordero, de pie, como inmolado, que tenía siete cuernos y siete ojos, que son los siete Espíritus de Dios enviados por toda la tierra. </a:t>
            </a:r>
          </a:p>
        </p:txBody>
      </p:sp>
      <p:sp>
        <p:nvSpPr>
          <p:cNvPr id="3" name="Text Placeholder 2">
            <a:extLst>
              <a:ext uri="{FF2B5EF4-FFF2-40B4-BE49-F238E27FC236}">
                <a16:creationId xmlns:a16="http://schemas.microsoft.com/office/drawing/2014/main" id="{7C68BD49-EB98-945B-E1DB-FD4A8FC66606}"/>
              </a:ext>
            </a:extLst>
          </p:cNvPr>
          <p:cNvSpPr>
            <a:spLocks noGrp="1"/>
          </p:cNvSpPr>
          <p:nvPr>
            <p:ph type="body" idx="1"/>
          </p:nvPr>
        </p:nvSpPr>
        <p:spPr/>
        <p:txBody>
          <a:bodyPr/>
          <a:lstStyle/>
          <a:p>
            <a:r>
              <a:rPr lang="es-MX" sz="2400" dirty="0"/>
              <a:t>APOCALIPSIS 5:1-14</a:t>
            </a:r>
            <a:endParaRPr lang="es-MX" dirty="0"/>
          </a:p>
        </p:txBody>
      </p:sp>
    </p:spTree>
    <p:extLst>
      <p:ext uri="{BB962C8B-B14F-4D97-AF65-F5344CB8AC3E}">
        <p14:creationId xmlns:p14="http://schemas.microsoft.com/office/powerpoint/2010/main" val="41214209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CE90-C08C-8582-13B1-367A9398F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14DA0-BE75-5888-FE06-2837D81A98C5}"/>
              </a:ext>
            </a:extLst>
          </p:cNvPr>
          <p:cNvSpPr>
            <a:spLocks noGrp="1"/>
          </p:cNvSpPr>
          <p:nvPr>
            <p:ph type="title"/>
          </p:nvPr>
        </p:nvSpPr>
        <p:spPr>
          <a:xfrm>
            <a:off x="1549400" y="354126"/>
            <a:ext cx="9798050" cy="5317332"/>
          </a:xfrm>
        </p:spPr>
        <p:txBody>
          <a:bodyPr>
            <a:noAutofit/>
          </a:bodyPr>
          <a:lstStyle/>
          <a:p>
            <a:r>
              <a:rPr lang="es-MX" sz="6000" u="none" strike="noStrike" baseline="30000" dirty="0">
                <a:effectLst/>
              </a:rPr>
              <a:t>7</a:t>
            </a:r>
            <a:r>
              <a:rPr lang="es-MX" sz="6000" dirty="0"/>
              <a:t>El vino y tomó el libro de la mano derecha de Aquel que estaba sentado en el trono. </a:t>
            </a:r>
          </a:p>
        </p:txBody>
      </p:sp>
      <p:sp>
        <p:nvSpPr>
          <p:cNvPr id="3" name="Text Placeholder 2">
            <a:extLst>
              <a:ext uri="{FF2B5EF4-FFF2-40B4-BE49-F238E27FC236}">
                <a16:creationId xmlns:a16="http://schemas.microsoft.com/office/drawing/2014/main" id="{7C68BD49-EB98-945B-E1DB-FD4A8FC66606}"/>
              </a:ext>
            </a:extLst>
          </p:cNvPr>
          <p:cNvSpPr>
            <a:spLocks noGrp="1"/>
          </p:cNvSpPr>
          <p:nvPr>
            <p:ph type="body" idx="1"/>
          </p:nvPr>
        </p:nvSpPr>
        <p:spPr/>
        <p:txBody>
          <a:bodyPr/>
          <a:lstStyle/>
          <a:p>
            <a:r>
              <a:rPr lang="es-MX" sz="2400" dirty="0"/>
              <a:t>APOCALIPSIS 5:1-14</a:t>
            </a:r>
            <a:endParaRPr lang="es-MX" dirty="0"/>
          </a:p>
        </p:txBody>
      </p:sp>
    </p:spTree>
    <p:extLst>
      <p:ext uri="{BB962C8B-B14F-4D97-AF65-F5344CB8AC3E}">
        <p14:creationId xmlns:p14="http://schemas.microsoft.com/office/powerpoint/2010/main" val="42018042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CE90-C08C-8582-13B1-367A9398F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14DA0-BE75-5888-FE06-2837D81A98C5}"/>
              </a:ext>
            </a:extLst>
          </p:cNvPr>
          <p:cNvSpPr>
            <a:spLocks noGrp="1"/>
          </p:cNvSpPr>
          <p:nvPr>
            <p:ph type="title"/>
          </p:nvPr>
        </p:nvSpPr>
        <p:spPr>
          <a:xfrm>
            <a:off x="1549400" y="354126"/>
            <a:ext cx="9798050" cy="5317332"/>
          </a:xfrm>
        </p:spPr>
        <p:txBody>
          <a:bodyPr>
            <a:noAutofit/>
          </a:bodyPr>
          <a:lstStyle/>
          <a:p>
            <a:r>
              <a:rPr lang="es-MX" sz="4000" u="none" strike="noStrike" baseline="30000" dirty="0">
                <a:effectLst/>
              </a:rPr>
              <a:t>8</a:t>
            </a:r>
            <a:r>
              <a:rPr lang="es-MX" sz="4000" dirty="0"/>
              <a:t>Cuando tomó el libro, los cuatro seres vivientes y los veinticuatro ancianos se postraron delante del Cordero. Cada uno tenía un arpa y copas de oro llenas de incienso, que son las oraciones de los santos. </a:t>
            </a:r>
          </a:p>
        </p:txBody>
      </p:sp>
      <p:sp>
        <p:nvSpPr>
          <p:cNvPr id="3" name="Text Placeholder 2">
            <a:extLst>
              <a:ext uri="{FF2B5EF4-FFF2-40B4-BE49-F238E27FC236}">
                <a16:creationId xmlns:a16="http://schemas.microsoft.com/office/drawing/2014/main" id="{7C68BD49-EB98-945B-E1DB-FD4A8FC66606}"/>
              </a:ext>
            </a:extLst>
          </p:cNvPr>
          <p:cNvSpPr>
            <a:spLocks noGrp="1"/>
          </p:cNvSpPr>
          <p:nvPr>
            <p:ph type="body" idx="1"/>
          </p:nvPr>
        </p:nvSpPr>
        <p:spPr/>
        <p:txBody>
          <a:bodyPr/>
          <a:lstStyle/>
          <a:p>
            <a:r>
              <a:rPr lang="es-MX" sz="2400" dirty="0"/>
              <a:t>APOCALIPSIS 5:1-14</a:t>
            </a:r>
            <a:endParaRPr lang="es-MX" dirty="0"/>
          </a:p>
        </p:txBody>
      </p:sp>
    </p:spTree>
    <p:extLst>
      <p:ext uri="{BB962C8B-B14F-4D97-AF65-F5344CB8AC3E}">
        <p14:creationId xmlns:p14="http://schemas.microsoft.com/office/powerpoint/2010/main" val="27725470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CE90-C08C-8582-13B1-367A9398F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14DA0-BE75-5888-FE06-2837D81A98C5}"/>
              </a:ext>
            </a:extLst>
          </p:cNvPr>
          <p:cNvSpPr>
            <a:spLocks noGrp="1"/>
          </p:cNvSpPr>
          <p:nvPr>
            <p:ph type="title"/>
          </p:nvPr>
        </p:nvSpPr>
        <p:spPr>
          <a:xfrm>
            <a:off x="1549400" y="354126"/>
            <a:ext cx="9798050" cy="5317332"/>
          </a:xfrm>
        </p:spPr>
        <p:txBody>
          <a:bodyPr>
            <a:noAutofit/>
          </a:bodyPr>
          <a:lstStyle/>
          <a:p>
            <a:r>
              <a:rPr lang="es-MX" sz="4000" u="none" strike="noStrike" baseline="30000" dirty="0">
                <a:effectLst/>
              </a:rPr>
              <a:t>9</a:t>
            </a:r>
            <a:r>
              <a:rPr lang="es-MX" sz="4000" dirty="0"/>
              <a:t>Y cantaban* un cántico nuevo, diciendo: «Digno eres de tomar el libro y de abrir sus sellos, porque Tú fuiste inmolado, y con Tu sangre compraste para Dios a gente de toda tribu, lengua, pueblo y nación. </a:t>
            </a:r>
          </a:p>
        </p:txBody>
      </p:sp>
      <p:sp>
        <p:nvSpPr>
          <p:cNvPr id="3" name="Text Placeholder 2">
            <a:extLst>
              <a:ext uri="{FF2B5EF4-FFF2-40B4-BE49-F238E27FC236}">
                <a16:creationId xmlns:a16="http://schemas.microsoft.com/office/drawing/2014/main" id="{7C68BD49-EB98-945B-E1DB-FD4A8FC66606}"/>
              </a:ext>
            </a:extLst>
          </p:cNvPr>
          <p:cNvSpPr>
            <a:spLocks noGrp="1"/>
          </p:cNvSpPr>
          <p:nvPr>
            <p:ph type="body" idx="1"/>
          </p:nvPr>
        </p:nvSpPr>
        <p:spPr/>
        <p:txBody>
          <a:bodyPr/>
          <a:lstStyle/>
          <a:p>
            <a:r>
              <a:rPr lang="es-MX" sz="2400" dirty="0"/>
              <a:t>APOCALIPSIS 5:1-14</a:t>
            </a:r>
            <a:endParaRPr lang="es-MX" dirty="0"/>
          </a:p>
        </p:txBody>
      </p:sp>
    </p:spTree>
    <p:extLst>
      <p:ext uri="{BB962C8B-B14F-4D97-AF65-F5344CB8AC3E}">
        <p14:creationId xmlns:p14="http://schemas.microsoft.com/office/powerpoint/2010/main" val="15037171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CE90-C08C-8582-13B1-367A9398F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14DA0-BE75-5888-FE06-2837D81A98C5}"/>
              </a:ext>
            </a:extLst>
          </p:cNvPr>
          <p:cNvSpPr>
            <a:spLocks noGrp="1"/>
          </p:cNvSpPr>
          <p:nvPr>
            <p:ph type="title"/>
          </p:nvPr>
        </p:nvSpPr>
        <p:spPr>
          <a:xfrm>
            <a:off x="1549400" y="354126"/>
            <a:ext cx="9798050" cy="5317332"/>
          </a:xfrm>
        </p:spPr>
        <p:txBody>
          <a:bodyPr>
            <a:noAutofit/>
          </a:bodyPr>
          <a:lstStyle/>
          <a:p>
            <a:r>
              <a:rPr lang="es-MX" sz="6000" u="none" strike="noStrike" baseline="30000" dirty="0">
                <a:effectLst/>
              </a:rPr>
              <a:t>10</a:t>
            </a:r>
            <a:r>
              <a:rPr lang="es-MX" sz="6000" dirty="0"/>
              <a:t>Y los has hecho un reino y sacerdotes para nuestro Dios; y reinarán sobre la tierra». </a:t>
            </a:r>
          </a:p>
        </p:txBody>
      </p:sp>
      <p:sp>
        <p:nvSpPr>
          <p:cNvPr id="3" name="Text Placeholder 2">
            <a:extLst>
              <a:ext uri="{FF2B5EF4-FFF2-40B4-BE49-F238E27FC236}">
                <a16:creationId xmlns:a16="http://schemas.microsoft.com/office/drawing/2014/main" id="{7C68BD49-EB98-945B-E1DB-FD4A8FC66606}"/>
              </a:ext>
            </a:extLst>
          </p:cNvPr>
          <p:cNvSpPr>
            <a:spLocks noGrp="1"/>
          </p:cNvSpPr>
          <p:nvPr>
            <p:ph type="body" idx="1"/>
          </p:nvPr>
        </p:nvSpPr>
        <p:spPr/>
        <p:txBody>
          <a:bodyPr/>
          <a:lstStyle/>
          <a:p>
            <a:r>
              <a:rPr lang="es-MX" sz="2400" dirty="0"/>
              <a:t>APOCALIPSIS 5:1-14</a:t>
            </a:r>
            <a:endParaRPr lang="es-MX" dirty="0"/>
          </a:p>
        </p:txBody>
      </p:sp>
    </p:spTree>
    <p:extLst>
      <p:ext uri="{BB962C8B-B14F-4D97-AF65-F5344CB8AC3E}">
        <p14:creationId xmlns:p14="http://schemas.microsoft.com/office/powerpoint/2010/main" val="4236495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CE90-C08C-8582-13B1-367A9398F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14DA0-BE75-5888-FE06-2837D81A98C5}"/>
              </a:ext>
            </a:extLst>
          </p:cNvPr>
          <p:cNvSpPr>
            <a:spLocks noGrp="1"/>
          </p:cNvSpPr>
          <p:nvPr>
            <p:ph type="title"/>
          </p:nvPr>
        </p:nvSpPr>
        <p:spPr>
          <a:xfrm>
            <a:off x="1549400" y="354126"/>
            <a:ext cx="9798050" cy="5317332"/>
          </a:xfrm>
        </p:spPr>
        <p:txBody>
          <a:bodyPr>
            <a:noAutofit/>
          </a:bodyPr>
          <a:lstStyle/>
          <a:p>
            <a:r>
              <a:rPr lang="es-MX" sz="4400" u="none" strike="noStrike" baseline="30000" dirty="0">
                <a:effectLst/>
              </a:rPr>
              <a:t>11</a:t>
            </a:r>
            <a:r>
              <a:rPr lang="es-MX" sz="4400" dirty="0"/>
              <a:t>Y miré, y oí la voz de muchos ángeles alrededor del trono y de los seres vivientes y de los ancianos. El número de ellos era miríadas de miríadas, y millares de millares, </a:t>
            </a:r>
          </a:p>
        </p:txBody>
      </p:sp>
      <p:sp>
        <p:nvSpPr>
          <p:cNvPr id="3" name="Text Placeholder 2">
            <a:extLst>
              <a:ext uri="{FF2B5EF4-FFF2-40B4-BE49-F238E27FC236}">
                <a16:creationId xmlns:a16="http://schemas.microsoft.com/office/drawing/2014/main" id="{7C68BD49-EB98-945B-E1DB-FD4A8FC66606}"/>
              </a:ext>
            </a:extLst>
          </p:cNvPr>
          <p:cNvSpPr>
            <a:spLocks noGrp="1"/>
          </p:cNvSpPr>
          <p:nvPr>
            <p:ph type="body" idx="1"/>
          </p:nvPr>
        </p:nvSpPr>
        <p:spPr/>
        <p:txBody>
          <a:bodyPr/>
          <a:lstStyle/>
          <a:p>
            <a:r>
              <a:rPr lang="es-MX" sz="2400" dirty="0"/>
              <a:t>APOCALIPSIS 5:1-14</a:t>
            </a:r>
            <a:endParaRPr lang="es-MX" dirty="0"/>
          </a:p>
        </p:txBody>
      </p:sp>
    </p:spTree>
    <p:extLst>
      <p:ext uri="{BB962C8B-B14F-4D97-AF65-F5344CB8AC3E}">
        <p14:creationId xmlns:p14="http://schemas.microsoft.com/office/powerpoint/2010/main" val="9905989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CE90-C08C-8582-13B1-367A9398F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14DA0-BE75-5888-FE06-2837D81A98C5}"/>
              </a:ext>
            </a:extLst>
          </p:cNvPr>
          <p:cNvSpPr>
            <a:spLocks noGrp="1"/>
          </p:cNvSpPr>
          <p:nvPr>
            <p:ph type="title"/>
          </p:nvPr>
        </p:nvSpPr>
        <p:spPr>
          <a:xfrm>
            <a:off x="1549400" y="354126"/>
            <a:ext cx="9798050" cy="5317332"/>
          </a:xfrm>
        </p:spPr>
        <p:txBody>
          <a:bodyPr>
            <a:noAutofit/>
          </a:bodyPr>
          <a:lstStyle/>
          <a:p>
            <a:r>
              <a:rPr lang="es-MX" sz="4400" u="none" strike="noStrike" baseline="30000" dirty="0">
                <a:effectLst/>
              </a:rPr>
              <a:t>12</a:t>
            </a:r>
            <a:r>
              <a:rPr lang="es-MX" sz="4400" dirty="0"/>
              <a:t>que decían a gran voz: «El Cordero que fue inmolado es digno de recibir el poder, las riquezas, la sabiduría, la fortaleza, el honor, la gloria y la alabanza». </a:t>
            </a:r>
          </a:p>
        </p:txBody>
      </p:sp>
      <p:sp>
        <p:nvSpPr>
          <p:cNvPr id="3" name="Text Placeholder 2">
            <a:extLst>
              <a:ext uri="{FF2B5EF4-FFF2-40B4-BE49-F238E27FC236}">
                <a16:creationId xmlns:a16="http://schemas.microsoft.com/office/drawing/2014/main" id="{7C68BD49-EB98-945B-E1DB-FD4A8FC66606}"/>
              </a:ext>
            </a:extLst>
          </p:cNvPr>
          <p:cNvSpPr>
            <a:spLocks noGrp="1"/>
          </p:cNvSpPr>
          <p:nvPr>
            <p:ph type="body" idx="1"/>
          </p:nvPr>
        </p:nvSpPr>
        <p:spPr/>
        <p:txBody>
          <a:bodyPr/>
          <a:lstStyle/>
          <a:p>
            <a:r>
              <a:rPr lang="es-MX" sz="2400" dirty="0"/>
              <a:t>APOCALIPSIS 5:1-14</a:t>
            </a:r>
            <a:endParaRPr lang="es-MX" dirty="0"/>
          </a:p>
        </p:txBody>
      </p:sp>
    </p:spTree>
    <p:extLst>
      <p:ext uri="{BB962C8B-B14F-4D97-AF65-F5344CB8AC3E}">
        <p14:creationId xmlns:p14="http://schemas.microsoft.com/office/powerpoint/2010/main" val="34736946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CE90-C08C-8582-13B1-367A9398F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14DA0-BE75-5888-FE06-2837D81A98C5}"/>
              </a:ext>
            </a:extLst>
          </p:cNvPr>
          <p:cNvSpPr>
            <a:spLocks noGrp="1"/>
          </p:cNvSpPr>
          <p:nvPr>
            <p:ph type="title"/>
          </p:nvPr>
        </p:nvSpPr>
        <p:spPr>
          <a:xfrm>
            <a:off x="1549400" y="354126"/>
            <a:ext cx="9798050" cy="5317332"/>
          </a:xfrm>
        </p:spPr>
        <p:txBody>
          <a:bodyPr>
            <a:noAutofit/>
          </a:bodyPr>
          <a:lstStyle/>
          <a:p>
            <a:r>
              <a:rPr lang="es-MX" sz="3600" u="none" strike="noStrike" baseline="30000" dirty="0">
                <a:effectLst/>
              </a:rPr>
              <a:t>13</a:t>
            </a:r>
            <a:r>
              <a:rPr lang="es-MX" sz="3600" dirty="0"/>
              <a:t>Y oí decir a toda cosa creada que está en el cielo, sobre la tierra, debajo de la tierra y en el mar, y a todas las cosas que en ellos hay: «Al que está sentado en el trono, y al Cordero, sea la alabanza, la honra, la gloria y el dominio por los siglos de los siglos». </a:t>
            </a:r>
          </a:p>
        </p:txBody>
      </p:sp>
      <p:sp>
        <p:nvSpPr>
          <p:cNvPr id="3" name="Text Placeholder 2">
            <a:extLst>
              <a:ext uri="{FF2B5EF4-FFF2-40B4-BE49-F238E27FC236}">
                <a16:creationId xmlns:a16="http://schemas.microsoft.com/office/drawing/2014/main" id="{7C68BD49-EB98-945B-E1DB-FD4A8FC66606}"/>
              </a:ext>
            </a:extLst>
          </p:cNvPr>
          <p:cNvSpPr>
            <a:spLocks noGrp="1"/>
          </p:cNvSpPr>
          <p:nvPr>
            <p:ph type="body" idx="1"/>
          </p:nvPr>
        </p:nvSpPr>
        <p:spPr/>
        <p:txBody>
          <a:bodyPr/>
          <a:lstStyle/>
          <a:p>
            <a:r>
              <a:rPr lang="es-MX" sz="2400" dirty="0"/>
              <a:t>APOCALIPSIS 5:1-14</a:t>
            </a:r>
            <a:endParaRPr lang="es-MX" dirty="0"/>
          </a:p>
        </p:txBody>
      </p:sp>
    </p:spTree>
    <p:extLst>
      <p:ext uri="{BB962C8B-B14F-4D97-AF65-F5344CB8AC3E}">
        <p14:creationId xmlns:p14="http://schemas.microsoft.com/office/powerpoint/2010/main" val="38689650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CE90-C08C-8582-13B1-367A9398F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14DA0-BE75-5888-FE06-2837D81A98C5}"/>
              </a:ext>
            </a:extLst>
          </p:cNvPr>
          <p:cNvSpPr>
            <a:spLocks noGrp="1"/>
          </p:cNvSpPr>
          <p:nvPr>
            <p:ph type="title"/>
          </p:nvPr>
        </p:nvSpPr>
        <p:spPr>
          <a:xfrm>
            <a:off x="1549400" y="354126"/>
            <a:ext cx="9798050" cy="5317332"/>
          </a:xfrm>
        </p:spPr>
        <p:txBody>
          <a:bodyPr>
            <a:noAutofit/>
          </a:bodyPr>
          <a:lstStyle/>
          <a:p>
            <a:r>
              <a:rPr lang="es-MX" u="none" strike="noStrike" baseline="30000" dirty="0">
                <a:effectLst/>
              </a:rPr>
              <a:t>14</a:t>
            </a:r>
            <a:r>
              <a:rPr lang="es-MX" dirty="0"/>
              <a:t>Los cuatro seres vivientes decían: «Amén», y los ancianos se postraron y adoraron.</a:t>
            </a:r>
          </a:p>
        </p:txBody>
      </p:sp>
      <p:sp>
        <p:nvSpPr>
          <p:cNvPr id="3" name="Text Placeholder 2">
            <a:extLst>
              <a:ext uri="{FF2B5EF4-FFF2-40B4-BE49-F238E27FC236}">
                <a16:creationId xmlns:a16="http://schemas.microsoft.com/office/drawing/2014/main" id="{7C68BD49-EB98-945B-E1DB-FD4A8FC66606}"/>
              </a:ext>
            </a:extLst>
          </p:cNvPr>
          <p:cNvSpPr>
            <a:spLocks noGrp="1"/>
          </p:cNvSpPr>
          <p:nvPr>
            <p:ph type="body" idx="1"/>
          </p:nvPr>
        </p:nvSpPr>
        <p:spPr/>
        <p:txBody>
          <a:bodyPr/>
          <a:lstStyle/>
          <a:p>
            <a:r>
              <a:rPr lang="es-MX" sz="2400" dirty="0"/>
              <a:t>APOCALIPSIS 5:1-14</a:t>
            </a:r>
            <a:endParaRPr lang="es-MX" dirty="0"/>
          </a:p>
        </p:txBody>
      </p:sp>
    </p:spTree>
    <p:extLst>
      <p:ext uri="{BB962C8B-B14F-4D97-AF65-F5344CB8AC3E}">
        <p14:creationId xmlns:p14="http://schemas.microsoft.com/office/powerpoint/2010/main" val="6332594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0FA49EF-07F2-9084-9E7E-2AAA998D2EDB}"/>
              </a:ext>
            </a:extLst>
          </p:cNvPr>
          <p:cNvCxnSpPr>
            <a:cxnSpLocks/>
          </p:cNvCxnSpPr>
          <p:nvPr/>
        </p:nvCxnSpPr>
        <p:spPr>
          <a:xfrm>
            <a:off x="4410075" y="3704771"/>
            <a:ext cx="6816725" cy="0"/>
          </a:xfrm>
          <a:prstGeom prst="line">
            <a:avLst/>
          </a:prstGeom>
          <a:ln w="76200">
            <a:solidFill>
              <a:schemeClr val="bg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CCBBAF2-4F36-3918-D88E-A6FE7BA94BE1}"/>
              </a:ext>
            </a:extLst>
          </p:cNvPr>
          <p:cNvCxnSpPr>
            <a:cxnSpLocks/>
          </p:cNvCxnSpPr>
          <p:nvPr/>
        </p:nvCxnSpPr>
        <p:spPr>
          <a:xfrm>
            <a:off x="4410075" y="3857171"/>
            <a:ext cx="6816725" cy="0"/>
          </a:xfrm>
          <a:prstGeom prst="line">
            <a:avLst/>
          </a:prstGeom>
          <a:ln w="19050">
            <a:solidFill>
              <a:schemeClr val="bg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DEC719AF-65EA-EBBA-BA4F-38E211C9A7D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46317" y="1088573"/>
            <a:ext cx="3868058" cy="3868058"/>
          </a:xfrm>
          <a:prstGeom prst="rect">
            <a:avLst/>
          </a:prstGeom>
        </p:spPr>
      </p:pic>
      <p:sp>
        <p:nvSpPr>
          <p:cNvPr id="6" name="TextBox 5">
            <a:extLst>
              <a:ext uri="{FF2B5EF4-FFF2-40B4-BE49-F238E27FC236}">
                <a16:creationId xmlns:a16="http://schemas.microsoft.com/office/drawing/2014/main" id="{38D63825-ADEE-B658-26DD-D522C2C0DD8B}"/>
              </a:ext>
            </a:extLst>
          </p:cNvPr>
          <p:cNvSpPr txBox="1"/>
          <p:nvPr/>
        </p:nvSpPr>
        <p:spPr>
          <a:xfrm>
            <a:off x="4181257" y="1814708"/>
            <a:ext cx="7401144" cy="1569660"/>
          </a:xfrm>
          <a:prstGeom prst="rect">
            <a:avLst/>
          </a:prstGeom>
          <a:noFill/>
        </p:spPr>
        <p:txBody>
          <a:bodyPr wrap="square" rtlCol="0">
            <a:spAutoFit/>
          </a:bodyPr>
          <a:lstStyle/>
          <a:p>
            <a:pPr algn="ctr"/>
            <a:r>
              <a:rPr lang="es-MX" sz="9600" cap="all" dirty="0">
                <a:solidFill>
                  <a:schemeClr val="bg1">
                    <a:lumMod val="75000"/>
                    <a:lumOff val="25000"/>
                  </a:schemeClr>
                </a:solidFill>
                <a:latin typeface="Oswald" pitchFamily="2" charset="0"/>
              </a:rPr>
              <a:t>conclusiones</a:t>
            </a:r>
            <a:endParaRPr lang="es-MX" sz="6000" cap="all" dirty="0">
              <a:solidFill>
                <a:schemeClr val="bg1">
                  <a:lumMod val="75000"/>
                  <a:lumOff val="25000"/>
                </a:schemeClr>
              </a:solidFill>
              <a:latin typeface="Oswald" pitchFamily="2" charset="0"/>
            </a:endParaRPr>
          </a:p>
        </p:txBody>
      </p:sp>
      <p:sp>
        <p:nvSpPr>
          <p:cNvPr id="7" name="Rectángulo 1">
            <a:extLst>
              <a:ext uri="{FF2B5EF4-FFF2-40B4-BE49-F238E27FC236}">
                <a16:creationId xmlns:a16="http://schemas.microsoft.com/office/drawing/2014/main" id="{CA4F695F-5937-72B8-A646-52445A2C3105}"/>
              </a:ext>
            </a:extLst>
          </p:cNvPr>
          <p:cNvSpPr/>
          <p:nvPr/>
        </p:nvSpPr>
        <p:spPr>
          <a:xfrm>
            <a:off x="3806372" y="1595204"/>
            <a:ext cx="7758069" cy="2215991"/>
          </a:xfrm>
          <a:prstGeom prst="rect">
            <a:avLst/>
          </a:prstGeom>
          <a:noFill/>
          <a:effectLst/>
        </p:spPr>
        <p:txBody>
          <a:bodyPr wrap="square" lIns="91440" tIns="45720" rIns="91440" bIns="45720">
            <a:spAutoFit/>
          </a:bodyPr>
          <a:lstStyle/>
          <a:p>
            <a:endParaRPr lang="es-ES" sz="13800" cap="all" dirty="0">
              <a:ln w="12700" cmpd="sng">
                <a:noFill/>
                <a:prstDash val="solid"/>
              </a:ln>
              <a:solidFill>
                <a:schemeClr val="bg1">
                  <a:lumMod val="75000"/>
                  <a:lumOff val="25000"/>
                </a:schemeClr>
              </a:solidFill>
              <a:effectLst>
                <a:outerShdw blurRad="50800" dist="38100" dir="2700000" algn="tl" rotWithShape="0">
                  <a:prstClr val="black">
                    <a:alpha val="40000"/>
                  </a:prstClr>
                </a:outerShdw>
              </a:effectLst>
              <a:latin typeface="EB Garamond" pitchFamily="2" charset="0"/>
              <a:ea typeface="EB Garamond" pitchFamily="2" charset="0"/>
              <a:cs typeface="EB Garamond" pitchFamily="2" charset="0"/>
            </a:endParaRPr>
          </a:p>
        </p:txBody>
      </p:sp>
    </p:spTree>
    <p:extLst>
      <p:ext uri="{BB962C8B-B14F-4D97-AF65-F5344CB8AC3E}">
        <p14:creationId xmlns:p14="http://schemas.microsoft.com/office/powerpoint/2010/main" val="14203009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A85515-295E-DD5D-53E5-37E10D935596}"/>
              </a:ext>
            </a:extLst>
          </p:cNvPr>
          <p:cNvSpPr>
            <a:spLocks noGrp="1"/>
          </p:cNvSpPr>
          <p:nvPr>
            <p:ph type="title"/>
          </p:nvPr>
        </p:nvSpPr>
        <p:spPr/>
        <p:txBody>
          <a:bodyPr>
            <a:normAutofit/>
          </a:bodyPr>
          <a:lstStyle/>
          <a:p>
            <a:r>
              <a:rPr lang="es-MX" sz="6600" dirty="0"/>
              <a:t>Para vencer en lo terrenal necesitamos la perspectiva celestial</a:t>
            </a:r>
          </a:p>
        </p:txBody>
      </p:sp>
    </p:spTree>
    <p:extLst>
      <p:ext uri="{BB962C8B-B14F-4D97-AF65-F5344CB8AC3E}">
        <p14:creationId xmlns:p14="http://schemas.microsoft.com/office/powerpoint/2010/main" val="27706645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C8737-E0AB-3173-5B12-997883A142F9}"/>
              </a:ext>
            </a:extLst>
          </p:cNvPr>
          <p:cNvSpPr>
            <a:spLocks noGrp="1"/>
          </p:cNvSpPr>
          <p:nvPr>
            <p:ph type="title"/>
          </p:nvPr>
        </p:nvSpPr>
        <p:spPr>
          <a:xfrm>
            <a:off x="1640264" y="149971"/>
            <a:ext cx="9713535" cy="1325563"/>
          </a:xfrm>
        </p:spPr>
        <p:txBody>
          <a:bodyPr>
            <a:normAutofit/>
          </a:bodyPr>
          <a:lstStyle/>
          <a:p>
            <a:r>
              <a:rPr lang="es-MX" sz="4800" b="0" dirty="0">
                <a:latin typeface="Oswald" pitchFamily="2" charset="0"/>
              </a:rPr>
              <a:t>LA PERSPECTIVA CELESTIAL</a:t>
            </a:r>
          </a:p>
        </p:txBody>
      </p:sp>
      <p:sp>
        <p:nvSpPr>
          <p:cNvPr id="3" name="Text Placeholder 2">
            <a:extLst>
              <a:ext uri="{FF2B5EF4-FFF2-40B4-BE49-F238E27FC236}">
                <a16:creationId xmlns:a16="http://schemas.microsoft.com/office/drawing/2014/main" id="{327EDC76-3BEB-FCFA-278C-B106143CA2F0}"/>
              </a:ext>
            </a:extLst>
          </p:cNvPr>
          <p:cNvSpPr>
            <a:spLocks noGrp="1"/>
          </p:cNvSpPr>
          <p:nvPr>
            <p:ph type="body" sz="quarter" idx="10"/>
          </p:nvPr>
        </p:nvSpPr>
        <p:spPr>
          <a:xfrm>
            <a:off x="1640264" y="1532965"/>
            <a:ext cx="9713536" cy="4959909"/>
          </a:xfrm>
        </p:spPr>
        <p:txBody>
          <a:bodyPr>
            <a:normAutofit fontScale="62500" lnSpcReduction="20000"/>
          </a:bodyPr>
          <a:lstStyle/>
          <a:p>
            <a:pPr marL="742950" indent="-742950">
              <a:buFont typeface="+mj-lt"/>
              <a:buAutoNum type="arabicPeriod"/>
            </a:pPr>
            <a:r>
              <a:rPr lang="es-MX" dirty="0"/>
              <a:t>Dios está en el trono y es digno de adoración</a:t>
            </a:r>
          </a:p>
          <a:p>
            <a:pPr marL="742950" indent="-742950">
              <a:buFont typeface="+mj-lt"/>
              <a:buAutoNum type="arabicPeriod"/>
            </a:pPr>
            <a:r>
              <a:rPr lang="es-MX" dirty="0"/>
              <a:t>Los vencedores en Cristo ya están reinando</a:t>
            </a:r>
          </a:p>
          <a:p>
            <a:pPr marL="742950" indent="-742950">
              <a:buFont typeface="+mj-lt"/>
              <a:buAutoNum type="arabicPeriod"/>
            </a:pPr>
            <a:r>
              <a:rPr lang="es-MX" dirty="0"/>
              <a:t>El Cordero ha vencido por medio de Su muerte</a:t>
            </a:r>
          </a:p>
          <a:p>
            <a:pPr marL="742950" indent="-742950">
              <a:buFont typeface="+mj-lt"/>
              <a:buAutoNum type="arabicPeriod"/>
            </a:pPr>
            <a:r>
              <a:rPr lang="es-MX" dirty="0"/>
              <a:t>La redención debe hacer de la adoración la prioridad de nuestra vida</a:t>
            </a:r>
          </a:p>
          <a:p>
            <a:pPr marL="742950" indent="-742950">
              <a:buFont typeface="+mj-lt"/>
              <a:buAutoNum type="arabicPeriod"/>
            </a:pPr>
            <a:r>
              <a:rPr lang="es-MX" dirty="0"/>
              <a:t>Debemos vivir el presente con una perspectiva de la eternidad</a:t>
            </a:r>
          </a:p>
        </p:txBody>
      </p:sp>
    </p:spTree>
    <p:extLst>
      <p:ext uri="{BB962C8B-B14F-4D97-AF65-F5344CB8AC3E}">
        <p14:creationId xmlns:p14="http://schemas.microsoft.com/office/powerpoint/2010/main" val="3080816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A85515-295E-DD5D-53E5-37E10D935596}"/>
              </a:ext>
            </a:extLst>
          </p:cNvPr>
          <p:cNvSpPr>
            <a:spLocks noGrp="1"/>
          </p:cNvSpPr>
          <p:nvPr>
            <p:ph type="title"/>
          </p:nvPr>
        </p:nvSpPr>
        <p:spPr/>
        <p:txBody>
          <a:bodyPr>
            <a:noAutofit/>
          </a:bodyPr>
          <a:lstStyle/>
          <a:p>
            <a:r>
              <a:rPr lang="es-MX" sz="3200" dirty="0"/>
              <a:t>Me determino a dedicarme a obtener tanta felicidad para mí en el otro mundo como me sea posible, con el poder, fuerza y vigor, la violencia, de que soy capaz de hacer, o puedo llegar yo mismo a ejecutar, en cualquier forma que se pueda pensar.</a:t>
            </a:r>
          </a:p>
        </p:txBody>
      </p:sp>
    </p:spTree>
    <p:extLst>
      <p:ext uri="{BB962C8B-B14F-4D97-AF65-F5344CB8AC3E}">
        <p14:creationId xmlns:p14="http://schemas.microsoft.com/office/powerpoint/2010/main" val="3583129053"/>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67D657BFBA35945B3F08057C1D72EB8" ma:contentTypeVersion="3" ma:contentTypeDescription="Create a new document." ma:contentTypeScope="" ma:versionID="d39436f4f1dad0bf48f2c695fe1202b0">
  <xsd:schema xmlns:xsd="http://www.w3.org/2001/XMLSchema" xmlns:xs="http://www.w3.org/2001/XMLSchema" xmlns:p="http://schemas.microsoft.com/office/2006/metadata/properties" xmlns:ns3="a685921f-f366-4ea7-84c8-5471bad9b71b" targetNamespace="http://schemas.microsoft.com/office/2006/metadata/properties" ma:root="true" ma:fieldsID="a7013409abdca6f35d7c8e42267422ab" ns3:_="">
    <xsd:import namespace="a685921f-f366-4ea7-84c8-5471bad9b71b"/>
    <xsd:element name="properties">
      <xsd:complexType>
        <xsd:sequence>
          <xsd:element name="documentManagement">
            <xsd:complexType>
              <xsd:all>
                <xsd:element ref="ns3:MediaServiceMetadata" minOccurs="0"/>
                <xsd:element ref="ns3:MediaServiceFastMetadata"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685921f-f366-4ea7-84c8-5471bad9b71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B399A92-1C6B-40C6-B575-11C564D99E40}">
  <ds:schemaRefs>
    <ds:schemaRef ds:uri="http://schemas.microsoft.com/sharepoint/v3/contenttype/forms"/>
  </ds:schemaRefs>
</ds:datastoreItem>
</file>

<file path=customXml/itemProps2.xml><?xml version="1.0" encoding="utf-8"?>
<ds:datastoreItem xmlns:ds="http://schemas.openxmlformats.org/officeDocument/2006/customXml" ds:itemID="{FB29AA65-96A6-4F08-84D2-837ABDEE403D}">
  <ds:schemaRefs>
    <ds:schemaRef ds:uri="http://schemas.microsoft.com/office/infopath/2007/PartnerControls"/>
    <ds:schemaRef ds:uri="http://purl.org/dc/terms/"/>
    <ds:schemaRef ds:uri="http://schemas.microsoft.com/office/2006/documentManagement/types"/>
    <ds:schemaRef ds:uri="http://www.w3.org/XML/1998/namespace"/>
    <ds:schemaRef ds:uri="http://schemas.openxmlformats.org/package/2006/metadata/core-properties"/>
    <ds:schemaRef ds:uri="http://purl.org/dc/elements/1.1/"/>
    <ds:schemaRef ds:uri="http://purl.org/dc/dcmitype/"/>
    <ds:schemaRef ds:uri="a685921f-f366-4ea7-84c8-5471bad9b71b"/>
    <ds:schemaRef ds:uri="http://schemas.microsoft.com/office/2006/metadata/properties"/>
  </ds:schemaRefs>
</ds:datastoreItem>
</file>

<file path=customXml/itemProps3.xml><?xml version="1.0" encoding="utf-8"?>
<ds:datastoreItem xmlns:ds="http://schemas.openxmlformats.org/officeDocument/2006/customXml" ds:itemID="{984265E9-2ABB-451B-BCDF-224E1F0035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685921f-f366-4ea7-84c8-5471bad9b71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 2013 - 2022</Template>
  <TotalTime>11191</TotalTime>
  <Words>1516</Words>
  <Application>Microsoft Office PowerPoint</Application>
  <PresentationFormat>Panorámica</PresentationFormat>
  <Paragraphs>106</Paragraphs>
  <Slides>53</Slides>
  <Notes>0</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53</vt:i4>
      </vt:variant>
    </vt:vector>
  </HeadingPairs>
  <TitlesOfParts>
    <vt:vector size="64" baseType="lpstr">
      <vt:lpstr>Arial</vt:lpstr>
      <vt:lpstr>Atkinson Hyperlegible</vt:lpstr>
      <vt:lpstr>Calibri</vt:lpstr>
      <vt:lpstr>EB Garamond</vt:lpstr>
      <vt:lpstr>Merriweather</vt:lpstr>
      <vt:lpstr>Montserrat</vt:lpstr>
      <vt:lpstr>Montserrat ExtraBold</vt:lpstr>
      <vt:lpstr>Montserrat SemiBold</vt:lpstr>
      <vt:lpstr>Oswald</vt:lpstr>
      <vt:lpstr>Yeseva One</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3 Principios sobre la realidad de la iglesia</vt:lpstr>
      <vt:lpstr>Pero al que haga pecar a uno de estos pequeñitos que creen en Mí, mejor le sería que le colgaran al cuello una piedra de molino de las que mueve un asno, y que se ahogara en lo profundo del mar</vt:lpstr>
      <vt:lpstr>3 Principios sobre la realidad de la iglesia</vt:lpstr>
      <vt:lpstr>Presentación de PowerPoint</vt:lpstr>
      <vt:lpstr>Resumen:</vt:lpstr>
      <vt:lpstr>Para vencer en lo terrenal necesitamos la perspectiva celestial</vt:lpstr>
      <vt:lpstr>Presentación de PowerPoint</vt:lpstr>
      <vt:lpstr>1Después de esto miré, y vi una puerta abierta en el cielo. Y la primera voz que yo había oído, como sonido de trompeta que hablaba conmigo, decía: «Sube acá y te mostraré las cosas que deben suceder después de estas».</vt:lpstr>
      <vt:lpstr>Entonces el Señor llamó a Moisés a la cumbre del monte, y Moisés subió.</vt:lpstr>
      <vt:lpstr>2Al instante estaba yo en el Espíritu, y vi un trono colocado en el cielo, y a Uno sentado en el trono. </vt:lpstr>
      <vt:lpstr>3El que estaba sentado era de aspecto semejante a una piedra de jaspe y sardio, y alrededor del trono había un arco iris, de aspecto semejante a la esmeralda. </vt:lpstr>
      <vt:lpstr>Cubriéndote de luz como con un manto,  Extendiendo los cielos como una cortina.</vt:lpstr>
      <vt:lpstr>Como el aspecto del arco iris que aparece en las nubes en un día lluvioso, así era el aspecto del resplandor en derredor. Tal era el aspecto de la semejanza de la gloria del SEÑOR. Cuando lo vi, caí rostro en tierra y oí una voz que hablaba</vt:lpstr>
      <vt:lpstr>4Y alrededor del trono había veinticuatro tronos. Y sentados en los tronos, veinticuatro ancianos vestidos de ropas blancas, con coronas de oro en la cabeza. </vt:lpstr>
      <vt:lpstr>5Del trono salían relámpagos, voces, y truenos. Delante del trono había siete lámparas de fuego ardiendo, que son los siete Espíritus de Dios. </vt:lpstr>
      <vt:lpstr>6Delante del trono había como un mar transparente semejante al cristal; y en medio del trono y alrededor del trono, cuatro seres vivientes llenos de ojos por delante y por detrás. </vt:lpstr>
      <vt:lpstr>7El primer ser viviente era semejante a un león; el segundo ser era semejante a un becerro; el tercer ser tenía el rostro como el de un hombre, y el cuarto ser era semejante a un águila volando. </vt:lpstr>
      <vt:lpstr>8Los cuatro seres vivientes, cada uno de ellos con seis alas, estaban llenos de ojos alrededor y por dentro, y día y noche no cesaban de decir: «Santo, Santo, Santo, es el Señor Dios, el Todopoderoso, el que era, el que es y el que ha de venir».</vt:lpstr>
      <vt:lpstr>Presentación de PowerPoint</vt:lpstr>
      <vt:lpstr> y día y noche no cesaban de decir: «Santo, Santo, Santo, es el Señor Dios, el Todopoderoso, el que era, el que es y el que ha de venir».</vt:lpstr>
      <vt:lpstr>9Y cada vez que los seres vivientes dan gloria, honor, y acción de gracias a Aquel que está sentado en el trono, al que vive por los siglos de los siglos, </vt:lpstr>
      <vt:lpstr>10los veinticuatro ancianos se postran delante de Aquel que está sentado en el trono, y adoran a Aquel que vive por los siglos de los siglos, y echan sus coronas delante del trono, diciendo: </vt:lpstr>
      <vt:lpstr>11«Digno eres, Señor y Dios nuestro, de recibir la gloria y el honor y el poder, porque Tú creaste todas las cosas, y por Tu voluntad existen y fueron creadas».</vt:lpstr>
      <vt:lpstr>Presentación de PowerPoint</vt:lpstr>
      <vt:lpstr>1En la mano derecha de Aquel que estaba sentado en el trono vi un libro escrito por dentro y por fuera, sellado con siete sellos. </vt:lpstr>
      <vt:lpstr>2Vi también a un ángel poderoso que anunciaba a gran voz: «¿Quién es digno de abrir el libro y de desatar sus sellos?».</vt:lpstr>
      <vt:lpstr>3Y nadie, ni en el cielo ni en la tierra ni debajo de la tierra, podía abrir el libro ni mirar su contenido. </vt:lpstr>
      <vt:lpstr>4Yo lloraba mucho, porque nadie había sido hallado digno de abrir el libro ni de mirar su contenido. </vt:lpstr>
      <vt:lpstr>5Entonces uno de los ancianos me dijo*: «No llores; mira, el León de la tribu de Judá, la Raíz de David, ha vencido para abrir el libro y sus siete sellos» </vt:lpstr>
      <vt:lpstr>6Miré, y vi entre el trono (con los cuatro seres vivientes) y los ancianos, a un Cordero, de pie, como inmolado, que tenía siete cuernos y siete ojos, que son los siete Espíritus de Dios enviados por toda la tierra. </vt:lpstr>
      <vt:lpstr>7El vino y tomó el libro de la mano derecha de Aquel que estaba sentado en el trono. </vt:lpstr>
      <vt:lpstr>8Cuando tomó el libro, los cuatro seres vivientes y los veinticuatro ancianos se postraron delante del Cordero. Cada uno tenía un arpa y copas de oro llenas de incienso, que son las oraciones de los santos. </vt:lpstr>
      <vt:lpstr>9Y cantaban* un cántico nuevo, diciendo: «Digno eres de tomar el libro y de abrir sus sellos, porque Tú fuiste inmolado, y con Tu sangre compraste para Dios a gente de toda tribu, lengua, pueblo y nación. </vt:lpstr>
      <vt:lpstr>10Y los has hecho un reino y sacerdotes para nuestro Dios; y reinarán sobre la tierra». </vt:lpstr>
      <vt:lpstr>11Y miré, y oí la voz de muchos ángeles alrededor del trono y de los seres vivientes y de los ancianos. El número de ellos era miríadas de miríadas, y millares de millares, </vt:lpstr>
      <vt:lpstr>12que decían a gran voz: «El Cordero que fue inmolado es digno de recibir el poder, las riquezas, la sabiduría, la fortaleza, el honor, la gloria y la alabanza». </vt:lpstr>
      <vt:lpstr>13Y oí decir a toda cosa creada que está en el cielo, sobre la tierra, debajo de la tierra y en el mar, y a todas las cosas que en ellos hay: «Al que está sentado en el trono, y al Cordero, sea la alabanza, la honra, la gloria y el dominio por los siglos de los siglos». </vt:lpstr>
      <vt:lpstr>14Los cuatro seres vivientes decían: «Amén», y los ancianos se postraron y adoraron.</vt:lpstr>
      <vt:lpstr>Presentación de PowerPoint</vt:lpstr>
      <vt:lpstr>Para vencer en lo terrenal necesitamos la perspectiva celestial</vt:lpstr>
      <vt:lpstr>LA PERSPECTIVA CELESTIAL</vt:lpstr>
      <vt:lpstr>Me determino a dedicarme a obtener tanta felicidad para mí en el otro mundo como me sea posible, con el poder, fuerza y vigor, la violencia, de que soy capaz de hacer, o puedo llegar yo mismo a ejecutar, en cualquier forma que se pueda pensar.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Enrique Villegas</dc:creator>
  <cp:lastModifiedBy>Enrique Villegas Valerio</cp:lastModifiedBy>
  <cp:revision>72</cp:revision>
  <dcterms:created xsi:type="dcterms:W3CDTF">2023-08-19T04:14:33Z</dcterms:created>
  <dcterms:modified xsi:type="dcterms:W3CDTF">2024-06-16T04:38:23Z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0x010100867D657BFBA35945B3F08057C1D72EB8</vt:lpwstr>
  </property>
</Properties>
</file>