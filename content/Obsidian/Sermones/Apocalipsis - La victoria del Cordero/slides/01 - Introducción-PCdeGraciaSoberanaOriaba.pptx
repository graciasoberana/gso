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0"/>
  </p:notesMasterIdLst>
  <p:sldIdLst>
    <p:sldId id="256" r:id="rId5"/>
    <p:sldId id="517" r:id="rId6"/>
    <p:sldId id="518" r:id="rId7"/>
    <p:sldId id="622" r:id="rId8"/>
    <p:sldId id="624" r:id="rId9"/>
    <p:sldId id="623" r:id="rId10"/>
    <p:sldId id="625" r:id="rId11"/>
    <p:sldId id="627" r:id="rId12"/>
    <p:sldId id="629" r:id="rId13"/>
    <p:sldId id="630" r:id="rId14"/>
    <p:sldId id="639" r:id="rId15"/>
    <p:sldId id="631" r:id="rId16"/>
    <p:sldId id="632" r:id="rId17"/>
    <p:sldId id="633" r:id="rId18"/>
    <p:sldId id="634" r:id="rId19"/>
    <p:sldId id="635" r:id="rId20"/>
    <p:sldId id="638" r:id="rId21"/>
    <p:sldId id="641" r:id="rId22"/>
    <p:sldId id="642" r:id="rId23"/>
    <p:sldId id="621" r:id="rId24"/>
    <p:sldId id="640" r:id="rId25"/>
    <p:sldId id="644" r:id="rId26"/>
    <p:sldId id="619" r:id="rId27"/>
    <p:sldId id="645" r:id="rId28"/>
    <p:sldId id="646" r:id="rId29"/>
    <p:sldId id="647" r:id="rId30"/>
    <p:sldId id="648" r:id="rId31"/>
    <p:sldId id="650" r:id="rId32"/>
    <p:sldId id="651" r:id="rId33"/>
    <p:sldId id="652" r:id="rId34"/>
    <p:sldId id="653" r:id="rId35"/>
    <p:sldId id="654" r:id="rId36"/>
    <p:sldId id="655" r:id="rId37"/>
    <p:sldId id="656" r:id="rId38"/>
    <p:sldId id="657" r:id="rId39"/>
    <p:sldId id="661" r:id="rId40"/>
    <p:sldId id="658" r:id="rId41"/>
    <p:sldId id="659" r:id="rId42"/>
    <p:sldId id="660" r:id="rId43"/>
    <p:sldId id="662" r:id="rId44"/>
    <p:sldId id="649" r:id="rId45"/>
    <p:sldId id="663" r:id="rId46"/>
    <p:sldId id="643" r:id="rId47"/>
    <p:sldId id="620" r:id="rId48"/>
    <p:sldId id="66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33316EF-5C79-45B1-8BCF-C08055D411E9}">
          <p14:sldIdLst>
            <p14:sldId id="256"/>
            <p14:sldId id="517"/>
            <p14:sldId id="518"/>
            <p14:sldId id="622"/>
            <p14:sldId id="624"/>
            <p14:sldId id="623"/>
            <p14:sldId id="625"/>
            <p14:sldId id="627"/>
            <p14:sldId id="629"/>
            <p14:sldId id="630"/>
            <p14:sldId id="639"/>
            <p14:sldId id="631"/>
            <p14:sldId id="632"/>
            <p14:sldId id="633"/>
            <p14:sldId id="634"/>
            <p14:sldId id="635"/>
            <p14:sldId id="638"/>
            <p14:sldId id="641"/>
            <p14:sldId id="642"/>
            <p14:sldId id="621"/>
            <p14:sldId id="640"/>
            <p14:sldId id="644"/>
            <p14:sldId id="619"/>
            <p14:sldId id="645"/>
            <p14:sldId id="646"/>
            <p14:sldId id="647"/>
            <p14:sldId id="648"/>
            <p14:sldId id="650"/>
            <p14:sldId id="651"/>
            <p14:sldId id="652"/>
            <p14:sldId id="653"/>
            <p14:sldId id="654"/>
            <p14:sldId id="655"/>
            <p14:sldId id="656"/>
            <p14:sldId id="657"/>
            <p14:sldId id="661"/>
            <p14:sldId id="658"/>
            <p14:sldId id="659"/>
            <p14:sldId id="660"/>
            <p14:sldId id="662"/>
            <p14:sldId id="649"/>
            <p14:sldId id="663"/>
            <p14:sldId id="643"/>
            <p14:sldId id="620"/>
            <p14:sldId id="66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CC6D"/>
    <a:srgbClr val="FFFFFF"/>
    <a:srgbClr val="D5B158"/>
    <a:srgbClr val="C8B97C"/>
    <a:srgbClr val="BF9000"/>
    <a:srgbClr val="5A6D65"/>
    <a:srgbClr val="3B4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178855-6FF3-4D6A-AE73-290E1214A14E}" v="79" dt="2024-03-31T16:31:00.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6247" autoAdjust="0"/>
  </p:normalViewPr>
  <p:slideViewPr>
    <p:cSldViewPr snapToGrid="0">
      <p:cViewPr>
        <p:scale>
          <a:sx n="75" d="100"/>
          <a:sy n="75" d="100"/>
        </p:scale>
        <p:origin x="1146" y="78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281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que Villegas Valerio" userId="8ada793c76dcd6b1" providerId="LiveId" clId="{F7178855-6FF3-4D6A-AE73-290E1214A14E}"/>
    <pc:docChg chg="undo redo custSel addSld delSld modSld sldOrd modMainMaster modSection">
      <pc:chgData name="Enrique Villegas Valerio" userId="8ada793c76dcd6b1" providerId="LiveId" clId="{F7178855-6FF3-4D6A-AE73-290E1214A14E}" dt="2024-03-31T16:35:38.883" v="2460" actId="20577"/>
      <pc:docMkLst>
        <pc:docMk/>
      </pc:docMkLst>
      <pc:sldChg chg="setBg">
        <pc:chgData name="Enrique Villegas Valerio" userId="8ada793c76dcd6b1" providerId="LiveId" clId="{F7178855-6FF3-4D6A-AE73-290E1214A14E}" dt="2024-03-31T14:00:31.529" v="10"/>
        <pc:sldMkLst>
          <pc:docMk/>
          <pc:sldMk cId="1257195461" sldId="256"/>
        </pc:sldMkLst>
      </pc:sldChg>
      <pc:sldChg chg="del">
        <pc:chgData name="Enrique Villegas Valerio" userId="8ada793c76dcd6b1" providerId="LiveId" clId="{F7178855-6FF3-4D6A-AE73-290E1214A14E}" dt="2024-03-31T14:06:13.045" v="71" actId="47"/>
        <pc:sldMkLst>
          <pc:docMk/>
          <pc:sldMk cId="3318831662" sldId="456"/>
        </pc:sldMkLst>
      </pc:sldChg>
      <pc:sldChg chg="del">
        <pc:chgData name="Enrique Villegas Valerio" userId="8ada793c76dcd6b1" providerId="LiveId" clId="{F7178855-6FF3-4D6A-AE73-290E1214A14E}" dt="2024-03-31T14:06:38.427" v="75" actId="47"/>
        <pc:sldMkLst>
          <pc:docMk/>
          <pc:sldMk cId="4061946175" sldId="515"/>
        </pc:sldMkLst>
      </pc:sldChg>
      <pc:sldChg chg="modSp mod">
        <pc:chgData name="Enrique Villegas Valerio" userId="8ada793c76dcd6b1" providerId="LiveId" clId="{F7178855-6FF3-4D6A-AE73-290E1214A14E}" dt="2024-03-31T14:07:49.487" v="203" actId="2711"/>
        <pc:sldMkLst>
          <pc:docMk/>
          <pc:sldMk cId="2459707463" sldId="517"/>
        </pc:sldMkLst>
        <pc:spChg chg="mod">
          <ac:chgData name="Enrique Villegas Valerio" userId="8ada793c76dcd6b1" providerId="LiveId" clId="{F7178855-6FF3-4D6A-AE73-290E1214A14E}" dt="2024-03-31T14:07:49.487" v="203" actId="2711"/>
          <ac:spMkLst>
            <pc:docMk/>
            <pc:sldMk cId="2459707463" sldId="517"/>
            <ac:spMk id="2" creationId="{B0D08076-5D69-7E8E-18D5-536187914F89}"/>
          </ac:spMkLst>
        </pc:spChg>
        <pc:spChg chg="mod">
          <ac:chgData name="Enrique Villegas Valerio" userId="8ada793c76dcd6b1" providerId="LiveId" clId="{F7178855-6FF3-4D6A-AE73-290E1214A14E}" dt="2024-03-31T14:07:37.336" v="198" actId="27636"/>
          <ac:spMkLst>
            <pc:docMk/>
            <pc:sldMk cId="2459707463" sldId="517"/>
            <ac:spMk id="3" creationId="{F83FCBC4-22A5-47A6-4825-B2DAAEE92F0C}"/>
          </ac:spMkLst>
        </pc:spChg>
      </pc:sldChg>
      <pc:sldChg chg="modSp mod">
        <pc:chgData name="Enrique Villegas Valerio" userId="8ada793c76dcd6b1" providerId="LiveId" clId="{F7178855-6FF3-4D6A-AE73-290E1214A14E}" dt="2024-03-31T14:08:19.973" v="235" actId="1076"/>
        <pc:sldMkLst>
          <pc:docMk/>
          <pc:sldMk cId="59613358" sldId="518"/>
        </pc:sldMkLst>
        <pc:spChg chg="mod">
          <ac:chgData name="Enrique Villegas Valerio" userId="8ada793c76dcd6b1" providerId="LiveId" clId="{F7178855-6FF3-4D6A-AE73-290E1214A14E}" dt="2024-03-31T14:08:19.973" v="235" actId="1076"/>
          <ac:spMkLst>
            <pc:docMk/>
            <pc:sldMk cId="59613358" sldId="518"/>
            <ac:spMk id="3" creationId="{CA07F423-46C6-CDD8-E4AD-233D53E2809D}"/>
          </ac:spMkLst>
        </pc:spChg>
        <pc:spChg chg="mod">
          <ac:chgData name="Enrique Villegas Valerio" userId="8ada793c76dcd6b1" providerId="LiveId" clId="{F7178855-6FF3-4D6A-AE73-290E1214A14E}" dt="2024-03-31T14:08:19.973" v="235" actId="1076"/>
          <ac:spMkLst>
            <pc:docMk/>
            <pc:sldMk cId="59613358" sldId="518"/>
            <ac:spMk id="4" creationId="{64DD97DD-43D3-F5D3-B4EE-BD7F9628B26B}"/>
          </ac:spMkLst>
        </pc:spChg>
      </pc:sldChg>
      <pc:sldChg chg="del">
        <pc:chgData name="Enrique Villegas Valerio" userId="8ada793c76dcd6b1" providerId="LiveId" clId="{F7178855-6FF3-4D6A-AE73-290E1214A14E}" dt="2024-03-31T14:06:28.776" v="73" actId="47"/>
        <pc:sldMkLst>
          <pc:docMk/>
          <pc:sldMk cId="1841605842" sldId="561"/>
        </pc:sldMkLst>
      </pc:sldChg>
      <pc:sldChg chg="del">
        <pc:chgData name="Enrique Villegas Valerio" userId="8ada793c76dcd6b1" providerId="LiveId" clId="{F7178855-6FF3-4D6A-AE73-290E1214A14E}" dt="2024-03-31T14:05:57.882" v="70" actId="47"/>
        <pc:sldMkLst>
          <pc:docMk/>
          <pc:sldMk cId="1056343652" sldId="602"/>
        </pc:sldMkLst>
      </pc:sldChg>
      <pc:sldChg chg="del">
        <pc:chgData name="Enrique Villegas Valerio" userId="8ada793c76dcd6b1" providerId="LiveId" clId="{F7178855-6FF3-4D6A-AE73-290E1214A14E}" dt="2024-03-31T14:06:38.427" v="75" actId="47"/>
        <pc:sldMkLst>
          <pc:docMk/>
          <pc:sldMk cId="3875299598" sldId="613"/>
        </pc:sldMkLst>
      </pc:sldChg>
      <pc:sldChg chg="del">
        <pc:chgData name="Enrique Villegas Valerio" userId="8ada793c76dcd6b1" providerId="LiveId" clId="{F7178855-6FF3-4D6A-AE73-290E1214A14E}" dt="2024-03-31T14:06:38.427" v="75" actId="47"/>
        <pc:sldMkLst>
          <pc:docMk/>
          <pc:sldMk cId="280010921" sldId="614"/>
        </pc:sldMkLst>
      </pc:sldChg>
      <pc:sldChg chg="modSp del mod">
        <pc:chgData name="Enrique Villegas Valerio" userId="8ada793c76dcd6b1" providerId="LiveId" clId="{F7178855-6FF3-4D6A-AE73-290E1214A14E}" dt="2024-03-31T14:06:38.427" v="75" actId="47"/>
        <pc:sldMkLst>
          <pc:docMk/>
          <pc:sldMk cId="3348510175" sldId="615"/>
        </pc:sldMkLst>
        <pc:spChg chg="mod">
          <ac:chgData name="Enrique Villegas Valerio" userId="8ada793c76dcd6b1" providerId="LiveId" clId="{F7178855-6FF3-4D6A-AE73-290E1214A14E}" dt="2024-03-31T14:02:16.678" v="33" actId="27636"/>
          <ac:spMkLst>
            <pc:docMk/>
            <pc:sldMk cId="3348510175" sldId="615"/>
            <ac:spMk id="3" creationId="{5A64C29F-D46F-3276-B677-954186F66530}"/>
          </ac:spMkLst>
        </pc:spChg>
      </pc:sldChg>
      <pc:sldChg chg="del">
        <pc:chgData name="Enrique Villegas Valerio" userId="8ada793c76dcd6b1" providerId="LiveId" clId="{F7178855-6FF3-4D6A-AE73-290E1214A14E}" dt="2024-03-31T14:06:31.236" v="74" actId="47"/>
        <pc:sldMkLst>
          <pc:docMk/>
          <pc:sldMk cId="2715044371" sldId="616"/>
        </pc:sldMkLst>
      </pc:sldChg>
      <pc:sldChg chg="del">
        <pc:chgData name="Enrique Villegas Valerio" userId="8ada793c76dcd6b1" providerId="LiveId" clId="{F7178855-6FF3-4D6A-AE73-290E1214A14E}" dt="2024-03-31T14:06:38.427" v="75" actId="47"/>
        <pc:sldMkLst>
          <pc:docMk/>
          <pc:sldMk cId="2544262458" sldId="617"/>
        </pc:sldMkLst>
      </pc:sldChg>
      <pc:sldChg chg="modSp del mod">
        <pc:chgData name="Enrique Villegas Valerio" userId="8ada793c76dcd6b1" providerId="LiveId" clId="{F7178855-6FF3-4D6A-AE73-290E1214A14E}" dt="2024-03-31T14:06:38.427" v="75" actId="47"/>
        <pc:sldMkLst>
          <pc:docMk/>
          <pc:sldMk cId="53536091" sldId="618"/>
        </pc:sldMkLst>
        <pc:spChg chg="mod">
          <ac:chgData name="Enrique Villegas Valerio" userId="8ada793c76dcd6b1" providerId="LiveId" clId="{F7178855-6FF3-4D6A-AE73-290E1214A14E}" dt="2024-03-31T14:02:16.678" v="34" actId="27636"/>
          <ac:spMkLst>
            <pc:docMk/>
            <pc:sldMk cId="53536091" sldId="618"/>
            <ac:spMk id="2" creationId="{571D76CE-2E20-502E-90EE-CA1A37D3CB79}"/>
          </ac:spMkLst>
        </pc:spChg>
      </pc:sldChg>
      <pc:sldChg chg="modSp mod ord">
        <pc:chgData name="Enrique Villegas Valerio" userId="8ada793c76dcd6b1" providerId="LiveId" clId="{F7178855-6FF3-4D6A-AE73-290E1214A14E}" dt="2024-03-31T15:55:23.053" v="1658" actId="6549"/>
        <pc:sldMkLst>
          <pc:docMk/>
          <pc:sldMk cId="3565370651" sldId="619"/>
        </pc:sldMkLst>
        <pc:spChg chg="mod">
          <ac:chgData name="Enrique Villegas Valerio" userId="8ada793c76dcd6b1" providerId="LiveId" clId="{F7178855-6FF3-4D6A-AE73-290E1214A14E}" dt="2024-03-31T15:55:23.053" v="1658" actId="6549"/>
          <ac:spMkLst>
            <pc:docMk/>
            <pc:sldMk cId="3565370651" sldId="619"/>
            <ac:spMk id="2" creationId="{F9514DA0-BE75-5888-FE06-2837D81A98C5}"/>
          </ac:spMkLst>
        </pc:spChg>
        <pc:spChg chg="mod">
          <ac:chgData name="Enrique Villegas Valerio" userId="8ada793c76dcd6b1" providerId="LiveId" clId="{F7178855-6FF3-4D6A-AE73-290E1214A14E}" dt="2024-03-31T15:50:12.549" v="1644"/>
          <ac:spMkLst>
            <pc:docMk/>
            <pc:sldMk cId="3565370651" sldId="619"/>
            <ac:spMk id="3" creationId="{7C68BD49-EB98-945B-E1DB-FD4A8FC66606}"/>
          </ac:spMkLst>
        </pc:spChg>
      </pc:sldChg>
      <pc:sldChg chg="modSp add mod">
        <pc:chgData name="Enrique Villegas Valerio" userId="8ada793c76dcd6b1" providerId="LiveId" clId="{F7178855-6FF3-4D6A-AE73-290E1214A14E}" dt="2024-03-31T14:08:48.293" v="268" actId="20577"/>
        <pc:sldMkLst>
          <pc:docMk/>
          <pc:sldMk cId="1727271413" sldId="620"/>
        </pc:sldMkLst>
        <pc:spChg chg="mod">
          <ac:chgData name="Enrique Villegas Valerio" userId="8ada793c76dcd6b1" providerId="LiveId" clId="{F7178855-6FF3-4D6A-AE73-290E1214A14E}" dt="2024-03-31T14:08:48.293" v="268" actId="20577"/>
          <ac:spMkLst>
            <pc:docMk/>
            <pc:sldMk cId="1727271413" sldId="620"/>
            <ac:spMk id="4" creationId="{64DD97DD-43D3-F5D3-B4EE-BD7F9628B26B}"/>
          </ac:spMkLst>
        </pc:spChg>
      </pc:sldChg>
      <pc:sldChg chg="del">
        <pc:chgData name="Enrique Villegas Valerio" userId="8ada793c76dcd6b1" providerId="LiveId" clId="{F7178855-6FF3-4D6A-AE73-290E1214A14E}" dt="2024-03-31T14:06:25.613" v="72" actId="47"/>
        <pc:sldMkLst>
          <pc:docMk/>
          <pc:sldMk cId="4055964336" sldId="620"/>
        </pc:sldMkLst>
      </pc:sldChg>
      <pc:sldChg chg="del">
        <pc:chgData name="Enrique Villegas Valerio" userId="8ada793c76dcd6b1" providerId="LiveId" clId="{F7178855-6FF3-4D6A-AE73-290E1214A14E}" dt="2024-03-31T14:06:25.613" v="72" actId="47"/>
        <pc:sldMkLst>
          <pc:docMk/>
          <pc:sldMk cId="2980270830" sldId="621"/>
        </pc:sldMkLst>
      </pc:sldChg>
      <pc:sldChg chg="modSp add mod ord">
        <pc:chgData name="Enrique Villegas Valerio" userId="8ada793c76dcd6b1" providerId="LiveId" clId="{F7178855-6FF3-4D6A-AE73-290E1214A14E}" dt="2024-03-31T15:48:49.238" v="1600"/>
        <pc:sldMkLst>
          <pc:docMk/>
          <pc:sldMk cId="3487798009" sldId="621"/>
        </pc:sldMkLst>
        <pc:spChg chg="mod">
          <ac:chgData name="Enrique Villegas Valerio" userId="8ada793c76dcd6b1" providerId="LiveId" clId="{F7178855-6FF3-4D6A-AE73-290E1214A14E}" dt="2024-03-31T14:08:38.182" v="254" actId="20577"/>
          <ac:spMkLst>
            <pc:docMk/>
            <pc:sldMk cId="3487798009" sldId="621"/>
            <ac:spMk id="4" creationId="{64DD97DD-43D3-F5D3-B4EE-BD7F9628B26B}"/>
          </ac:spMkLst>
        </pc:spChg>
      </pc:sldChg>
      <pc:sldChg chg="del">
        <pc:chgData name="Enrique Villegas Valerio" userId="8ada793c76dcd6b1" providerId="LiveId" clId="{F7178855-6FF3-4D6A-AE73-290E1214A14E}" dt="2024-03-31T14:06:25.613" v="72" actId="47"/>
        <pc:sldMkLst>
          <pc:docMk/>
          <pc:sldMk cId="441816424" sldId="622"/>
        </pc:sldMkLst>
      </pc:sldChg>
      <pc:sldChg chg="addSp delSp modSp new mod modClrScheme chgLayout">
        <pc:chgData name="Enrique Villegas Valerio" userId="8ada793c76dcd6b1" providerId="LiveId" clId="{F7178855-6FF3-4D6A-AE73-290E1214A14E}" dt="2024-03-31T14:56:28.286" v="413"/>
        <pc:sldMkLst>
          <pc:docMk/>
          <pc:sldMk cId="3718908424" sldId="622"/>
        </pc:sldMkLst>
        <pc:spChg chg="del mod ord">
          <ac:chgData name="Enrique Villegas Valerio" userId="8ada793c76dcd6b1" providerId="LiveId" clId="{F7178855-6FF3-4D6A-AE73-290E1214A14E}" dt="2024-03-31T14:28:22.868" v="270" actId="700"/>
          <ac:spMkLst>
            <pc:docMk/>
            <pc:sldMk cId="3718908424" sldId="622"/>
            <ac:spMk id="2" creationId="{A7A6EC20-FD53-C5D5-2B85-7BDFC208D463}"/>
          </ac:spMkLst>
        </pc:spChg>
        <pc:spChg chg="del mod ord">
          <ac:chgData name="Enrique Villegas Valerio" userId="8ada793c76dcd6b1" providerId="LiveId" clId="{F7178855-6FF3-4D6A-AE73-290E1214A14E}" dt="2024-03-31T14:28:22.868" v="270" actId="700"/>
          <ac:spMkLst>
            <pc:docMk/>
            <pc:sldMk cId="3718908424" sldId="622"/>
            <ac:spMk id="3" creationId="{DFDCE153-4285-1133-50AF-288C6F491159}"/>
          </ac:spMkLst>
        </pc:spChg>
        <pc:spChg chg="add mod ord">
          <ac:chgData name="Enrique Villegas Valerio" userId="8ada793c76dcd6b1" providerId="LiveId" clId="{F7178855-6FF3-4D6A-AE73-290E1214A14E}" dt="2024-03-31T14:28:38.855" v="303" actId="20577"/>
          <ac:spMkLst>
            <pc:docMk/>
            <pc:sldMk cId="3718908424" sldId="622"/>
            <ac:spMk id="4" creationId="{0D2AF8B1-9A2A-C06C-7D2F-D143A952084B}"/>
          </ac:spMkLst>
        </pc:spChg>
        <pc:spChg chg="add mod ord">
          <ac:chgData name="Enrique Villegas Valerio" userId="8ada793c76dcd6b1" providerId="LiveId" clId="{F7178855-6FF3-4D6A-AE73-290E1214A14E}" dt="2024-03-31T14:56:28.286" v="413"/>
          <ac:spMkLst>
            <pc:docMk/>
            <pc:sldMk cId="3718908424" sldId="622"/>
            <ac:spMk id="5" creationId="{FF7EA931-F7F3-AD27-8693-138878E11B10}"/>
          </ac:spMkLst>
        </pc:spChg>
      </pc:sldChg>
      <pc:sldChg chg="add del">
        <pc:chgData name="Enrique Villegas Valerio" userId="8ada793c76dcd6b1" providerId="LiveId" clId="{F7178855-6FF3-4D6A-AE73-290E1214A14E}" dt="2024-03-31T14:28:43.141" v="305"/>
        <pc:sldMkLst>
          <pc:docMk/>
          <pc:sldMk cId="2146154770" sldId="623"/>
        </pc:sldMkLst>
      </pc:sldChg>
      <pc:sldChg chg="del">
        <pc:chgData name="Enrique Villegas Valerio" userId="8ada793c76dcd6b1" providerId="LiveId" clId="{F7178855-6FF3-4D6A-AE73-290E1214A14E}" dt="2024-03-31T14:06:25.613" v="72" actId="47"/>
        <pc:sldMkLst>
          <pc:docMk/>
          <pc:sldMk cId="3693174743" sldId="623"/>
        </pc:sldMkLst>
      </pc:sldChg>
      <pc:sldChg chg="modSp add mod">
        <pc:chgData name="Enrique Villegas Valerio" userId="8ada793c76dcd6b1" providerId="LiveId" clId="{F7178855-6FF3-4D6A-AE73-290E1214A14E}" dt="2024-03-31T15:05:10.559" v="627" actId="1035"/>
        <pc:sldMkLst>
          <pc:docMk/>
          <pc:sldMk cId="4148459029" sldId="623"/>
        </pc:sldMkLst>
        <pc:spChg chg="mod">
          <ac:chgData name="Enrique Villegas Valerio" userId="8ada793c76dcd6b1" providerId="LiveId" clId="{F7178855-6FF3-4D6A-AE73-290E1214A14E}" dt="2024-03-31T15:05:10.559" v="627" actId="1035"/>
          <ac:spMkLst>
            <pc:docMk/>
            <pc:sldMk cId="4148459029" sldId="623"/>
            <ac:spMk id="4" creationId="{0D2AF8B1-9A2A-C06C-7D2F-D143A952084B}"/>
          </ac:spMkLst>
        </pc:spChg>
        <pc:spChg chg="mod">
          <ac:chgData name="Enrique Villegas Valerio" userId="8ada793c76dcd6b1" providerId="LiveId" clId="{F7178855-6FF3-4D6A-AE73-290E1214A14E}" dt="2024-03-31T15:05:06.259" v="619" actId="1035"/>
          <ac:spMkLst>
            <pc:docMk/>
            <pc:sldMk cId="4148459029" sldId="623"/>
            <ac:spMk id="5" creationId="{FF7EA931-F7F3-AD27-8693-138878E11B10}"/>
          </ac:spMkLst>
        </pc:spChg>
      </pc:sldChg>
      <pc:sldChg chg="del">
        <pc:chgData name="Enrique Villegas Valerio" userId="8ada793c76dcd6b1" providerId="LiveId" clId="{F7178855-6FF3-4D6A-AE73-290E1214A14E}" dt="2024-03-31T14:06:25.613" v="72" actId="47"/>
        <pc:sldMkLst>
          <pc:docMk/>
          <pc:sldMk cId="276061732" sldId="624"/>
        </pc:sldMkLst>
      </pc:sldChg>
      <pc:sldChg chg="addSp delSp modSp new mod modClrScheme chgLayout">
        <pc:chgData name="Enrique Villegas Valerio" userId="8ada793c76dcd6b1" providerId="LiveId" clId="{F7178855-6FF3-4D6A-AE73-290E1214A14E}" dt="2024-03-31T14:59:38.397" v="518" actId="14100"/>
        <pc:sldMkLst>
          <pc:docMk/>
          <pc:sldMk cId="3308717625" sldId="624"/>
        </pc:sldMkLst>
        <pc:spChg chg="del">
          <ac:chgData name="Enrique Villegas Valerio" userId="8ada793c76dcd6b1" providerId="LiveId" clId="{F7178855-6FF3-4D6A-AE73-290E1214A14E}" dt="2024-03-31T14:58:00.679" v="460" actId="6264"/>
          <ac:spMkLst>
            <pc:docMk/>
            <pc:sldMk cId="3308717625" sldId="624"/>
            <ac:spMk id="2" creationId="{245CADCE-D363-7B54-BB5E-F02245D047BC}"/>
          </ac:spMkLst>
        </pc:spChg>
        <pc:spChg chg="del">
          <ac:chgData name="Enrique Villegas Valerio" userId="8ada793c76dcd6b1" providerId="LiveId" clId="{F7178855-6FF3-4D6A-AE73-290E1214A14E}" dt="2024-03-31T14:58:00.679" v="460" actId="6264"/>
          <ac:spMkLst>
            <pc:docMk/>
            <pc:sldMk cId="3308717625" sldId="624"/>
            <ac:spMk id="3" creationId="{3CF76E56-6486-48DE-92DD-5BD09091FBE0}"/>
          </ac:spMkLst>
        </pc:spChg>
        <pc:spChg chg="add del mod ord">
          <ac:chgData name="Enrique Villegas Valerio" userId="8ada793c76dcd6b1" providerId="LiveId" clId="{F7178855-6FF3-4D6A-AE73-290E1214A14E}" dt="2024-03-31T14:58:03.483" v="461" actId="700"/>
          <ac:spMkLst>
            <pc:docMk/>
            <pc:sldMk cId="3308717625" sldId="624"/>
            <ac:spMk id="4" creationId="{78DF1A14-2CB6-B4E3-FC35-9B142D0D71E0}"/>
          </ac:spMkLst>
        </pc:spChg>
        <pc:spChg chg="add del mod ord">
          <ac:chgData name="Enrique Villegas Valerio" userId="8ada793c76dcd6b1" providerId="LiveId" clId="{F7178855-6FF3-4D6A-AE73-290E1214A14E}" dt="2024-03-31T14:58:03.483" v="461" actId="700"/>
          <ac:spMkLst>
            <pc:docMk/>
            <pc:sldMk cId="3308717625" sldId="624"/>
            <ac:spMk id="5" creationId="{A04D788E-44AE-8600-7FF0-F2FB033525E3}"/>
          </ac:spMkLst>
        </pc:spChg>
        <pc:spChg chg="add mod ord">
          <ac:chgData name="Enrique Villegas Valerio" userId="8ada793c76dcd6b1" providerId="LiveId" clId="{F7178855-6FF3-4D6A-AE73-290E1214A14E}" dt="2024-03-31T14:59:38.397" v="518" actId="14100"/>
          <ac:spMkLst>
            <pc:docMk/>
            <pc:sldMk cId="3308717625" sldId="624"/>
            <ac:spMk id="6" creationId="{51963C89-0EA3-A396-48EB-B30FCCA93178}"/>
          </ac:spMkLst>
        </pc:spChg>
      </pc:sldChg>
      <pc:sldChg chg="del">
        <pc:chgData name="Enrique Villegas Valerio" userId="8ada793c76dcd6b1" providerId="LiveId" clId="{F7178855-6FF3-4D6A-AE73-290E1214A14E}" dt="2024-03-31T14:06:25.613" v="72" actId="47"/>
        <pc:sldMkLst>
          <pc:docMk/>
          <pc:sldMk cId="3143165547" sldId="625"/>
        </pc:sldMkLst>
      </pc:sldChg>
      <pc:sldChg chg="modSp new mod">
        <pc:chgData name="Enrique Villegas Valerio" userId="8ada793c76dcd6b1" providerId="LiveId" clId="{F7178855-6FF3-4D6A-AE73-290E1214A14E}" dt="2024-03-31T15:09:39.410" v="746" actId="20577"/>
        <pc:sldMkLst>
          <pc:docMk/>
          <pc:sldMk cId="3948492993" sldId="625"/>
        </pc:sldMkLst>
        <pc:spChg chg="mod">
          <ac:chgData name="Enrique Villegas Valerio" userId="8ada793c76dcd6b1" providerId="LiveId" clId="{F7178855-6FF3-4D6A-AE73-290E1214A14E}" dt="2024-03-31T15:09:39.410" v="746" actId="20577"/>
          <ac:spMkLst>
            <pc:docMk/>
            <pc:sldMk cId="3948492993" sldId="625"/>
            <ac:spMk id="2" creationId="{C773109B-F2C2-A6F1-89A5-8A34EF22A100}"/>
          </ac:spMkLst>
        </pc:spChg>
        <pc:spChg chg="mod">
          <ac:chgData name="Enrique Villegas Valerio" userId="8ada793c76dcd6b1" providerId="LiveId" clId="{F7178855-6FF3-4D6A-AE73-290E1214A14E}" dt="2024-03-31T15:09:38.866" v="745"/>
          <ac:spMkLst>
            <pc:docMk/>
            <pc:sldMk cId="3948492993" sldId="625"/>
            <ac:spMk id="3" creationId="{B03A2BCA-D71F-382C-2882-5C9335BA88CB}"/>
          </ac:spMkLst>
        </pc:spChg>
      </pc:sldChg>
      <pc:sldChg chg="new del">
        <pc:chgData name="Enrique Villegas Valerio" userId="8ada793c76dcd6b1" providerId="LiveId" clId="{F7178855-6FF3-4D6A-AE73-290E1214A14E}" dt="2024-03-31T15:09:48.485" v="751" actId="47"/>
        <pc:sldMkLst>
          <pc:docMk/>
          <pc:sldMk cId="473852733" sldId="626"/>
        </pc:sldMkLst>
      </pc:sldChg>
      <pc:sldChg chg="del">
        <pc:chgData name="Enrique Villegas Valerio" userId="8ada793c76dcd6b1" providerId="LiveId" clId="{F7178855-6FF3-4D6A-AE73-290E1214A14E}" dt="2024-03-31T14:06:25.613" v="72" actId="47"/>
        <pc:sldMkLst>
          <pc:docMk/>
          <pc:sldMk cId="1957567158" sldId="626"/>
        </pc:sldMkLst>
      </pc:sldChg>
      <pc:sldChg chg="add ord">
        <pc:chgData name="Enrique Villegas Valerio" userId="8ada793c76dcd6b1" providerId="LiveId" clId="{F7178855-6FF3-4D6A-AE73-290E1214A14E}" dt="2024-03-31T15:09:46.432" v="750"/>
        <pc:sldMkLst>
          <pc:docMk/>
          <pc:sldMk cId="2406067261" sldId="627"/>
        </pc:sldMkLst>
      </pc:sldChg>
      <pc:sldChg chg="del">
        <pc:chgData name="Enrique Villegas Valerio" userId="8ada793c76dcd6b1" providerId="LiveId" clId="{F7178855-6FF3-4D6A-AE73-290E1214A14E}" dt="2024-03-31T14:06:25.613" v="72" actId="47"/>
        <pc:sldMkLst>
          <pc:docMk/>
          <pc:sldMk cId="3278945759" sldId="627"/>
        </pc:sldMkLst>
      </pc:sldChg>
      <pc:sldChg chg="del">
        <pc:chgData name="Enrique Villegas Valerio" userId="8ada793c76dcd6b1" providerId="LiveId" clId="{F7178855-6FF3-4D6A-AE73-290E1214A14E}" dt="2024-03-31T14:06:25.613" v="72" actId="47"/>
        <pc:sldMkLst>
          <pc:docMk/>
          <pc:sldMk cId="2407617907" sldId="628"/>
        </pc:sldMkLst>
      </pc:sldChg>
      <pc:sldChg chg="add del">
        <pc:chgData name="Enrique Villegas Valerio" userId="8ada793c76dcd6b1" providerId="LiveId" clId="{F7178855-6FF3-4D6A-AE73-290E1214A14E}" dt="2024-03-31T16:29:26.895" v="2427" actId="47"/>
        <pc:sldMkLst>
          <pc:docMk/>
          <pc:sldMk cId="3328600493" sldId="628"/>
        </pc:sldMkLst>
      </pc:sldChg>
      <pc:sldChg chg="del">
        <pc:chgData name="Enrique Villegas Valerio" userId="8ada793c76dcd6b1" providerId="LiveId" clId="{F7178855-6FF3-4D6A-AE73-290E1214A14E}" dt="2024-03-31T14:06:25.613" v="72" actId="47"/>
        <pc:sldMkLst>
          <pc:docMk/>
          <pc:sldMk cId="3179182655" sldId="629"/>
        </pc:sldMkLst>
      </pc:sldChg>
      <pc:sldChg chg="modSp add mod">
        <pc:chgData name="Enrique Villegas Valerio" userId="8ada793c76dcd6b1" providerId="LiveId" clId="{F7178855-6FF3-4D6A-AE73-290E1214A14E}" dt="2024-03-31T15:15:22.782" v="962" actId="20577"/>
        <pc:sldMkLst>
          <pc:docMk/>
          <pc:sldMk cId="3541811059" sldId="629"/>
        </pc:sldMkLst>
        <pc:spChg chg="mod">
          <ac:chgData name="Enrique Villegas Valerio" userId="8ada793c76dcd6b1" providerId="LiveId" clId="{F7178855-6FF3-4D6A-AE73-290E1214A14E}" dt="2024-03-31T15:10:22.045" v="771" actId="20577"/>
          <ac:spMkLst>
            <pc:docMk/>
            <pc:sldMk cId="3541811059" sldId="629"/>
            <ac:spMk id="2" creationId="{C773109B-F2C2-A6F1-89A5-8A34EF22A100}"/>
          </ac:spMkLst>
        </pc:spChg>
        <pc:spChg chg="mod">
          <ac:chgData name="Enrique Villegas Valerio" userId="8ada793c76dcd6b1" providerId="LiveId" clId="{F7178855-6FF3-4D6A-AE73-290E1214A14E}" dt="2024-03-31T15:15:22.782" v="962" actId="20577"/>
          <ac:spMkLst>
            <pc:docMk/>
            <pc:sldMk cId="3541811059" sldId="629"/>
            <ac:spMk id="3" creationId="{B03A2BCA-D71F-382C-2882-5C9335BA88CB}"/>
          </ac:spMkLst>
        </pc:spChg>
      </pc:sldChg>
      <pc:sldChg chg="del">
        <pc:chgData name="Enrique Villegas Valerio" userId="8ada793c76dcd6b1" providerId="LiveId" clId="{F7178855-6FF3-4D6A-AE73-290E1214A14E}" dt="2024-03-31T14:06:25.613" v="72" actId="47"/>
        <pc:sldMkLst>
          <pc:docMk/>
          <pc:sldMk cId="1357878528" sldId="630"/>
        </pc:sldMkLst>
      </pc:sldChg>
      <pc:sldChg chg="modSp add mod ord modClrScheme chgLayout">
        <pc:chgData name="Enrique Villegas Valerio" userId="8ada793c76dcd6b1" providerId="LiveId" clId="{F7178855-6FF3-4D6A-AE73-290E1214A14E}" dt="2024-03-31T15:21:38.832" v="995" actId="700"/>
        <pc:sldMkLst>
          <pc:docMk/>
          <pc:sldMk cId="3489231012" sldId="630"/>
        </pc:sldMkLst>
        <pc:spChg chg="mod ord">
          <ac:chgData name="Enrique Villegas Valerio" userId="8ada793c76dcd6b1" providerId="LiveId" clId="{F7178855-6FF3-4D6A-AE73-290E1214A14E}" dt="2024-03-31T15:21:38.832" v="995" actId="700"/>
          <ac:spMkLst>
            <pc:docMk/>
            <pc:sldMk cId="3489231012" sldId="630"/>
            <ac:spMk id="2" creationId="{C773109B-F2C2-A6F1-89A5-8A34EF22A100}"/>
          </ac:spMkLst>
        </pc:spChg>
        <pc:spChg chg="mod ord">
          <ac:chgData name="Enrique Villegas Valerio" userId="8ada793c76dcd6b1" providerId="LiveId" clId="{F7178855-6FF3-4D6A-AE73-290E1214A14E}" dt="2024-03-31T15:21:38.832" v="995" actId="700"/>
          <ac:spMkLst>
            <pc:docMk/>
            <pc:sldMk cId="3489231012" sldId="630"/>
            <ac:spMk id="3" creationId="{B03A2BCA-D71F-382C-2882-5C9335BA88CB}"/>
          </ac:spMkLst>
        </pc:spChg>
      </pc:sldChg>
      <pc:sldChg chg="addSp delSp modSp new mod modClrScheme modAnim chgLayout">
        <pc:chgData name="Enrique Villegas Valerio" userId="8ada793c76dcd6b1" providerId="LiveId" clId="{F7178855-6FF3-4D6A-AE73-290E1214A14E}" dt="2024-03-31T15:23:42.441" v="1108"/>
        <pc:sldMkLst>
          <pc:docMk/>
          <pc:sldMk cId="2496932168" sldId="631"/>
        </pc:sldMkLst>
        <pc:spChg chg="del">
          <ac:chgData name="Enrique Villegas Valerio" userId="8ada793c76dcd6b1" providerId="LiveId" clId="{F7178855-6FF3-4D6A-AE73-290E1214A14E}" dt="2024-03-31T15:21:48.380" v="996" actId="700"/>
          <ac:spMkLst>
            <pc:docMk/>
            <pc:sldMk cId="2496932168" sldId="631"/>
            <ac:spMk id="2" creationId="{E6BD3277-B945-D57B-3BA9-4DD3861BC5A9}"/>
          </ac:spMkLst>
        </pc:spChg>
        <pc:spChg chg="del">
          <ac:chgData name="Enrique Villegas Valerio" userId="8ada793c76dcd6b1" providerId="LiveId" clId="{F7178855-6FF3-4D6A-AE73-290E1214A14E}" dt="2024-03-31T15:21:48.380" v="996" actId="700"/>
          <ac:spMkLst>
            <pc:docMk/>
            <pc:sldMk cId="2496932168" sldId="631"/>
            <ac:spMk id="3" creationId="{F397AB30-339E-233F-16A5-BD005C9DDF80}"/>
          </ac:spMkLst>
        </pc:spChg>
        <pc:spChg chg="add mod">
          <ac:chgData name="Enrique Villegas Valerio" userId="8ada793c76dcd6b1" providerId="LiveId" clId="{F7178855-6FF3-4D6A-AE73-290E1214A14E}" dt="2024-03-31T15:23:03.718" v="1103" actId="1036"/>
          <ac:spMkLst>
            <pc:docMk/>
            <pc:sldMk cId="2496932168" sldId="631"/>
            <ac:spMk id="6" creationId="{6FFB6C1A-16D4-B1CC-3127-1DA96211AB7C}"/>
          </ac:spMkLst>
        </pc:spChg>
        <pc:spChg chg="add mod">
          <ac:chgData name="Enrique Villegas Valerio" userId="8ada793c76dcd6b1" providerId="LiveId" clId="{F7178855-6FF3-4D6A-AE73-290E1214A14E}" dt="2024-03-31T15:23:03.718" v="1103" actId="1036"/>
          <ac:spMkLst>
            <pc:docMk/>
            <pc:sldMk cId="2496932168" sldId="631"/>
            <ac:spMk id="7" creationId="{42DF5B5F-15C4-DE57-4CD3-C13A9F476D61}"/>
          </ac:spMkLst>
        </pc:spChg>
        <pc:spChg chg="add mod">
          <ac:chgData name="Enrique Villegas Valerio" userId="8ada793c76dcd6b1" providerId="LiveId" clId="{F7178855-6FF3-4D6A-AE73-290E1214A14E}" dt="2024-03-31T15:23:03.718" v="1103" actId="1036"/>
          <ac:spMkLst>
            <pc:docMk/>
            <pc:sldMk cId="2496932168" sldId="631"/>
            <ac:spMk id="8" creationId="{D1A5ABDD-0B80-0D19-2923-F50268F9BA60}"/>
          </ac:spMkLst>
        </pc:spChg>
        <pc:spChg chg="add mod">
          <ac:chgData name="Enrique Villegas Valerio" userId="8ada793c76dcd6b1" providerId="LiveId" clId="{F7178855-6FF3-4D6A-AE73-290E1214A14E}" dt="2024-03-31T15:23:14.249" v="1107" actId="14100"/>
          <ac:spMkLst>
            <pc:docMk/>
            <pc:sldMk cId="2496932168" sldId="631"/>
            <ac:spMk id="9" creationId="{286B3ABE-774E-D73D-F4CC-56B8B3337E97}"/>
          </ac:spMkLst>
        </pc:spChg>
        <pc:picChg chg="add mod">
          <ac:chgData name="Enrique Villegas Valerio" userId="8ada793c76dcd6b1" providerId="LiveId" clId="{F7178855-6FF3-4D6A-AE73-290E1214A14E}" dt="2024-03-31T15:23:03.718" v="1103" actId="1036"/>
          <ac:picMkLst>
            <pc:docMk/>
            <pc:sldMk cId="2496932168" sldId="631"/>
            <ac:picMk id="5" creationId="{6A6FAC40-FA77-1D42-C2B1-51A4445948D8}"/>
          </ac:picMkLst>
        </pc:picChg>
      </pc:sldChg>
      <pc:sldChg chg="modSp del mod">
        <pc:chgData name="Enrique Villegas Valerio" userId="8ada793c76dcd6b1" providerId="LiveId" clId="{F7178855-6FF3-4D6A-AE73-290E1214A14E}" dt="2024-03-31T14:06:25.613" v="72" actId="47"/>
        <pc:sldMkLst>
          <pc:docMk/>
          <pc:sldMk cId="2834236907" sldId="631"/>
        </pc:sldMkLst>
        <pc:spChg chg="mod">
          <ac:chgData name="Enrique Villegas Valerio" userId="8ada793c76dcd6b1" providerId="LiveId" clId="{F7178855-6FF3-4D6A-AE73-290E1214A14E}" dt="2024-03-31T14:02:16.693" v="35" actId="27636"/>
          <ac:spMkLst>
            <pc:docMk/>
            <pc:sldMk cId="2834236907" sldId="631"/>
            <ac:spMk id="4" creationId="{CB5AD915-3C03-7CCE-948C-8DC35B2549AC}"/>
          </ac:spMkLst>
        </pc:spChg>
      </pc:sldChg>
      <pc:sldChg chg="modSp del mod">
        <pc:chgData name="Enrique Villegas Valerio" userId="8ada793c76dcd6b1" providerId="LiveId" clId="{F7178855-6FF3-4D6A-AE73-290E1214A14E}" dt="2024-03-31T14:06:25.613" v="72" actId="47"/>
        <pc:sldMkLst>
          <pc:docMk/>
          <pc:sldMk cId="1348236272" sldId="632"/>
        </pc:sldMkLst>
        <pc:spChg chg="mod">
          <ac:chgData name="Enrique Villegas Valerio" userId="8ada793c76dcd6b1" providerId="LiveId" clId="{F7178855-6FF3-4D6A-AE73-290E1214A14E}" dt="2024-03-31T14:02:16.712" v="36" actId="27636"/>
          <ac:spMkLst>
            <pc:docMk/>
            <pc:sldMk cId="1348236272" sldId="632"/>
            <ac:spMk id="4" creationId="{5752F851-E593-4132-DB29-45A6D7DD3235}"/>
          </ac:spMkLst>
        </pc:spChg>
      </pc:sldChg>
      <pc:sldChg chg="add">
        <pc:chgData name="Enrique Villegas Valerio" userId="8ada793c76dcd6b1" providerId="LiveId" clId="{F7178855-6FF3-4D6A-AE73-290E1214A14E}" dt="2024-03-31T15:22:52.360" v="1014"/>
        <pc:sldMkLst>
          <pc:docMk/>
          <pc:sldMk cId="1655910859" sldId="632"/>
        </pc:sldMkLst>
      </pc:sldChg>
      <pc:sldChg chg="addSp delSp modSp add mod modAnim">
        <pc:chgData name="Enrique Villegas Valerio" userId="8ada793c76dcd6b1" providerId="LiveId" clId="{F7178855-6FF3-4D6A-AE73-290E1214A14E}" dt="2024-03-31T15:25:26.202" v="1148"/>
        <pc:sldMkLst>
          <pc:docMk/>
          <pc:sldMk cId="2159040137" sldId="633"/>
        </pc:sldMkLst>
        <pc:spChg chg="add mod">
          <ac:chgData name="Enrique Villegas Valerio" userId="8ada793c76dcd6b1" providerId="LiveId" clId="{F7178855-6FF3-4D6A-AE73-290E1214A14E}" dt="2024-03-31T15:24:41.626" v="1140" actId="1037"/>
          <ac:spMkLst>
            <pc:docMk/>
            <pc:sldMk cId="2159040137" sldId="633"/>
            <ac:spMk id="2" creationId="{2A192BA3-765C-C28B-DE89-CCDC21C75BC0}"/>
          </ac:spMkLst>
        </pc:spChg>
        <pc:spChg chg="add mod">
          <ac:chgData name="Enrique Villegas Valerio" userId="8ada793c76dcd6b1" providerId="LiveId" clId="{F7178855-6FF3-4D6A-AE73-290E1214A14E}" dt="2024-03-31T15:25:10.800" v="1145" actId="1076"/>
          <ac:spMkLst>
            <pc:docMk/>
            <pc:sldMk cId="2159040137" sldId="633"/>
            <ac:spMk id="3" creationId="{A570211B-FD34-5863-3DBD-92D1860975F1}"/>
          </ac:spMkLst>
        </pc:spChg>
        <pc:spChg chg="mod">
          <ac:chgData name="Enrique Villegas Valerio" userId="8ada793c76dcd6b1" providerId="LiveId" clId="{F7178855-6FF3-4D6A-AE73-290E1214A14E}" dt="2024-03-31T15:24:40.836" v="1138" actId="1037"/>
          <ac:spMkLst>
            <pc:docMk/>
            <pc:sldMk cId="2159040137" sldId="633"/>
            <ac:spMk id="7" creationId="{42DF5B5F-15C4-DE57-4CD3-C13A9F476D61}"/>
          </ac:spMkLst>
        </pc:spChg>
        <pc:spChg chg="del">
          <ac:chgData name="Enrique Villegas Valerio" userId="8ada793c76dcd6b1" providerId="LiveId" clId="{F7178855-6FF3-4D6A-AE73-290E1214A14E}" dt="2024-03-31T15:23:56.411" v="1110" actId="478"/>
          <ac:spMkLst>
            <pc:docMk/>
            <pc:sldMk cId="2159040137" sldId="633"/>
            <ac:spMk id="8" creationId="{D1A5ABDD-0B80-0D19-2923-F50268F9BA60}"/>
          </ac:spMkLst>
        </pc:spChg>
        <pc:picChg chg="mod">
          <ac:chgData name="Enrique Villegas Valerio" userId="8ada793c76dcd6b1" providerId="LiveId" clId="{F7178855-6FF3-4D6A-AE73-290E1214A14E}" dt="2024-03-31T15:24:41.462" v="1139" actId="1076"/>
          <ac:picMkLst>
            <pc:docMk/>
            <pc:sldMk cId="2159040137" sldId="633"/>
            <ac:picMk id="5" creationId="{6A6FAC40-FA77-1D42-C2B1-51A4445948D8}"/>
          </ac:picMkLst>
        </pc:picChg>
      </pc:sldChg>
      <pc:sldChg chg="del">
        <pc:chgData name="Enrique Villegas Valerio" userId="8ada793c76dcd6b1" providerId="LiveId" clId="{F7178855-6FF3-4D6A-AE73-290E1214A14E}" dt="2024-03-31T14:06:25.613" v="72" actId="47"/>
        <pc:sldMkLst>
          <pc:docMk/>
          <pc:sldMk cId="2641968618" sldId="633"/>
        </pc:sldMkLst>
      </pc:sldChg>
      <pc:sldChg chg="del">
        <pc:chgData name="Enrique Villegas Valerio" userId="8ada793c76dcd6b1" providerId="LiveId" clId="{F7178855-6FF3-4D6A-AE73-290E1214A14E}" dt="2024-03-31T14:06:25.613" v="72" actId="47"/>
        <pc:sldMkLst>
          <pc:docMk/>
          <pc:sldMk cId="1994325183" sldId="634"/>
        </pc:sldMkLst>
      </pc:sldChg>
      <pc:sldChg chg="addSp delSp modSp add mod">
        <pc:chgData name="Enrique Villegas Valerio" userId="8ada793c76dcd6b1" providerId="LiveId" clId="{F7178855-6FF3-4D6A-AE73-290E1214A14E}" dt="2024-03-31T15:25:48.476" v="1154" actId="14100"/>
        <pc:sldMkLst>
          <pc:docMk/>
          <pc:sldMk cId="3660709600" sldId="634"/>
        </pc:sldMkLst>
        <pc:spChg chg="add mod">
          <ac:chgData name="Enrique Villegas Valerio" userId="8ada793c76dcd6b1" providerId="LiveId" clId="{F7178855-6FF3-4D6A-AE73-290E1214A14E}" dt="2024-03-31T15:25:48.476" v="1154" actId="14100"/>
          <ac:spMkLst>
            <pc:docMk/>
            <pc:sldMk cId="3660709600" sldId="634"/>
            <ac:spMk id="3" creationId="{1C043EBF-0FE4-B247-B32D-641C64D33494}"/>
          </ac:spMkLst>
        </pc:spChg>
        <pc:spChg chg="mod">
          <ac:chgData name="Enrique Villegas Valerio" userId="8ada793c76dcd6b1" providerId="LiveId" clId="{F7178855-6FF3-4D6A-AE73-290E1214A14E}" dt="2024-03-31T15:25:41.971" v="1151" actId="14100"/>
          <ac:spMkLst>
            <pc:docMk/>
            <pc:sldMk cId="3660709600" sldId="634"/>
            <ac:spMk id="6" creationId="{6FFB6C1A-16D4-B1CC-3127-1DA96211AB7C}"/>
          </ac:spMkLst>
        </pc:spChg>
        <pc:spChg chg="del">
          <ac:chgData name="Enrique Villegas Valerio" userId="8ada793c76dcd6b1" providerId="LiveId" clId="{F7178855-6FF3-4D6A-AE73-290E1214A14E}" dt="2024-03-31T15:25:31.805" v="1149" actId="478"/>
          <ac:spMkLst>
            <pc:docMk/>
            <pc:sldMk cId="3660709600" sldId="634"/>
            <ac:spMk id="7" creationId="{42DF5B5F-15C4-DE57-4CD3-C13A9F476D61}"/>
          </ac:spMkLst>
        </pc:spChg>
      </pc:sldChg>
      <pc:sldChg chg="delSp add mod">
        <pc:chgData name="Enrique Villegas Valerio" userId="8ada793c76dcd6b1" providerId="LiveId" clId="{F7178855-6FF3-4D6A-AE73-290E1214A14E}" dt="2024-03-31T15:25:55.821" v="1156" actId="478"/>
        <pc:sldMkLst>
          <pc:docMk/>
          <pc:sldMk cId="2463502322" sldId="635"/>
        </pc:sldMkLst>
        <pc:spChg chg="del">
          <ac:chgData name="Enrique Villegas Valerio" userId="8ada793c76dcd6b1" providerId="LiveId" clId="{F7178855-6FF3-4D6A-AE73-290E1214A14E}" dt="2024-03-31T15:25:55.821" v="1156" actId="478"/>
          <ac:spMkLst>
            <pc:docMk/>
            <pc:sldMk cId="2463502322" sldId="635"/>
            <ac:spMk id="3" creationId="{1C043EBF-0FE4-B247-B32D-641C64D33494}"/>
          </ac:spMkLst>
        </pc:spChg>
        <pc:spChg chg="del">
          <ac:chgData name="Enrique Villegas Valerio" userId="8ada793c76dcd6b1" providerId="LiveId" clId="{F7178855-6FF3-4D6A-AE73-290E1214A14E}" dt="2024-03-31T15:25:55.821" v="1156" actId="478"/>
          <ac:spMkLst>
            <pc:docMk/>
            <pc:sldMk cId="2463502322" sldId="635"/>
            <ac:spMk id="6" creationId="{6FFB6C1A-16D4-B1CC-3127-1DA96211AB7C}"/>
          </ac:spMkLst>
        </pc:spChg>
      </pc:sldChg>
      <pc:sldChg chg="new del">
        <pc:chgData name="Enrique Villegas Valerio" userId="8ada793c76dcd6b1" providerId="LiveId" clId="{F7178855-6FF3-4D6A-AE73-290E1214A14E}" dt="2024-03-31T15:27:44.081" v="1164" actId="47"/>
        <pc:sldMkLst>
          <pc:docMk/>
          <pc:sldMk cId="368773502" sldId="636"/>
        </pc:sldMkLst>
      </pc:sldChg>
      <pc:sldChg chg="add del">
        <pc:chgData name="Enrique Villegas Valerio" userId="8ada793c76dcd6b1" providerId="LiveId" clId="{F7178855-6FF3-4D6A-AE73-290E1214A14E}" dt="2024-03-31T15:27:44.081" v="1164" actId="47"/>
        <pc:sldMkLst>
          <pc:docMk/>
          <pc:sldMk cId="1002518902" sldId="637"/>
        </pc:sldMkLst>
      </pc:sldChg>
      <pc:sldChg chg="modSp add mod ord">
        <pc:chgData name="Enrique Villegas Valerio" userId="8ada793c76dcd6b1" providerId="LiveId" clId="{F7178855-6FF3-4D6A-AE73-290E1214A14E}" dt="2024-03-31T15:28:38.749" v="1203" actId="113"/>
        <pc:sldMkLst>
          <pc:docMk/>
          <pc:sldMk cId="1820967091" sldId="638"/>
        </pc:sldMkLst>
        <pc:spChg chg="mod">
          <ac:chgData name="Enrique Villegas Valerio" userId="8ada793c76dcd6b1" providerId="LiveId" clId="{F7178855-6FF3-4D6A-AE73-290E1214A14E}" dt="2024-03-31T15:28:09.767" v="1188" actId="20577"/>
          <ac:spMkLst>
            <pc:docMk/>
            <pc:sldMk cId="1820967091" sldId="638"/>
            <ac:spMk id="2" creationId="{C773109B-F2C2-A6F1-89A5-8A34EF22A100}"/>
          </ac:spMkLst>
        </pc:spChg>
        <pc:spChg chg="mod">
          <ac:chgData name="Enrique Villegas Valerio" userId="8ada793c76dcd6b1" providerId="LiveId" clId="{F7178855-6FF3-4D6A-AE73-290E1214A14E}" dt="2024-03-31T15:28:38.749" v="1203" actId="113"/>
          <ac:spMkLst>
            <pc:docMk/>
            <pc:sldMk cId="1820967091" sldId="638"/>
            <ac:spMk id="3" creationId="{B03A2BCA-D71F-382C-2882-5C9335BA88CB}"/>
          </ac:spMkLst>
        </pc:spChg>
      </pc:sldChg>
      <pc:sldChg chg="add del">
        <pc:chgData name="Enrique Villegas Valerio" userId="8ada793c76dcd6b1" providerId="LiveId" clId="{F7178855-6FF3-4D6A-AE73-290E1214A14E}" dt="2024-03-31T15:27:37.921" v="1160"/>
        <pc:sldMkLst>
          <pc:docMk/>
          <pc:sldMk cId="3160880451" sldId="638"/>
        </pc:sldMkLst>
      </pc:sldChg>
      <pc:sldChg chg="addSp modSp new mod ord modClrScheme chgLayout">
        <pc:chgData name="Enrique Villegas Valerio" userId="8ada793c76dcd6b1" providerId="LiveId" clId="{F7178855-6FF3-4D6A-AE73-290E1214A14E}" dt="2024-03-31T15:30:31.594" v="1249"/>
        <pc:sldMkLst>
          <pc:docMk/>
          <pc:sldMk cId="1286045280" sldId="639"/>
        </pc:sldMkLst>
        <pc:spChg chg="add mod">
          <ac:chgData name="Enrique Villegas Valerio" userId="8ada793c76dcd6b1" providerId="LiveId" clId="{F7178855-6FF3-4D6A-AE73-290E1214A14E}" dt="2024-03-31T15:29:16.233" v="1239" actId="20577"/>
          <ac:spMkLst>
            <pc:docMk/>
            <pc:sldMk cId="1286045280" sldId="639"/>
            <ac:spMk id="2" creationId="{AAC8794C-0877-0F57-0063-965E31330F94}"/>
          </ac:spMkLst>
        </pc:spChg>
      </pc:sldChg>
      <pc:sldChg chg="new del">
        <pc:chgData name="Enrique Villegas Valerio" userId="8ada793c76dcd6b1" providerId="LiveId" clId="{F7178855-6FF3-4D6A-AE73-290E1214A14E}" dt="2024-03-31T15:28:55.841" v="1205" actId="680"/>
        <pc:sldMkLst>
          <pc:docMk/>
          <pc:sldMk cId="1429349015" sldId="639"/>
        </pc:sldMkLst>
      </pc:sldChg>
      <pc:sldChg chg="add del">
        <pc:chgData name="Enrique Villegas Valerio" userId="8ada793c76dcd6b1" providerId="LiveId" clId="{F7178855-6FF3-4D6A-AE73-290E1214A14E}" dt="2024-03-31T15:27:48.794" v="1166"/>
        <pc:sldMkLst>
          <pc:docMk/>
          <pc:sldMk cId="2876821758" sldId="639"/>
        </pc:sldMkLst>
      </pc:sldChg>
      <pc:sldChg chg="modSp add mod">
        <pc:chgData name="Enrique Villegas Valerio" userId="8ada793c76dcd6b1" providerId="LiveId" clId="{F7178855-6FF3-4D6A-AE73-290E1214A14E}" dt="2024-03-31T15:48:46.620" v="1598" actId="20577"/>
        <pc:sldMkLst>
          <pc:docMk/>
          <pc:sldMk cId="2842406516" sldId="640"/>
        </pc:sldMkLst>
        <pc:spChg chg="mod">
          <ac:chgData name="Enrique Villegas Valerio" userId="8ada793c76dcd6b1" providerId="LiveId" clId="{F7178855-6FF3-4D6A-AE73-290E1214A14E}" dt="2024-03-31T15:48:46.620" v="1598" actId="20577"/>
          <ac:spMkLst>
            <pc:docMk/>
            <pc:sldMk cId="2842406516" sldId="640"/>
            <ac:spMk id="4" creationId="{0D2AF8B1-9A2A-C06C-7D2F-D143A952084B}"/>
          </ac:spMkLst>
        </pc:spChg>
        <pc:spChg chg="mod">
          <ac:chgData name="Enrique Villegas Valerio" userId="8ada793c76dcd6b1" providerId="LiveId" clId="{F7178855-6FF3-4D6A-AE73-290E1214A14E}" dt="2024-03-31T15:46:13.574" v="1559" actId="14100"/>
          <ac:spMkLst>
            <pc:docMk/>
            <pc:sldMk cId="2842406516" sldId="640"/>
            <ac:spMk id="5" creationId="{FF7EA931-F7F3-AD27-8693-138878E11B10}"/>
          </ac:spMkLst>
        </pc:spChg>
      </pc:sldChg>
      <pc:sldChg chg="add ord">
        <pc:chgData name="Enrique Villegas Valerio" userId="8ada793c76dcd6b1" providerId="LiveId" clId="{F7178855-6FF3-4D6A-AE73-290E1214A14E}" dt="2024-03-31T15:30:42.026" v="1252"/>
        <pc:sldMkLst>
          <pc:docMk/>
          <pc:sldMk cId="1497405485" sldId="641"/>
        </pc:sldMkLst>
      </pc:sldChg>
      <pc:sldChg chg="add del">
        <pc:chgData name="Enrique Villegas Valerio" userId="8ada793c76dcd6b1" providerId="LiveId" clId="{F7178855-6FF3-4D6A-AE73-290E1214A14E}" dt="2024-03-31T15:32:40.370" v="1254" actId="47"/>
        <pc:sldMkLst>
          <pc:docMk/>
          <pc:sldMk cId="753689903" sldId="642"/>
        </pc:sldMkLst>
      </pc:sldChg>
      <pc:sldChg chg="modSp add mod">
        <pc:chgData name="Enrique Villegas Valerio" userId="8ada793c76dcd6b1" providerId="LiveId" clId="{F7178855-6FF3-4D6A-AE73-290E1214A14E}" dt="2024-03-31T15:40:23.942" v="1456" actId="27636"/>
        <pc:sldMkLst>
          <pc:docMk/>
          <pc:sldMk cId="2995814007" sldId="642"/>
        </pc:sldMkLst>
        <pc:spChg chg="mod">
          <ac:chgData name="Enrique Villegas Valerio" userId="8ada793c76dcd6b1" providerId="LiveId" clId="{F7178855-6FF3-4D6A-AE73-290E1214A14E}" dt="2024-03-31T15:33:30.423" v="1327" actId="20577"/>
          <ac:spMkLst>
            <pc:docMk/>
            <pc:sldMk cId="2995814007" sldId="642"/>
            <ac:spMk id="2" creationId="{C773109B-F2C2-A6F1-89A5-8A34EF22A100}"/>
          </ac:spMkLst>
        </pc:spChg>
        <pc:spChg chg="mod">
          <ac:chgData name="Enrique Villegas Valerio" userId="8ada793c76dcd6b1" providerId="LiveId" clId="{F7178855-6FF3-4D6A-AE73-290E1214A14E}" dt="2024-03-31T15:40:23.942" v="1456" actId="27636"/>
          <ac:spMkLst>
            <pc:docMk/>
            <pc:sldMk cId="2995814007" sldId="642"/>
            <ac:spMk id="3" creationId="{B03A2BCA-D71F-382C-2882-5C9335BA88CB}"/>
          </ac:spMkLst>
        </pc:spChg>
      </pc:sldChg>
      <pc:sldChg chg="add">
        <pc:chgData name="Enrique Villegas Valerio" userId="8ada793c76dcd6b1" providerId="LiveId" clId="{F7178855-6FF3-4D6A-AE73-290E1214A14E}" dt="2024-03-31T15:41:43.452" v="1457"/>
        <pc:sldMkLst>
          <pc:docMk/>
          <pc:sldMk cId="3463674693" sldId="643"/>
        </pc:sldMkLst>
      </pc:sldChg>
      <pc:sldChg chg="addSp delSp modSp new mod modClrScheme chgLayout">
        <pc:chgData name="Enrique Villegas Valerio" userId="8ada793c76dcd6b1" providerId="LiveId" clId="{F7178855-6FF3-4D6A-AE73-290E1214A14E}" dt="2024-03-31T15:49:47.774" v="1638" actId="27636"/>
        <pc:sldMkLst>
          <pc:docMk/>
          <pc:sldMk cId="879913515" sldId="644"/>
        </pc:sldMkLst>
        <pc:spChg chg="del mod ord">
          <ac:chgData name="Enrique Villegas Valerio" userId="8ada793c76dcd6b1" providerId="LiveId" clId="{F7178855-6FF3-4D6A-AE73-290E1214A14E}" dt="2024-03-31T15:49:15.795" v="1604" actId="700"/>
          <ac:spMkLst>
            <pc:docMk/>
            <pc:sldMk cId="879913515" sldId="644"/>
            <ac:spMk id="2" creationId="{7F3BE843-0B63-793F-BC5B-95D86F39D6BA}"/>
          </ac:spMkLst>
        </pc:spChg>
        <pc:spChg chg="del">
          <ac:chgData name="Enrique Villegas Valerio" userId="8ada793c76dcd6b1" providerId="LiveId" clId="{F7178855-6FF3-4D6A-AE73-290E1214A14E}" dt="2024-03-31T15:49:15.795" v="1604" actId="700"/>
          <ac:spMkLst>
            <pc:docMk/>
            <pc:sldMk cId="879913515" sldId="644"/>
            <ac:spMk id="3" creationId="{6FFD26E6-348E-AB31-87C0-7A555ABBBCE4}"/>
          </ac:spMkLst>
        </pc:spChg>
        <pc:spChg chg="add mod ord">
          <ac:chgData name="Enrique Villegas Valerio" userId="8ada793c76dcd6b1" providerId="LiveId" clId="{F7178855-6FF3-4D6A-AE73-290E1214A14E}" dt="2024-03-31T15:49:47.774" v="1638" actId="27636"/>
          <ac:spMkLst>
            <pc:docMk/>
            <pc:sldMk cId="879913515" sldId="644"/>
            <ac:spMk id="4" creationId="{0EB21E00-87F5-A3E1-241E-33424EDD2288}"/>
          </ac:spMkLst>
        </pc:spChg>
      </pc:sldChg>
      <pc:sldChg chg="modSp add mod">
        <pc:chgData name="Enrique Villegas Valerio" userId="8ada793c76dcd6b1" providerId="LiveId" clId="{F7178855-6FF3-4D6A-AE73-290E1214A14E}" dt="2024-03-31T15:56:12.193" v="1671" actId="13926"/>
        <pc:sldMkLst>
          <pc:docMk/>
          <pc:sldMk cId="2267134591" sldId="645"/>
        </pc:sldMkLst>
        <pc:spChg chg="mod">
          <ac:chgData name="Enrique Villegas Valerio" userId="8ada793c76dcd6b1" providerId="LiveId" clId="{F7178855-6FF3-4D6A-AE73-290E1214A14E}" dt="2024-03-31T15:56:12.193" v="1671" actId="13926"/>
          <ac:spMkLst>
            <pc:docMk/>
            <pc:sldMk cId="2267134591" sldId="645"/>
            <ac:spMk id="2" creationId="{F9514DA0-BE75-5888-FE06-2837D81A98C5}"/>
          </ac:spMkLst>
        </pc:spChg>
        <pc:spChg chg="mod">
          <ac:chgData name="Enrique Villegas Valerio" userId="8ada793c76dcd6b1" providerId="LiveId" clId="{F7178855-6FF3-4D6A-AE73-290E1214A14E}" dt="2024-03-31T15:55:55.860" v="1668" actId="20577"/>
          <ac:spMkLst>
            <pc:docMk/>
            <pc:sldMk cId="2267134591" sldId="645"/>
            <ac:spMk id="3" creationId="{7C68BD49-EB98-945B-E1DB-FD4A8FC66606}"/>
          </ac:spMkLst>
        </pc:spChg>
      </pc:sldChg>
      <pc:sldChg chg="modSp new mod">
        <pc:chgData name="Enrique Villegas Valerio" userId="8ada793c76dcd6b1" providerId="LiveId" clId="{F7178855-6FF3-4D6A-AE73-290E1214A14E}" dt="2024-03-31T15:59:46.706" v="1714" actId="20577"/>
        <pc:sldMkLst>
          <pc:docMk/>
          <pc:sldMk cId="251748061" sldId="646"/>
        </pc:sldMkLst>
        <pc:spChg chg="mod">
          <ac:chgData name="Enrique Villegas Valerio" userId="8ada793c76dcd6b1" providerId="LiveId" clId="{F7178855-6FF3-4D6A-AE73-290E1214A14E}" dt="2024-03-31T15:58:01.584" v="1695" actId="20577"/>
          <ac:spMkLst>
            <pc:docMk/>
            <pc:sldMk cId="251748061" sldId="646"/>
            <ac:spMk id="2" creationId="{271F8E67-C393-0D4C-104A-260117843EAF}"/>
          </ac:spMkLst>
        </pc:spChg>
        <pc:spChg chg="mod">
          <ac:chgData name="Enrique Villegas Valerio" userId="8ada793c76dcd6b1" providerId="LiveId" clId="{F7178855-6FF3-4D6A-AE73-290E1214A14E}" dt="2024-03-31T15:59:46.706" v="1714" actId="20577"/>
          <ac:spMkLst>
            <pc:docMk/>
            <pc:sldMk cId="251748061" sldId="646"/>
            <ac:spMk id="3" creationId="{8E719FFB-B7B3-E660-DA15-2030105135C0}"/>
          </ac:spMkLst>
        </pc:spChg>
      </pc:sldChg>
      <pc:sldChg chg="addSp delSp modSp new mod ord modClrScheme chgLayout">
        <pc:chgData name="Enrique Villegas Valerio" userId="8ada793c76dcd6b1" providerId="LiveId" clId="{F7178855-6FF3-4D6A-AE73-290E1214A14E}" dt="2024-03-31T16:29:08.635" v="2426"/>
        <pc:sldMkLst>
          <pc:docMk/>
          <pc:sldMk cId="2175877941" sldId="647"/>
        </pc:sldMkLst>
        <pc:spChg chg="del">
          <ac:chgData name="Enrique Villegas Valerio" userId="8ada793c76dcd6b1" providerId="LiveId" clId="{F7178855-6FF3-4D6A-AE73-290E1214A14E}" dt="2024-03-31T15:59:51.088" v="1716" actId="700"/>
          <ac:spMkLst>
            <pc:docMk/>
            <pc:sldMk cId="2175877941" sldId="647"/>
            <ac:spMk id="2" creationId="{A35055B0-D4A8-A390-3C54-E9B60063FBB6}"/>
          </ac:spMkLst>
        </pc:spChg>
        <pc:spChg chg="del">
          <ac:chgData name="Enrique Villegas Valerio" userId="8ada793c76dcd6b1" providerId="LiveId" clId="{F7178855-6FF3-4D6A-AE73-290E1214A14E}" dt="2024-03-31T15:59:51.088" v="1716" actId="700"/>
          <ac:spMkLst>
            <pc:docMk/>
            <pc:sldMk cId="2175877941" sldId="647"/>
            <ac:spMk id="3" creationId="{5A7FDAEF-5225-D088-ACD6-1FF7A17CB068}"/>
          </ac:spMkLst>
        </pc:spChg>
        <pc:picChg chg="add mod">
          <ac:chgData name="Enrique Villegas Valerio" userId="8ada793c76dcd6b1" providerId="LiveId" clId="{F7178855-6FF3-4D6A-AE73-290E1214A14E}" dt="2024-03-31T15:59:55.692" v="1718" actId="14100"/>
          <ac:picMkLst>
            <pc:docMk/>
            <pc:sldMk cId="2175877941" sldId="647"/>
            <ac:picMk id="1026" creationId="{F82B1BD3-FD59-7488-56B4-B6888478F0D6}"/>
          </ac:picMkLst>
        </pc:picChg>
      </pc:sldChg>
      <pc:sldChg chg="modSp add mod">
        <pc:chgData name="Enrique Villegas Valerio" userId="8ada793c76dcd6b1" providerId="LiveId" clId="{F7178855-6FF3-4D6A-AE73-290E1214A14E}" dt="2024-03-31T16:03:16.468" v="1745" actId="20577"/>
        <pc:sldMkLst>
          <pc:docMk/>
          <pc:sldMk cId="2536920399" sldId="648"/>
        </pc:sldMkLst>
        <pc:spChg chg="mod">
          <ac:chgData name="Enrique Villegas Valerio" userId="8ada793c76dcd6b1" providerId="LiveId" clId="{F7178855-6FF3-4D6A-AE73-290E1214A14E}" dt="2024-03-31T16:03:16.468" v="1745" actId="20577"/>
          <ac:spMkLst>
            <pc:docMk/>
            <pc:sldMk cId="2536920399" sldId="648"/>
            <ac:spMk id="4" creationId="{0EB21E00-87F5-A3E1-241E-33424EDD2288}"/>
          </ac:spMkLst>
        </pc:spChg>
      </pc:sldChg>
      <pc:sldChg chg="modSp add mod">
        <pc:chgData name="Enrique Villegas Valerio" userId="8ada793c76dcd6b1" providerId="LiveId" clId="{F7178855-6FF3-4D6A-AE73-290E1214A14E}" dt="2024-03-31T16:03:31.291" v="1772" actId="20577"/>
        <pc:sldMkLst>
          <pc:docMk/>
          <pc:sldMk cId="1195595564" sldId="649"/>
        </pc:sldMkLst>
        <pc:spChg chg="mod">
          <ac:chgData name="Enrique Villegas Valerio" userId="8ada793c76dcd6b1" providerId="LiveId" clId="{F7178855-6FF3-4D6A-AE73-290E1214A14E}" dt="2024-03-31T16:03:31.291" v="1772" actId="20577"/>
          <ac:spMkLst>
            <pc:docMk/>
            <pc:sldMk cId="1195595564" sldId="649"/>
            <ac:spMk id="4" creationId="{0EB21E00-87F5-A3E1-241E-33424EDD2288}"/>
          </ac:spMkLst>
        </pc:spChg>
      </pc:sldChg>
      <pc:sldChg chg="addSp delSp modSp add mod">
        <pc:chgData name="Enrique Villegas Valerio" userId="8ada793c76dcd6b1" providerId="LiveId" clId="{F7178855-6FF3-4D6A-AE73-290E1214A14E}" dt="2024-03-31T16:10:09.994" v="1901" actId="20577"/>
        <pc:sldMkLst>
          <pc:docMk/>
          <pc:sldMk cId="3742352768" sldId="650"/>
        </pc:sldMkLst>
        <pc:spChg chg="add del mod">
          <ac:chgData name="Enrique Villegas Valerio" userId="8ada793c76dcd6b1" providerId="LiveId" clId="{F7178855-6FF3-4D6A-AE73-290E1214A14E}" dt="2024-03-31T16:05:46.944" v="1868" actId="478"/>
          <ac:spMkLst>
            <pc:docMk/>
            <pc:sldMk cId="3742352768" sldId="650"/>
            <ac:spMk id="3" creationId="{6E8B0DA7-4CF2-9EBD-D581-6A860F6F1DD3}"/>
          </ac:spMkLst>
        </pc:spChg>
        <pc:spChg chg="del mod">
          <ac:chgData name="Enrique Villegas Valerio" userId="8ada793c76dcd6b1" providerId="LiveId" clId="{F7178855-6FF3-4D6A-AE73-290E1214A14E}" dt="2024-03-31T16:05:44.634" v="1867" actId="478"/>
          <ac:spMkLst>
            <pc:docMk/>
            <pc:sldMk cId="3742352768" sldId="650"/>
            <ac:spMk id="4" creationId="{0D2AF8B1-9A2A-C06C-7D2F-D143A952084B}"/>
          </ac:spMkLst>
        </pc:spChg>
        <pc:spChg chg="mod">
          <ac:chgData name="Enrique Villegas Valerio" userId="8ada793c76dcd6b1" providerId="LiveId" clId="{F7178855-6FF3-4D6A-AE73-290E1214A14E}" dt="2024-03-31T16:10:09.994" v="1901" actId="20577"/>
          <ac:spMkLst>
            <pc:docMk/>
            <pc:sldMk cId="3742352768" sldId="650"/>
            <ac:spMk id="5" creationId="{FF7EA931-F7F3-AD27-8693-138878E11B10}"/>
          </ac:spMkLst>
        </pc:spChg>
      </pc:sldChg>
      <pc:sldChg chg="modSp add mod">
        <pc:chgData name="Enrique Villegas Valerio" userId="8ada793c76dcd6b1" providerId="LiveId" clId="{F7178855-6FF3-4D6A-AE73-290E1214A14E}" dt="2024-03-31T16:12:09.579" v="1912" actId="20577"/>
        <pc:sldMkLst>
          <pc:docMk/>
          <pc:sldMk cId="3161172122" sldId="651"/>
        </pc:sldMkLst>
        <pc:spChg chg="mod">
          <ac:chgData name="Enrique Villegas Valerio" userId="8ada793c76dcd6b1" providerId="LiveId" clId="{F7178855-6FF3-4D6A-AE73-290E1214A14E}" dt="2024-03-31T16:10:41.663" v="1908" actId="404"/>
          <ac:spMkLst>
            <pc:docMk/>
            <pc:sldMk cId="3161172122" sldId="651"/>
            <ac:spMk id="2" creationId="{F9514DA0-BE75-5888-FE06-2837D81A98C5}"/>
          </ac:spMkLst>
        </pc:spChg>
        <pc:spChg chg="mod">
          <ac:chgData name="Enrique Villegas Valerio" userId="8ada793c76dcd6b1" providerId="LiveId" clId="{F7178855-6FF3-4D6A-AE73-290E1214A14E}" dt="2024-03-31T16:12:09.579" v="1912" actId="20577"/>
          <ac:spMkLst>
            <pc:docMk/>
            <pc:sldMk cId="3161172122" sldId="651"/>
            <ac:spMk id="3" creationId="{7C68BD49-EB98-945B-E1DB-FD4A8FC66606}"/>
          </ac:spMkLst>
        </pc:spChg>
      </pc:sldChg>
      <pc:sldChg chg="modSp new mod">
        <pc:chgData name="Enrique Villegas Valerio" userId="8ada793c76dcd6b1" providerId="LiveId" clId="{F7178855-6FF3-4D6A-AE73-290E1214A14E}" dt="2024-03-31T16:12:41.982" v="1956" actId="5793"/>
        <pc:sldMkLst>
          <pc:docMk/>
          <pc:sldMk cId="1420209562" sldId="652"/>
        </pc:sldMkLst>
        <pc:spChg chg="mod">
          <ac:chgData name="Enrique Villegas Valerio" userId="8ada793c76dcd6b1" providerId="LiveId" clId="{F7178855-6FF3-4D6A-AE73-290E1214A14E}" dt="2024-03-31T16:12:41.982" v="1956" actId="5793"/>
          <ac:spMkLst>
            <pc:docMk/>
            <pc:sldMk cId="1420209562" sldId="652"/>
            <ac:spMk id="2" creationId="{27601C46-3C7A-2560-24DC-FC808A377524}"/>
          </ac:spMkLst>
        </pc:spChg>
        <pc:spChg chg="mod">
          <ac:chgData name="Enrique Villegas Valerio" userId="8ada793c76dcd6b1" providerId="LiveId" clId="{F7178855-6FF3-4D6A-AE73-290E1214A14E}" dt="2024-03-31T16:12:32.425" v="1951" actId="20577"/>
          <ac:spMkLst>
            <pc:docMk/>
            <pc:sldMk cId="1420209562" sldId="652"/>
            <ac:spMk id="3" creationId="{D8CFF955-E864-208E-66F6-D387D0073D4B}"/>
          </ac:spMkLst>
        </pc:spChg>
      </pc:sldChg>
      <pc:sldChg chg="modSp add del mod">
        <pc:chgData name="Enrique Villegas Valerio" userId="8ada793c76dcd6b1" providerId="LiveId" clId="{F7178855-6FF3-4D6A-AE73-290E1214A14E}" dt="2024-03-31T16:13:50.974" v="1980"/>
        <pc:sldMkLst>
          <pc:docMk/>
          <pc:sldMk cId="899859207" sldId="653"/>
        </pc:sldMkLst>
        <pc:spChg chg="mod">
          <ac:chgData name="Enrique Villegas Valerio" userId="8ada793c76dcd6b1" providerId="LiveId" clId="{F7178855-6FF3-4D6A-AE73-290E1214A14E}" dt="2024-03-31T16:13:50.420" v="1979" actId="20577"/>
          <ac:spMkLst>
            <pc:docMk/>
            <pc:sldMk cId="899859207" sldId="653"/>
            <ac:spMk id="5" creationId="{FF7EA931-F7F3-AD27-8693-138878E11B10}"/>
          </ac:spMkLst>
        </pc:spChg>
      </pc:sldChg>
      <pc:sldChg chg="modSp add mod">
        <pc:chgData name="Enrique Villegas Valerio" userId="8ada793c76dcd6b1" providerId="LiveId" clId="{F7178855-6FF3-4D6A-AE73-290E1214A14E}" dt="2024-03-31T16:17:00.746" v="2206" actId="20577"/>
        <pc:sldMkLst>
          <pc:docMk/>
          <pc:sldMk cId="1182268207" sldId="653"/>
        </pc:sldMkLst>
        <pc:spChg chg="mod">
          <ac:chgData name="Enrique Villegas Valerio" userId="8ada793c76dcd6b1" providerId="LiveId" clId="{F7178855-6FF3-4D6A-AE73-290E1214A14E}" dt="2024-03-31T16:14:04.442" v="2007" actId="20577"/>
          <ac:spMkLst>
            <pc:docMk/>
            <pc:sldMk cId="1182268207" sldId="653"/>
            <ac:spMk id="4" creationId="{0D2AF8B1-9A2A-C06C-7D2F-D143A952084B}"/>
          </ac:spMkLst>
        </pc:spChg>
        <pc:spChg chg="mod">
          <ac:chgData name="Enrique Villegas Valerio" userId="8ada793c76dcd6b1" providerId="LiveId" clId="{F7178855-6FF3-4D6A-AE73-290E1214A14E}" dt="2024-03-31T16:17:00.746" v="2206" actId="20577"/>
          <ac:spMkLst>
            <pc:docMk/>
            <pc:sldMk cId="1182268207" sldId="653"/>
            <ac:spMk id="5" creationId="{FF7EA931-F7F3-AD27-8693-138878E11B10}"/>
          </ac:spMkLst>
        </pc:spChg>
      </pc:sldChg>
      <pc:sldChg chg="add del">
        <pc:chgData name="Enrique Villegas Valerio" userId="8ada793c76dcd6b1" providerId="LiveId" clId="{F7178855-6FF3-4D6A-AE73-290E1214A14E}" dt="2024-03-31T16:13:40.221" v="1958"/>
        <pc:sldMkLst>
          <pc:docMk/>
          <pc:sldMk cId="2300035314" sldId="653"/>
        </pc:sldMkLst>
      </pc:sldChg>
      <pc:sldChg chg="modSp add mod">
        <pc:chgData name="Enrique Villegas Valerio" userId="8ada793c76dcd6b1" providerId="LiveId" clId="{F7178855-6FF3-4D6A-AE73-290E1214A14E}" dt="2024-03-31T16:16:09.001" v="2166" actId="20577"/>
        <pc:sldMkLst>
          <pc:docMk/>
          <pc:sldMk cId="3740941221" sldId="654"/>
        </pc:sldMkLst>
        <pc:spChg chg="mod">
          <ac:chgData name="Enrique Villegas Valerio" userId="8ada793c76dcd6b1" providerId="LiveId" clId="{F7178855-6FF3-4D6A-AE73-290E1214A14E}" dt="2024-03-31T16:16:09.001" v="2166" actId="20577"/>
          <ac:spMkLst>
            <pc:docMk/>
            <pc:sldMk cId="3740941221" sldId="654"/>
            <ac:spMk id="2" creationId="{27601C46-3C7A-2560-24DC-FC808A377524}"/>
          </ac:spMkLst>
        </pc:spChg>
        <pc:spChg chg="mod">
          <ac:chgData name="Enrique Villegas Valerio" userId="8ada793c76dcd6b1" providerId="LiveId" clId="{F7178855-6FF3-4D6A-AE73-290E1214A14E}" dt="2024-03-31T16:16:01.319" v="2159"/>
          <ac:spMkLst>
            <pc:docMk/>
            <pc:sldMk cId="3740941221" sldId="654"/>
            <ac:spMk id="3" creationId="{D8CFF955-E864-208E-66F6-D387D0073D4B}"/>
          </ac:spMkLst>
        </pc:spChg>
      </pc:sldChg>
      <pc:sldChg chg="modSp new mod">
        <pc:chgData name="Enrique Villegas Valerio" userId="8ada793c76dcd6b1" providerId="LiveId" clId="{F7178855-6FF3-4D6A-AE73-290E1214A14E}" dt="2024-03-31T16:19:36.916" v="2222" actId="20577"/>
        <pc:sldMkLst>
          <pc:docMk/>
          <pc:sldMk cId="2919253981" sldId="655"/>
        </pc:sldMkLst>
        <pc:spChg chg="mod">
          <ac:chgData name="Enrique Villegas Valerio" userId="8ada793c76dcd6b1" providerId="LiveId" clId="{F7178855-6FF3-4D6A-AE73-290E1214A14E}" dt="2024-03-31T16:17:46.919" v="2219" actId="404"/>
          <ac:spMkLst>
            <pc:docMk/>
            <pc:sldMk cId="2919253981" sldId="655"/>
            <ac:spMk id="2" creationId="{24659970-2298-72C5-6A38-614F54E70572}"/>
          </ac:spMkLst>
        </pc:spChg>
        <pc:spChg chg="mod">
          <ac:chgData name="Enrique Villegas Valerio" userId="8ada793c76dcd6b1" providerId="LiveId" clId="{F7178855-6FF3-4D6A-AE73-290E1214A14E}" dt="2024-03-31T16:19:36.916" v="2222" actId="20577"/>
          <ac:spMkLst>
            <pc:docMk/>
            <pc:sldMk cId="2919253981" sldId="655"/>
            <ac:spMk id="3" creationId="{240D524D-2D21-7844-E4FB-A000979A9F87}"/>
          </ac:spMkLst>
        </pc:spChg>
      </pc:sldChg>
      <pc:sldChg chg="modSp new mod">
        <pc:chgData name="Enrique Villegas Valerio" userId="8ada793c76dcd6b1" providerId="LiveId" clId="{F7178855-6FF3-4D6A-AE73-290E1214A14E}" dt="2024-03-31T16:21:04.357" v="2257" actId="20577"/>
        <pc:sldMkLst>
          <pc:docMk/>
          <pc:sldMk cId="2003372233" sldId="656"/>
        </pc:sldMkLst>
        <pc:spChg chg="mod">
          <ac:chgData name="Enrique Villegas Valerio" userId="8ada793c76dcd6b1" providerId="LiveId" clId="{F7178855-6FF3-4D6A-AE73-290E1214A14E}" dt="2024-03-31T16:19:53.382" v="2238" actId="20577"/>
          <ac:spMkLst>
            <pc:docMk/>
            <pc:sldMk cId="2003372233" sldId="656"/>
            <ac:spMk id="2" creationId="{13269BF0-5270-663B-5BDE-5B6EE62CAC31}"/>
          </ac:spMkLst>
        </pc:spChg>
        <pc:spChg chg="mod">
          <ac:chgData name="Enrique Villegas Valerio" userId="8ada793c76dcd6b1" providerId="LiveId" clId="{F7178855-6FF3-4D6A-AE73-290E1214A14E}" dt="2024-03-31T16:21:04.357" v="2257" actId="20577"/>
          <ac:spMkLst>
            <pc:docMk/>
            <pc:sldMk cId="2003372233" sldId="656"/>
            <ac:spMk id="3" creationId="{AF17AFA9-D599-9C84-C7BE-9BDB9A2277C1}"/>
          </ac:spMkLst>
        </pc:spChg>
      </pc:sldChg>
      <pc:sldChg chg="modSp new mod">
        <pc:chgData name="Enrique Villegas Valerio" userId="8ada793c76dcd6b1" providerId="LiveId" clId="{F7178855-6FF3-4D6A-AE73-290E1214A14E}" dt="2024-03-31T16:21:38.007" v="2278" actId="404"/>
        <pc:sldMkLst>
          <pc:docMk/>
          <pc:sldMk cId="4179037820" sldId="657"/>
        </pc:sldMkLst>
        <pc:spChg chg="mod">
          <ac:chgData name="Enrique Villegas Valerio" userId="8ada793c76dcd6b1" providerId="LiveId" clId="{F7178855-6FF3-4D6A-AE73-290E1214A14E}" dt="2024-03-31T16:21:38.007" v="2278" actId="404"/>
          <ac:spMkLst>
            <pc:docMk/>
            <pc:sldMk cId="4179037820" sldId="657"/>
            <ac:spMk id="2" creationId="{15E5F297-5CB1-0AE1-C70C-9F411ACE294A}"/>
          </ac:spMkLst>
        </pc:spChg>
        <pc:spChg chg="mod">
          <ac:chgData name="Enrique Villegas Valerio" userId="8ada793c76dcd6b1" providerId="LiveId" clId="{F7178855-6FF3-4D6A-AE73-290E1214A14E}" dt="2024-03-31T16:21:35.180" v="2277" actId="20577"/>
          <ac:spMkLst>
            <pc:docMk/>
            <pc:sldMk cId="4179037820" sldId="657"/>
            <ac:spMk id="3" creationId="{55CF9BFE-6A09-D2DF-ECED-EAE958B4E112}"/>
          </ac:spMkLst>
        </pc:spChg>
      </pc:sldChg>
      <pc:sldChg chg="modSp add mod">
        <pc:chgData name="Enrique Villegas Valerio" userId="8ada793c76dcd6b1" providerId="LiveId" clId="{F7178855-6FF3-4D6A-AE73-290E1214A14E}" dt="2024-03-31T16:23:02.834" v="2300" actId="20577"/>
        <pc:sldMkLst>
          <pc:docMk/>
          <pc:sldMk cId="2503147654" sldId="658"/>
        </pc:sldMkLst>
        <pc:spChg chg="mod">
          <ac:chgData name="Enrique Villegas Valerio" userId="8ada793c76dcd6b1" providerId="LiveId" clId="{F7178855-6FF3-4D6A-AE73-290E1214A14E}" dt="2024-03-31T16:23:02.834" v="2300" actId="20577"/>
          <ac:spMkLst>
            <pc:docMk/>
            <pc:sldMk cId="2503147654" sldId="658"/>
            <ac:spMk id="2" creationId="{15E5F297-5CB1-0AE1-C70C-9F411ACE294A}"/>
          </ac:spMkLst>
        </pc:spChg>
        <pc:spChg chg="mod">
          <ac:chgData name="Enrique Villegas Valerio" userId="8ada793c76dcd6b1" providerId="LiveId" clId="{F7178855-6FF3-4D6A-AE73-290E1214A14E}" dt="2024-03-31T16:22:49.091" v="2293" actId="20577"/>
          <ac:spMkLst>
            <pc:docMk/>
            <pc:sldMk cId="2503147654" sldId="658"/>
            <ac:spMk id="3" creationId="{55CF9BFE-6A09-D2DF-ECED-EAE958B4E112}"/>
          </ac:spMkLst>
        </pc:spChg>
      </pc:sldChg>
      <pc:sldChg chg="modSp add mod">
        <pc:chgData name="Enrique Villegas Valerio" userId="8ada793c76dcd6b1" providerId="LiveId" clId="{F7178855-6FF3-4D6A-AE73-290E1214A14E}" dt="2024-03-31T16:23:54.226" v="2321" actId="20577"/>
        <pc:sldMkLst>
          <pc:docMk/>
          <pc:sldMk cId="4114409690" sldId="659"/>
        </pc:sldMkLst>
        <pc:spChg chg="mod">
          <ac:chgData name="Enrique Villegas Valerio" userId="8ada793c76dcd6b1" providerId="LiveId" clId="{F7178855-6FF3-4D6A-AE73-290E1214A14E}" dt="2024-03-31T16:23:26.488" v="2315" actId="20577"/>
          <ac:spMkLst>
            <pc:docMk/>
            <pc:sldMk cId="4114409690" sldId="659"/>
            <ac:spMk id="2" creationId="{15E5F297-5CB1-0AE1-C70C-9F411ACE294A}"/>
          </ac:spMkLst>
        </pc:spChg>
        <pc:spChg chg="mod">
          <ac:chgData name="Enrique Villegas Valerio" userId="8ada793c76dcd6b1" providerId="LiveId" clId="{F7178855-6FF3-4D6A-AE73-290E1214A14E}" dt="2024-03-31T16:23:54.226" v="2321" actId="20577"/>
          <ac:spMkLst>
            <pc:docMk/>
            <pc:sldMk cId="4114409690" sldId="659"/>
            <ac:spMk id="3" creationId="{55CF9BFE-6A09-D2DF-ECED-EAE958B4E112}"/>
          </ac:spMkLst>
        </pc:spChg>
      </pc:sldChg>
      <pc:sldChg chg="modSp new mod">
        <pc:chgData name="Enrique Villegas Valerio" userId="8ada793c76dcd6b1" providerId="LiveId" clId="{F7178855-6FF3-4D6A-AE73-290E1214A14E}" dt="2024-03-31T16:24:45.863" v="2350" actId="20577"/>
        <pc:sldMkLst>
          <pc:docMk/>
          <pc:sldMk cId="4276759801" sldId="660"/>
        </pc:sldMkLst>
        <pc:spChg chg="mod">
          <ac:chgData name="Enrique Villegas Valerio" userId="8ada793c76dcd6b1" providerId="LiveId" clId="{F7178855-6FF3-4D6A-AE73-290E1214A14E}" dt="2024-03-31T16:24:23.836" v="2348" actId="20577"/>
          <ac:spMkLst>
            <pc:docMk/>
            <pc:sldMk cId="4276759801" sldId="660"/>
            <ac:spMk id="2" creationId="{382513E4-E6E7-D1BD-3A8A-969182C9E4C0}"/>
          </ac:spMkLst>
        </pc:spChg>
        <pc:spChg chg="mod">
          <ac:chgData name="Enrique Villegas Valerio" userId="8ada793c76dcd6b1" providerId="LiveId" clId="{F7178855-6FF3-4D6A-AE73-290E1214A14E}" dt="2024-03-31T16:24:45.863" v="2350" actId="20577"/>
          <ac:spMkLst>
            <pc:docMk/>
            <pc:sldMk cId="4276759801" sldId="660"/>
            <ac:spMk id="3" creationId="{306B88AA-DF12-EC62-6C0E-CC5096B40F8D}"/>
          </ac:spMkLst>
        </pc:spChg>
      </pc:sldChg>
      <pc:sldChg chg="modSp new mod ord">
        <pc:chgData name="Enrique Villegas Valerio" userId="8ada793c76dcd6b1" providerId="LiveId" clId="{F7178855-6FF3-4D6A-AE73-290E1214A14E}" dt="2024-03-31T16:25:18.828" v="2368"/>
        <pc:sldMkLst>
          <pc:docMk/>
          <pc:sldMk cId="2440042760" sldId="661"/>
        </pc:sldMkLst>
        <pc:spChg chg="mod">
          <ac:chgData name="Enrique Villegas Valerio" userId="8ada793c76dcd6b1" providerId="LiveId" clId="{F7178855-6FF3-4D6A-AE73-290E1214A14E}" dt="2024-03-31T16:25:09.799" v="2366" actId="20577"/>
          <ac:spMkLst>
            <pc:docMk/>
            <pc:sldMk cId="2440042760" sldId="661"/>
            <ac:spMk id="2" creationId="{4C1150CB-B7FA-9067-AD80-3E249BB71B49}"/>
          </ac:spMkLst>
        </pc:spChg>
        <pc:spChg chg="mod">
          <ac:chgData name="Enrique Villegas Valerio" userId="8ada793c76dcd6b1" providerId="LiveId" clId="{F7178855-6FF3-4D6A-AE73-290E1214A14E}" dt="2024-03-31T16:25:08.645" v="2365"/>
          <ac:spMkLst>
            <pc:docMk/>
            <pc:sldMk cId="2440042760" sldId="661"/>
            <ac:spMk id="3" creationId="{BA2FA79D-6729-DECC-76EC-D5851B839E1B}"/>
          </ac:spMkLst>
        </pc:spChg>
      </pc:sldChg>
      <pc:sldChg chg="modSp new mod">
        <pc:chgData name="Enrique Villegas Valerio" userId="8ada793c76dcd6b1" providerId="LiveId" clId="{F7178855-6FF3-4D6A-AE73-290E1214A14E}" dt="2024-03-31T16:27:15.172" v="2388"/>
        <pc:sldMkLst>
          <pc:docMk/>
          <pc:sldMk cId="930791695" sldId="662"/>
        </pc:sldMkLst>
        <pc:spChg chg="mod">
          <ac:chgData name="Enrique Villegas Valerio" userId="8ada793c76dcd6b1" providerId="LiveId" clId="{F7178855-6FF3-4D6A-AE73-290E1214A14E}" dt="2024-03-31T16:27:12.282" v="2387" actId="20577"/>
          <ac:spMkLst>
            <pc:docMk/>
            <pc:sldMk cId="930791695" sldId="662"/>
            <ac:spMk id="2" creationId="{6EDADF03-839E-EE66-908A-DBAE5A421F69}"/>
          </ac:spMkLst>
        </pc:spChg>
        <pc:spChg chg="mod">
          <ac:chgData name="Enrique Villegas Valerio" userId="8ada793c76dcd6b1" providerId="LiveId" clId="{F7178855-6FF3-4D6A-AE73-290E1214A14E}" dt="2024-03-31T16:27:15.172" v="2388"/>
          <ac:spMkLst>
            <pc:docMk/>
            <pc:sldMk cId="930791695" sldId="662"/>
            <ac:spMk id="3" creationId="{0132328A-7F58-60A9-B8F4-93D2C75732BD}"/>
          </ac:spMkLst>
        </pc:spChg>
      </pc:sldChg>
      <pc:sldChg chg="modSp add mod">
        <pc:chgData name="Enrique Villegas Valerio" userId="8ada793c76dcd6b1" providerId="LiveId" clId="{F7178855-6FF3-4D6A-AE73-290E1214A14E}" dt="2024-03-31T16:28:51.578" v="2422" actId="6549"/>
        <pc:sldMkLst>
          <pc:docMk/>
          <pc:sldMk cId="775458845" sldId="663"/>
        </pc:sldMkLst>
        <pc:spChg chg="mod">
          <ac:chgData name="Enrique Villegas Valerio" userId="8ada793c76dcd6b1" providerId="LiveId" clId="{F7178855-6FF3-4D6A-AE73-290E1214A14E}" dt="2024-03-31T16:28:51.578" v="2422" actId="6549"/>
          <ac:spMkLst>
            <pc:docMk/>
            <pc:sldMk cId="775458845" sldId="663"/>
            <ac:spMk id="2" creationId="{382513E4-E6E7-D1BD-3A8A-969182C9E4C0}"/>
          </ac:spMkLst>
        </pc:spChg>
        <pc:spChg chg="mod">
          <ac:chgData name="Enrique Villegas Valerio" userId="8ada793c76dcd6b1" providerId="LiveId" clId="{F7178855-6FF3-4D6A-AE73-290E1214A14E}" dt="2024-03-31T16:28:49.014" v="2421"/>
          <ac:spMkLst>
            <pc:docMk/>
            <pc:sldMk cId="775458845" sldId="663"/>
            <ac:spMk id="3" creationId="{306B88AA-DF12-EC62-6C0E-CC5096B40F8D}"/>
          </ac:spMkLst>
        </pc:spChg>
      </pc:sldChg>
      <pc:sldChg chg="modSp add mod">
        <pc:chgData name="Enrique Villegas Valerio" userId="8ada793c76dcd6b1" providerId="LiveId" clId="{F7178855-6FF3-4D6A-AE73-290E1214A14E}" dt="2024-03-31T16:35:38.883" v="2460" actId="20577"/>
        <pc:sldMkLst>
          <pc:docMk/>
          <pc:sldMk cId="3422998595" sldId="664"/>
        </pc:sldMkLst>
        <pc:spChg chg="mod">
          <ac:chgData name="Enrique Villegas Valerio" userId="8ada793c76dcd6b1" providerId="LiveId" clId="{F7178855-6FF3-4D6A-AE73-290E1214A14E}" dt="2024-03-31T16:35:38.883" v="2460" actId="20577"/>
          <ac:spMkLst>
            <pc:docMk/>
            <pc:sldMk cId="3422998595" sldId="664"/>
            <ac:spMk id="2" creationId="{382513E4-E6E7-D1BD-3A8A-969182C9E4C0}"/>
          </ac:spMkLst>
        </pc:spChg>
        <pc:spChg chg="mod">
          <ac:chgData name="Enrique Villegas Valerio" userId="8ada793c76dcd6b1" providerId="LiveId" clId="{F7178855-6FF3-4D6A-AE73-290E1214A14E}" dt="2024-03-31T16:35:34.002" v="2459" actId="20577"/>
          <ac:spMkLst>
            <pc:docMk/>
            <pc:sldMk cId="3422998595" sldId="664"/>
            <ac:spMk id="3" creationId="{306B88AA-DF12-EC62-6C0E-CC5096B40F8D}"/>
          </ac:spMkLst>
        </pc:spChg>
      </pc:sldChg>
      <pc:sldMasterChg chg="delSp modSp mod setBg modSldLayout">
        <pc:chgData name="Enrique Villegas Valerio" userId="8ada793c76dcd6b1" providerId="LiveId" clId="{F7178855-6FF3-4D6A-AE73-290E1214A14E}" dt="2024-03-31T15:54:52.795" v="1657" actId="14100"/>
        <pc:sldMasterMkLst>
          <pc:docMk/>
          <pc:sldMasterMk cId="2344839324" sldId="2147483660"/>
        </pc:sldMasterMkLst>
        <pc:spChg chg="mod">
          <ac:chgData name="Enrique Villegas Valerio" userId="8ada793c76dcd6b1" providerId="LiveId" clId="{F7178855-6FF3-4D6A-AE73-290E1214A14E}" dt="2024-03-31T14:01:48.012" v="23" actId="113"/>
          <ac:spMkLst>
            <pc:docMk/>
            <pc:sldMasterMk cId="2344839324" sldId="2147483660"/>
            <ac:spMk id="2" creationId="{00000000-0000-0000-0000-000000000000}"/>
          </ac:spMkLst>
        </pc:spChg>
        <pc:spChg chg="mod">
          <ac:chgData name="Enrique Villegas Valerio" userId="8ada793c76dcd6b1" providerId="LiveId" clId="{F7178855-6FF3-4D6A-AE73-290E1214A14E}" dt="2024-03-31T14:01:15.852" v="20" actId="207"/>
          <ac:spMkLst>
            <pc:docMk/>
            <pc:sldMasterMk cId="2344839324" sldId="2147483660"/>
            <ac:spMk id="3" creationId="{00000000-0000-0000-0000-000000000000}"/>
          </ac:spMkLst>
        </pc:spChg>
        <pc:picChg chg="del">
          <ac:chgData name="Enrique Villegas Valerio" userId="8ada793c76dcd6b1" providerId="LiveId" clId="{F7178855-6FF3-4D6A-AE73-290E1214A14E}" dt="2024-03-31T14:00:37.201" v="13" actId="478"/>
          <ac:picMkLst>
            <pc:docMk/>
            <pc:sldMasterMk cId="2344839324" sldId="2147483660"/>
            <ac:picMk id="7" creationId="{78FCEB23-43D7-F9CB-E28F-56FE1E68CE8D}"/>
          </ac:picMkLst>
        </pc:picChg>
        <pc:sldLayoutChg chg="addSp delSp modSp mod setBg">
          <pc:chgData name="Enrique Villegas Valerio" userId="8ada793c76dcd6b1" providerId="LiveId" clId="{F7178855-6FF3-4D6A-AE73-290E1214A14E}" dt="2024-03-31T14:02:06.130" v="29" actId="962"/>
          <pc:sldLayoutMkLst>
            <pc:docMk/>
            <pc:sldMasterMk cId="2344839324" sldId="2147483660"/>
            <pc:sldLayoutMk cId="2396690614" sldId="2147483661"/>
          </pc:sldLayoutMkLst>
          <pc:picChg chg="del mod">
            <ac:chgData name="Enrique Villegas Valerio" userId="8ada793c76dcd6b1" providerId="LiveId" clId="{F7178855-6FF3-4D6A-AE73-290E1214A14E}" dt="2024-03-31T13:53:08.246" v="2" actId="478"/>
            <ac:picMkLst>
              <pc:docMk/>
              <pc:sldMasterMk cId="2344839324" sldId="2147483660"/>
              <pc:sldLayoutMk cId="2396690614" sldId="2147483661"/>
              <ac:picMk id="3" creationId="{186A549D-B8E0-710F-5D36-D29E6294EB17}"/>
            </ac:picMkLst>
          </pc:picChg>
          <pc:picChg chg="add mod">
            <ac:chgData name="Enrique Villegas Valerio" userId="8ada793c76dcd6b1" providerId="LiveId" clId="{F7178855-6FF3-4D6A-AE73-290E1214A14E}" dt="2024-03-31T14:02:06.130" v="29" actId="962"/>
            <ac:picMkLst>
              <pc:docMk/>
              <pc:sldMasterMk cId="2344839324" sldId="2147483660"/>
              <pc:sldLayoutMk cId="2396690614" sldId="2147483661"/>
              <ac:picMk id="4" creationId="{96AB1972-E7F1-CFAC-94DD-81E6B1F3F6B8}"/>
            </ac:picMkLst>
          </pc:picChg>
        </pc:sldLayoutChg>
        <pc:sldLayoutChg chg="delSp mod setBg">
          <pc:chgData name="Enrique Villegas Valerio" userId="8ada793c76dcd6b1" providerId="LiveId" clId="{F7178855-6FF3-4D6A-AE73-290E1214A14E}" dt="2024-03-31T14:01:55.770" v="26" actId="478"/>
          <pc:sldLayoutMkLst>
            <pc:docMk/>
            <pc:sldMasterMk cId="2344839324" sldId="2147483660"/>
            <pc:sldLayoutMk cId="2426292581" sldId="2147483662"/>
          </pc:sldLayoutMkLst>
          <pc:spChg chg="del">
            <ac:chgData name="Enrique Villegas Valerio" userId="8ada793c76dcd6b1" providerId="LiveId" clId="{F7178855-6FF3-4D6A-AE73-290E1214A14E}" dt="2024-03-31T14:01:55.770" v="26" actId="478"/>
            <ac:spMkLst>
              <pc:docMk/>
              <pc:sldMasterMk cId="2344839324" sldId="2147483660"/>
              <pc:sldLayoutMk cId="2426292581" sldId="2147483662"/>
              <ac:spMk id="4" creationId="{623BB65D-C033-EC34-ECC8-266EAA395CFC}"/>
            </ac:spMkLst>
          </pc:spChg>
          <pc:picChg chg="del">
            <ac:chgData name="Enrique Villegas Valerio" userId="8ada793c76dcd6b1" providerId="LiveId" clId="{F7178855-6FF3-4D6A-AE73-290E1214A14E}" dt="2024-03-31T14:01:54.936" v="25" actId="478"/>
            <ac:picMkLst>
              <pc:docMk/>
              <pc:sldMasterMk cId="2344839324" sldId="2147483660"/>
              <pc:sldLayoutMk cId="2426292581" sldId="2147483662"/>
              <ac:picMk id="3" creationId="{6A2D6AC2-BFEC-8F4A-AFD6-A6F4957B7627}"/>
            </ac:picMkLst>
          </pc:picChg>
        </pc:sldLayoutChg>
        <pc:sldLayoutChg chg="addSp delSp modSp mod setBg">
          <pc:chgData name="Enrique Villegas Valerio" userId="8ada793c76dcd6b1" providerId="LiveId" clId="{F7178855-6FF3-4D6A-AE73-290E1214A14E}" dt="2024-03-31T15:54:52.795" v="1657" actId="14100"/>
          <pc:sldLayoutMkLst>
            <pc:docMk/>
            <pc:sldMasterMk cId="2344839324" sldId="2147483660"/>
            <pc:sldLayoutMk cId="3300451521" sldId="2147483663"/>
          </pc:sldLayoutMkLst>
          <pc:spChg chg="mod">
            <ac:chgData name="Enrique Villegas Valerio" userId="8ada793c76dcd6b1" providerId="LiveId" clId="{F7178855-6FF3-4D6A-AE73-290E1214A14E}" dt="2024-03-31T15:54:49.330" v="1656" actId="14100"/>
            <ac:spMkLst>
              <pc:docMk/>
              <pc:sldMasterMk cId="2344839324" sldId="2147483660"/>
              <pc:sldLayoutMk cId="3300451521" sldId="2147483663"/>
              <ac:spMk id="2" creationId="{00000000-0000-0000-0000-000000000000}"/>
            </ac:spMkLst>
          </pc:spChg>
          <pc:spChg chg="mod">
            <ac:chgData name="Enrique Villegas Valerio" userId="8ada793c76dcd6b1" providerId="LiveId" clId="{F7178855-6FF3-4D6A-AE73-290E1214A14E}" dt="2024-03-31T15:54:52.795" v="1657" actId="14100"/>
            <ac:spMkLst>
              <pc:docMk/>
              <pc:sldMasterMk cId="2344839324" sldId="2147483660"/>
              <pc:sldLayoutMk cId="3300451521" sldId="2147483663"/>
              <ac:spMk id="3" creationId="{00000000-0000-0000-0000-000000000000}"/>
            </ac:spMkLst>
          </pc:spChg>
          <pc:spChg chg="del">
            <ac:chgData name="Enrique Villegas Valerio" userId="8ada793c76dcd6b1" providerId="LiveId" clId="{F7178855-6FF3-4D6A-AE73-290E1214A14E}" dt="2024-03-31T14:02:11.593" v="30" actId="478"/>
            <ac:spMkLst>
              <pc:docMk/>
              <pc:sldMasterMk cId="2344839324" sldId="2147483660"/>
              <pc:sldLayoutMk cId="3300451521" sldId="2147483663"/>
              <ac:spMk id="4" creationId="{A30D0730-A38A-C307-A595-9327FD16E8D7}"/>
            </ac:spMkLst>
          </pc:spChg>
          <pc:spChg chg="add mod ord">
            <ac:chgData name="Enrique Villegas Valerio" userId="8ada793c76dcd6b1" providerId="LiveId" clId="{F7178855-6FF3-4D6A-AE73-290E1214A14E}" dt="2024-03-31T15:54:47.117" v="1655" actId="14100"/>
            <ac:spMkLst>
              <pc:docMk/>
              <pc:sldMasterMk cId="2344839324" sldId="2147483660"/>
              <pc:sldLayoutMk cId="3300451521" sldId="2147483663"/>
              <ac:spMk id="6" creationId="{CC6AAE60-C183-0B5E-BF22-42D727255D6B}"/>
            </ac:spMkLst>
          </pc:spChg>
          <pc:picChg chg="del">
            <ac:chgData name="Enrique Villegas Valerio" userId="8ada793c76dcd6b1" providerId="LiveId" clId="{F7178855-6FF3-4D6A-AE73-290E1214A14E}" dt="2024-03-31T14:02:12.900" v="31" actId="478"/>
            <ac:picMkLst>
              <pc:docMk/>
              <pc:sldMasterMk cId="2344839324" sldId="2147483660"/>
              <pc:sldLayoutMk cId="3300451521" sldId="2147483663"/>
              <ac:picMk id="5" creationId="{B3B92FFA-8243-A82F-93E2-0A1751E1C14B}"/>
            </ac:picMkLst>
          </pc:picChg>
          <pc:picChg chg="mod">
            <ac:chgData name="Enrique Villegas Valerio" userId="8ada793c76dcd6b1" providerId="LiveId" clId="{F7178855-6FF3-4D6A-AE73-290E1214A14E}" dt="2024-03-31T14:02:35.227" v="38"/>
            <ac:picMkLst>
              <pc:docMk/>
              <pc:sldMasterMk cId="2344839324" sldId="2147483660"/>
              <pc:sldLayoutMk cId="3300451521" sldId="2147483663"/>
              <ac:picMk id="8" creationId="{165B58CA-7C57-EBCB-9B5B-C0E7FC8F5B09}"/>
            </ac:picMkLst>
          </pc:picChg>
        </pc:sldLayoutChg>
        <pc:sldLayoutChg chg="delSp modSp mod setBg">
          <pc:chgData name="Enrique Villegas Valerio" userId="8ada793c76dcd6b1" providerId="LiveId" clId="{F7178855-6FF3-4D6A-AE73-290E1214A14E}" dt="2024-03-31T14:04:07.803" v="58" actId="14100"/>
          <pc:sldLayoutMkLst>
            <pc:docMk/>
            <pc:sldMasterMk cId="2344839324" sldId="2147483660"/>
            <pc:sldLayoutMk cId="4104134175" sldId="2147483664"/>
          </pc:sldLayoutMkLst>
          <pc:spChg chg="mod">
            <ac:chgData name="Enrique Villegas Valerio" userId="8ada793c76dcd6b1" providerId="LiveId" clId="{F7178855-6FF3-4D6A-AE73-290E1214A14E}" dt="2024-03-31T14:04:05.101" v="57" actId="14100"/>
            <ac:spMkLst>
              <pc:docMk/>
              <pc:sldMasterMk cId="2344839324" sldId="2147483660"/>
              <pc:sldLayoutMk cId="4104134175" sldId="2147483664"/>
              <ac:spMk id="2" creationId="{55228655-8A01-4C21-2519-CA4F7EEB055E}"/>
            </ac:spMkLst>
          </pc:spChg>
          <pc:spChg chg="mod">
            <ac:chgData name="Enrique Villegas Valerio" userId="8ada793c76dcd6b1" providerId="LiveId" clId="{F7178855-6FF3-4D6A-AE73-290E1214A14E}" dt="2024-03-31T14:04:00.240" v="56" actId="14100"/>
            <ac:spMkLst>
              <pc:docMk/>
              <pc:sldMasterMk cId="2344839324" sldId="2147483660"/>
              <pc:sldLayoutMk cId="4104134175" sldId="2147483664"/>
              <ac:spMk id="3" creationId="{ADE81D74-8AAE-16C6-9103-D99086590DC4}"/>
            </ac:spMkLst>
          </pc:spChg>
          <pc:spChg chg="mod">
            <ac:chgData name="Enrique Villegas Valerio" userId="8ada793c76dcd6b1" providerId="LiveId" clId="{F7178855-6FF3-4D6A-AE73-290E1214A14E}" dt="2024-03-31T14:04:07.803" v="58" actId="14100"/>
            <ac:spMkLst>
              <pc:docMk/>
              <pc:sldMasterMk cId="2344839324" sldId="2147483660"/>
              <pc:sldLayoutMk cId="4104134175" sldId="2147483664"/>
              <ac:spMk id="4" creationId="{5BF85EFB-ECD7-05BB-421A-A69167FA1B7D}"/>
            </ac:spMkLst>
          </pc:spChg>
          <pc:picChg chg="del">
            <ac:chgData name="Enrique Villegas Valerio" userId="8ada793c76dcd6b1" providerId="LiveId" clId="{F7178855-6FF3-4D6A-AE73-290E1214A14E}" dt="2024-03-31T14:03:49.046" v="54" actId="478"/>
            <ac:picMkLst>
              <pc:docMk/>
              <pc:sldMasterMk cId="2344839324" sldId="2147483660"/>
              <pc:sldLayoutMk cId="4104134175" sldId="2147483664"/>
              <ac:picMk id="5" creationId="{60217567-4054-1276-8818-720665CF991A}"/>
            </ac:picMkLst>
          </pc:picChg>
        </pc:sldLayoutChg>
        <pc:sldLayoutChg chg="addSp delSp modSp mod setBg">
          <pc:chgData name="Enrique Villegas Valerio" userId="8ada793c76dcd6b1" providerId="LiveId" clId="{F7178855-6FF3-4D6A-AE73-290E1214A14E}" dt="2024-03-31T14:04:18.361" v="62" actId="14100"/>
          <pc:sldLayoutMkLst>
            <pc:docMk/>
            <pc:sldMasterMk cId="2344839324" sldId="2147483660"/>
            <pc:sldLayoutMk cId="4029444877" sldId="2147483667"/>
          </pc:sldLayoutMkLst>
          <pc:spChg chg="mod">
            <ac:chgData name="Enrique Villegas Valerio" userId="8ada793c76dcd6b1" providerId="LiveId" clId="{F7178855-6FF3-4D6A-AE73-290E1214A14E}" dt="2024-03-31T14:04:18.361" v="62" actId="14100"/>
            <ac:spMkLst>
              <pc:docMk/>
              <pc:sldMasterMk cId="2344839324" sldId="2147483660"/>
              <pc:sldLayoutMk cId="4029444877" sldId="2147483667"/>
              <ac:spMk id="4" creationId="{E95D1984-18EC-3271-9E13-347D49F3D50B}"/>
            </ac:spMkLst>
          </pc:spChg>
          <pc:picChg chg="add del">
            <ac:chgData name="Enrique Villegas Valerio" userId="8ada793c76dcd6b1" providerId="LiveId" clId="{F7178855-6FF3-4D6A-AE73-290E1214A14E}" dt="2024-03-31T14:04:15.533" v="61" actId="478"/>
            <ac:picMkLst>
              <pc:docMk/>
              <pc:sldMasterMk cId="2344839324" sldId="2147483660"/>
              <pc:sldLayoutMk cId="4029444877" sldId="2147483667"/>
              <ac:picMk id="3" creationId="{CFE0AC08-ADB8-81C5-14CE-9CF0D87136C2}"/>
            </ac:picMkLst>
          </pc:picChg>
        </pc:sldLayoutChg>
        <pc:sldLayoutChg chg="delSp modSp mod setBg">
          <pc:chgData name="Enrique Villegas Valerio" userId="8ada793c76dcd6b1" providerId="LiveId" clId="{F7178855-6FF3-4D6A-AE73-290E1214A14E}" dt="2024-03-31T14:03:30.933" v="46" actId="14100"/>
          <pc:sldLayoutMkLst>
            <pc:docMk/>
            <pc:sldMasterMk cId="2344839324" sldId="2147483660"/>
            <pc:sldLayoutMk cId="1254153328" sldId="2147483670"/>
          </pc:sldLayoutMkLst>
          <pc:spChg chg="mod">
            <ac:chgData name="Enrique Villegas Valerio" userId="8ada793c76dcd6b1" providerId="LiveId" clId="{F7178855-6FF3-4D6A-AE73-290E1214A14E}" dt="2024-03-31T14:03:25.757" v="45" actId="14100"/>
            <ac:spMkLst>
              <pc:docMk/>
              <pc:sldMasterMk cId="2344839324" sldId="2147483660"/>
              <pc:sldLayoutMk cId="1254153328" sldId="2147483670"/>
              <ac:spMk id="2" creationId="{00000000-0000-0000-0000-000000000000}"/>
            </ac:spMkLst>
          </pc:spChg>
          <pc:spChg chg="mod">
            <ac:chgData name="Enrique Villegas Valerio" userId="8ada793c76dcd6b1" providerId="LiveId" clId="{F7178855-6FF3-4D6A-AE73-290E1214A14E}" dt="2024-03-31T14:03:30.933" v="46" actId="14100"/>
            <ac:spMkLst>
              <pc:docMk/>
              <pc:sldMasterMk cId="2344839324" sldId="2147483660"/>
              <pc:sldLayoutMk cId="1254153328" sldId="2147483670"/>
              <ac:spMk id="3" creationId="{00000000-0000-0000-0000-000000000000}"/>
            </ac:spMkLst>
          </pc:spChg>
          <pc:spChg chg="del">
            <ac:chgData name="Enrique Villegas Valerio" userId="8ada793c76dcd6b1" providerId="LiveId" clId="{F7178855-6FF3-4D6A-AE73-290E1214A14E}" dt="2024-03-31T14:03:20.757" v="44" actId="478"/>
            <ac:spMkLst>
              <pc:docMk/>
              <pc:sldMasterMk cId="2344839324" sldId="2147483660"/>
              <pc:sldLayoutMk cId="1254153328" sldId="2147483670"/>
              <ac:spMk id="4" creationId="{A30D0730-A38A-C307-A595-9327FD16E8D7}"/>
            </ac:spMkLst>
          </pc:spChg>
          <pc:picChg chg="del">
            <ac:chgData name="Enrique Villegas Valerio" userId="8ada793c76dcd6b1" providerId="LiveId" clId="{F7178855-6FF3-4D6A-AE73-290E1214A14E}" dt="2024-03-31T14:03:19.987" v="43" actId="478"/>
            <ac:picMkLst>
              <pc:docMk/>
              <pc:sldMasterMk cId="2344839324" sldId="2147483660"/>
              <pc:sldLayoutMk cId="1254153328" sldId="2147483670"/>
              <ac:picMk id="5" creationId="{B3B92FFA-8243-A82F-93E2-0A1751E1C14B}"/>
            </ac:picMkLst>
          </pc:picChg>
        </pc:sldLayoutChg>
        <pc:sldLayoutChg chg="delSp modSp mod setBg">
          <pc:chgData name="Enrique Villegas Valerio" userId="8ada793c76dcd6b1" providerId="LiveId" clId="{F7178855-6FF3-4D6A-AE73-290E1214A14E}" dt="2024-03-31T14:03:47.104" v="53" actId="14100"/>
          <pc:sldLayoutMkLst>
            <pc:docMk/>
            <pc:sldMasterMk cId="2344839324" sldId="2147483660"/>
            <pc:sldLayoutMk cId="1162778236" sldId="2147483671"/>
          </pc:sldLayoutMkLst>
          <pc:spChg chg="mod">
            <ac:chgData name="Enrique Villegas Valerio" userId="8ada793c76dcd6b1" providerId="LiveId" clId="{F7178855-6FF3-4D6A-AE73-290E1214A14E}" dt="2024-03-31T14:03:43.537" v="52" actId="14100"/>
            <ac:spMkLst>
              <pc:docMk/>
              <pc:sldMasterMk cId="2344839324" sldId="2147483660"/>
              <pc:sldLayoutMk cId="1162778236" sldId="2147483671"/>
              <ac:spMk id="2" creationId="{00000000-0000-0000-0000-000000000000}"/>
            </ac:spMkLst>
          </pc:spChg>
          <pc:spChg chg="mod">
            <ac:chgData name="Enrique Villegas Valerio" userId="8ada793c76dcd6b1" providerId="LiveId" clId="{F7178855-6FF3-4D6A-AE73-290E1214A14E}" dt="2024-03-31T14:03:47.104" v="53" actId="14100"/>
            <ac:spMkLst>
              <pc:docMk/>
              <pc:sldMasterMk cId="2344839324" sldId="2147483660"/>
              <pc:sldLayoutMk cId="1162778236" sldId="2147483671"/>
              <ac:spMk id="3" creationId="{00000000-0000-0000-0000-000000000000}"/>
            </ac:spMkLst>
          </pc:spChg>
          <pc:spChg chg="del">
            <ac:chgData name="Enrique Villegas Valerio" userId="8ada793c76dcd6b1" providerId="LiveId" clId="{F7178855-6FF3-4D6A-AE73-290E1214A14E}" dt="2024-03-31T14:03:38.675" v="50" actId="478"/>
            <ac:spMkLst>
              <pc:docMk/>
              <pc:sldMasterMk cId="2344839324" sldId="2147483660"/>
              <pc:sldLayoutMk cId="1162778236" sldId="2147483671"/>
              <ac:spMk id="4" creationId="{A30D0730-A38A-C307-A595-9327FD16E8D7}"/>
            </ac:spMkLst>
          </pc:spChg>
          <pc:picChg chg="del">
            <ac:chgData name="Enrique Villegas Valerio" userId="8ada793c76dcd6b1" providerId="LiveId" clId="{F7178855-6FF3-4D6A-AE73-290E1214A14E}" dt="2024-03-31T14:03:40.186" v="51" actId="478"/>
            <ac:picMkLst>
              <pc:docMk/>
              <pc:sldMasterMk cId="2344839324" sldId="2147483660"/>
              <pc:sldLayoutMk cId="1162778236" sldId="2147483671"/>
              <ac:picMk id="5" creationId="{B3B92FFA-8243-A82F-93E2-0A1751E1C14B}"/>
            </ac:picMkLst>
          </pc:picChg>
        </pc:sldLayoutChg>
        <pc:sldLayoutChg chg="addSp delSp modSp mod setBg">
          <pc:chgData name="Enrique Villegas Valerio" userId="8ada793c76dcd6b1" providerId="LiveId" clId="{F7178855-6FF3-4D6A-AE73-290E1214A14E}" dt="2024-03-31T15:30:19.242" v="1247" actId="207"/>
          <pc:sldLayoutMkLst>
            <pc:docMk/>
            <pc:sldMasterMk cId="2344839324" sldId="2147483660"/>
            <pc:sldLayoutMk cId="927652169" sldId="2147483672"/>
          </pc:sldLayoutMkLst>
          <pc:spChg chg="add del mod">
            <ac:chgData name="Enrique Villegas Valerio" userId="8ada793c76dcd6b1" providerId="LiveId" clId="{F7178855-6FF3-4D6A-AE73-290E1214A14E}" dt="2024-03-31T15:30:19.242" v="1247" actId="207"/>
            <ac:spMkLst>
              <pc:docMk/>
              <pc:sldMasterMk cId="2344839324" sldId="2147483660"/>
              <pc:sldLayoutMk cId="927652169" sldId="2147483672"/>
              <ac:spMk id="4" creationId="{E95D1984-18EC-3271-9E13-347D49F3D50B}"/>
            </ac:spMkLst>
          </pc:spChg>
          <pc:picChg chg="del">
            <ac:chgData name="Enrique Villegas Valerio" userId="8ada793c76dcd6b1" providerId="LiveId" clId="{F7178855-6FF3-4D6A-AE73-290E1214A14E}" dt="2024-03-31T14:05:25.014" v="65" actId="478"/>
            <ac:picMkLst>
              <pc:docMk/>
              <pc:sldMasterMk cId="2344839324" sldId="2147483660"/>
              <pc:sldLayoutMk cId="927652169" sldId="2147483672"/>
              <ac:picMk id="3" creationId="{CFE0AC08-ADB8-81C5-14CE-9CF0D87136C2}"/>
            </ac:picMkLst>
          </pc:picChg>
        </pc:sldLayoutChg>
        <pc:sldLayoutChg chg="delSp modSp mod setBg">
          <pc:chgData name="Enrique Villegas Valerio" userId="8ada793c76dcd6b1" providerId="LiveId" clId="{F7178855-6FF3-4D6A-AE73-290E1214A14E}" dt="2024-03-31T14:05:22.732" v="64" actId="14100"/>
          <pc:sldLayoutMkLst>
            <pc:docMk/>
            <pc:sldMasterMk cId="2344839324" sldId="2147483660"/>
            <pc:sldLayoutMk cId="3640837251" sldId="2147483673"/>
          </pc:sldLayoutMkLst>
          <pc:spChg chg="mod">
            <ac:chgData name="Enrique Villegas Valerio" userId="8ada793c76dcd6b1" providerId="LiveId" clId="{F7178855-6FF3-4D6A-AE73-290E1214A14E}" dt="2024-03-31T14:05:22.732" v="64" actId="14100"/>
            <ac:spMkLst>
              <pc:docMk/>
              <pc:sldMasterMk cId="2344839324" sldId="2147483660"/>
              <pc:sldLayoutMk cId="3640837251" sldId="2147483673"/>
              <ac:spMk id="6" creationId="{4D39CACC-FFD2-07EE-5D90-D9461F47CC44}"/>
            </ac:spMkLst>
          </pc:spChg>
          <pc:picChg chg="del">
            <ac:chgData name="Enrique Villegas Valerio" userId="8ada793c76dcd6b1" providerId="LiveId" clId="{F7178855-6FF3-4D6A-AE73-290E1214A14E}" dt="2024-03-31T14:05:19.823" v="63" actId="478"/>
            <ac:picMkLst>
              <pc:docMk/>
              <pc:sldMasterMk cId="2344839324" sldId="2147483660"/>
              <pc:sldLayoutMk cId="3640837251" sldId="2147483673"/>
              <ac:picMk id="3" creationId="{CFE0AC08-ADB8-81C5-14CE-9CF0D87136C2}"/>
            </ac:picMkLst>
          </pc:picChg>
        </pc:sldLayoutChg>
        <pc:sldLayoutChg chg="setBg">
          <pc:chgData name="Enrique Villegas Valerio" userId="8ada793c76dcd6b1" providerId="LiveId" clId="{F7178855-6FF3-4D6A-AE73-290E1214A14E}" dt="2024-03-31T14:00:50.672" v="18"/>
          <pc:sldLayoutMkLst>
            <pc:docMk/>
            <pc:sldMasterMk cId="2344839324" sldId="2147483660"/>
            <pc:sldLayoutMk cId="4145391644" sldId="2147483674"/>
          </pc:sldLayoutMkLst>
        </pc:sldLayoutChg>
        <pc:sldLayoutChg chg="delSp modSp mod setBg">
          <pc:chgData name="Enrique Villegas Valerio" userId="8ada793c76dcd6b1" providerId="LiveId" clId="{F7178855-6FF3-4D6A-AE73-290E1214A14E}" dt="2024-03-31T14:03:17.123" v="42" actId="14100"/>
          <pc:sldLayoutMkLst>
            <pc:docMk/>
            <pc:sldMasterMk cId="2344839324" sldId="2147483660"/>
            <pc:sldLayoutMk cId="602325024" sldId="2147483675"/>
          </pc:sldLayoutMkLst>
          <pc:spChg chg="mod">
            <ac:chgData name="Enrique Villegas Valerio" userId="8ada793c76dcd6b1" providerId="LiveId" clId="{F7178855-6FF3-4D6A-AE73-290E1214A14E}" dt="2024-03-31T14:03:13.933" v="41" actId="14100"/>
            <ac:spMkLst>
              <pc:docMk/>
              <pc:sldMasterMk cId="2344839324" sldId="2147483660"/>
              <pc:sldLayoutMk cId="602325024" sldId="2147483675"/>
              <ac:spMk id="2" creationId="{00000000-0000-0000-0000-000000000000}"/>
            </ac:spMkLst>
          </pc:spChg>
          <pc:spChg chg="mod">
            <ac:chgData name="Enrique Villegas Valerio" userId="8ada793c76dcd6b1" providerId="LiveId" clId="{F7178855-6FF3-4D6A-AE73-290E1214A14E}" dt="2024-03-31T14:03:17.123" v="42" actId="14100"/>
            <ac:spMkLst>
              <pc:docMk/>
              <pc:sldMasterMk cId="2344839324" sldId="2147483660"/>
              <pc:sldLayoutMk cId="602325024" sldId="2147483675"/>
              <ac:spMk id="3" creationId="{00000000-0000-0000-0000-000000000000}"/>
            </ac:spMkLst>
          </pc:spChg>
          <pc:spChg chg="del">
            <ac:chgData name="Enrique Villegas Valerio" userId="8ada793c76dcd6b1" providerId="LiveId" clId="{F7178855-6FF3-4D6A-AE73-290E1214A14E}" dt="2024-03-31T14:03:09.245" v="39" actId="478"/>
            <ac:spMkLst>
              <pc:docMk/>
              <pc:sldMasterMk cId="2344839324" sldId="2147483660"/>
              <pc:sldLayoutMk cId="602325024" sldId="2147483675"/>
              <ac:spMk id="4" creationId="{A30D0730-A38A-C307-A595-9327FD16E8D7}"/>
            </ac:spMkLst>
          </pc:spChg>
          <pc:picChg chg="del">
            <ac:chgData name="Enrique Villegas Valerio" userId="8ada793c76dcd6b1" providerId="LiveId" clId="{F7178855-6FF3-4D6A-AE73-290E1214A14E}" dt="2024-03-31T14:03:10.298" v="40" actId="478"/>
            <ac:picMkLst>
              <pc:docMk/>
              <pc:sldMasterMk cId="2344839324" sldId="2147483660"/>
              <pc:sldLayoutMk cId="602325024" sldId="2147483675"/>
              <ac:picMk id="5" creationId="{B3B92FFA-8243-A82F-93E2-0A1751E1C14B}"/>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1FDB4-1A5D-4B9F-AF6A-52FA43DC7FCB}" type="datetimeFigureOut">
              <a:rPr lang="es-MX" smtClean="0"/>
              <a:t>31/03/2024</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1109B-DB30-4047-AA4B-24982097BA7D}" type="slidenum">
              <a:rPr lang="es-MX" smtClean="0"/>
              <a:t>‹#›</a:t>
            </a:fld>
            <a:endParaRPr lang="es-MX"/>
          </a:p>
        </p:txBody>
      </p:sp>
    </p:spTree>
    <p:extLst>
      <p:ext uri="{BB962C8B-B14F-4D97-AF65-F5344CB8AC3E}">
        <p14:creationId xmlns:p14="http://schemas.microsoft.com/office/powerpoint/2010/main" val="24757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4" name="Picture 3" descr="A logo with a lion head and clouds&#10;&#10;Description automatically generated">
            <a:extLst>
              <a:ext uri="{FF2B5EF4-FFF2-40B4-BE49-F238E27FC236}">
                <a16:creationId xmlns:a16="http://schemas.microsoft.com/office/drawing/2014/main" id="{96AB1972-E7F1-CFAC-94DD-81E6B1F3F6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96690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29258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C6AAE60-C183-0B5E-BF22-42D727255D6B}"/>
              </a:ext>
            </a:extLst>
          </p:cNvPr>
          <p:cNvSpPr/>
          <p:nvPr userDrawn="1"/>
        </p:nvSpPr>
        <p:spPr>
          <a:xfrm>
            <a:off x="1168401" y="0"/>
            <a:ext cx="11023600" cy="6858000"/>
          </a:xfrm>
          <a:prstGeom prst="rect">
            <a:avLst/>
          </a:prstGeom>
          <a:solidFill>
            <a:schemeClr val="tx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1651000" y="397668"/>
            <a:ext cx="9696450"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651000" y="6121400"/>
            <a:ext cx="6197600"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8" name="Imagen 7" descr="Dibujo en blanco y negro&#10;&#10;Descripción generada automáticamente con confianza baja">
            <a:extLst>
              <a:ext uri="{FF2B5EF4-FFF2-40B4-BE49-F238E27FC236}">
                <a16:creationId xmlns:a16="http://schemas.microsoft.com/office/drawing/2014/main" id="{165B58CA-7C57-EBCB-9B5B-C0E7FC8F5B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13901" y="6089428"/>
            <a:ext cx="1672314" cy="444100"/>
          </a:xfrm>
          <a:prstGeom prst="rect">
            <a:avLst/>
          </a:prstGeom>
        </p:spPr>
      </p:pic>
    </p:spTree>
    <p:extLst>
      <p:ext uri="{BB962C8B-B14F-4D97-AF65-F5344CB8AC3E}">
        <p14:creationId xmlns:p14="http://schemas.microsoft.com/office/powerpoint/2010/main" val="330045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27901" y="397668"/>
            <a:ext cx="10819549"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527901" y="6121400"/>
            <a:ext cx="7320699"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spTree>
    <p:extLst>
      <p:ext uri="{BB962C8B-B14F-4D97-AF65-F5344CB8AC3E}">
        <p14:creationId xmlns:p14="http://schemas.microsoft.com/office/powerpoint/2010/main" val="60232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6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05353" y="397668"/>
            <a:ext cx="10942097"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405353" y="6121400"/>
            <a:ext cx="7443247"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6" name="Picture 2">
            <a:extLst>
              <a:ext uri="{FF2B5EF4-FFF2-40B4-BE49-F238E27FC236}">
                <a16:creationId xmlns:a16="http://schemas.microsoft.com/office/drawing/2014/main" id="{FF4C5FA9-6EEA-72B9-B468-AD24EA985640}"/>
              </a:ext>
            </a:extLst>
          </p:cNvPr>
          <p:cNvPicPr>
            <a:picLocks noChangeAspect="1" noChangeArrowheads="1"/>
          </p:cNvPicPr>
          <p:nvPr userDrawn="1"/>
        </p:nvPicPr>
        <p:blipFill rotWithShape="1">
          <a:blip r:embed="rId2">
            <a:clrChange>
              <a:clrFrom>
                <a:srgbClr val="000000"/>
              </a:clrFrom>
              <a:clrTo>
                <a:srgbClr val="000000">
                  <a:alpha val="0"/>
                </a:srgbClr>
              </a:clrTo>
            </a:clrChange>
            <a:duotone>
              <a:prstClr val="black"/>
              <a:schemeClr val="accent3">
                <a:tint val="45000"/>
                <a:satMod val="400000"/>
              </a:schemeClr>
            </a:duotone>
            <a:extLst>
              <a:ext uri="{28A0092B-C50C-407E-A947-70E740481C1C}">
                <a14:useLocalDpi xmlns:a14="http://schemas.microsoft.com/office/drawing/2010/main" val="0"/>
              </a:ext>
            </a:extLst>
          </a:blip>
          <a:srcRect l="36666" t="14505" r="16779" b="29067"/>
          <a:stretch/>
        </p:blipFill>
        <p:spPr bwMode="auto">
          <a:xfrm>
            <a:off x="10042204" y="5907784"/>
            <a:ext cx="1305246" cy="78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15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7_Encabezado de secció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3315" y="397668"/>
            <a:ext cx="10744135"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03315" y="6121400"/>
            <a:ext cx="7245285"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7" name="Imagen 4" descr="Icono&#10;&#10;Descripción generada automáticamente">
            <a:extLst>
              <a:ext uri="{FF2B5EF4-FFF2-40B4-BE49-F238E27FC236}">
                <a16:creationId xmlns:a16="http://schemas.microsoft.com/office/drawing/2014/main" id="{E760794D-4195-1CBE-AAA0-9C7751238D7F}"/>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0702648" y="5747899"/>
            <a:ext cx="644802" cy="874391"/>
          </a:xfrm>
          <a:prstGeom prst="rect">
            <a:avLst/>
          </a:prstGeom>
        </p:spPr>
      </p:pic>
    </p:spTree>
    <p:extLst>
      <p:ext uri="{BB962C8B-B14F-4D97-AF65-F5344CB8AC3E}">
        <p14:creationId xmlns:p14="http://schemas.microsoft.com/office/powerpoint/2010/main" val="1162778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E81D74-8AAE-16C6-9103-D99086590DC4}"/>
              </a:ext>
            </a:extLst>
          </p:cNvPr>
          <p:cNvSpPr/>
          <p:nvPr userDrawn="1"/>
        </p:nvSpPr>
        <p:spPr>
          <a:xfrm>
            <a:off x="1150071" y="0"/>
            <a:ext cx="1104193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1640264" y="365125"/>
            <a:ext cx="9713535" cy="1325563"/>
          </a:xfrm>
        </p:spPr>
        <p:txBody>
          <a:bodyPr/>
          <a:lstStyle>
            <a:lvl1pPr algn="r">
              <a:defRPr baseline="0">
                <a:solidFill>
                  <a:schemeClr val="bg1">
                    <a:lumMod val="85000"/>
                    <a:lumOff val="15000"/>
                  </a:schemeClr>
                </a:solidFill>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1640264" y="2133600"/>
            <a:ext cx="9713536" cy="3657600"/>
          </a:xfrm>
        </p:spPr>
        <p:txBody>
          <a:bodyPr>
            <a:normAutofit/>
          </a:bodyPr>
          <a:lstStyle>
            <a:lvl1pPr>
              <a:lnSpc>
                <a:spcPct val="125000"/>
              </a:lnSpc>
              <a:spcAft>
                <a:spcPts val="2400"/>
              </a:spcAft>
              <a:defRPr sz="4400">
                <a:solidFill>
                  <a:schemeClr val="bg1">
                    <a:lumMod val="85000"/>
                    <a:lumOff val="15000"/>
                  </a:schemeClr>
                </a:solidFill>
                <a:latin typeface="Montserrat" panose="00000500000000000000" pitchFamily="2" charset="0"/>
              </a:defRPr>
            </a:lvl1pPr>
            <a:lvl2pPr>
              <a:lnSpc>
                <a:spcPct val="125000"/>
              </a:lnSpc>
              <a:spcAft>
                <a:spcPts val="2400"/>
              </a:spcAft>
              <a:defRPr sz="4000">
                <a:solidFill>
                  <a:schemeClr val="bg1">
                    <a:lumMod val="85000"/>
                    <a:lumOff val="15000"/>
                  </a:schemeClr>
                </a:solidFill>
                <a:latin typeface="Montserrat" panose="00000500000000000000" pitchFamily="2" charset="0"/>
              </a:defRPr>
            </a:lvl2pPr>
            <a:lvl3pPr>
              <a:lnSpc>
                <a:spcPct val="125000"/>
              </a:lnSpc>
              <a:spcAft>
                <a:spcPts val="2400"/>
              </a:spcAft>
              <a:defRPr sz="3600">
                <a:solidFill>
                  <a:schemeClr val="bg1">
                    <a:lumMod val="85000"/>
                    <a:lumOff val="15000"/>
                  </a:schemeClr>
                </a:solidFill>
                <a:latin typeface="Montserrat" panose="00000500000000000000" pitchFamily="2" charset="0"/>
              </a:defRPr>
            </a:lvl3pPr>
            <a:lvl4pPr>
              <a:lnSpc>
                <a:spcPct val="125000"/>
              </a:lnSpc>
              <a:spcAft>
                <a:spcPts val="2400"/>
              </a:spcAft>
              <a:defRPr sz="3200">
                <a:solidFill>
                  <a:schemeClr val="bg1">
                    <a:lumMod val="85000"/>
                    <a:lumOff val="15000"/>
                  </a:schemeClr>
                </a:solidFill>
                <a:latin typeface="Montserrat" panose="00000500000000000000" pitchFamily="2" charset="0"/>
              </a:defRPr>
            </a:lvl4pPr>
            <a:lvl5pPr>
              <a:lnSpc>
                <a:spcPct val="125000"/>
              </a:lnSpc>
              <a:spcAft>
                <a:spcPts val="2400"/>
              </a:spcAft>
              <a:defRPr sz="3200">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4104134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2045615" y="0"/>
            <a:ext cx="1014638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879871"/>
            <a:ext cx="7033491" cy="5098257"/>
          </a:xfrm>
        </p:spPr>
        <p:txBody>
          <a:bodyPr anchor="ctr">
            <a:normAutofit/>
          </a:bodyPr>
          <a:lstStyle>
            <a:lvl1pPr algn="l">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402944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D39CACC-FFD2-07EE-5D90-D9461F47CC44}"/>
              </a:ext>
            </a:extLst>
          </p:cNvPr>
          <p:cNvSpPr/>
          <p:nvPr userDrawn="1"/>
        </p:nvSpPr>
        <p:spPr>
          <a:xfrm>
            <a:off x="2422689" y="0"/>
            <a:ext cx="976931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501919"/>
            <a:ext cx="7546268" cy="729473"/>
          </a:xfrm>
        </p:spPr>
        <p:txBody>
          <a:bodyPr anchor="ctr">
            <a:noAutofit/>
          </a:bodyPr>
          <a:lstStyle>
            <a:lvl1pPr algn="r">
              <a:lnSpc>
                <a:spcPct val="135000"/>
              </a:lnSpc>
              <a:defRPr sz="3200" b="1">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5" name="Text Placeholder 2">
            <a:extLst>
              <a:ext uri="{FF2B5EF4-FFF2-40B4-BE49-F238E27FC236}">
                <a16:creationId xmlns:a16="http://schemas.microsoft.com/office/drawing/2014/main" id="{B38ECB4E-C7A2-7A5E-D26E-9BD8F0C1C29A}"/>
              </a:ext>
            </a:extLst>
          </p:cNvPr>
          <p:cNvSpPr>
            <a:spLocks noGrp="1"/>
          </p:cNvSpPr>
          <p:nvPr>
            <p:ph idx="1"/>
          </p:nvPr>
        </p:nvSpPr>
        <p:spPr>
          <a:xfrm>
            <a:off x="4194628" y="1825624"/>
            <a:ext cx="7546268" cy="4530457"/>
          </a:xfrm>
          <a:prstGeom prst="rect">
            <a:avLst/>
          </a:prstGeom>
        </p:spPr>
        <p:txBody>
          <a:bodyPr vert="horz" lIns="91440" tIns="45720" rIns="91440" bIns="45720" rtlCol="0">
            <a:normAutofit/>
          </a:bodyPr>
          <a:lstStyle>
            <a:lvl1pPr>
              <a:lnSpc>
                <a:spcPct val="135000"/>
              </a:lnSpc>
              <a:defRPr>
                <a:solidFill>
                  <a:schemeClr val="bg1">
                    <a:lumMod val="85000"/>
                    <a:lumOff val="15000"/>
                  </a:schemeClr>
                </a:solidFill>
                <a:latin typeface="Montserrat" panose="00000500000000000000" pitchFamily="2" charset="0"/>
              </a:defRPr>
            </a:lvl1pPr>
            <a:lvl2pPr>
              <a:lnSpc>
                <a:spcPct val="135000"/>
              </a:lnSpc>
              <a:defRPr>
                <a:solidFill>
                  <a:schemeClr val="bg1">
                    <a:lumMod val="85000"/>
                    <a:lumOff val="15000"/>
                  </a:schemeClr>
                </a:solidFill>
                <a:latin typeface="Montserrat" panose="00000500000000000000" pitchFamily="2" charset="0"/>
              </a:defRPr>
            </a:lvl2pPr>
            <a:lvl3pPr>
              <a:lnSpc>
                <a:spcPct val="135000"/>
              </a:lnSpc>
              <a:defRPr>
                <a:solidFill>
                  <a:schemeClr val="bg1">
                    <a:lumMod val="85000"/>
                    <a:lumOff val="15000"/>
                  </a:schemeClr>
                </a:solidFill>
                <a:latin typeface="Montserrat" panose="00000500000000000000" pitchFamily="2" charset="0"/>
              </a:defRPr>
            </a:lvl3pPr>
            <a:lvl4pPr>
              <a:lnSpc>
                <a:spcPct val="135000"/>
              </a:lnSpc>
              <a:defRPr>
                <a:solidFill>
                  <a:schemeClr val="bg1">
                    <a:lumMod val="85000"/>
                    <a:lumOff val="15000"/>
                  </a:schemeClr>
                </a:solidFill>
                <a:latin typeface="Montserrat" panose="00000500000000000000" pitchFamily="2" charset="0"/>
              </a:defRPr>
            </a:lvl4pPr>
            <a:lvl5pPr>
              <a:lnSpc>
                <a:spcPct val="135000"/>
              </a:lnSpc>
              <a:defRPr>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364083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1" y="1104900"/>
            <a:ext cx="12192000" cy="4679043"/>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914400" y="1320801"/>
            <a:ext cx="10313719" cy="4216398"/>
          </a:xfrm>
        </p:spPr>
        <p:txBody>
          <a:bodyPr anchor="ctr">
            <a:normAutofit/>
          </a:bodyPr>
          <a:lstStyle>
            <a:lvl1pPr algn="ctr">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927652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Encabezado de sección">
    <p:spTree>
      <p:nvGrpSpPr>
        <p:cNvPr id="1" name=""/>
        <p:cNvGrpSpPr/>
        <p:nvPr/>
      </p:nvGrpSpPr>
      <p:grpSpPr>
        <a:xfrm>
          <a:off x="0" y="0"/>
          <a:ext cx="0" cy="0"/>
          <a:chOff x="0" y="0"/>
          <a:chExt cx="0" cy="0"/>
        </a:xfrm>
      </p:grpSpPr>
      <p:pic>
        <p:nvPicPr>
          <p:cNvPr id="3" name="Picture 2" descr="A blurry image of a beach&#10;&#10;Description automatically generated">
            <a:extLst>
              <a:ext uri="{FF2B5EF4-FFF2-40B4-BE49-F238E27FC236}">
                <a16:creationId xmlns:a16="http://schemas.microsoft.com/office/drawing/2014/main" id="{CFE0AC08-ADB8-81C5-14CE-9CF0D87136C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
          <a:stretch/>
        </p:blipFill>
        <p:spPr>
          <a:xfrm>
            <a:off x="-3144" y="0"/>
            <a:ext cx="12195143" cy="6858000"/>
          </a:xfrm>
          <a:prstGeom prst="rect">
            <a:avLst/>
          </a:prstGeom>
        </p:spPr>
      </p:pic>
      <p:sp>
        <p:nvSpPr>
          <p:cNvPr id="4" name="Rectangle 3">
            <a:extLst>
              <a:ext uri="{FF2B5EF4-FFF2-40B4-BE49-F238E27FC236}">
                <a16:creationId xmlns:a16="http://schemas.microsoft.com/office/drawing/2014/main" id="{E95D1984-18EC-3271-9E13-347D49F3D50B}"/>
              </a:ext>
            </a:extLst>
          </p:cNvPr>
          <p:cNvSpPr/>
          <p:nvPr userDrawn="1"/>
        </p:nvSpPr>
        <p:spPr>
          <a:xfrm>
            <a:off x="1"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Tree>
    <p:extLst>
      <p:ext uri="{BB962C8B-B14F-4D97-AF65-F5344CB8AC3E}">
        <p14:creationId xmlns:p14="http://schemas.microsoft.com/office/powerpoint/2010/main" val="414539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DB29A-9567-452F-B6E9-31720CFDB69A}" type="datetimeFigureOut">
              <a:rPr lang="es-MX" smtClean="0"/>
              <a:t>31/03/2024</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7D430-150D-4B42-96A2-C567A201F998}" type="slidenum">
              <a:rPr lang="es-MX" smtClean="0"/>
              <a:t>‹#›</a:t>
            </a:fld>
            <a:endParaRPr lang="es-MX"/>
          </a:p>
        </p:txBody>
      </p:sp>
    </p:spTree>
    <p:extLst>
      <p:ext uri="{BB962C8B-B14F-4D97-AF65-F5344CB8AC3E}">
        <p14:creationId xmlns:p14="http://schemas.microsoft.com/office/powerpoint/2010/main" val="23448393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75" r:id="rId4"/>
    <p:sldLayoutId id="2147483670" r:id="rId5"/>
    <p:sldLayoutId id="2147483671" r:id="rId6"/>
    <p:sldLayoutId id="2147483664" r:id="rId7"/>
    <p:sldLayoutId id="2147483667" r:id="rId8"/>
    <p:sldLayoutId id="2147483673" r:id="rId9"/>
    <p:sldLayoutId id="2147483672" r:id="rId10"/>
    <p:sldLayoutId id="2147483674" r:id="rId11"/>
  </p:sldLayoutIdLst>
  <p:txStyles>
    <p:titleStyle>
      <a:lvl1pPr algn="l" defTabSz="914400" rtl="0" eaLnBrk="1" latinLnBrk="0" hangingPunct="1">
        <a:lnSpc>
          <a:spcPct val="90000"/>
        </a:lnSpc>
        <a:spcBef>
          <a:spcPct val="0"/>
        </a:spcBef>
        <a:buNone/>
        <a:defRPr sz="4400" b="1" kern="1200">
          <a:solidFill>
            <a:schemeClr val="accent4">
              <a:lumMod val="75000"/>
            </a:schemeClr>
          </a:solidFill>
          <a:latin typeface="Atkinson Hyperlegibl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lumOff val="5000"/>
            </a:schemeClr>
          </a:solidFill>
          <a:latin typeface="Merriweather"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lumOff val="5000"/>
            </a:schemeClr>
          </a:solidFill>
          <a:latin typeface="Merriweather"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lumOff val="5000"/>
            </a:schemeClr>
          </a:solidFill>
          <a:latin typeface="Merriweather"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19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8076-5D69-7E8E-18D5-536187914F89}"/>
              </a:ext>
            </a:extLst>
          </p:cNvPr>
          <p:cNvSpPr>
            <a:spLocks noGrp="1"/>
          </p:cNvSpPr>
          <p:nvPr>
            <p:ph type="title"/>
          </p:nvPr>
        </p:nvSpPr>
        <p:spPr>
          <a:xfrm>
            <a:off x="2685142" y="397701"/>
            <a:ext cx="8668657" cy="748347"/>
          </a:xfrm>
        </p:spPr>
        <p:txBody>
          <a:bodyPr/>
          <a:lstStyle/>
          <a:p>
            <a:r>
              <a:rPr lang="es-MX" dirty="0">
                <a:latin typeface="Montserrat ExtraBold" panose="00000900000000000000" pitchFamily="2" charset="0"/>
              </a:rPr>
              <a:t>Resumen:</a:t>
            </a:r>
          </a:p>
        </p:txBody>
      </p:sp>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1536569"/>
            <a:ext cx="10040892" cy="4762631"/>
          </a:xfrm>
        </p:spPr>
        <p:txBody>
          <a:bodyPr>
            <a:normAutofit fontScale="92500" lnSpcReduction="20000"/>
          </a:bodyPr>
          <a:lstStyle/>
          <a:p>
            <a:pPr marL="342900" indent="-342900">
              <a:lnSpc>
                <a:spcPct val="130000"/>
              </a:lnSpc>
              <a:spcAft>
                <a:spcPts val="3600"/>
              </a:spcAft>
              <a:buFont typeface="+mj-lt"/>
              <a:buAutoNum type="arabicPeriod"/>
            </a:pPr>
            <a:r>
              <a:rPr lang="es-MX" sz="5400" dirty="0">
                <a:latin typeface="Montserrat SemiBold" panose="00000700000000000000" pitchFamily="2" charset="0"/>
              </a:rPr>
              <a:t> La controversia en Apocalipsis</a:t>
            </a:r>
          </a:p>
          <a:p>
            <a:pPr marL="342900" indent="-342900">
              <a:lnSpc>
                <a:spcPct val="130000"/>
              </a:lnSpc>
              <a:spcAft>
                <a:spcPts val="3600"/>
              </a:spcAft>
              <a:buFont typeface="+mj-lt"/>
              <a:buAutoNum type="arabicPeriod"/>
            </a:pPr>
            <a:r>
              <a:rPr lang="es-MX" sz="5400" dirty="0">
                <a:latin typeface="Montserrat SemiBold" panose="00000700000000000000" pitchFamily="2" charset="0"/>
              </a:rPr>
              <a:t> Un vistazo de Apocalipsis</a:t>
            </a:r>
          </a:p>
          <a:p>
            <a:pPr marL="342900" indent="-342900">
              <a:lnSpc>
                <a:spcPct val="130000"/>
              </a:lnSpc>
              <a:spcAft>
                <a:spcPts val="3600"/>
              </a:spcAft>
              <a:buFont typeface="+mj-lt"/>
              <a:buAutoNum type="arabicPeriod"/>
            </a:pPr>
            <a:r>
              <a:rPr lang="es-MX" sz="5400" dirty="0">
                <a:latin typeface="Montserrat SemiBold" panose="00000700000000000000" pitchFamily="2" charset="0"/>
              </a:rPr>
              <a:t> El meollo de Apocalipsis</a:t>
            </a:r>
          </a:p>
        </p:txBody>
      </p:sp>
    </p:spTree>
    <p:extLst>
      <p:ext uri="{BB962C8B-B14F-4D97-AF65-F5344CB8AC3E}">
        <p14:creationId xmlns:p14="http://schemas.microsoft.com/office/powerpoint/2010/main" val="2459707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379715" y="1875840"/>
            <a:ext cx="9069898" cy="707886"/>
          </a:xfrm>
          <a:prstGeom prst="rect">
            <a:avLst/>
          </a:prstGeom>
          <a:noFill/>
        </p:spPr>
        <p:txBody>
          <a:bodyPr wrap="square" rtlCol="0">
            <a:spAutoFit/>
          </a:bodyPr>
          <a:lstStyle/>
          <a:p>
            <a:pPr algn="ctr"/>
            <a:r>
              <a:rPr lang="es-MX" sz="4000" cap="all" spc="400" dirty="0">
                <a:solidFill>
                  <a:schemeClr val="bg1">
                    <a:lumMod val="85000"/>
                    <a:lumOff val="15000"/>
                  </a:schemeClr>
                </a:solidFill>
                <a:latin typeface="Montserrat SemiBold" panose="00000700000000000000" pitchFamily="2" charset="0"/>
              </a:rPr>
              <a:t>LA CONTROVERSIA EN</a:t>
            </a:r>
          </a:p>
        </p:txBody>
      </p:sp>
      <p:sp>
        <p:nvSpPr>
          <p:cNvPr id="3" name="Rectángulo 1">
            <a:extLst>
              <a:ext uri="{FF2B5EF4-FFF2-40B4-BE49-F238E27FC236}">
                <a16:creationId xmlns:a16="http://schemas.microsoft.com/office/drawing/2014/main" id="{CA07F423-46C6-CDD8-E4AD-233D53E2809D}"/>
              </a:ext>
            </a:extLst>
          </p:cNvPr>
          <p:cNvSpPr/>
          <p:nvPr/>
        </p:nvSpPr>
        <p:spPr>
          <a:xfrm rot="21480000">
            <a:off x="1465820" y="2824256"/>
            <a:ext cx="9177216" cy="2646878"/>
          </a:xfrm>
          <a:prstGeom prst="rect">
            <a:avLst/>
          </a:prstGeom>
          <a:noFill/>
          <a:effectLst/>
        </p:spPr>
        <p:txBody>
          <a:bodyPr wrap="square" lIns="91440" tIns="45720" rIns="91440" bIns="45720">
            <a:spAutoFit/>
          </a:bodyPr>
          <a:lstStyle/>
          <a:p>
            <a:pPr algn="ctr"/>
            <a:r>
              <a:rPr lang="es-ES" sz="16600" b="1" dirty="0">
                <a:ln w="12700" cmpd="sng">
                  <a:noFill/>
                  <a:prstDash val="solid"/>
                </a:ln>
                <a:gradFill>
                  <a:gsLst>
                    <a:gs pos="0">
                      <a:srgbClr val="C8B97C"/>
                    </a:gs>
                    <a:gs pos="18000">
                      <a:schemeClr val="accent4">
                        <a:lumMod val="60000"/>
                        <a:lumOff val="40000"/>
                      </a:schemeClr>
                    </a:gs>
                    <a:gs pos="87000">
                      <a:srgbClr val="D5B158"/>
                    </a:gs>
                  </a:gsLst>
                  <a:lin ang="5400000"/>
                </a:gradFill>
                <a:effectLst>
                  <a:outerShdw blurRad="50800" dist="38100" dir="2700000" algn="tl" rotWithShape="0">
                    <a:prstClr val="black">
                      <a:alpha val="40000"/>
                    </a:prstClr>
                  </a:outerShdw>
                </a:effectLst>
                <a:latin typeface="Braniella" panose="02000500000000000000" pitchFamily="2" charset="0"/>
              </a:rPr>
              <a:t>Apocalipsis</a:t>
            </a:r>
          </a:p>
        </p:txBody>
      </p:sp>
    </p:spTree>
    <p:extLst>
      <p:ext uri="{BB962C8B-B14F-4D97-AF65-F5344CB8AC3E}">
        <p14:creationId xmlns:p14="http://schemas.microsoft.com/office/powerpoint/2010/main" val="59613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p:txBody>
          <a:bodyPr/>
          <a:lstStyle/>
          <a:p>
            <a:r>
              <a:rPr lang="es-MX" dirty="0"/>
              <a:t>¿Por qué hay tanto desacuerdo?</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p:txBody>
          <a:bodyPr>
            <a:normAutofit fontScale="70000" lnSpcReduction="20000"/>
          </a:bodyPr>
          <a:lstStyle/>
          <a:p>
            <a:r>
              <a:rPr lang="es-MX" dirty="0"/>
              <a:t>La dificultad del Libro</a:t>
            </a:r>
          </a:p>
          <a:p>
            <a:r>
              <a:rPr lang="es-MX" dirty="0"/>
              <a:t>Temor</a:t>
            </a:r>
          </a:p>
          <a:p>
            <a:r>
              <a:rPr lang="es-MX" dirty="0"/>
              <a:t>Ignorancia (de su contenido y de su trasfondo)</a:t>
            </a:r>
          </a:p>
          <a:p>
            <a:r>
              <a:rPr lang="es-MX" dirty="0"/>
              <a:t>La fuerza de la costumbre</a:t>
            </a:r>
          </a:p>
        </p:txBody>
      </p:sp>
    </p:spTree>
    <p:extLst>
      <p:ext uri="{BB962C8B-B14F-4D97-AF65-F5344CB8AC3E}">
        <p14:creationId xmlns:p14="http://schemas.microsoft.com/office/powerpoint/2010/main" val="371890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963C89-0EA3-A396-48EB-B30FCCA93178}"/>
              </a:ext>
            </a:extLst>
          </p:cNvPr>
          <p:cNvSpPr>
            <a:spLocks noGrp="1"/>
          </p:cNvSpPr>
          <p:nvPr>
            <p:ph type="title"/>
          </p:nvPr>
        </p:nvSpPr>
        <p:spPr>
          <a:xfrm>
            <a:off x="2657856" y="438912"/>
            <a:ext cx="8570263" cy="5949695"/>
          </a:xfrm>
        </p:spPr>
        <p:txBody>
          <a:bodyPr>
            <a:noAutofit/>
          </a:bodyPr>
          <a:lstStyle/>
          <a:p>
            <a:pPr>
              <a:spcAft>
                <a:spcPts val="3600"/>
              </a:spcAft>
            </a:pPr>
            <a:r>
              <a:rPr lang="es-MX" sz="2800" b="0" dirty="0"/>
              <a:t>El género apocalíptico busca entender las situaciones terrenales desde una perspectiva sobrenatural y futura. Se basa en la autoridad de Dios para influir en cómo la audiencia piensa y actúa en esas circunstancias. </a:t>
            </a:r>
            <a:br>
              <a:rPr lang="es-MX" sz="2800" b="0" dirty="0"/>
            </a:br>
            <a:r>
              <a:rPr lang="es-MX" sz="2800" b="0" dirty="0"/>
              <a:t>Esto se debe a que cuando enfrentamos pruebas suele haber una discrepancia entre lo que creemos y lo que realmente vivimos.</a:t>
            </a:r>
            <a:br>
              <a:rPr lang="es-MX" sz="2800" b="0" dirty="0"/>
            </a:br>
            <a:r>
              <a:rPr lang="es-MX" sz="2800" dirty="0"/>
              <a:t>- </a:t>
            </a:r>
            <a:r>
              <a:rPr lang="es-MX" sz="2800" dirty="0" err="1"/>
              <a:t>Society</a:t>
            </a:r>
            <a:r>
              <a:rPr lang="es-MX" sz="2800" dirty="0"/>
              <a:t> </a:t>
            </a:r>
            <a:r>
              <a:rPr lang="es-MX" sz="2800" dirty="0" err="1"/>
              <a:t>for</a:t>
            </a:r>
            <a:r>
              <a:rPr lang="es-MX" sz="2800" dirty="0"/>
              <a:t> </a:t>
            </a:r>
            <a:r>
              <a:rPr lang="es-MX" sz="2800" dirty="0" err="1"/>
              <a:t>Biblical</a:t>
            </a:r>
            <a:r>
              <a:rPr lang="es-MX" sz="2800" dirty="0"/>
              <a:t> </a:t>
            </a:r>
            <a:r>
              <a:rPr lang="es-MX" sz="2800" dirty="0" err="1"/>
              <a:t>Languages</a:t>
            </a:r>
            <a:endParaRPr lang="es-MX" sz="2800" dirty="0"/>
          </a:p>
        </p:txBody>
      </p:sp>
    </p:spTree>
    <p:extLst>
      <p:ext uri="{BB962C8B-B14F-4D97-AF65-F5344CB8AC3E}">
        <p14:creationId xmlns:p14="http://schemas.microsoft.com/office/powerpoint/2010/main" val="330871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Perspectivas sobre Apocalipsis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1670304"/>
            <a:ext cx="9713536" cy="4608576"/>
          </a:xfrm>
        </p:spPr>
        <p:txBody>
          <a:bodyPr>
            <a:normAutofit lnSpcReduction="10000"/>
          </a:bodyPr>
          <a:lstStyle/>
          <a:p>
            <a:r>
              <a:rPr lang="es-MX" dirty="0"/>
              <a:t>Perspectiva preterista</a:t>
            </a:r>
          </a:p>
          <a:p>
            <a:r>
              <a:rPr lang="es-MX" dirty="0"/>
              <a:t>Perspectiva historicista</a:t>
            </a:r>
          </a:p>
          <a:p>
            <a:r>
              <a:rPr lang="es-MX" dirty="0"/>
              <a:t>Perspectiva idealista</a:t>
            </a:r>
          </a:p>
          <a:p>
            <a:r>
              <a:rPr lang="es-MX" dirty="0"/>
              <a:t>Perspectiva futurista</a:t>
            </a:r>
          </a:p>
        </p:txBody>
      </p:sp>
    </p:spTree>
    <p:extLst>
      <p:ext uri="{BB962C8B-B14F-4D97-AF65-F5344CB8AC3E}">
        <p14:creationId xmlns:p14="http://schemas.microsoft.com/office/powerpoint/2010/main" val="414845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err="1"/>
              <a:t>Preterismo</a:t>
            </a:r>
            <a:endParaRPr lang="es-MX" dirty="0"/>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62500" lnSpcReduction="20000"/>
          </a:bodyPr>
          <a:lstStyle/>
          <a:p>
            <a:pPr marL="0" indent="0">
              <a:lnSpc>
                <a:spcPct val="155000"/>
              </a:lnSpc>
              <a:buNone/>
            </a:pPr>
            <a:r>
              <a:rPr lang="es-MX" dirty="0"/>
              <a:t>ve el Apocalipsis como una profecía de la caída de Jerusalén en el año 70 d.C., lo que, por supuesto, requiere que el Apocalipsis sea fechado antes del año 70. "Babilonia la Grande" representa al Israel apóstata, que ayuda a Roma a oprimir a los cristianos. "Babilonia la Grande" representa al Israel apóstata, que ayuda a Roma a oprimir a los cristianos.</a:t>
            </a:r>
          </a:p>
        </p:txBody>
      </p:sp>
    </p:spTree>
    <p:extLst>
      <p:ext uri="{BB962C8B-B14F-4D97-AF65-F5344CB8AC3E}">
        <p14:creationId xmlns:p14="http://schemas.microsoft.com/office/powerpoint/2010/main" val="394849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Historicismo</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62500" lnSpcReduction="20000"/>
          </a:bodyPr>
          <a:lstStyle/>
          <a:p>
            <a:pPr marL="0" indent="0">
              <a:lnSpc>
                <a:spcPct val="155000"/>
              </a:lnSpc>
              <a:buNone/>
            </a:pPr>
            <a:r>
              <a:rPr lang="es-MX" dirty="0"/>
              <a:t>Considera que el Apocalipsis predice los principales movimientos de la historia cristiana, la mayoría de los cuales se han cumplido hasta la época del comentarista. La mayoría de estos comentaristas han entendido los sellos, las trompetas y las copas como el desarrollo de sucesivos acontecimientos de la historia en orden cronológico general. La venida final de Cristo suele considerarse muy inminente</a:t>
            </a:r>
          </a:p>
        </p:txBody>
      </p:sp>
    </p:spTree>
    <p:extLst>
      <p:ext uri="{BB962C8B-B14F-4D97-AF65-F5344CB8AC3E}">
        <p14:creationId xmlns:p14="http://schemas.microsoft.com/office/powerpoint/2010/main" val="2406067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Futurista</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92500"/>
          </a:bodyPr>
          <a:lstStyle/>
          <a:p>
            <a:pPr marL="0" indent="0">
              <a:lnSpc>
                <a:spcPct val="155000"/>
              </a:lnSpc>
              <a:buNone/>
            </a:pPr>
            <a:r>
              <a:rPr lang="es-MX" dirty="0"/>
              <a:t>Algunos creen que el Apocalipsis se refiere a eventos total o en su mayor parte futuros. Para los lectores originales era una profecía para un futuro distante.</a:t>
            </a:r>
          </a:p>
        </p:txBody>
      </p:sp>
    </p:spTree>
    <p:extLst>
      <p:ext uri="{BB962C8B-B14F-4D97-AF65-F5344CB8AC3E}">
        <p14:creationId xmlns:p14="http://schemas.microsoft.com/office/powerpoint/2010/main" val="3541811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Perspectiva idealista</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85000" lnSpcReduction="20000"/>
          </a:bodyPr>
          <a:lstStyle/>
          <a:p>
            <a:pPr marL="0" indent="0">
              <a:lnSpc>
                <a:spcPct val="155000"/>
              </a:lnSpc>
              <a:buNone/>
            </a:pPr>
            <a:r>
              <a:rPr lang="es-MX" dirty="0"/>
              <a:t>El enfoque idealista afirma que el Apocalipsis es una representación simbólica del conflicto entre el bien y el mal, entre las fuerzas de Dios y de Satanás que se cumple a lo largo de toda a historia de la Iglesia.</a:t>
            </a:r>
          </a:p>
        </p:txBody>
      </p:sp>
    </p:spTree>
    <p:extLst>
      <p:ext uri="{BB962C8B-B14F-4D97-AF65-F5344CB8AC3E}">
        <p14:creationId xmlns:p14="http://schemas.microsoft.com/office/powerpoint/2010/main" val="3489231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794C-0877-0F57-0063-965E31330F94}"/>
              </a:ext>
            </a:extLst>
          </p:cNvPr>
          <p:cNvSpPr>
            <a:spLocks noGrp="1"/>
          </p:cNvSpPr>
          <p:nvPr>
            <p:ph type="title"/>
          </p:nvPr>
        </p:nvSpPr>
        <p:spPr/>
        <p:txBody>
          <a:bodyPr/>
          <a:lstStyle/>
          <a:p>
            <a:r>
              <a:rPr lang="es-MX" dirty="0"/>
              <a:t>¿Qué perspectiva seguiremos?</a:t>
            </a:r>
          </a:p>
        </p:txBody>
      </p:sp>
    </p:spTree>
    <p:extLst>
      <p:ext uri="{BB962C8B-B14F-4D97-AF65-F5344CB8AC3E}">
        <p14:creationId xmlns:p14="http://schemas.microsoft.com/office/powerpoint/2010/main" val="1286045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2145792"/>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694944"/>
            <a:ext cx="1989328" cy="416864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angle 6">
            <a:extLst>
              <a:ext uri="{FF2B5EF4-FFF2-40B4-BE49-F238E27FC236}">
                <a16:creationId xmlns:a16="http://schemas.microsoft.com/office/drawing/2014/main" id="{42DF5B5F-15C4-DE57-4CD3-C13A9F476D61}"/>
              </a:ext>
            </a:extLst>
          </p:cNvPr>
          <p:cNvSpPr/>
          <p:nvPr/>
        </p:nvSpPr>
        <p:spPr>
          <a:xfrm rot="16200000">
            <a:off x="6000586" y="-5122254"/>
            <a:ext cx="1989328" cy="76465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angle 7">
            <a:extLst>
              <a:ext uri="{FF2B5EF4-FFF2-40B4-BE49-F238E27FC236}">
                <a16:creationId xmlns:a16="http://schemas.microsoft.com/office/drawing/2014/main" id="{D1A5ABDD-0B80-0D19-2923-F50268F9BA60}"/>
              </a:ext>
            </a:extLst>
          </p:cNvPr>
          <p:cNvSpPr/>
          <p:nvPr/>
        </p:nvSpPr>
        <p:spPr>
          <a:xfrm>
            <a:off x="1475232" y="-2462784"/>
            <a:ext cx="2212848" cy="613181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angle 8">
            <a:extLst>
              <a:ext uri="{FF2B5EF4-FFF2-40B4-BE49-F238E27FC236}">
                <a16:creationId xmlns:a16="http://schemas.microsoft.com/office/drawing/2014/main" id="{286B3ABE-774E-D73D-F4CC-56B8B3337E97}"/>
              </a:ext>
            </a:extLst>
          </p:cNvPr>
          <p:cNvSpPr/>
          <p:nvPr/>
        </p:nvSpPr>
        <p:spPr>
          <a:xfrm rot="16200000">
            <a:off x="4818889" y="2907286"/>
            <a:ext cx="1989328" cy="390550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49693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1450848"/>
            <a:ext cx="1989328" cy="416864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angle 6">
            <a:extLst>
              <a:ext uri="{FF2B5EF4-FFF2-40B4-BE49-F238E27FC236}">
                <a16:creationId xmlns:a16="http://schemas.microsoft.com/office/drawing/2014/main" id="{42DF5B5F-15C4-DE57-4CD3-C13A9F476D61}"/>
              </a:ext>
            </a:extLst>
          </p:cNvPr>
          <p:cNvSpPr/>
          <p:nvPr/>
        </p:nvSpPr>
        <p:spPr>
          <a:xfrm rot="16200000">
            <a:off x="6000586" y="-2976462"/>
            <a:ext cx="1989328" cy="76465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angle 7">
            <a:extLst>
              <a:ext uri="{FF2B5EF4-FFF2-40B4-BE49-F238E27FC236}">
                <a16:creationId xmlns:a16="http://schemas.microsoft.com/office/drawing/2014/main" id="{D1A5ABDD-0B80-0D19-2923-F50268F9BA60}"/>
              </a:ext>
            </a:extLst>
          </p:cNvPr>
          <p:cNvSpPr/>
          <p:nvPr/>
        </p:nvSpPr>
        <p:spPr>
          <a:xfrm>
            <a:off x="1475232" y="-316992"/>
            <a:ext cx="2212848" cy="613181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655910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1450848"/>
            <a:ext cx="1989328" cy="416864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angle 6">
            <a:extLst>
              <a:ext uri="{FF2B5EF4-FFF2-40B4-BE49-F238E27FC236}">
                <a16:creationId xmlns:a16="http://schemas.microsoft.com/office/drawing/2014/main" id="{42DF5B5F-15C4-DE57-4CD3-C13A9F476D61}"/>
              </a:ext>
            </a:extLst>
          </p:cNvPr>
          <p:cNvSpPr/>
          <p:nvPr/>
        </p:nvSpPr>
        <p:spPr>
          <a:xfrm rot="16200000">
            <a:off x="6060532" y="-2916517"/>
            <a:ext cx="1989328" cy="752670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angle 1">
            <a:extLst>
              <a:ext uri="{FF2B5EF4-FFF2-40B4-BE49-F238E27FC236}">
                <a16:creationId xmlns:a16="http://schemas.microsoft.com/office/drawing/2014/main" id="{2A192BA3-765C-C28B-DE89-CCDC21C75BC0}"/>
              </a:ext>
            </a:extLst>
          </p:cNvPr>
          <p:cNvSpPr/>
          <p:nvPr/>
        </p:nvSpPr>
        <p:spPr>
          <a:xfrm rot="14908804">
            <a:off x="3384337" y="892884"/>
            <a:ext cx="134442" cy="63735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angle 2">
            <a:extLst>
              <a:ext uri="{FF2B5EF4-FFF2-40B4-BE49-F238E27FC236}">
                <a16:creationId xmlns:a16="http://schemas.microsoft.com/office/drawing/2014/main" id="{A570211B-FD34-5863-3DBD-92D1860975F1}"/>
              </a:ext>
            </a:extLst>
          </p:cNvPr>
          <p:cNvSpPr/>
          <p:nvPr/>
        </p:nvSpPr>
        <p:spPr>
          <a:xfrm>
            <a:off x="998402" y="2683128"/>
            <a:ext cx="1989328" cy="198932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15904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1524000"/>
            <a:ext cx="797052" cy="409549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angle 1">
            <a:extLst>
              <a:ext uri="{FF2B5EF4-FFF2-40B4-BE49-F238E27FC236}">
                <a16:creationId xmlns:a16="http://schemas.microsoft.com/office/drawing/2014/main" id="{2A192BA3-765C-C28B-DE89-CCDC21C75BC0}"/>
              </a:ext>
            </a:extLst>
          </p:cNvPr>
          <p:cNvSpPr/>
          <p:nvPr/>
        </p:nvSpPr>
        <p:spPr>
          <a:xfrm rot="14908804">
            <a:off x="3384337" y="892884"/>
            <a:ext cx="134442" cy="63735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angle 2">
            <a:extLst>
              <a:ext uri="{FF2B5EF4-FFF2-40B4-BE49-F238E27FC236}">
                <a16:creationId xmlns:a16="http://schemas.microsoft.com/office/drawing/2014/main" id="{1C043EBF-0FE4-B247-B32D-641C64D33494}"/>
              </a:ext>
            </a:extLst>
          </p:cNvPr>
          <p:cNvSpPr/>
          <p:nvPr/>
        </p:nvSpPr>
        <p:spPr>
          <a:xfrm>
            <a:off x="9817100" y="2476500"/>
            <a:ext cx="797052" cy="16383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660709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2" name="Rectangle 1">
            <a:extLst>
              <a:ext uri="{FF2B5EF4-FFF2-40B4-BE49-F238E27FC236}">
                <a16:creationId xmlns:a16="http://schemas.microsoft.com/office/drawing/2014/main" id="{2A192BA3-765C-C28B-DE89-CCDC21C75BC0}"/>
              </a:ext>
            </a:extLst>
          </p:cNvPr>
          <p:cNvSpPr/>
          <p:nvPr/>
        </p:nvSpPr>
        <p:spPr>
          <a:xfrm rot="14908804">
            <a:off x="3384337" y="892884"/>
            <a:ext cx="134442" cy="63735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463502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Predicación expositiva</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62500" lnSpcReduction="20000"/>
          </a:bodyPr>
          <a:lstStyle/>
          <a:p>
            <a:pPr marL="0" indent="0">
              <a:lnSpc>
                <a:spcPct val="155000"/>
              </a:lnSpc>
              <a:buNone/>
            </a:pPr>
            <a:r>
              <a:rPr lang="es-MX" dirty="0"/>
              <a:t>La predicación expositiva es la predicación poderosa que somete correctamente la forma y el énfasis del sermón a la forma y el énfasis del texto bíblico. De este modo, extrae del texto lo que el Espíritu Santo puso allí, no pone en el texto lo que el predicador piensa que podría estar allí.</a:t>
            </a:r>
          </a:p>
          <a:p>
            <a:pPr marL="0" indent="0">
              <a:lnSpc>
                <a:spcPct val="155000"/>
              </a:lnSpc>
              <a:buNone/>
            </a:pPr>
            <a:r>
              <a:rPr lang="es-MX" b="1" dirty="0"/>
              <a:t>- David Helm</a:t>
            </a:r>
          </a:p>
        </p:txBody>
      </p:sp>
    </p:spTree>
    <p:extLst>
      <p:ext uri="{BB962C8B-B14F-4D97-AF65-F5344CB8AC3E}">
        <p14:creationId xmlns:p14="http://schemas.microsoft.com/office/powerpoint/2010/main" val="1820967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794C-0877-0F57-0063-965E31330F94}"/>
              </a:ext>
            </a:extLst>
          </p:cNvPr>
          <p:cNvSpPr>
            <a:spLocks noGrp="1"/>
          </p:cNvSpPr>
          <p:nvPr>
            <p:ph type="title"/>
          </p:nvPr>
        </p:nvSpPr>
        <p:spPr/>
        <p:txBody>
          <a:bodyPr/>
          <a:lstStyle/>
          <a:p>
            <a:r>
              <a:rPr lang="es-MX" dirty="0"/>
              <a:t>¿Qué perspectiva seguiremos?</a:t>
            </a:r>
          </a:p>
        </p:txBody>
      </p:sp>
    </p:spTree>
    <p:extLst>
      <p:ext uri="{BB962C8B-B14F-4D97-AF65-F5344CB8AC3E}">
        <p14:creationId xmlns:p14="http://schemas.microsoft.com/office/powerpoint/2010/main" val="1497405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normAutofit fontScale="90000"/>
          </a:bodyPr>
          <a:lstStyle/>
          <a:p>
            <a:pPr>
              <a:lnSpc>
                <a:spcPct val="135000"/>
              </a:lnSpc>
            </a:pPr>
            <a:r>
              <a:rPr lang="es-MX" dirty="0"/>
              <a:t>¿Qué decía el AT sobre </a:t>
            </a:r>
            <a:br>
              <a:rPr lang="es-MX" dirty="0"/>
            </a:br>
            <a:r>
              <a:rPr lang="es-MX" dirty="0"/>
              <a:t>La primera venida de </a:t>
            </a:r>
            <a:r>
              <a:rPr lang="es-MX" dirty="0" err="1"/>
              <a:t>Jesus</a:t>
            </a:r>
            <a:r>
              <a:rPr lang="es-MX" dirty="0"/>
              <a:t>?</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828800"/>
            <a:ext cx="9713536" cy="4535424"/>
          </a:xfrm>
        </p:spPr>
        <p:txBody>
          <a:bodyPr>
            <a:normAutofit fontScale="77500" lnSpcReduction="20000"/>
          </a:bodyPr>
          <a:lstStyle/>
          <a:p>
            <a:pPr marL="0" indent="0">
              <a:lnSpc>
                <a:spcPct val="155000"/>
              </a:lnSpc>
              <a:buNone/>
            </a:pPr>
            <a:r>
              <a:rPr lang="es-MX" dirty="0"/>
              <a:t>-Vendría como Rey</a:t>
            </a:r>
          </a:p>
          <a:p>
            <a:pPr>
              <a:lnSpc>
                <a:spcPct val="155000"/>
              </a:lnSpc>
              <a:buFontTx/>
              <a:buChar char="-"/>
            </a:pPr>
            <a:r>
              <a:rPr lang="es-MX" dirty="0"/>
              <a:t>Vendría como conquistador</a:t>
            </a:r>
          </a:p>
          <a:p>
            <a:pPr>
              <a:lnSpc>
                <a:spcPct val="155000"/>
              </a:lnSpc>
              <a:buFontTx/>
              <a:buChar char="-"/>
            </a:pPr>
            <a:r>
              <a:rPr lang="es-MX" dirty="0"/>
              <a:t>Vendría como Siervo</a:t>
            </a:r>
          </a:p>
          <a:p>
            <a:pPr>
              <a:lnSpc>
                <a:spcPct val="155000"/>
              </a:lnSpc>
              <a:buFontTx/>
              <a:buChar char="-"/>
            </a:pPr>
            <a:r>
              <a:rPr lang="es-MX" dirty="0"/>
              <a:t>En Belén / Descendería sobre </a:t>
            </a:r>
            <a:r>
              <a:rPr lang="es-MX" dirty="0" err="1"/>
              <a:t>Jerusalen</a:t>
            </a:r>
            <a:endParaRPr lang="es-MX" dirty="0"/>
          </a:p>
        </p:txBody>
      </p:sp>
    </p:spTree>
    <p:extLst>
      <p:ext uri="{BB962C8B-B14F-4D97-AF65-F5344CB8AC3E}">
        <p14:creationId xmlns:p14="http://schemas.microsoft.com/office/powerpoint/2010/main" val="2995814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379715" y="1875840"/>
            <a:ext cx="9069898" cy="707886"/>
          </a:xfrm>
          <a:prstGeom prst="rect">
            <a:avLst/>
          </a:prstGeom>
          <a:noFill/>
        </p:spPr>
        <p:txBody>
          <a:bodyPr wrap="square" rtlCol="0">
            <a:spAutoFit/>
          </a:bodyPr>
          <a:lstStyle/>
          <a:p>
            <a:pPr algn="ctr"/>
            <a:r>
              <a:rPr lang="es-MX" sz="4000" cap="all" spc="400" dirty="0">
                <a:solidFill>
                  <a:schemeClr val="bg1">
                    <a:lumMod val="85000"/>
                    <a:lumOff val="15000"/>
                  </a:schemeClr>
                </a:solidFill>
                <a:latin typeface="Montserrat SemiBold" panose="00000700000000000000" pitchFamily="2" charset="0"/>
              </a:rPr>
              <a:t>UN VISTAZO DE</a:t>
            </a:r>
          </a:p>
        </p:txBody>
      </p:sp>
      <p:sp>
        <p:nvSpPr>
          <p:cNvPr id="3" name="Rectángulo 1">
            <a:extLst>
              <a:ext uri="{FF2B5EF4-FFF2-40B4-BE49-F238E27FC236}">
                <a16:creationId xmlns:a16="http://schemas.microsoft.com/office/drawing/2014/main" id="{CA07F423-46C6-CDD8-E4AD-233D53E2809D}"/>
              </a:ext>
            </a:extLst>
          </p:cNvPr>
          <p:cNvSpPr/>
          <p:nvPr/>
        </p:nvSpPr>
        <p:spPr>
          <a:xfrm rot="21480000">
            <a:off x="1465820" y="2824256"/>
            <a:ext cx="9177216" cy="2646878"/>
          </a:xfrm>
          <a:prstGeom prst="rect">
            <a:avLst/>
          </a:prstGeom>
          <a:noFill/>
          <a:effectLst/>
        </p:spPr>
        <p:txBody>
          <a:bodyPr wrap="square" lIns="91440" tIns="45720" rIns="91440" bIns="45720">
            <a:spAutoFit/>
          </a:bodyPr>
          <a:lstStyle/>
          <a:p>
            <a:pPr algn="ctr"/>
            <a:r>
              <a:rPr lang="es-ES" sz="16600" b="1" dirty="0">
                <a:ln w="12700" cmpd="sng">
                  <a:noFill/>
                  <a:prstDash val="solid"/>
                </a:ln>
                <a:gradFill>
                  <a:gsLst>
                    <a:gs pos="0">
                      <a:srgbClr val="C8B97C"/>
                    </a:gs>
                    <a:gs pos="18000">
                      <a:schemeClr val="accent4">
                        <a:lumMod val="60000"/>
                        <a:lumOff val="40000"/>
                      </a:schemeClr>
                    </a:gs>
                    <a:gs pos="87000">
                      <a:srgbClr val="D5B158"/>
                    </a:gs>
                  </a:gsLst>
                  <a:lin ang="5400000"/>
                </a:gradFill>
                <a:effectLst>
                  <a:outerShdw blurRad="50800" dist="38100" dir="2700000" algn="tl" rotWithShape="0">
                    <a:prstClr val="black">
                      <a:alpha val="40000"/>
                    </a:prstClr>
                  </a:outerShdw>
                </a:effectLst>
                <a:latin typeface="Braniella" panose="02000500000000000000" pitchFamily="2" charset="0"/>
              </a:rPr>
              <a:t>Apocalipsis</a:t>
            </a:r>
          </a:p>
        </p:txBody>
      </p:sp>
    </p:spTree>
    <p:extLst>
      <p:ext uri="{BB962C8B-B14F-4D97-AF65-F5344CB8AC3E}">
        <p14:creationId xmlns:p14="http://schemas.microsoft.com/office/powerpoint/2010/main" val="3487798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Estructura de Apocalipsis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2019300"/>
            <a:ext cx="9713536" cy="4259580"/>
          </a:xfrm>
        </p:spPr>
        <p:txBody>
          <a:bodyPr>
            <a:normAutofit/>
          </a:bodyPr>
          <a:lstStyle/>
          <a:p>
            <a:r>
              <a:rPr lang="es-MX" dirty="0"/>
              <a:t>1.1-8 			Salutación</a:t>
            </a:r>
          </a:p>
          <a:p>
            <a:r>
              <a:rPr lang="es-MX" dirty="0"/>
              <a:t>1.9 – 22:5		Siete visiones</a:t>
            </a:r>
          </a:p>
          <a:p>
            <a:r>
              <a:rPr lang="es-MX" dirty="0"/>
              <a:t>22:6 – 21		Exhortación final</a:t>
            </a:r>
          </a:p>
        </p:txBody>
      </p:sp>
    </p:spTree>
    <p:extLst>
      <p:ext uri="{BB962C8B-B14F-4D97-AF65-F5344CB8AC3E}">
        <p14:creationId xmlns:p14="http://schemas.microsoft.com/office/powerpoint/2010/main" val="2842406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21E00-87F5-A3E1-241E-33424EDD2288}"/>
              </a:ext>
            </a:extLst>
          </p:cNvPr>
          <p:cNvSpPr>
            <a:spLocks noGrp="1"/>
          </p:cNvSpPr>
          <p:nvPr>
            <p:ph type="title"/>
          </p:nvPr>
        </p:nvSpPr>
        <p:spPr>
          <a:xfrm>
            <a:off x="2667000" y="879871"/>
            <a:ext cx="9004300" cy="5098257"/>
          </a:xfrm>
        </p:spPr>
        <p:txBody>
          <a:bodyPr>
            <a:normAutofit/>
          </a:bodyPr>
          <a:lstStyle/>
          <a:p>
            <a:r>
              <a:rPr lang="es-MX" sz="10300" b="0" dirty="0">
                <a:latin typeface="Oswald" pitchFamily="2" charset="0"/>
              </a:rPr>
              <a:t>LA SALUTACIÓN</a:t>
            </a:r>
          </a:p>
        </p:txBody>
      </p:sp>
    </p:spTree>
    <p:extLst>
      <p:ext uri="{BB962C8B-B14F-4D97-AF65-F5344CB8AC3E}">
        <p14:creationId xmlns:p14="http://schemas.microsoft.com/office/powerpoint/2010/main" val="879913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dirty="0"/>
              <a:t>La Revelación de Jesucristo, que Dios le dio, para mostrar a Sus siervos las cosas que deben suceder pronto. Él la dio a conocer enviándola por medio de Su ángel a Su siervo Juan,</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1:1</a:t>
            </a:r>
            <a:endParaRPr lang="es-MX" dirty="0"/>
          </a:p>
        </p:txBody>
      </p:sp>
    </p:spTree>
    <p:extLst>
      <p:ext uri="{BB962C8B-B14F-4D97-AF65-F5344CB8AC3E}">
        <p14:creationId xmlns:p14="http://schemas.microsoft.com/office/powerpoint/2010/main" val="3565370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800" dirty="0">
                <a:latin typeface="Montserrat SemiBold" panose="00000700000000000000" pitchFamily="2" charset="0"/>
              </a:rPr>
              <a:t>Bienaventurado el que lee y los que oyen las palabras de la profecía y </a:t>
            </a:r>
            <a:r>
              <a:rPr lang="es-MX" sz="4800" dirty="0">
                <a:highlight>
                  <a:srgbClr val="E8CC6D"/>
                </a:highlight>
                <a:latin typeface="Montserrat SemiBold" panose="00000700000000000000" pitchFamily="2" charset="0"/>
              </a:rPr>
              <a:t>guardan</a:t>
            </a:r>
            <a:r>
              <a:rPr lang="es-MX" sz="4800" dirty="0">
                <a:latin typeface="Montserrat SemiBold" panose="00000700000000000000" pitchFamily="2" charset="0"/>
              </a:rPr>
              <a:t> las cosas que están escritas en ella, porque el tiempo está cerca</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1:3</a:t>
            </a:r>
            <a:endParaRPr lang="es-MX" dirty="0"/>
          </a:p>
        </p:txBody>
      </p:sp>
    </p:spTree>
    <p:extLst>
      <p:ext uri="{BB962C8B-B14F-4D97-AF65-F5344CB8AC3E}">
        <p14:creationId xmlns:p14="http://schemas.microsoft.com/office/powerpoint/2010/main" val="2267134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F8E67-C393-0D4C-104A-260117843EAF}"/>
              </a:ext>
            </a:extLst>
          </p:cNvPr>
          <p:cNvSpPr>
            <a:spLocks noGrp="1"/>
          </p:cNvSpPr>
          <p:nvPr>
            <p:ph type="title"/>
          </p:nvPr>
        </p:nvSpPr>
        <p:spPr/>
        <p:txBody>
          <a:bodyPr>
            <a:normAutofit/>
          </a:bodyPr>
          <a:lstStyle/>
          <a:p>
            <a:r>
              <a:rPr lang="es-MX" dirty="0"/>
              <a:t>Juan, a las siete iglesias que están en Asia…</a:t>
            </a:r>
          </a:p>
        </p:txBody>
      </p:sp>
      <p:sp>
        <p:nvSpPr>
          <p:cNvPr id="3" name="Text Placeholder 2">
            <a:extLst>
              <a:ext uri="{FF2B5EF4-FFF2-40B4-BE49-F238E27FC236}">
                <a16:creationId xmlns:a16="http://schemas.microsoft.com/office/drawing/2014/main" id="{8E719FFB-B7B3-E660-DA15-2030105135C0}"/>
              </a:ext>
            </a:extLst>
          </p:cNvPr>
          <p:cNvSpPr>
            <a:spLocks noGrp="1"/>
          </p:cNvSpPr>
          <p:nvPr>
            <p:ph type="body" idx="1"/>
          </p:nvPr>
        </p:nvSpPr>
        <p:spPr/>
        <p:txBody>
          <a:bodyPr/>
          <a:lstStyle/>
          <a:p>
            <a:r>
              <a:rPr lang="es-MX" dirty="0"/>
              <a:t>Apocalipsis 1.4</a:t>
            </a:r>
          </a:p>
        </p:txBody>
      </p:sp>
    </p:spTree>
    <p:extLst>
      <p:ext uri="{BB962C8B-B14F-4D97-AF65-F5344CB8AC3E}">
        <p14:creationId xmlns:p14="http://schemas.microsoft.com/office/powerpoint/2010/main" val="251748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rie: Las Siete Iglesias del Apocalipsis – Gran Comisión Oxnard (GCO).">
            <a:extLst>
              <a:ext uri="{FF2B5EF4-FFF2-40B4-BE49-F238E27FC236}">
                <a16:creationId xmlns:a16="http://schemas.microsoft.com/office/drawing/2014/main" id="{F82B1BD3-FD59-7488-56B4-B6888478F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1" y="540237"/>
            <a:ext cx="8890000" cy="5777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877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21E00-87F5-A3E1-241E-33424EDD2288}"/>
              </a:ext>
            </a:extLst>
          </p:cNvPr>
          <p:cNvSpPr>
            <a:spLocks noGrp="1"/>
          </p:cNvSpPr>
          <p:nvPr>
            <p:ph type="title"/>
          </p:nvPr>
        </p:nvSpPr>
        <p:spPr>
          <a:xfrm>
            <a:off x="2667000" y="879871"/>
            <a:ext cx="9004300" cy="5098257"/>
          </a:xfrm>
        </p:spPr>
        <p:txBody>
          <a:bodyPr>
            <a:normAutofit/>
          </a:bodyPr>
          <a:lstStyle/>
          <a:p>
            <a:r>
              <a:rPr lang="es-MX" sz="10300" b="0" dirty="0">
                <a:latin typeface="Oswald" pitchFamily="2" charset="0"/>
              </a:rPr>
              <a:t>LAS 7 VISIONES</a:t>
            </a:r>
          </a:p>
        </p:txBody>
      </p:sp>
    </p:spTree>
    <p:extLst>
      <p:ext uri="{BB962C8B-B14F-4D97-AF65-F5344CB8AC3E}">
        <p14:creationId xmlns:p14="http://schemas.microsoft.com/office/powerpoint/2010/main" val="2536920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435100" y="424180"/>
            <a:ext cx="9918700" cy="6065520"/>
          </a:xfrm>
        </p:spPr>
        <p:txBody>
          <a:bodyPr>
            <a:normAutofit fontScale="92500"/>
          </a:bodyPr>
          <a:lstStyle/>
          <a:p>
            <a:pPr marL="533400" indent="-387350">
              <a:spcAft>
                <a:spcPts val="1200"/>
              </a:spcAft>
              <a:buFont typeface="+mj-lt"/>
              <a:buAutoNum type="arabicPeriod"/>
            </a:pPr>
            <a:r>
              <a:rPr lang="es-MX" sz="3200" dirty="0"/>
              <a:t>Cristo glorificado entre los candeleros (1:9 - 3:22)</a:t>
            </a:r>
          </a:p>
          <a:p>
            <a:pPr marL="533400" indent="-387350">
              <a:spcAft>
                <a:spcPts val="1200"/>
              </a:spcAft>
              <a:buFont typeface="+mj-lt"/>
              <a:buAutoNum type="arabicPeriod"/>
            </a:pPr>
            <a:r>
              <a:rPr lang="es-MX" sz="3200" dirty="0"/>
              <a:t>El Trono, el Cordero y los siete sellos (4:1 - 8:5)</a:t>
            </a:r>
          </a:p>
          <a:p>
            <a:pPr marL="533400" indent="-387350">
              <a:spcAft>
                <a:spcPts val="1200"/>
              </a:spcAft>
              <a:buFont typeface="+mj-lt"/>
              <a:buAutoNum type="arabicPeriod"/>
            </a:pPr>
            <a:r>
              <a:rPr lang="es-MX" sz="3200" dirty="0"/>
              <a:t>Las 7 trompetas (8:6–11:19)</a:t>
            </a:r>
          </a:p>
          <a:p>
            <a:pPr marL="533400" indent="-387350">
              <a:spcAft>
                <a:spcPts val="1200"/>
              </a:spcAft>
              <a:buFont typeface="+mj-lt"/>
              <a:buAutoNum type="arabicPeriod"/>
            </a:pPr>
            <a:r>
              <a:rPr lang="es-MX" sz="3200" dirty="0"/>
              <a:t>Las siete grandes señales (12:1–14:20)</a:t>
            </a:r>
          </a:p>
          <a:p>
            <a:pPr marL="533400" indent="-387350">
              <a:spcAft>
                <a:spcPts val="1200"/>
              </a:spcAft>
              <a:buFont typeface="+mj-lt"/>
              <a:buAutoNum type="arabicPeriod"/>
            </a:pPr>
            <a:r>
              <a:rPr lang="es-MX" sz="3200" dirty="0"/>
              <a:t>Las siete últimas plagas (15:1–16:21)</a:t>
            </a:r>
          </a:p>
          <a:p>
            <a:pPr marL="533400" indent="-387350">
              <a:spcAft>
                <a:spcPts val="1200"/>
              </a:spcAft>
              <a:buFont typeface="+mj-lt"/>
              <a:buAutoNum type="arabicPeriod"/>
            </a:pPr>
            <a:r>
              <a:rPr lang="es-MX" sz="3200" dirty="0"/>
              <a:t>La caída de la ramera y de las bestias (17:1-19:21)</a:t>
            </a:r>
          </a:p>
          <a:p>
            <a:pPr marL="533400" indent="-387350">
              <a:spcAft>
                <a:spcPts val="1200"/>
              </a:spcAft>
              <a:buFont typeface="+mj-lt"/>
              <a:buAutoNum type="arabicPeriod"/>
            </a:pPr>
            <a:r>
              <a:rPr lang="es-MX" sz="3200" dirty="0"/>
              <a:t>El milenio y la nueva creación(20:1-22:5)</a:t>
            </a:r>
          </a:p>
        </p:txBody>
      </p:sp>
    </p:spTree>
    <p:extLst>
      <p:ext uri="{BB962C8B-B14F-4D97-AF65-F5344CB8AC3E}">
        <p14:creationId xmlns:p14="http://schemas.microsoft.com/office/powerpoint/2010/main" val="3742352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3600" dirty="0"/>
              <a:t> Yo, Juan, hermano de ustedes y compañero en la tribulación, en el reino y en la perseverancia en Jesús, me encontraba en la isla llamada Patmos, por causa de la palabra de Dios y del testimonio de Jesús</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1:9</a:t>
            </a:r>
            <a:endParaRPr lang="es-MX" dirty="0"/>
          </a:p>
        </p:txBody>
      </p:sp>
    </p:spTree>
    <p:extLst>
      <p:ext uri="{BB962C8B-B14F-4D97-AF65-F5344CB8AC3E}">
        <p14:creationId xmlns:p14="http://schemas.microsoft.com/office/powerpoint/2010/main" val="3161172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1C46-3C7A-2560-24DC-FC808A377524}"/>
              </a:ext>
            </a:extLst>
          </p:cNvPr>
          <p:cNvSpPr>
            <a:spLocks noGrp="1"/>
          </p:cNvSpPr>
          <p:nvPr>
            <p:ph type="title"/>
          </p:nvPr>
        </p:nvSpPr>
        <p:spPr/>
        <p:txBody>
          <a:bodyPr>
            <a:noAutofit/>
          </a:bodyPr>
          <a:lstStyle/>
          <a:p>
            <a:r>
              <a:rPr lang="es-MX" sz="4400" dirty="0"/>
              <a:t>«No temas, Yo soy el Primero y el Último,  y el que vive, y estuve muerto. Pero ahora estoy vivo por los siglos de los siglos, y tengo las llaves de la muerte y del Hades…</a:t>
            </a:r>
          </a:p>
        </p:txBody>
      </p:sp>
      <p:sp>
        <p:nvSpPr>
          <p:cNvPr id="3" name="Text Placeholder 2">
            <a:extLst>
              <a:ext uri="{FF2B5EF4-FFF2-40B4-BE49-F238E27FC236}">
                <a16:creationId xmlns:a16="http://schemas.microsoft.com/office/drawing/2014/main" id="{D8CFF955-E864-208E-66F6-D387D0073D4B}"/>
              </a:ext>
            </a:extLst>
          </p:cNvPr>
          <p:cNvSpPr>
            <a:spLocks noGrp="1"/>
          </p:cNvSpPr>
          <p:nvPr>
            <p:ph type="body" idx="1"/>
          </p:nvPr>
        </p:nvSpPr>
        <p:spPr/>
        <p:txBody>
          <a:bodyPr/>
          <a:lstStyle/>
          <a:p>
            <a:r>
              <a:rPr lang="es-MX" dirty="0" err="1"/>
              <a:t>Apocalipsius</a:t>
            </a:r>
            <a:r>
              <a:rPr lang="es-MX" dirty="0"/>
              <a:t> 1:17-18</a:t>
            </a:r>
          </a:p>
        </p:txBody>
      </p:sp>
    </p:spTree>
    <p:extLst>
      <p:ext uri="{BB962C8B-B14F-4D97-AF65-F5344CB8AC3E}">
        <p14:creationId xmlns:p14="http://schemas.microsoft.com/office/powerpoint/2010/main" val="1420209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Las cartas a las iglesias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1358900"/>
            <a:ext cx="9713536" cy="4919980"/>
          </a:xfrm>
        </p:spPr>
        <p:txBody>
          <a:bodyPr>
            <a:normAutofit fontScale="47500" lnSpcReduction="20000"/>
          </a:bodyPr>
          <a:lstStyle/>
          <a:p>
            <a:r>
              <a:rPr lang="es-MX" dirty="0"/>
              <a:t>Yo conozco…</a:t>
            </a:r>
          </a:p>
          <a:p>
            <a:pPr lvl="1"/>
            <a:r>
              <a:rPr lang="es-MX" dirty="0"/>
              <a:t>Esfuerzo</a:t>
            </a:r>
          </a:p>
          <a:p>
            <a:pPr lvl="1"/>
            <a:r>
              <a:rPr lang="es-MX" dirty="0"/>
              <a:t>Tribulación</a:t>
            </a:r>
          </a:p>
          <a:p>
            <a:pPr lvl="1"/>
            <a:r>
              <a:rPr lang="es-MX" dirty="0"/>
              <a:t>Llamado a perseverar</a:t>
            </a:r>
          </a:p>
          <a:p>
            <a:r>
              <a:rPr lang="es-MX" dirty="0"/>
              <a:t>Exhortación</a:t>
            </a:r>
          </a:p>
          <a:p>
            <a:r>
              <a:rPr lang="es-MX" dirty="0"/>
              <a:t>Llamado al arrepentimiento</a:t>
            </a:r>
          </a:p>
          <a:p>
            <a:r>
              <a:rPr lang="es-MX" dirty="0"/>
              <a:t>Promesa</a:t>
            </a:r>
          </a:p>
        </p:txBody>
      </p:sp>
    </p:spTree>
    <p:extLst>
      <p:ext uri="{BB962C8B-B14F-4D97-AF65-F5344CB8AC3E}">
        <p14:creationId xmlns:p14="http://schemas.microsoft.com/office/powerpoint/2010/main" val="11822682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1C46-3C7A-2560-24DC-FC808A377524}"/>
              </a:ext>
            </a:extLst>
          </p:cNvPr>
          <p:cNvSpPr>
            <a:spLocks noGrp="1"/>
          </p:cNvSpPr>
          <p:nvPr>
            <p:ph type="title"/>
          </p:nvPr>
        </p:nvSpPr>
        <p:spPr/>
        <p:txBody>
          <a:bodyPr>
            <a:noAutofit/>
          </a:bodyPr>
          <a:lstStyle/>
          <a:p>
            <a:r>
              <a:rPr lang="es-MX" sz="4400" dirty="0"/>
              <a:t>… y vi un trono colocado en el cielo, y a Uno sentado en el trono.</a:t>
            </a:r>
          </a:p>
        </p:txBody>
      </p:sp>
      <p:sp>
        <p:nvSpPr>
          <p:cNvPr id="3" name="Text Placeholder 2">
            <a:extLst>
              <a:ext uri="{FF2B5EF4-FFF2-40B4-BE49-F238E27FC236}">
                <a16:creationId xmlns:a16="http://schemas.microsoft.com/office/drawing/2014/main" id="{D8CFF955-E864-208E-66F6-D387D0073D4B}"/>
              </a:ext>
            </a:extLst>
          </p:cNvPr>
          <p:cNvSpPr>
            <a:spLocks noGrp="1"/>
          </p:cNvSpPr>
          <p:nvPr>
            <p:ph type="body" idx="1"/>
          </p:nvPr>
        </p:nvSpPr>
        <p:spPr/>
        <p:txBody>
          <a:bodyPr/>
          <a:lstStyle/>
          <a:p>
            <a:r>
              <a:rPr lang="es-MX" sz="2400" dirty="0"/>
              <a:t>Apocalipsis 4:2</a:t>
            </a:r>
            <a:endParaRPr lang="es-MX" dirty="0"/>
          </a:p>
        </p:txBody>
      </p:sp>
    </p:spTree>
    <p:extLst>
      <p:ext uri="{BB962C8B-B14F-4D97-AF65-F5344CB8AC3E}">
        <p14:creationId xmlns:p14="http://schemas.microsoft.com/office/powerpoint/2010/main" val="3740941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9970-2298-72C5-6A38-614F54E70572}"/>
              </a:ext>
            </a:extLst>
          </p:cNvPr>
          <p:cNvSpPr>
            <a:spLocks noGrp="1"/>
          </p:cNvSpPr>
          <p:nvPr>
            <p:ph type="title"/>
          </p:nvPr>
        </p:nvSpPr>
        <p:spPr/>
        <p:txBody>
          <a:bodyPr>
            <a:noAutofit/>
          </a:bodyPr>
          <a:lstStyle/>
          <a:p>
            <a:r>
              <a:rPr lang="es-MX" sz="4400" dirty="0"/>
              <a:t>«Digno eres de tomar el libro y de abrir sus sellos, porque Tú fuiste inmolado, y con Tu sangre compraste para Dios a gente de toda tribu, lengua, pueblo y nación.</a:t>
            </a:r>
          </a:p>
        </p:txBody>
      </p:sp>
      <p:sp>
        <p:nvSpPr>
          <p:cNvPr id="3" name="Text Placeholder 2">
            <a:extLst>
              <a:ext uri="{FF2B5EF4-FFF2-40B4-BE49-F238E27FC236}">
                <a16:creationId xmlns:a16="http://schemas.microsoft.com/office/drawing/2014/main" id="{240D524D-2D21-7844-E4FB-A000979A9F87}"/>
              </a:ext>
            </a:extLst>
          </p:cNvPr>
          <p:cNvSpPr>
            <a:spLocks noGrp="1"/>
          </p:cNvSpPr>
          <p:nvPr>
            <p:ph type="body" idx="1"/>
          </p:nvPr>
        </p:nvSpPr>
        <p:spPr/>
        <p:txBody>
          <a:bodyPr/>
          <a:lstStyle/>
          <a:p>
            <a:r>
              <a:rPr lang="es-MX" dirty="0"/>
              <a:t>Apocalipsis 5:9</a:t>
            </a:r>
          </a:p>
        </p:txBody>
      </p:sp>
    </p:spTree>
    <p:extLst>
      <p:ext uri="{BB962C8B-B14F-4D97-AF65-F5344CB8AC3E}">
        <p14:creationId xmlns:p14="http://schemas.microsoft.com/office/powerpoint/2010/main" val="2919253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69BF0-5270-663B-5BDE-5B6EE62CAC31}"/>
              </a:ext>
            </a:extLst>
          </p:cNvPr>
          <p:cNvSpPr>
            <a:spLocks noGrp="1"/>
          </p:cNvSpPr>
          <p:nvPr>
            <p:ph type="title"/>
          </p:nvPr>
        </p:nvSpPr>
        <p:spPr/>
        <p:txBody>
          <a:bodyPr>
            <a:noAutofit/>
          </a:bodyPr>
          <a:lstStyle/>
          <a:p>
            <a:r>
              <a:rPr lang="es-MX" sz="4400" dirty="0"/>
              <a:t> Cuando el Cordero abrió el quinto sello, vi debajo del altar las almas de los que habían sido muertos a causa de la palabra de Dios y del testimonio que habían mantenido</a:t>
            </a:r>
          </a:p>
        </p:txBody>
      </p:sp>
      <p:sp>
        <p:nvSpPr>
          <p:cNvPr id="3" name="Text Placeholder 2">
            <a:extLst>
              <a:ext uri="{FF2B5EF4-FFF2-40B4-BE49-F238E27FC236}">
                <a16:creationId xmlns:a16="http://schemas.microsoft.com/office/drawing/2014/main" id="{AF17AFA9-D599-9C84-C7BE-9BDB9A2277C1}"/>
              </a:ext>
            </a:extLst>
          </p:cNvPr>
          <p:cNvSpPr>
            <a:spLocks noGrp="1"/>
          </p:cNvSpPr>
          <p:nvPr>
            <p:ph type="body" idx="1"/>
          </p:nvPr>
        </p:nvSpPr>
        <p:spPr/>
        <p:txBody>
          <a:bodyPr/>
          <a:lstStyle/>
          <a:p>
            <a:r>
              <a:rPr lang="es-MX" dirty="0"/>
              <a:t>Apocalipsis 6.9</a:t>
            </a:r>
          </a:p>
        </p:txBody>
      </p:sp>
    </p:spTree>
    <p:extLst>
      <p:ext uri="{BB962C8B-B14F-4D97-AF65-F5344CB8AC3E}">
        <p14:creationId xmlns:p14="http://schemas.microsoft.com/office/powerpoint/2010/main" val="2003372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F297-5CB1-0AE1-C70C-9F411ACE294A}"/>
              </a:ext>
            </a:extLst>
          </p:cNvPr>
          <p:cNvSpPr>
            <a:spLocks noGrp="1"/>
          </p:cNvSpPr>
          <p:nvPr>
            <p:ph type="title"/>
          </p:nvPr>
        </p:nvSpPr>
        <p:spPr/>
        <p:txBody>
          <a:bodyPr>
            <a:noAutofit/>
          </a:bodyPr>
          <a:lstStyle/>
          <a:p>
            <a:r>
              <a:rPr lang="es-MX" sz="3200" dirty="0"/>
              <a:t>«Si alguien adora a la bestia y a su imagen, y recibe una marca en su frente o en su mano, 10 él también beberá del vino del furor de Dios, que está preparado puro en la copa de Su ira. Será atormentado con fuego y azufre delante de los santos ángeles y en presencia del Cordero.</a:t>
            </a:r>
          </a:p>
        </p:txBody>
      </p:sp>
      <p:sp>
        <p:nvSpPr>
          <p:cNvPr id="3" name="Text Placeholder 2">
            <a:extLst>
              <a:ext uri="{FF2B5EF4-FFF2-40B4-BE49-F238E27FC236}">
                <a16:creationId xmlns:a16="http://schemas.microsoft.com/office/drawing/2014/main" id="{55CF9BFE-6A09-D2DF-ECED-EAE958B4E112}"/>
              </a:ext>
            </a:extLst>
          </p:cNvPr>
          <p:cNvSpPr>
            <a:spLocks noGrp="1"/>
          </p:cNvSpPr>
          <p:nvPr>
            <p:ph type="body" idx="1"/>
          </p:nvPr>
        </p:nvSpPr>
        <p:spPr/>
        <p:txBody>
          <a:bodyPr>
            <a:normAutofit/>
          </a:bodyPr>
          <a:lstStyle/>
          <a:p>
            <a:r>
              <a:rPr lang="es-MX" dirty="0"/>
              <a:t>Apocalipsis 14:9–10</a:t>
            </a:r>
          </a:p>
        </p:txBody>
      </p:sp>
    </p:spTree>
    <p:extLst>
      <p:ext uri="{BB962C8B-B14F-4D97-AF65-F5344CB8AC3E}">
        <p14:creationId xmlns:p14="http://schemas.microsoft.com/office/powerpoint/2010/main" val="4179037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150CB-B7FA-9067-AD80-3E249BB71B49}"/>
              </a:ext>
            </a:extLst>
          </p:cNvPr>
          <p:cNvSpPr>
            <a:spLocks noGrp="1"/>
          </p:cNvSpPr>
          <p:nvPr>
            <p:ph type="title"/>
          </p:nvPr>
        </p:nvSpPr>
        <p:spPr/>
        <p:txBody>
          <a:bodyPr>
            <a:noAutofit/>
          </a:bodyPr>
          <a:lstStyle/>
          <a:p>
            <a:r>
              <a:rPr lang="es-MX" sz="3600" dirty="0"/>
              <a:t>Y la bestia fue apresada, junto con el falso profeta que hacía señales en su presencia, con las cuales engañaba a los que habían recibido la marca de la bestia y a los que adoraban su imagen. Los dos fueron arrojados vivos al lago de fuego que arde con azufre.</a:t>
            </a:r>
          </a:p>
        </p:txBody>
      </p:sp>
      <p:sp>
        <p:nvSpPr>
          <p:cNvPr id="3" name="Text Placeholder 2">
            <a:extLst>
              <a:ext uri="{FF2B5EF4-FFF2-40B4-BE49-F238E27FC236}">
                <a16:creationId xmlns:a16="http://schemas.microsoft.com/office/drawing/2014/main" id="{BA2FA79D-6729-DECC-76EC-D5851B839E1B}"/>
              </a:ext>
            </a:extLst>
          </p:cNvPr>
          <p:cNvSpPr>
            <a:spLocks noGrp="1"/>
          </p:cNvSpPr>
          <p:nvPr>
            <p:ph type="body" idx="1"/>
          </p:nvPr>
        </p:nvSpPr>
        <p:spPr/>
        <p:txBody>
          <a:bodyPr/>
          <a:lstStyle/>
          <a:p>
            <a:r>
              <a:rPr lang="es-MX" dirty="0"/>
              <a:t>Apocalipsis 19:20</a:t>
            </a:r>
          </a:p>
        </p:txBody>
      </p:sp>
    </p:spTree>
    <p:extLst>
      <p:ext uri="{BB962C8B-B14F-4D97-AF65-F5344CB8AC3E}">
        <p14:creationId xmlns:p14="http://schemas.microsoft.com/office/powerpoint/2010/main" val="2440042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F297-5CB1-0AE1-C70C-9F411ACE294A}"/>
              </a:ext>
            </a:extLst>
          </p:cNvPr>
          <p:cNvSpPr>
            <a:spLocks noGrp="1"/>
          </p:cNvSpPr>
          <p:nvPr>
            <p:ph type="title"/>
          </p:nvPr>
        </p:nvSpPr>
        <p:spPr/>
        <p:txBody>
          <a:bodyPr>
            <a:noAutofit/>
          </a:bodyPr>
          <a:lstStyle/>
          <a:p>
            <a:r>
              <a:rPr lang="es-MX" dirty="0"/>
              <a:t>«Vayan y derramen en la tierra las siete copas del furor de Dios»</a:t>
            </a:r>
          </a:p>
        </p:txBody>
      </p:sp>
      <p:sp>
        <p:nvSpPr>
          <p:cNvPr id="3" name="Text Placeholder 2">
            <a:extLst>
              <a:ext uri="{FF2B5EF4-FFF2-40B4-BE49-F238E27FC236}">
                <a16:creationId xmlns:a16="http://schemas.microsoft.com/office/drawing/2014/main" id="{55CF9BFE-6A09-D2DF-ECED-EAE958B4E112}"/>
              </a:ext>
            </a:extLst>
          </p:cNvPr>
          <p:cNvSpPr>
            <a:spLocks noGrp="1"/>
          </p:cNvSpPr>
          <p:nvPr>
            <p:ph type="body" idx="1"/>
          </p:nvPr>
        </p:nvSpPr>
        <p:spPr/>
        <p:txBody>
          <a:bodyPr>
            <a:normAutofit/>
          </a:bodyPr>
          <a:lstStyle/>
          <a:p>
            <a:r>
              <a:rPr lang="es-MX" dirty="0"/>
              <a:t>Apocalipsis 16:1</a:t>
            </a:r>
          </a:p>
        </p:txBody>
      </p:sp>
    </p:spTree>
    <p:extLst>
      <p:ext uri="{BB962C8B-B14F-4D97-AF65-F5344CB8AC3E}">
        <p14:creationId xmlns:p14="http://schemas.microsoft.com/office/powerpoint/2010/main" val="2503147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F297-5CB1-0AE1-C70C-9F411ACE294A}"/>
              </a:ext>
            </a:extLst>
          </p:cNvPr>
          <p:cNvSpPr>
            <a:spLocks noGrp="1"/>
          </p:cNvSpPr>
          <p:nvPr>
            <p:ph type="title"/>
          </p:nvPr>
        </p:nvSpPr>
        <p:spPr/>
        <p:txBody>
          <a:bodyPr>
            <a:noAutofit/>
          </a:bodyPr>
          <a:lstStyle/>
          <a:p>
            <a:r>
              <a:rPr lang="es-MX" sz="4000" dirty="0"/>
              <a:t> «Justo eres Tú, el que eres, y el que eras, oh Santo, porque has juzgado estas cosas; </a:t>
            </a:r>
            <a:br>
              <a:rPr lang="es-MX" sz="4000" dirty="0"/>
            </a:br>
            <a:r>
              <a:rPr lang="es-MX" sz="4000" dirty="0"/>
              <a:t>pues ellos derramaron sangre de santos y profetas y Tú les has dado a beber sangre. Se lo merecen». </a:t>
            </a:r>
          </a:p>
        </p:txBody>
      </p:sp>
      <p:sp>
        <p:nvSpPr>
          <p:cNvPr id="3" name="Text Placeholder 2">
            <a:extLst>
              <a:ext uri="{FF2B5EF4-FFF2-40B4-BE49-F238E27FC236}">
                <a16:creationId xmlns:a16="http://schemas.microsoft.com/office/drawing/2014/main" id="{55CF9BFE-6A09-D2DF-ECED-EAE958B4E112}"/>
              </a:ext>
            </a:extLst>
          </p:cNvPr>
          <p:cNvSpPr>
            <a:spLocks noGrp="1"/>
          </p:cNvSpPr>
          <p:nvPr>
            <p:ph type="body" idx="1"/>
          </p:nvPr>
        </p:nvSpPr>
        <p:spPr/>
        <p:txBody>
          <a:bodyPr>
            <a:normAutofit/>
          </a:bodyPr>
          <a:lstStyle/>
          <a:p>
            <a:r>
              <a:rPr lang="es-MX" dirty="0"/>
              <a:t>Apocalipsis 16:5-6</a:t>
            </a:r>
          </a:p>
        </p:txBody>
      </p:sp>
    </p:spTree>
    <p:extLst>
      <p:ext uri="{BB962C8B-B14F-4D97-AF65-F5344CB8AC3E}">
        <p14:creationId xmlns:p14="http://schemas.microsoft.com/office/powerpoint/2010/main" val="41144096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13E4-E6E7-D1BD-3A8A-969182C9E4C0}"/>
              </a:ext>
            </a:extLst>
          </p:cNvPr>
          <p:cNvSpPr>
            <a:spLocks noGrp="1"/>
          </p:cNvSpPr>
          <p:nvPr>
            <p:ph type="title"/>
          </p:nvPr>
        </p:nvSpPr>
        <p:spPr/>
        <p:txBody>
          <a:bodyPr>
            <a:noAutofit/>
          </a:bodyPr>
          <a:lstStyle/>
          <a:p>
            <a:r>
              <a:rPr lang="es-MX" sz="4000" dirty="0"/>
              <a:t> «¡Aleluya! Porque el Señor nuestro Dios Todopoderoso reina. Regocijémonos y alegrémonos, y démosle a Él la gloria, Porque las bodas del Cordero han llegado y Su esposa se ha preparado». </a:t>
            </a:r>
          </a:p>
        </p:txBody>
      </p:sp>
      <p:sp>
        <p:nvSpPr>
          <p:cNvPr id="3" name="Text Placeholder 2">
            <a:extLst>
              <a:ext uri="{FF2B5EF4-FFF2-40B4-BE49-F238E27FC236}">
                <a16:creationId xmlns:a16="http://schemas.microsoft.com/office/drawing/2014/main" id="{306B88AA-DF12-EC62-6C0E-CC5096B40F8D}"/>
              </a:ext>
            </a:extLst>
          </p:cNvPr>
          <p:cNvSpPr>
            <a:spLocks noGrp="1"/>
          </p:cNvSpPr>
          <p:nvPr>
            <p:ph type="body" idx="1"/>
          </p:nvPr>
        </p:nvSpPr>
        <p:spPr/>
        <p:txBody>
          <a:bodyPr/>
          <a:lstStyle/>
          <a:p>
            <a:r>
              <a:rPr lang="es-MX" dirty="0" err="1"/>
              <a:t>Ap</a:t>
            </a:r>
            <a:r>
              <a:rPr lang="es-MX" dirty="0"/>
              <a:t> 19:6–7</a:t>
            </a:r>
          </a:p>
          <a:p>
            <a:endParaRPr lang="es-MX" dirty="0"/>
          </a:p>
        </p:txBody>
      </p:sp>
    </p:spTree>
    <p:extLst>
      <p:ext uri="{BB962C8B-B14F-4D97-AF65-F5344CB8AC3E}">
        <p14:creationId xmlns:p14="http://schemas.microsoft.com/office/powerpoint/2010/main" val="4276759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DF03-839E-EE66-908A-DBAE5A421F69}"/>
              </a:ext>
            </a:extLst>
          </p:cNvPr>
          <p:cNvSpPr>
            <a:spLocks noGrp="1"/>
          </p:cNvSpPr>
          <p:nvPr>
            <p:ph type="title"/>
          </p:nvPr>
        </p:nvSpPr>
        <p:spPr/>
        <p:txBody>
          <a:bodyPr>
            <a:normAutofit fontScale="90000"/>
          </a:bodyPr>
          <a:lstStyle/>
          <a:p>
            <a:br>
              <a:rPr lang="es-MX" dirty="0"/>
            </a:br>
            <a:r>
              <a:rPr lang="es-MX" b="0" i="0" u="none" baseline="30000" dirty="0"/>
              <a:t>Entonces oí una gran voz que decía desde el trono: «El tabernáculo de Dios está entre los hombres, y Él habitará entre ellos y ellos serán Su pueblo, y Dios mismo estará entre ellos. 4 Él enjugará toda lágrima de sus ojos, y ya no habrá muerte, ni habrá más duelo, ni clamor, ni dolor, porque las primeras cosas han pasado»</a:t>
            </a:r>
            <a:br>
              <a:rPr lang="es-MX" b="0" i="0" u="none" baseline="30000" dirty="0"/>
            </a:br>
            <a:endParaRPr lang="es-MX" dirty="0"/>
          </a:p>
        </p:txBody>
      </p:sp>
      <p:sp>
        <p:nvSpPr>
          <p:cNvPr id="3" name="Text Placeholder 2">
            <a:extLst>
              <a:ext uri="{FF2B5EF4-FFF2-40B4-BE49-F238E27FC236}">
                <a16:creationId xmlns:a16="http://schemas.microsoft.com/office/drawing/2014/main" id="{0132328A-7F58-60A9-B8F4-93D2C75732BD}"/>
              </a:ext>
            </a:extLst>
          </p:cNvPr>
          <p:cNvSpPr>
            <a:spLocks noGrp="1"/>
          </p:cNvSpPr>
          <p:nvPr>
            <p:ph type="body" idx="1"/>
          </p:nvPr>
        </p:nvSpPr>
        <p:spPr/>
        <p:txBody>
          <a:bodyPr/>
          <a:lstStyle/>
          <a:p>
            <a:r>
              <a:rPr lang="es-MX" dirty="0"/>
              <a:t>Apocalipsis 21:3–4</a:t>
            </a:r>
          </a:p>
        </p:txBody>
      </p:sp>
    </p:spTree>
    <p:extLst>
      <p:ext uri="{BB962C8B-B14F-4D97-AF65-F5344CB8AC3E}">
        <p14:creationId xmlns:p14="http://schemas.microsoft.com/office/powerpoint/2010/main" val="930791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21E00-87F5-A3E1-241E-33424EDD2288}"/>
              </a:ext>
            </a:extLst>
          </p:cNvPr>
          <p:cNvSpPr>
            <a:spLocks noGrp="1"/>
          </p:cNvSpPr>
          <p:nvPr>
            <p:ph type="title"/>
          </p:nvPr>
        </p:nvSpPr>
        <p:spPr>
          <a:xfrm>
            <a:off x="2667000" y="879871"/>
            <a:ext cx="9004300" cy="5098257"/>
          </a:xfrm>
        </p:spPr>
        <p:txBody>
          <a:bodyPr>
            <a:normAutofit/>
          </a:bodyPr>
          <a:lstStyle/>
          <a:p>
            <a:r>
              <a:rPr lang="es-MX" sz="10300" b="0" dirty="0">
                <a:latin typeface="Oswald" pitchFamily="2" charset="0"/>
              </a:rPr>
              <a:t>LA EXHORTACIÓN FINAL</a:t>
            </a:r>
          </a:p>
        </p:txBody>
      </p:sp>
    </p:spTree>
    <p:extLst>
      <p:ext uri="{BB962C8B-B14F-4D97-AF65-F5344CB8AC3E}">
        <p14:creationId xmlns:p14="http://schemas.microsoft.com/office/powerpoint/2010/main" val="1195595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13E4-E6E7-D1BD-3A8A-969182C9E4C0}"/>
              </a:ext>
            </a:extLst>
          </p:cNvPr>
          <p:cNvSpPr>
            <a:spLocks noGrp="1"/>
          </p:cNvSpPr>
          <p:nvPr>
            <p:ph type="title"/>
          </p:nvPr>
        </p:nvSpPr>
        <p:spPr/>
        <p:txBody>
          <a:bodyPr>
            <a:noAutofit/>
          </a:bodyPr>
          <a:lstStyle/>
          <a:p>
            <a:r>
              <a:rPr lang="es-MX" sz="3200" dirty="0"/>
              <a:t>12«Por tanto, Yo vengo pronto, y Mi recompensa está conmigo para recompensar a cada uno según sea su obra. 13 Yo soy el Alfa y la Omega, el Primero y el Último, el Principio y el Fin». 14 Bienaventurados los que lavan sus vestiduras para tener derecho al árbol de la vida…</a:t>
            </a:r>
          </a:p>
        </p:txBody>
      </p:sp>
      <p:sp>
        <p:nvSpPr>
          <p:cNvPr id="3" name="Text Placeholder 2">
            <a:extLst>
              <a:ext uri="{FF2B5EF4-FFF2-40B4-BE49-F238E27FC236}">
                <a16:creationId xmlns:a16="http://schemas.microsoft.com/office/drawing/2014/main" id="{306B88AA-DF12-EC62-6C0E-CC5096B40F8D}"/>
              </a:ext>
            </a:extLst>
          </p:cNvPr>
          <p:cNvSpPr>
            <a:spLocks noGrp="1"/>
          </p:cNvSpPr>
          <p:nvPr>
            <p:ph type="body" idx="1"/>
          </p:nvPr>
        </p:nvSpPr>
        <p:spPr/>
        <p:txBody>
          <a:bodyPr/>
          <a:lstStyle/>
          <a:p>
            <a:r>
              <a:rPr lang="es-MX" sz="2400" dirty="0"/>
              <a:t>Apocalipsis 22:12–14</a:t>
            </a:r>
            <a:endParaRPr lang="es-MX" dirty="0"/>
          </a:p>
        </p:txBody>
      </p:sp>
    </p:spTree>
    <p:extLst>
      <p:ext uri="{BB962C8B-B14F-4D97-AF65-F5344CB8AC3E}">
        <p14:creationId xmlns:p14="http://schemas.microsoft.com/office/powerpoint/2010/main" val="775458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Perspectivas sobre Apocalipsis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1670304"/>
            <a:ext cx="9713536" cy="4608576"/>
          </a:xfrm>
        </p:spPr>
        <p:txBody>
          <a:bodyPr>
            <a:normAutofit lnSpcReduction="10000"/>
          </a:bodyPr>
          <a:lstStyle/>
          <a:p>
            <a:r>
              <a:rPr lang="es-MX" dirty="0"/>
              <a:t>Perspectiva preterista</a:t>
            </a:r>
          </a:p>
          <a:p>
            <a:r>
              <a:rPr lang="es-MX" dirty="0"/>
              <a:t>Perspectiva historicista</a:t>
            </a:r>
          </a:p>
          <a:p>
            <a:r>
              <a:rPr lang="es-MX" dirty="0"/>
              <a:t>Perspectiva idealista</a:t>
            </a:r>
          </a:p>
          <a:p>
            <a:r>
              <a:rPr lang="es-MX" dirty="0"/>
              <a:t>Perspectiva futurista</a:t>
            </a:r>
          </a:p>
        </p:txBody>
      </p:sp>
    </p:spTree>
    <p:extLst>
      <p:ext uri="{BB962C8B-B14F-4D97-AF65-F5344CB8AC3E}">
        <p14:creationId xmlns:p14="http://schemas.microsoft.com/office/powerpoint/2010/main" val="3463674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379715" y="1875840"/>
            <a:ext cx="9069898" cy="707886"/>
          </a:xfrm>
          <a:prstGeom prst="rect">
            <a:avLst/>
          </a:prstGeom>
          <a:noFill/>
        </p:spPr>
        <p:txBody>
          <a:bodyPr wrap="square" rtlCol="0">
            <a:spAutoFit/>
          </a:bodyPr>
          <a:lstStyle/>
          <a:p>
            <a:pPr algn="ctr"/>
            <a:r>
              <a:rPr lang="es-MX" sz="4000" cap="all" spc="400" dirty="0">
                <a:solidFill>
                  <a:schemeClr val="bg1">
                    <a:lumMod val="85000"/>
                    <a:lumOff val="15000"/>
                  </a:schemeClr>
                </a:solidFill>
                <a:latin typeface="Montserrat SemiBold" panose="00000700000000000000" pitchFamily="2" charset="0"/>
              </a:rPr>
              <a:t>EL MEOLLO DE</a:t>
            </a:r>
          </a:p>
        </p:txBody>
      </p:sp>
      <p:sp>
        <p:nvSpPr>
          <p:cNvPr id="3" name="Rectángulo 1">
            <a:extLst>
              <a:ext uri="{FF2B5EF4-FFF2-40B4-BE49-F238E27FC236}">
                <a16:creationId xmlns:a16="http://schemas.microsoft.com/office/drawing/2014/main" id="{CA07F423-46C6-CDD8-E4AD-233D53E2809D}"/>
              </a:ext>
            </a:extLst>
          </p:cNvPr>
          <p:cNvSpPr/>
          <p:nvPr/>
        </p:nvSpPr>
        <p:spPr>
          <a:xfrm rot="21480000">
            <a:off x="1465820" y="2824256"/>
            <a:ext cx="9177216" cy="2646878"/>
          </a:xfrm>
          <a:prstGeom prst="rect">
            <a:avLst/>
          </a:prstGeom>
          <a:noFill/>
          <a:effectLst/>
        </p:spPr>
        <p:txBody>
          <a:bodyPr wrap="square" lIns="91440" tIns="45720" rIns="91440" bIns="45720">
            <a:spAutoFit/>
          </a:bodyPr>
          <a:lstStyle/>
          <a:p>
            <a:pPr algn="ctr"/>
            <a:r>
              <a:rPr lang="es-ES" sz="16600" b="1" dirty="0">
                <a:ln w="12700" cmpd="sng">
                  <a:noFill/>
                  <a:prstDash val="solid"/>
                </a:ln>
                <a:gradFill>
                  <a:gsLst>
                    <a:gs pos="0">
                      <a:srgbClr val="C8B97C"/>
                    </a:gs>
                    <a:gs pos="18000">
                      <a:schemeClr val="accent4">
                        <a:lumMod val="60000"/>
                        <a:lumOff val="40000"/>
                      </a:schemeClr>
                    </a:gs>
                    <a:gs pos="87000">
                      <a:srgbClr val="D5B158"/>
                    </a:gs>
                  </a:gsLst>
                  <a:lin ang="5400000"/>
                </a:gradFill>
                <a:effectLst>
                  <a:outerShdw blurRad="50800" dist="38100" dir="2700000" algn="tl" rotWithShape="0">
                    <a:prstClr val="black">
                      <a:alpha val="40000"/>
                    </a:prstClr>
                  </a:outerShdw>
                </a:effectLst>
                <a:latin typeface="Braniella" panose="02000500000000000000" pitchFamily="2" charset="0"/>
              </a:rPr>
              <a:t>Apocalipsis</a:t>
            </a:r>
          </a:p>
        </p:txBody>
      </p:sp>
    </p:spTree>
    <p:extLst>
      <p:ext uri="{BB962C8B-B14F-4D97-AF65-F5344CB8AC3E}">
        <p14:creationId xmlns:p14="http://schemas.microsoft.com/office/powerpoint/2010/main" val="1727271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13E4-E6E7-D1BD-3A8A-969182C9E4C0}"/>
              </a:ext>
            </a:extLst>
          </p:cNvPr>
          <p:cNvSpPr>
            <a:spLocks noGrp="1"/>
          </p:cNvSpPr>
          <p:nvPr>
            <p:ph type="title"/>
          </p:nvPr>
        </p:nvSpPr>
        <p:spPr/>
        <p:txBody>
          <a:bodyPr>
            <a:noAutofit/>
          </a:bodyPr>
          <a:lstStyle/>
          <a:p>
            <a:r>
              <a:rPr lang="es-MX" sz="3600"/>
              <a:t>Digno </a:t>
            </a:r>
            <a:r>
              <a:rPr lang="es-MX" sz="3600" dirty="0"/>
              <a:t>eres de tomar el libro y de abrir sus sellos, porque Tú fuiste inmolado, y con Tu sangre compraste para Dios a gente de toda tribu, lengua, pueblo y nación.  10 Y los has hecho un reino y sacerdotes para nuestro Dios; y reinarán sobre la tierra». </a:t>
            </a:r>
          </a:p>
        </p:txBody>
      </p:sp>
      <p:sp>
        <p:nvSpPr>
          <p:cNvPr id="3" name="Text Placeholder 2">
            <a:extLst>
              <a:ext uri="{FF2B5EF4-FFF2-40B4-BE49-F238E27FC236}">
                <a16:creationId xmlns:a16="http://schemas.microsoft.com/office/drawing/2014/main" id="{306B88AA-DF12-EC62-6C0E-CC5096B40F8D}"/>
              </a:ext>
            </a:extLst>
          </p:cNvPr>
          <p:cNvSpPr>
            <a:spLocks noGrp="1"/>
          </p:cNvSpPr>
          <p:nvPr>
            <p:ph type="body" idx="1"/>
          </p:nvPr>
        </p:nvSpPr>
        <p:spPr/>
        <p:txBody>
          <a:bodyPr/>
          <a:lstStyle/>
          <a:p>
            <a:r>
              <a:rPr lang="es-MX" dirty="0"/>
              <a:t>APOCALIPSIS 5:9-10</a:t>
            </a:r>
          </a:p>
        </p:txBody>
      </p:sp>
    </p:spTree>
    <p:extLst>
      <p:ext uri="{BB962C8B-B14F-4D97-AF65-F5344CB8AC3E}">
        <p14:creationId xmlns:p14="http://schemas.microsoft.com/office/powerpoint/2010/main" val="342299859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7D657BFBA35945B3F08057C1D72EB8" ma:contentTypeVersion="3" ma:contentTypeDescription="Create a new document." ma:contentTypeScope="" ma:versionID="d39436f4f1dad0bf48f2c695fe1202b0">
  <xsd:schema xmlns:xsd="http://www.w3.org/2001/XMLSchema" xmlns:xs="http://www.w3.org/2001/XMLSchema" xmlns:p="http://schemas.microsoft.com/office/2006/metadata/properties" xmlns:ns3="a685921f-f366-4ea7-84c8-5471bad9b71b" targetNamespace="http://schemas.microsoft.com/office/2006/metadata/properties" ma:root="true" ma:fieldsID="a7013409abdca6f35d7c8e42267422ab" ns3:_="">
    <xsd:import namespace="a685921f-f366-4ea7-84c8-5471bad9b71b"/>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921f-f366-4ea7-84c8-5471bad9b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399A92-1C6B-40C6-B575-11C564D99E40}">
  <ds:schemaRefs>
    <ds:schemaRef ds:uri="http://schemas.microsoft.com/sharepoint/v3/contenttype/forms"/>
  </ds:schemaRefs>
</ds:datastoreItem>
</file>

<file path=customXml/itemProps2.xml><?xml version="1.0" encoding="utf-8"?>
<ds:datastoreItem xmlns:ds="http://schemas.openxmlformats.org/officeDocument/2006/customXml" ds:itemID="{FB29AA65-96A6-4F08-84D2-837ABDEE403D}">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elements/1.1/"/>
    <ds:schemaRef ds:uri="http://purl.org/dc/dcmitype/"/>
    <ds:schemaRef ds:uri="a685921f-f366-4ea7-84c8-5471bad9b71b"/>
    <ds:schemaRef ds:uri="http://schemas.microsoft.com/office/2006/metadata/properties"/>
  </ds:schemaRefs>
</ds:datastoreItem>
</file>

<file path=customXml/itemProps3.xml><?xml version="1.0" encoding="utf-8"?>
<ds:datastoreItem xmlns:ds="http://schemas.openxmlformats.org/officeDocument/2006/customXml" ds:itemID="{984265E9-2ABB-451B-BCDF-224E1F0035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921f-f366-4ea7-84c8-5471bad9b7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10381</TotalTime>
  <Words>1263</Words>
  <Application>Microsoft Office PowerPoint</Application>
  <PresentationFormat>Widescreen</PresentationFormat>
  <Paragraphs>98</Paragraphs>
  <Slides>45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Arial</vt:lpstr>
      <vt:lpstr>Atkinson Hyperlegible</vt:lpstr>
      <vt:lpstr>Braniella</vt:lpstr>
      <vt:lpstr>Calibri</vt:lpstr>
      <vt:lpstr>Merriweather</vt:lpstr>
      <vt:lpstr>Montserrat</vt:lpstr>
      <vt:lpstr>Montserrat ExtraBold</vt:lpstr>
      <vt:lpstr>Montserrat SemiBold</vt:lpstr>
      <vt:lpstr>Oswald</vt:lpstr>
      <vt:lpstr>Yeseva One</vt:lpstr>
      <vt:lpstr>Tema de Office</vt:lpstr>
      <vt:lpstr>PowerPoint Presentation</vt:lpstr>
      <vt:lpstr>Resumen:</vt:lpstr>
      <vt:lpstr>PowerPoint Presentation</vt:lpstr>
      <vt:lpstr>¿Por qué hay tanto desacuerdo?</vt:lpstr>
      <vt:lpstr>El género apocalíptico busca entender las situaciones terrenales desde una perspectiva sobrenatural y futura. Se basa en la autoridad de Dios para influir en cómo la audiencia piensa y actúa en esas circunstancias.  Esto se debe a que cuando enfrentamos pruebas suele haber una discrepancia entre lo que creemos y lo que realmente vivimos. - Society for Biblical Languages</vt:lpstr>
      <vt:lpstr>Perspectivas sobre Apocalipsis</vt:lpstr>
      <vt:lpstr>Preterismo</vt:lpstr>
      <vt:lpstr>Historicismo</vt:lpstr>
      <vt:lpstr>Futurista</vt:lpstr>
      <vt:lpstr>Perspectiva idealista</vt:lpstr>
      <vt:lpstr>¿Qué perspectiva seguiremos?</vt:lpstr>
      <vt:lpstr>PowerPoint Presentation</vt:lpstr>
      <vt:lpstr>PowerPoint Presentation</vt:lpstr>
      <vt:lpstr>PowerPoint Presentation</vt:lpstr>
      <vt:lpstr>PowerPoint Presentation</vt:lpstr>
      <vt:lpstr>PowerPoint Presentation</vt:lpstr>
      <vt:lpstr>Predicación expositiva</vt:lpstr>
      <vt:lpstr>¿Qué perspectiva seguiremos?</vt:lpstr>
      <vt:lpstr>¿Qué decía el AT sobre  La primera venida de Jesus?</vt:lpstr>
      <vt:lpstr>PowerPoint Presentation</vt:lpstr>
      <vt:lpstr>Estructura de Apocalipsis</vt:lpstr>
      <vt:lpstr>LA SALUTACIÓN</vt:lpstr>
      <vt:lpstr>La Revelación de Jesucristo, que Dios le dio, para mostrar a Sus siervos las cosas que deben suceder pronto. Él la dio a conocer enviándola por medio de Su ángel a Su siervo Juan,</vt:lpstr>
      <vt:lpstr>Bienaventurado el que lee y los que oyen las palabras de la profecía y guardan las cosas que están escritas en ella, porque el tiempo está cerca</vt:lpstr>
      <vt:lpstr>Juan, a las siete iglesias que están en Asia…</vt:lpstr>
      <vt:lpstr>PowerPoint Presentation</vt:lpstr>
      <vt:lpstr>LAS 7 VISIONES</vt:lpstr>
      <vt:lpstr>PowerPoint Presentation</vt:lpstr>
      <vt:lpstr> Yo, Juan, hermano de ustedes y compañero en la tribulación, en el reino y en la perseverancia en Jesús, me encontraba en la isla llamada Patmos, por causa de la palabra de Dios y del testimonio de Jesús</vt:lpstr>
      <vt:lpstr>«No temas, Yo soy el Primero y el Último,  y el que vive, y estuve muerto. Pero ahora estoy vivo por los siglos de los siglos, y tengo las llaves de la muerte y del Hades…</vt:lpstr>
      <vt:lpstr>Las cartas a las iglesias</vt:lpstr>
      <vt:lpstr>… y vi un trono colocado en el cielo, y a Uno sentado en el trono.</vt:lpstr>
      <vt:lpstr>«Digno eres de tomar el libro y de abrir sus sellos, porque Tú fuiste inmolado, y con Tu sangre compraste para Dios a gente de toda tribu, lengua, pueblo y nación.</vt:lpstr>
      <vt:lpstr> Cuando el Cordero abrió el quinto sello, vi debajo del altar las almas de los que habían sido muertos a causa de la palabra de Dios y del testimonio que habían mantenido</vt:lpstr>
      <vt:lpstr>«Si alguien adora a la bestia y a su imagen, y recibe una marca en su frente o en su mano, 10 él también beberá del vino del furor de Dios, que está preparado puro en la copa de Su ira. Será atormentado con fuego y azufre delante de los santos ángeles y en presencia del Cordero.</vt:lpstr>
      <vt:lpstr>Y la bestia fue apresada, junto con el falso profeta que hacía señales en su presencia, con las cuales engañaba a los que habían recibido la marca de la bestia y a los que adoraban su imagen. Los dos fueron arrojados vivos al lago de fuego que arde con azufre.</vt:lpstr>
      <vt:lpstr>«Vayan y derramen en la tierra las siete copas del furor de Dios»</vt:lpstr>
      <vt:lpstr> «Justo eres Tú, el que eres, y el que eras, oh Santo, porque has juzgado estas cosas;  pues ellos derramaron sangre de santos y profetas y Tú les has dado a beber sangre. Se lo merecen». </vt:lpstr>
      <vt:lpstr> «¡Aleluya! Porque el Señor nuestro Dios Todopoderoso reina. Regocijémonos y alegrémonos, y démosle a Él la gloria, Porque las bodas del Cordero han llegado y Su esposa se ha preparado». </vt:lpstr>
      <vt:lpstr> Entonces oí una gran voz que decía desde el trono: «El tabernáculo de Dios está entre los hombres, y Él habitará entre ellos y ellos serán Su pueblo, y Dios mismo estará entre ellos. 4 Él enjugará toda lágrima de sus ojos, y ya no habrá muerte, ni habrá más duelo, ni clamor, ni dolor, porque las primeras cosas han pasado» </vt:lpstr>
      <vt:lpstr>LA EXHORTACIÓN FINAL</vt:lpstr>
      <vt:lpstr>12«Por tanto, Yo vengo pronto, y Mi recompensa está conmigo para recompensar a cada uno según sea su obra. 13 Yo soy el Alfa y la Omega, el Primero y el Último, el Principio y el Fin». 14 Bienaventurados los que lavan sus vestiduras para tener derecho al árbol de la vida…</vt:lpstr>
      <vt:lpstr>Perspectivas sobre Apocalipsis</vt:lpstr>
      <vt:lpstr>PowerPoint Presentation</vt:lpstr>
      <vt:lpstr>Digno eres de tomar el libro y de abrir sus sellos, porque Tú fuiste inmolado, y con Tu sangre compraste para Dios a gente de toda tribu, lengua, pueblo y nación.  10 Y los has hecho un reino y sacerdotes para nuestro Dios; y reinarán sobre la tierra».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Enrique Villegas</dc:creator>
  <cp:lastModifiedBy>Enrique Villegas Valerio</cp:lastModifiedBy>
  <cp:revision>71</cp:revision>
  <dcterms:created xsi:type="dcterms:W3CDTF">2023-08-19T04:14:33Z</dcterms:created>
  <dcterms:modified xsi:type="dcterms:W3CDTF">2024-03-31T16:35:42Z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0x010100867D657BFBA35945B3F08057C1D72EB8</vt:lpwstr>
  </property>
</Properties>
</file>