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6"/>
  </p:notesMasterIdLst>
  <p:sldIdLst>
    <p:sldId id="256" r:id="rId5"/>
    <p:sldId id="517" r:id="rId6"/>
    <p:sldId id="518" r:id="rId7"/>
    <p:sldId id="619" r:id="rId8"/>
    <p:sldId id="648" r:id="rId9"/>
    <p:sldId id="649" r:id="rId10"/>
    <p:sldId id="650" r:id="rId11"/>
    <p:sldId id="647" r:id="rId12"/>
    <p:sldId id="653" r:id="rId13"/>
    <p:sldId id="654" r:id="rId14"/>
    <p:sldId id="655" r:id="rId15"/>
    <p:sldId id="651" r:id="rId16"/>
    <p:sldId id="656" r:id="rId17"/>
    <p:sldId id="657" r:id="rId18"/>
    <p:sldId id="658" r:id="rId19"/>
    <p:sldId id="659" r:id="rId20"/>
    <p:sldId id="660" r:id="rId21"/>
    <p:sldId id="652" r:id="rId22"/>
    <p:sldId id="661" r:id="rId23"/>
    <p:sldId id="662" r:id="rId24"/>
    <p:sldId id="664" r:id="rId25"/>
    <p:sldId id="663" r:id="rId26"/>
    <p:sldId id="665" r:id="rId27"/>
    <p:sldId id="667" r:id="rId28"/>
    <p:sldId id="670" r:id="rId29"/>
    <p:sldId id="671" r:id="rId30"/>
    <p:sldId id="672" r:id="rId31"/>
    <p:sldId id="673" r:id="rId32"/>
    <p:sldId id="674" r:id="rId33"/>
    <p:sldId id="668" r:id="rId34"/>
    <p:sldId id="675" r:id="rId35"/>
    <p:sldId id="669" r:id="rId36"/>
    <p:sldId id="676" r:id="rId37"/>
    <p:sldId id="677" r:id="rId38"/>
    <p:sldId id="678" r:id="rId39"/>
    <p:sldId id="679" r:id="rId40"/>
    <p:sldId id="680" r:id="rId41"/>
    <p:sldId id="681" r:id="rId42"/>
    <p:sldId id="682" r:id="rId43"/>
    <p:sldId id="683" r:id="rId44"/>
    <p:sldId id="684" r:id="rId45"/>
    <p:sldId id="685" r:id="rId46"/>
    <p:sldId id="686" r:id="rId47"/>
    <p:sldId id="687" r:id="rId48"/>
    <p:sldId id="688" r:id="rId49"/>
    <p:sldId id="689" r:id="rId50"/>
    <p:sldId id="690" r:id="rId51"/>
    <p:sldId id="691" r:id="rId52"/>
    <p:sldId id="692" r:id="rId53"/>
    <p:sldId id="693" r:id="rId54"/>
    <p:sldId id="694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33316EF-5C79-45B1-8BCF-C08055D411E9}">
          <p14:sldIdLst>
            <p14:sldId id="256"/>
            <p14:sldId id="517"/>
            <p14:sldId id="518"/>
            <p14:sldId id="619"/>
            <p14:sldId id="648"/>
            <p14:sldId id="649"/>
            <p14:sldId id="650"/>
            <p14:sldId id="647"/>
            <p14:sldId id="653"/>
            <p14:sldId id="654"/>
            <p14:sldId id="655"/>
            <p14:sldId id="651"/>
            <p14:sldId id="656"/>
            <p14:sldId id="657"/>
            <p14:sldId id="658"/>
            <p14:sldId id="659"/>
            <p14:sldId id="660"/>
            <p14:sldId id="652"/>
            <p14:sldId id="661"/>
            <p14:sldId id="662"/>
            <p14:sldId id="664"/>
            <p14:sldId id="663"/>
            <p14:sldId id="665"/>
            <p14:sldId id="667"/>
            <p14:sldId id="670"/>
            <p14:sldId id="671"/>
            <p14:sldId id="672"/>
            <p14:sldId id="673"/>
            <p14:sldId id="674"/>
            <p14:sldId id="668"/>
            <p14:sldId id="675"/>
            <p14:sldId id="669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B158"/>
    <a:srgbClr val="E8CC6D"/>
    <a:srgbClr val="FFFFFF"/>
    <a:srgbClr val="C8B97C"/>
    <a:srgbClr val="BF9000"/>
    <a:srgbClr val="5A6D65"/>
    <a:srgbClr val="3B4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2C08B-765D-41C0-A2C7-AC4B25AAD00D}" v="62" dt="2024-04-07T16:13:29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81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Villegas Valerio" userId="8ada793c76dcd6b1" providerId="LiveId" clId="{CDC2C08B-765D-41C0-A2C7-AC4B25AAD00D}"/>
    <pc:docChg chg="undo custSel addSld delSld modSld sldOrd modSection">
      <pc:chgData name="Enrique Villegas Valerio" userId="8ada793c76dcd6b1" providerId="LiveId" clId="{CDC2C08B-765D-41C0-A2C7-AC4B25AAD00D}" dt="2024-04-07T16:14:15.492" v="1151" actId="47"/>
      <pc:docMkLst>
        <pc:docMk/>
      </pc:docMkLst>
      <pc:sldChg chg="modSp mod">
        <pc:chgData name="Enrique Villegas Valerio" userId="8ada793c76dcd6b1" providerId="LiveId" clId="{CDC2C08B-765D-41C0-A2C7-AC4B25AAD00D}" dt="2024-04-07T15:06:02.732" v="1034" actId="27636"/>
        <pc:sldMkLst>
          <pc:docMk/>
          <pc:sldMk cId="2459707463" sldId="517"/>
        </pc:sldMkLst>
        <pc:spChg chg="mod">
          <ac:chgData name="Enrique Villegas Valerio" userId="8ada793c76dcd6b1" providerId="LiveId" clId="{CDC2C08B-765D-41C0-A2C7-AC4B25AAD00D}" dt="2024-04-07T15:06:02.732" v="1034" actId="27636"/>
          <ac:spMkLst>
            <pc:docMk/>
            <pc:sldMk cId="2459707463" sldId="517"/>
            <ac:spMk id="3" creationId="{F83FCBC4-22A5-47A6-4825-B2DAAEE92F0C}"/>
          </ac:spMkLst>
        </pc:spChg>
      </pc:sldChg>
      <pc:sldChg chg="modSp mod">
        <pc:chgData name="Enrique Villegas Valerio" userId="8ada793c76dcd6b1" providerId="LiveId" clId="{CDC2C08B-765D-41C0-A2C7-AC4B25AAD00D}" dt="2024-04-07T13:52:45.800" v="383" actId="1035"/>
        <pc:sldMkLst>
          <pc:docMk/>
          <pc:sldMk cId="59613358" sldId="518"/>
        </pc:sldMkLst>
        <pc:spChg chg="mod">
          <ac:chgData name="Enrique Villegas Valerio" userId="8ada793c76dcd6b1" providerId="LiveId" clId="{CDC2C08B-765D-41C0-A2C7-AC4B25AAD00D}" dt="2024-04-07T13:47:10.469" v="377" actId="1036"/>
          <ac:spMkLst>
            <pc:docMk/>
            <pc:sldMk cId="59613358" sldId="518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07T13:52:45.800" v="383" actId="1035"/>
          <ac:spMkLst>
            <pc:docMk/>
            <pc:sldMk cId="59613358" sldId="518"/>
            <ac:spMk id="4" creationId="{64DD97DD-43D3-F5D3-B4EE-BD7F9628B26B}"/>
          </ac:spMkLst>
        </pc:spChg>
      </pc:sldChg>
      <pc:sldChg chg="modSp mod">
        <pc:chgData name="Enrique Villegas Valerio" userId="8ada793c76dcd6b1" providerId="LiveId" clId="{CDC2C08B-765D-41C0-A2C7-AC4B25AAD00D}" dt="2024-04-07T12:50:17.370" v="54" actId="20577"/>
        <pc:sldMkLst>
          <pc:docMk/>
          <pc:sldMk cId="3565370651" sldId="619"/>
        </pc:sldMkLst>
        <pc:spChg chg="mod">
          <ac:chgData name="Enrique Villegas Valerio" userId="8ada793c76dcd6b1" providerId="LiveId" clId="{CDC2C08B-765D-41C0-A2C7-AC4B25AAD00D}" dt="2024-04-07T12:50:17.370" v="54" actId="20577"/>
          <ac:spMkLst>
            <pc:docMk/>
            <pc:sldMk cId="3565370651" sldId="619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727271413" sldId="620"/>
        </pc:sldMkLst>
      </pc:sldChg>
      <pc:sldChg chg="del">
        <pc:chgData name="Enrique Villegas Valerio" userId="8ada793c76dcd6b1" providerId="LiveId" clId="{CDC2C08B-765D-41C0-A2C7-AC4B25AAD00D}" dt="2024-04-07T12:46:16.938" v="15" actId="47"/>
        <pc:sldMkLst>
          <pc:docMk/>
          <pc:sldMk cId="3487798009" sldId="621"/>
        </pc:sldMkLst>
      </pc:sldChg>
      <pc:sldChg chg="del">
        <pc:chgData name="Enrique Villegas Valerio" userId="8ada793c76dcd6b1" providerId="LiveId" clId="{CDC2C08B-765D-41C0-A2C7-AC4B25AAD00D}" dt="2024-04-07T12:49:03.118" v="23" actId="47"/>
        <pc:sldMkLst>
          <pc:docMk/>
          <pc:sldMk cId="3718908424" sldId="622"/>
        </pc:sldMkLst>
      </pc:sldChg>
      <pc:sldChg chg="del">
        <pc:chgData name="Enrique Villegas Valerio" userId="8ada793c76dcd6b1" providerId="LiveId" clId="{CDC2C08B-765D-41C0-A2C7-AC4B25AAD00D}" dt="2024-04-07T12:46:04.303" v="1" actId="47"/>
        <pc:sldMkLst>
          <pc:docMk/>
          <pc:sldMk cId="4148459029" sldId="623"/>
        </pc:sldMkLst>
      </pc:sldChg>
      <pc:sldChg chg="del">
        <pc:chgData name="Enrique Villegas Valerio" userId="8ada793c76dcd6b1" providerId="LiveId" clId="{CDC2C08B-765D-41C0-A2C7-AC4B25AAD00D}" dt="2024-04-07T12:46:02.473" v="0" actId="47"/>
        <pc:sldMkLst>
          <pc:docMk/>
          <pc:sldMk cId="3308717625" sldId="624"/>
        </pc:sldMkLst>
      </pc:sldChg>
      <pc:sldChg chg="del">
        <pc:chgData name="Enrique Villegas Valerio" userId="8ada793c76dcd6b1" providerId="LiveId" clId="{CDC2C08B-765D-41C0-A2C7-AC4B25AAD00D}" dt="2024-04-07T12:46:05.292" v="2" actId="47"/>
        <pc:sldMkLst>
          <pc:docMk/>
          <pc:sldMk cId="3948492993" sldId="625"/>
        </pc:sldMkLst>
      </pc:sldChg>
      <pc:sldChg chg="del">
        <pc:chgData name="Enrique Villegas Valerio" userId="8ada793c76dcd6b1" providerId="LiveId" clId="{CDC2C08B-765D-41C0-A2C7-AC4B25AAD00D}" dt="2024-04-07T12:46:06.713" v="3" actId="47"/>
        <pc:sldMkLst>
          <pc:docMk/>
          <pc:sldMk cId="2406067261" sldId="627"/>
        </pc:sldMkLst>
      </pc:sldChg>
      <pc:sldChg chg="del">
        <pc:chgData name="Enrique Villegas Valerio" userId="8ada793c76dcd6b1" providerId="LiveId" clId="{CDC2C08B-765D-41C0-A2C7-AC4B25AAD00D}" dt="2024-04-07T12:46:07.666" v="4" actId="47"/>
        <pc:sldMkLst>
          <pc:docMk/>
          <pc:sldMk cId="3541811059" sldId="629"/>
        </pc:sldMkLst>
      </pc:sldChg>
      <pc:sldChg chg="del">
        <pc:chgData name="Enrique Villegas Valerio" userId="8ada793c76dcd6b1" providerId="LiveId" clId="{CDC2C08B-765D-41C0-A2C7-AC4B25AAD00D}" dt="2024-04-07T12:46:08.352" v="5" actId="47"/>
        <pc:sldMkLst>
          <pc:docMk/>
          <pc:sldMk cId="3489231012" sldId="630"/>
        </pc:sldMkLst>
      </pc:sldChg>
      <pc:sldChg chg="del">
        <pc:chgData name="Enrique Villegas Valerio" userId="8ada793c76dcd6b1" providerId="LiveId" clId="{CDC2C08B-765D-41C0-A2C7-AC4B25AAD00D}" dt="2024-04-07T12:46:10.406" v="7" actId="47"/>
        <pc:sldMkLst>
          <pc:docMk/>
          <pc:sldMk cId="2496932168" sldId="631"/>
        </pc:sldMkLst>
      </pc:sldChg>
      <pc:sldChg chg="del">
        <pc:chgData name="Enrique Villegas Valerio" userId="8ada793c76dcd6b1" providerId="LiveId" clId="{CDC2C08B-765D-41C0-A2C7-AC4B25AAD00D}" dt="2024-04-07T12:46:11.172" v="8" actId="47"/>
        <pc:sldMkLst>
          <pc:docMk/>
          <pc:sldMk cId="1655910859" sldId="632"/>
        </pc:sldMkLst>
      </pc:sldChg>
      <pc:sldChg chg="del">
        <pc:chgData name="Enrique Villegas Valerio" userId="8ada793c76dcd6b1" providerId="LiveId" clId="{CDC2C08B-765D-41C0-A2C7-AC4B25AAD00D}" dt="2024-04-07T12:46:11.744" v="9" actId="47"/>
        <pc:sldMkLst>
          <pc:docMk/>
          <pc:sldMk cId="2159040137" sldId="633"/>
        </pc:sldMkLst>
      </pc:sldChg>
      <pc:sldChg chg="del">
        <pc:chgData name="Enrique Villegas Valerio" userId="8ada793c76dcd6b1" providerId="LiveId" clId="{CDC2C08B-765D-41C0-A2C7-AC4B25AAD00D}" dt="2024-04-07T12:46:12.282" v="10" actId="47"/>
        <pc:sldMkLst>
          <pc:docMk/>
          <pc:sldMk cId="3660709600" sldId="634"/>
        </pc:sldMkLst>
      </pc:sldChg>
      <pc:sldChg chg="del">
        <pc:chgData name="Enrique Villegas Valerio" userId="8ada793c76dcd6b1" providerId="LiveId" clId="{CDC2C08B-765D-41C0-A2C7-AC4B25AAD00D}" dt="2024-04-07T12:46:12.857" v="11" actId="47"/>
        <pc:sldMkLst>
          <pc:docMk/>
          <pc:sldMk cId="2463502322" sldId="635"/>
        </pc:sldMkLst>
      </pc:sldChg>
      <pc:sldChg chg="del">
        <pc:chgData name="Enrique Villegas Valerio" userId="8ada793c76dcd6b1" providerId="LiveId" clId="{CDC2C08B-765D-41C0-A2C7-AC4B25AAD00D}" dt="2024-04-07T12:46:13.363" v="12" actId="47"/>
        <pc:sldMkLst>
          <pc:docMk/>
          <pc:sldMk cId="1820967091" sldId="638"/>
        </pc:sldMkLst>
      </pc:sldChg>
      <pc:sldChg chg="del">
        <pc:chgData name="Enrique Villegas Valerio" userId="8ada793c76dcd6b1" providerId="LiveId" clId="{CDC2C08B-765D-41C0-A2C7-AC4B25AAD00D}" dt="2024-04-07T12:46:09.551" v="6" actId="47"/>
        <pc:sldMkLst>
          <pc:docMk/>
          <pc:sldMk cId="1286045280" sldId="639"/>
        </pc:sldMkLst>
      </pc:sldChg>
      <pc:sldChg chg="del">
        <pc:chgData name="Enrique Villegas Valerio" userId="8ada793c76dcd6b1" providerId="LiveId" clId="{CDC2C08B-765D-41C0-A2C7-AC4B25AAD00D}" dt="2024-04-07T12:46:17.918" v="16" actId="47"/>
        <pc:sldMkLst>
          <pc:docMk/>
          <pc:sldMk cId="2842406516" sldId="640"/>
        </pc:sldMkLst>
      </pc:sldChg>
      <pc:sldChg chg="del">
        <pc:chgData name="Enrique Villegas Valerio" userId="8ada793c76dcd6b1" providerId="LiveId" clId="{CDC2C08B-765D-41C0-A2C7-AC4B25AAD00D}" dt="2024-04-07T12:46:14.368" v="13" actId="47"/>
        <pc:sldMkLst>
          <pc:docMk/>
          <pc:sldMk cId="1497405485" sldId="641"/>
        </pc:sldMkLst>
      </pc:sldChg>
      <pc:sldChg chg="del">
        <pc:chgData name="Enrique Villegas Valerio" userId="8ada793c76dcd6b1" providerId="LiveId" clId="{CDC2C08B-765D-41C0-A2C7-AC4B25AAD00D}" dt="2024-04-07T12:46:15.198" v="14" actId="47"/>
        <pc:sldMkLst>
          <pc:docMk/>
          <pc:sldMk cId="2995814007" sldId="642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463674693" sldId="643"/>
        </pc:sldMkLst>
      </pc:sldChg>
      <pc:sldChg chg="del">
        <pc:chgData name="Enrique Villegas Valerio" userId="8ada793c76dcd6b1" providerId="LiveId" clId="{CDC2C08B-765D-41C0-A2C7-AC4B25AAD00D}" dt="2024-04-07T12:46:19.888" v="17" actId="47"/>
        <pc:sldMkLst>
          <pc:docMk/>
          <pc:sldMk cId="879913515" sldId="644"/>
        </pc:sldMkLst>
      </pc:sldChg>
      <pc:sldChg chg="del">
        <pc:chgData name="Enrique Villegas Valerio" userId="8ada793c76dcd6b1" providerId="LiveId" clId="{CDC2C08B-765D-41C0-A2C7-AC4B25AAD00D}" dt="2024-04-07T12:46:33.555" v="18" actId="47"/>
        <pc:sldMkLst>
          <pc:docMk/>
          <pc:sldMk cId="2267134591" sldId="645"/>
        </pc:sldMkLst>
      </pc:sldChg>
      <pc:sldChg chg="del">
        <pc:chgData name="Enrique Villegas Valerio" userId="8ada793c76dcd6b1" providerId="LiveId" clId="{CDC2C08B-765D-41C0-A2C7-AC4B25AAD00D}" dt="2024-04-07T12:46:33.555" v="18" actId="47"/>
        <pc:sldMkLst>
          <pc:docMk/>
          <pc:sldMk cId="251748061" sldId="646"/>
        </pc:sldMkLst>
      </pc:sldChg>
      <pc:sldChg chg="ord">
        <pc:chgData name="Enrique Villegas Valerio" userId="8ada793c76dcd6b1" providerId="LiveId" clId="{CDC2C08B-765D-41C0-A2C7-AC4B25AAD00D}" dt="2024-04-07T12:54:28.777" v="103"/>
        <pc:sldMkLst>
          <pc:docMk/>
          <pc:sldMk cId="2175877941" sldId="647"/>
        </pc:sldMkLst>
      </pc:sldChg>
      <pc:sldChg chg="modSp add mod">
        <pc:chgData name="Enrique Villegas Valerio" userId="8ada793c76dcd6b1" providerId="LiveId" clId="{CDC2C08B-765D-41C0-A2C7-AC4B25AAD00D}" dt="2024-04-07T12:51:41.732" v="67" actId="403"/>
        <pc:sldMkLst>
          <pc:docMk/>
          <pc:sldMk cId="1863978871" sldId="648"/>
        </pc:sldMkLst>
        <pc:spChg chg="mod">
          <ac:chgData name="Enrique Villegas Valerio" userId="8ada793c76dcd6b1" providerId="LiveId" clId="{CDC2C08B-765D-41C0-A2C7-AC4B25AAD00D}" dt="2024-04-07T12:51:41.732" v="67" actId="403"/>
          <ac:spMkLst>
            <pc:docMk/>
            <pc:sldMk cId="1863978871" sldId="648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536920399" sldId="648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195595564" sldId="649"/>
        </pc:sldMkLst>
      </pc:sldChg>
      <pc:sldChg chg="modSp add mod">
        <pc:chgData name="Enrique Villegas Valerio" userId="8ada793c76dcd6b1" providerId="LiveId" clId="{CDC2C08B-765D-41C0-A2C7-AC4B25AAD00D}" dt="2024-04-07T12:51:52.593" v="72" actId="404"/>
        <pc:sldMkLst>
          <pc:docMk/>
          <pc:sldMk cId="3710083402" sldId="649"/>
        </pc:sldMkLst>
        <pc:spChg chg="mod">
          <ac:chgData name="Enrique Villegas Valerio" userId="8ada793c76dcd6b1" providerId="LiveId" clId="{CDC2C08B-765D-41C0-A2C7-AC4B25AAD00D}" dt="2024-04-07T12:51:52.593" v="72" actId="404"/>
          <ac:spMkLst>
            <pc:docMk/>
            <pc:sldMk cId="3710083402" sldId="649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3:25:12.997" v="108" actId="13926"/>
        <pc:sldMkLst>
          <pc:docMk/>
          <pc:sldMk cId="3622716666" sldId="650"/>
        </pc:sldMkLst>
        <pc:spChg chg="mod">
          <ac:chgData name="Enrique Villegas Valerio" userId="8ada793c76dcd6b1" providerId="LiveId" clId="{CDC2C08B-765D-41C0-A2C7-AC4B25AAD00D}" dt="2024-04-07T13:25:12.997" v="108" actId="13926"/>
          <ac:spMkLst>
            <pc:docMk/>
            <pc:sldMk cId="3622716666" sldId="65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2:52:19.673" v="79" actId="20577"/>
          <ac:spMkLst>
            <pc:docMk/>
            <pc:sldMk cId="3622716666" sldId="650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742352768" sldId="650"/>
        </pc:sldMkLst>
      </pc:sldChg>
      <pc:sldChg chg="modSp add mod">
        <pc:chgData name="Enrique Villegas Valerio" userId="8ada793c76dcd6b1" providerId="LiveId" clId="{CDC2C08B-765D-41C0-A2C7-AC4B25AAD00D}" dt="2024-04-07T12:53:29.756" v="101" actId="20577"/>
        <pc:sldMkLst>
          <pc:docMk/>
          <pc:sldMk cId="365194930" sldId="651"/>
        </pc:sldMkLst>
        <pc:spChg chg="mod">
          <ac:chgData name="Enrique Villegas Valerio" userId="8ada793c76dcd6b1" providerId="LiveId" clId="{CDC2C08B-765D-41C0-A2C7-AC4B25AAD00D}" dt="2024-04-07T12:53:29.756" v="101" actId="20577"/>
          <ac:spMkLst>
            <pc:docMk/>
            <pc:sldMk cId="365194930" sldId="651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161172122" sldId="651"/>
        </pc:sldMkLst>
      </pc:sldChg>
      <pc:sldChg chg="modSp add mod">
        <pc:chgData name="Enrique Villegas Valerio" userId="8ada793c76dcd6b1" providerId="LiveId" clId="{CDC2C08B-765D-41C0-A2C7-AC4B25AAD00D}" dt="2024-04-07T13:29:45.293" v="124" actId="13926"/>
        <pc:sldMkLst>
          <pc:docMk/>
          <pc:sldMk cId="443738992" sldId="652"/>
        </pc:sldMkLst>
        <pc:spChg chg="mod">
          <ac:chgData name="Enrique Villegas Valerio" userId="8ada793c76dcd6b1" providerId="LiveId" clId="{CDC2C08B-765D-41C0-A2C7-AC4B25AAD00D}" dt="2024-04-07T13:29:45.293" v="124" actId="13926"/>
          <ac:spMkLst>
            <pc:docMk/>
            <pc:sldMk cId="443738992" sldId="652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420209562" sldId="652"/>
        </pc:sldMkLst>
      </pc:sldChg>
      <pc:sldChg chg="modSp add mod">
        <pc:chgData name="Enrique Villegas Valerio" userId="8ada793c76dcd6b1" providerId="LiveId" clId="{CDC2C08B-765D-41C0-A2C7-AC4B25AAD00D}" dt="2024-04-07T13:25:19.436" v="109" actId="13926"/>
        <pc:sldMkLst>
          <pc:docMk/>
          <pc:sldMk cId="925484648" sldId="653"/>
        </pc:sldMkLst>
        <pc:spChg chg="mod">
          <ac:chgData name="Enrique Villegas Valerio" userId="8ada793c76dcd6b1" providerId="LiveId" clId="{CDC2C08B-765D-41C0-A2C7-AC4B25AAD00D}" dt="2024-04-07T13:25:19.436" v="109" actId="13926"/>
          <ac:spMkLst>
            <pc:docMk/>
            <pc:sldMk cId="925484648" sldId="653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182268207" sldId="653"/>
        </pc:sldMkLst>
      </pc:sldChg>
      <pc:sldChg chg="modSp add mod">
        <pc:chgData name="Enrique Villegas Valerio" userId="8ada793c76dcd6b1" providerId="LiveId" clId="{CDC2C08B-765D-41C0-A2C7-AC4B25AAD00D}" dt="2024-04-07T13:25:31.991" v="111" actId="13926"/>
        <pc:sldMkLst>
          <pc:docMk/>
          <pc:sldMk cId="1864149646" sldId="654"/>
        </pc:sldMkLst>
        <pc:spChg chg="mod">
          <ac:chgData name="Enrique Villegas Valerio" userId="8ada793c76dcd6b1" providerId="LiveId" clId="{CDC2C08B-765D-41C0-A2C7-AC4B25AAD00D}" dt="2024-04-07T13:25:31.991" v="111" actId="13926"/>
          <ac:spMkLst>
            <pc:docMk/>
            <pc:sldMk cId="1864149646" sldId="654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740941221" sldId="654"/>
        </pc:sldMkLst>
      </pc:sldChg>
      <pc:sldChg chg="modSp add mod">
        <pc:chgData name="Enrique Villegas Valerio" userId="8ada793c76dcd6b1" providerId="LiveId" clId="{CDC2C08B-765D-41C0-A2C7-AC4B25AAD00D}" dt="2024-04-07T13:25:38.111" v="112" actId="13926"/>
        <pc:sldMkLst>
          <pc:docMk/>
          <pc:sldMk cId="1753382044" sldId="655"/>
        </pc:sldMkLst>
        <pc:spChg chg="mod">
          <ac:chgData name="Enrique Villegas Valerio" userId="8ada793c76dcd6b1" providerId="LiveId" clId="{CDC2C08B-765D-41C0-A2C7-AC4B25AAD00D}" dt="2024-04-07T13:25:38.111" v="112" actId="13926"/>
          <ac:spMkLst>
            <pc:docMk/>
            <pc:sldMk cId="1753382044" sldId="655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919253981" sldId="655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003372233" sldId="656"/>
        </pc:sldMkLst>
      </pc:sldChg>
      <pc:sldChg chg="modSp add mod">
        <pc:chgData name="Enrique Villegas Valerio" userId="8ada793c76dcd6b1" providerId="LiveId" clId="{CDC2C08B-765D-41C0-A2C7-AC4B25AAD00D}" dt="2024-04-07T13:29:07.913" v="118" actId="13926"/>
        <pc:sldMkLst>
          <pc:docMk/>
          <pc:sldMk cId="2912443806" sldId="656"/>
        </pc:sldMkLst>
        <pc:spChg chg="mod">
          <ac:chgData name="Enrique Villegas Valerio" userId="8ada793c76dcd6b1" providerId="LiveId" clId="{CDC2C08B-765D-41C0-A2C7-AC4B25AAD00D}" dt="2024-04-07T13:29:07.913" v="118" actId="13926"/>
          <ac:spMkLst>
            <pc:docMk/>
            <pc:sldMk cId="2912443806" sldId="656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3:29:12.888" v="119" actId="13926"/>
        <pc:sldMkLst>
          <pc:docMk/>
          <pc:sldMk cId="1012075313" sldId="657"/>
        </pc:sldMkLst>
        <pc:spChg chg="mod">
          <ac:chgData name="Enrique Villegas Valerio" userId="8ada793c76dcd6b1" providerId="LiveId" clId="{CDC2C08B-765D-41C0-A2C7-AC4B25AAD00D}" dt="2024-04-07T13:29:12.888" v="119" actId="13926"/>
          <ac:spMkLst>
            <pc:docMk/>
            <pc:sldMk cId="1012075313" sldId="657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179037820" sldId="657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503147654" sldId="658"/>
        </pc:sldMkLst>
      </pc:sldChg>
      <pc:sldChg chg="modSp add mod">
        <pc:chgData name="Enrique Villegas Valerio" userId="8ada793c76dcd6b1" providerId="LiveId" clId="{CDC2C08B-765D-41C0-A2C7-AC4B25AAD00D}" dt="2024-04-07T13:29:18.398" v="120" actId="13926"/>
        <pc:sldMkLst>
          <pc:docMk/>
          <pc:sldMk cId="3228153944" sldId="658"/>
        </pc:sldMkLst>
        <pc:spChg chg="mod">
          <ac:chgData name="Enrique Villegas Valerio" userId="8ada793c76dcd6b1" providerId="LiveId" clId="{CDC2C08B-765D-41C0-A2C7-AC4B25AAD00D}" dt="2024-04-07T13:29:18.398" v="120" actId="13926"/>
          <ac:spMkLst>
            <pc:docMk/>
            <pc:sldMk cId="3228153944" sldId="658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3:29:29.248" v="121" actId="13926"/>
        <pc:sldMkLst>
          <pc:docMk/>
          <pc:sldMk cId="2657496803" sldId="659"/>
        </pc:sldMkLst>
        <pc:spChg chg="mod">
          <ac:chgData name="Enrique Villegas Valerio" userId="8ada793c76dcd6b1" providerId="LiveId" clId="{CDC2C08B-765D-41C0-A2C7-AC4B25AAD00D}" dt="2024-04-07T13:29:29.248" v="121" actId="13926"/>
          <ac:spMkLst>
            <pc:docMk/>
            <pc:sldMk cId="2657496803" sldId="659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114409690" sldId="659"/>
        </pc:sldMkLst>
      </pc:sldChg>
      <pc:sldChg chg="modSp add mod">
        <pc:chgData name="Enrique Villegas Valerio" userId="8ada793c76dcd6b1" providerId="LiveId" clId="{CDC2C08B-765D-41C0-A2C7-AC4B25AAD00D}" dt="2024-04-07T13:29:34.809" v="122" actId="13926"/>
        <pc:sldMkLst>
          <pc:docMk/>
          <pc:sldMk cId="652998298" sldId="660"/>
        </pc:sldMkLst>
        <pc:spChg chg="mod">
          <ac:chgData name="Enrique Villegas Valerio" userId="8ada793c76dcd6b1" providerId="LiveId" clId="{CDC2C08B-765D-41C0-A2C7-AC4B25AAD00D}" dt="2024-04-07T13:29:34.809" v="122" actId="13926"/>
          <ac:spMkLst>
            <pc:docMk/>
            <pc:sldMk cId="652998298" sldId="660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276759801" sldId="660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440042760" sldId="661"/>
        </pc:sldMkLst>
      </pc:sldChg>
      <pc:sldChg chg="modSp new mod">
        <pc:chgData name="Enrique Villegas Valerio" userId="8ada793c76dcd6b1" providerId="LiveId" clId="{CDC2C08B-765D-41C0-A2C7-AC4B25AAD00D}" dt="2024-04-07T13:35:10.568" v="145" actId="20577"/>
        <pc:sldMkLst>
          <pc:docMk/>
          <pc:sldMk cId="2526859485" sldId="661"/>
        </pc:sldMkLst>
        <pc:spChg chg="mod">
          <ac:chgData name="Enrique Villegas Valerio" userId="8ada793c76dcd6b1" providerId="LiveId" clId="{CDC2C08B-765D-41C0-A2C7-AC4B25AAD00D}" dt="2024-04-07T13:35:04.968" v="135" actId="5793"/>
          <ac:spMkLst>
            <pc:docMk/>
            <pc:sldMk cId="2526859485" sldId="661"/>
            <ac:spMk id="2" creationId="{BC6AA646-38E1-6B39-3BE2-246E5D7AD9F7}"/>
          </ac:spMkLst>
        </pc:spChg>
        <pc:spChg chg="mod">
          <ac:chgData name="Enrique Villegas Valerio" userId="8ada793c76dcd6b1" providerId="LiveId" clId="{CDC2C08B-765D-41C0-A2C7-AC4B25AAD00D}" dt="2024-04-07T13:35:10.568" v="145" actId="20577"/>
          <ac:spMkLst>
            <pc:docMk/>
            <pc:sldMk cId="2526859485" sldId="661"/>
            <ac:spMk id="3" creationId="{E8940C64-E738-A244-24D8-A04EA847B1E5}"/>
          </ac:spMkLst>
        </pc:spChg>
      </pc:sldChg>
      <pc:sldChg chg="add del">
        <pc:chgData name="Enrique Villegas Valerio" userId="8ada793c76dcd6b1" providerId="LiveId" clId="{CDC2C08B-765D-41C0-A2C7-AC4B25AAD00D}" dt="2024-04-07T13:29:50.969" v="125" actId="47"/>
        <pc:sldMkLst>
          <pc:docMk/>
          <pc:sldMk cId="4128707410" sldId="661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930791695" sldId="662"/>
        </pc:sldMkLst>
      </pc:sldChg>
      <pc:sldChg chg="modSp add mod">
        <pc:chgData name="Enrique Villegas Valerio" userId="8ada793c76dcd6b1" providerId="LiveId" clId="{CDC2C08B-765D-41C0-A2C7-AC4B25AAD00D}" dt="2024-04-07T13:38:09.054" v="163" actId="20577"/>
        <pc:sldMkLst>
          <pc:docMk/>
          <pc:sldMk cId="3743986458" sldId="662"/>
        </pc:sldMkLst>
        <pc:spChg chg="mod">
          <ac:chgData name="Enrique Villegas Valerio" userId="8ada793c76dcd6b1" providerId="LiveId" clId="{CDC2C08B-765D-41C0-A2C7-AC4B25AAD00D}" dt="2024-04-07T13:38:09.054" v="163" actId="20577"/>
          <ac:spMkLst>
            <pc:docMk/>
            <pc:sldMk cId="3743986458" sldId="662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3:37:58.083" v="157" actId="20577"/>
          <ac:spMkLst>
            <pc:docMk/>
            <pc:sldMk cId="3743986458" sldId="662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775458845" sldId="663"/>
        </pc:sldMkLst>
      </pc:sldChg>
      <pc:sldChg chg="modSp add mod">
        <pc:chgData name="Enrique Villegas Valerio" userId="8ada793c76dcd6b1" providerId="LiveId" clId="{CDC2C08B-765D-41C0-A2C7-AC4B25AAD00D}" dt="2024-04-07T13:38:11.563" v="164"/>
        <pc:sldMkLst>
          <pc:docMk/>
          <pc:sldMk cId="3811002914" sldId="663"/>
        </pc:sldMkLst>
        <pc:spChg chg="mod">
          <ac:chgData name="Enrique Villegas Valerio" userId="8ada793c76dcd6b1" providerId="LiveId" clId="{CDC2C08B-765D-41C0-A2C7-AC4B25AAD00D}" dt="2024-04-07T13:38:11.563" v="164"/>
          <ac:spMkLst>
            <pc:docMk/>
            <pc:sldMk cId="3811002914" sldId="663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3:42:09.093" v="186" actId="20577"/>
        <pc:sldMkLst>
          <pc:docMk/>
          <pc:sldMk cId="758706162" sldId="664"/>
        </pc:sldMkLst>
        <pc:spChg chg="mod">
          <ac:chgData name="Enrique Villegas Valerio" userId="8ada793c76dcd6b1" providerId="LiveId" clId="{CDC2C08B-765D-41C0-A2C7-AC4B25AAD00D}" dt="2024-04-07T13:41:53.131" v="167" actId="6549"/>
          <ac:spMkLst>
            <pc:docMk/>
            <pc:sldMk cId="758706162" sldId="664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3:42:09.093" v="186" actId="20577"/>
          <ac:spMkLst>
            <pc:docMk/>
            <pc:sldMk cId="758706162" sldId="664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422998595" sldId="664"/>
        </pc:sldMkLst>
      </pc:sldChg>
      <pc:sldChg chg="modSp add mod">
        <pc:chgData name="Enrique Villegas Valerio" userId="8ada793c76dcd6b1" providerId="LiveId" clId="{CDC2C08B-765D-41C0-A2C7-AC4B25AAD00D}" dt="2024-04-07T13:56:24.645" v="419" actId="20577"/>
        <pc:sldMkLst>
          <pc:docMk/>
          <pc:sldMk cId="3701962660" sldId="665"/>
        </pc:sldMkLst>
        <pc:spChg chg="mod">
          <ac:chgData name="Enrique Villegas Valerio" userId="8ada793c76dcd6b1" providerId="LiveId" clId="{CDC2C08B-765D-41C0-A2C7-AC4B25AAD00D}" dt="2024-04-07T13:54:13.110" v="417" actId="20577"/>
          <ac:spMkLst>
            <pc:docMk/>
            <pc:sldMk cId="3701962660" sldId="665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07T13:56:24.645" v="419" actId="20577"/>
          <ac:spMkLst>
            <pc:docMk/>
            <pc:sldMk cId="3701962660" sldId="665"/>
            <ac:spMk id="4" creationId="{64DD97DD-43D3-F5D3-B4EE-BD7F9628B26B}"/>
          </ac:spMkLst>
        </pc:spChg>
      </pc:sldChg>
      <pc:sldChg chg="new del">
        <pc:chgData name="Enrique Villegas Valerio" userId="8ada793c76dcd6b1" providerId="LiveId" clId="{CDC2C08B-765D-41C0-A2C7-AC4B25AAD00D}" dt="2024-04-07T14:03:25.162" v="422" actId="47"/>
        <pc:sldMkLst>
          <pc:docMk/>
          <pc:sldMk cId="3281568121" sldId="666"/>
        </pc:sldMkLst>
      </pc:sldChg>
      <pc:sldChg chg="modSp add mod">
        <pc:chgData name="Enrique Villegas Valerio" userId="8ada793c76dcd6b1" providerId="LiveId" clId="{CDC2C08B-765D-41C0-A2C7-AC4B25AAD00D}" dt="2024-04-07T14:04:00.383" v="442" actId="404"/>
        <pc:sldMkLst>
          <pc:docMk/>
          <pc:sldMk cId="683895397" sldId="667"/>
        </pc:sldMkLst>
        <pc:spChg chg="mod">
          <ac:chgData name="Enrique Villegas Valerio" userId="8ada793c76dcd6b1" providerId="LiveId" clId="{CDC2C08B-765D-41C0-A2C7-AC4B25AAD00D}" dt="2024-04-07T14:04:00.383" v="442" actId="404"/>
          <ac:spMkLst>
            <pc:docMk/>
            <pc:sldMk cId="683895397" sldId="667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03:29.153" v="429" actId="20577"/>
          <ac:spMkLst>
            <pc:docMk/>
            <pc:sldMk cId="683895397" sldId="667"/>
            <ac:spMk id="3" creationId="{7C68BD49-EB98-945B-E1DB-FD4A8FC66606}"/>
          </ac:spMkLst>
        </pc:spChg>
      </pc:sldChg>
      <pc:sldChg chg="modSp add mod">
        <pc:chgData name="Enrique Villegas Valerio" userId="8ada793c76dcd6b1" providerId="LiveId" clId="{CDC2C08B-765D-41C0-A2C7-AC4B25AAD00D}" dt="2024-04-07T14:04:05.343" v="445" actId="20577"/>
        <pc:sldMkLst>
          <pc:docMk/>
          <pc:sldMk cId="3463523011" sldId="668"/>
        </pc:sldMkLst>
        <pc:spChg chg="mod">
          <ac:chgData name="Enrique Villegas Valerio" userId="8ada793c76dcd6b1" providerId="LiveId" clId="{CDC2C08B-765D-41C0-A2C7-AC4B25AAD00D}" dt="2024-04-07T14:04:05.343" v="445" actId="20577"/>
          <ac:spMkLst>
            <pc:docMk/>
            <pc:sldMk cId="3463523011" sldId="668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4:04:08.334" v="447" actId="20577"/>
        <pc:sldMkLst>
          <pc:docMk/>
          <pc:sldMk cId="3254322274" sldId="669"/>
        </pc:sldMkLst>
        <pc:spChg chg="mod">
          <ac:chgData name="Enrique Villegas Valerio" userId="8ada793c76dcd6b1" providerId="LiveId" clId="{CDC2C08B-765D-41C0-A2C7-AC4B25AAD00D}" dt="2024-04-07T14:04:08.334" v="447" actId="20577"/>
          <ac:spMkLst>
            <pc:docMk/>
            <pc:sldMk cId="3254322274" sldId="669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4:10:09.614" v="465" actId="6549"/>
        <pc:sldMkLst>
          <pc:docMk/>
          <pc:sldMk cId="1684307421" sldId="670"/>
        </pc:sldMkLst>
        <pc:spChg chg="mod">
          <ac:chgData name="Enrique Villegas Valerio" userId="8ada793c76dcd6b1" providerId="LiveId" clId="{CDC2C08B-765D-41C0-A2C7-AC4B25AAD00D}" dt="2024-04-07T14:10:09.614" v="465" actId="6549"/>
          <ac:spMkLst>
            <pc:docMk/>
            <pc:sldMk cId="1684307421" sldId="67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09:59.042" v="460" actId="20577"/>
          <ac:spMkLst>
            <pc:docMk/>
            <pc:sldMk cId="1684307421" sldId="670"/>
            <ac:spMk id="3" creationId="{7C68BD49-EB98-945B-E1DB-FD4A8FC66606}"/>
          </ac:spMkLst>
        </pc:spChg>
      </pc:sldChg>
      <pc:sldChg chg="new del">
        <pc:chgData name="Enrique Villegas Valerio" userId="8ada793c76dcd6b1" providerId="LiveId" clId="{CDC2C08B-765D-41C0-A2C7-AC4B25AAD00D}" dt="2024-04-07T14:09:38.703" v="449" actId="680"/>
        <pc:sldMkLst>
          <pc:docMk/>
          <pc:sldMk cId="3475689693" sldId="670"/>
        </pc:sldMkLst>
      </pc:sldChg>
      <pc:sldChg chg="modSp add mod">
        <pc:chgData name="Enrique Villegas Valerio" userId="8ada793c76dcd6b1" providerId="LiveId" clId="{CDC2C08B-765D-41C0-A2C7-AC4B25AAD00D}" dt="2024-04-07T14:11:01.186" v="487" actId="403"/>
        <pc:sldMkLst>
          <pc:docMk/>
          <pc:sldMk cId="765843385" sldId="671"/>
        </pc:sldMkLst>
        <pc:spChg chg="mod">
          <ac:chgData name="Enrique Villegas Valerio" userId="8ada793c76dcd6b1" providerId="LiveId" clId="{CDC2C08B-765D-41C0-A2C7-AC4B25AAD00D}" dt="2024-04-07T14:11:01.186" v="487" actId="403"/>
          <ac:spMkLst>
            <pc:docMk/>
            <pc:sldMk cId="765843385" sldId="671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10:57.247" v="484"/>
          <ac:spMkLst>
            <pc:docMk/>
            <pc:sldMk cId="765843385" sldId="671"/>
            <ac:spMk id="3" creationId="{7C68BD49-EB98-945B-E1DB-FD4A8FC66606}"/>
          </ac:spMkLst>
        </pc:spChg>
      </pc:sldChg>
      <pc:sldChg chg="modSp add mod">
        <pc:chgData name="Enrique Villegas Valerio" userId="8ada793c76dcd6b1" providerId="LiveId" clId="{CDC2C08B-765D-41C0-A2C7-AC4B25AAD00D}" dt="2024-04-07T14:38:17.903" v="498"/>
        <pc:sldMkLst>
          <pc:docMk/>
          <pc:sldMk cId="2164278905" sldId="672"/>
        </pc:sldMkLst>
        <pc:spChg chg="mod">
          <ac:chgData name="Enrique Villegas Valerio" userId="8ada793c76dcd6b1" providerId="LiveId" clId="{CDC2C08B-765D-41C0-A2C7-AC4B25AAD00D}" dt="2024-04-07T14:38:10.209" v="495" actId="404"/>
          <ac:spMkLst>
            <pc:docMk/>
            <pc:sldMk cId="2164278905" sldId="672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38:17.903" v="498"/>
          <ac:spMkLst>
            <pc:docMk/>
            <pc:sldMk cId="2164278905" sldId="672"/>
            <ac:spMk id="3" creationId="{7C68BD49-EB98-945B-E1DB-FD4A8FC66606}"/>
          </ac:spMkLst>
        </pc:spChg>
      </pc:sldChg>
      <pc:sldChg chg="add">
        <pc:chgData name="Enrique Villegas Valerio" userId="8ada793c76dcd6b1" providerId="LiveId" clId="{CDC2C08B-765D-41C0-A2C7-AC4B25AAD00D}" dt="2024-04-07T14:42:21.307" v="499"/>
        <pc:sldMkLst>
          <pc:docMk/>
          <pc:sldMk cId="932395896" sldId="673"/>
        </pc:sldMkLst>
      </pc:sldChg>
      <pc:sldChg chg="addSp delSp new mod modClrScheme chgLayout">
        <pc:chgData name="Enrique Villegas Valerio" userId="8ada793c76dcd6b1" providerId="LiveId" clId="{CDC2C08B-765D-41C0-A2C7-AC4B25AAD00D}" dt="2024-04-07T14:46:08.390" v="502" actId="22"/>
        <pc:sldMkLst>
          <pc:docMk/>
          <pc:sldMk cId="2362790315" sldId="674"/>
        </pc:sldMkLst>
        <pc:spChg chg="del">
          <ac:chgData name="Enrique Villegas Valerio" userId="8ada793c76dcd6b1" providerId="LiveId" clId="{CDC2C08B-765D-41C0-A2C7-AC4B25AAD00D}" dt="2024-04-07T14:46:07.365" v="501" actId="700"/>
          <ac:spMkLst>
            <pc:docMk/>
            <pc:sldMk cId="2362790315" sldId="674"/>
            <ac:spMk id="2" creationId="{5B0E44E3-76AA-F6AE-BA7B-32379C2ACEF0}"/>
          </ac:spMkLst>
        </pc:spChg>
        <pc:spChg chg="del">
          <ac:chgData name="Enrique Villegas Valerio" userId="8ada793c76dcd6b1" providerId="LiveId" clId="{CDC2C08B-765D-41C0-A2C7-AC4B25AAD00D}" dt="2024-04-07T14:46:07.365" v="501" actId="700"/>
          <ac:spMkLst>
            <pc:docMk/>
            <pc:sldMk cId="2362790315" sldId="674"/>
            <ac:spMk id="3" creationId="{01B0231B-4168-9F05-7D47-F854AB9F5DB9}"/>
          </ac:spMkLst>
        </pc:spChg>
        <pc:picChg chg="add">
          <ac:chgData name="Enrique Villegas Valerio" userId="8ada793c76dcd6b1" providerId="LiveId" clId="{CDC2C08B-765D-41C0-A2C7-AC4B25AAD00D}" dt="2024-04-07T14:46:08.390" v="502" actId="22"/>
          <ac:picMkLst>
            <pc:docMk/>
            <pc:sldMk cId="2362790315" sldId="674"/>
            <ac:picMk id="5" creationId="{E37B54F5-114E-2A1A-BBC0-6E11C3F76249}"/>
          </ac:picMkLst>
        </pc:picChg>
      </pc:sldChg>
      <pc:sldChg chg="modSp add mod">
        <pc:chgData name="Enrique Villegas Valerio" userId="8ada793c76dcd6b1" providerId="LiveId" clId="{CDC2C08B-765D-41C0-A2C7-AC4B25AAD00D}" dt="2024-04-07T14:50:33.095" v="523" actId="404"/>
        <pc:sldMkLst>
          <pc:docMk/>
          <pc:sldMk cId="2169214258" sldId="675"/>
        </pc:sldMkLst>
        <pc:spChg chg="mod">
          <ac:chgData name="Enrique Villegas Valerio" userId="8ada793c76dcd6b1" providerId="LiveId" clId="{CDC2C08B-765D-41C0-A2C7-AC4B25AAD00D}" dt="2024-04-07T14:50:33.095" v="523" actId="404"/>
          <ac:spMkLst>
            <pc:docMk/>
            <pc:sldMk cId="2169214258" sldId="675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50:30.375" v="522" actId="20577"/>
          <ac:spMkLst>
            <pc:docMk/>
            <pc:sldMk cId="2169214258" sldId="675"/>
            <ac:spMk id="3" creationId="{7C68BD49-EB98-945B-E1DB-FD4A8FC66606}"/>
          </ac:spMkLst>
        </pc:spChg>
      </pc:sldChg>
      <pc:sldChg chg="addSp delSp modSp new mod modClrScheme chgLayout">
        <pc:chgData name="Enrique Villegas Valerio" userId="8ada793c76dcd6b1" providerId="LiveId" clId="{CDC2C08B-765D-41C0-A2C7-AC4B25AAD00D}" dt="2024-04-07T14:59:58.061" v="952" actId="478"/>
        <pc:sldMkLst>
          <pc:docMk/>
          <pc:sldMk cId="1295296830" sldId="676"/>
        </pc:sldMkLst>
        <pc:spChg chg="del mod ord">
          <ac:chgData name="Enrique Villegas Valerio" userId="8ada793c76dcd6b1" providerId="LiveId" clId="{CDC2C08B-765D-41C0-A2C7-AC4B25AAD00D}" dt="2024-04-07T14:54:36.991" v="525" actId="700"/>
          <ac:spMkLst>
            <pc:docMk/>
            <pc:sldMk cId="1295296830" sldId="676"/>
            <ac:spMk id="2" creationId="{8DD77160-1DB5-A602-8E5A-6FC10DCEB4A1}"/>
          </ac:spMkLst>
        </pc:spChg>
        <pc:spChg chg="del mod ord">
          <ac:chgData name="Enrique Villegas Valerio" userId="8ada793c76dcd6b1" providerId="LiveId" clId="{CDC2C08B-765D-41C0-A2C7-AC4B25AAD00D}" dt="2024-04-07T14:54:36.991" v="525" actId="700"/>
          <ac:spMkLst>
            <pc:docMk/>
            <pc:sldMk cId="1295296830" sldId="676"/>
            <ac:spMk id="3" creationId="{C5B99A3A-DCEE-2083-4BD1-9DE320479B86}"/>
          </ac:spMkLst>
        </pc:spChg>
        <pc:spChg chg="add del mod ord">
          <ac:chgData name="Enrique Villegas Valerio" userId="8ada793c76dcd6b1" providerId="LiveId" clId="{CDC2C08B-765D-41C0-A2C7-AC4B25AAD00D}" dt="2024-04-07T14:57:57.297" v="774" actId="478"/>
          <ac:spMkLst>
            <pc:docMk/>
            <pc:sldMk cId="1295296830" sldId="676"/>
            <ac:spMk id="4" creationId="{6DF264A2-358D-8ABA-A616-A94D27E31065}"/>
          </ac:spMkLst>
        </pc:spChg>
        <pc:spChg chg="add del mod ord">
          <ac:chgData name="Enrique Villegas Valerio" userId="8ada793c76dcd6b1" providerId="LiveId" clId="{CDC2C08B-765D-41C0-A2C7-AC4B25AAD00D}" dt="2024-04-07T14:57:57.297" v="774" actId="478"/>
          <ac:spMkLst>
            <pc:docMk/>
            <pc:sldMk cId="1295296830" sldId="676"/>
            <ac:spMk id="5" creationId="{5BBBC5D0-A074-1268-3CCC-540ADD7F75A0}"/>
          </ac:spMkLst>
        </pc:spChg>
        <pc:spChg chg="add mod">
          <ac:chgData name="Enrique Villegas Valerio" userId="8ada793c76dcd6b1" providerId="LiveId" clId="{CDC2C08B-765D-41C0-A2C7-AC4B25AAD00D}" dt="2024-04-07T14:58:05.358" v="778"/>
          <ac:spMkLst>
            <pc:docMk/>
            <pc:sldMk cId="1295296830" sldId="676"/>
            <ac:spMk id="6" creationId="{35449903-F304-8B1E-5055-FE1FCBB35FDF}"/>
          </ac:spMkLst>
        </pc:spChg>
        <pc:spChg chg="add mod">
          <ac:chgData name="Enrique Villegas Valerio" userId="8ada793c76dcd6b1" providerId="LiveId" clId="{CDC2C08B-765D-41C0-A2C7-AC4B25AAD00D}" dt="2024-04-07T14:58:05.358" v="778"/>
          <ac:spMkLst>
            <pc:docMk/>
            <pc:sldMk cId="1295296830" sldId="676"/>
            <ac:spMk id="7" creationId="{4E8A90E3-55E2-D4B9-DDEE-5F667A9CE49C}"/>
          </ac:spMkLst>
        </pc:spChg>
        <pc:spChg chg="add mod">
          <ac:chgData name="Enrique Villegas Valerio" userId="8ada793c76dcd6b1" providerId="LiveId" clId="{CDC2C08B-765D-41C0-A2C7-AC4B25AAD00D}" dt="2024-04-07T14:58:27.473" v="797" actId="20577"/>
          <ac:spMkLst>
            <pc:docMk/>
            <pc:sldMk cId="1295296830" sldId="676"/>
            <ac:spMk id="9" creationId="{850DA090-261B-107F-7F1A-60CA4C65CA5A}"/>
          </ac:spMkLst>
        </pc:spChg>
        <pc:spChg chg="add del mod">
          <ac:chgData name="Enrique Villegas Valerio" userId="8ada793c76dcd6b1" providerId="LiveId" clId="{CDC2C08B-765D-41C0-A2C7-AC4B25AAD00D}" dt="2024-04-07T14:59:58.061" v="952" actId="478"/>
          <ac:spMkLst>
            <pc:docMk/>
            <pc:sldMk cId="1295296830" sldId="676"/>
            <ac:spMk id="10" creationId="{1D10651A-7732-2510-CF9F-BC2A35DBCB91}"/>
          </ac:spMkLst>
        </pc:spChg>
        <pc:spChg chg="add mod">
          <ac:chgData name="Enrique Villegas Valerio" userId="8ada793c76dcd6b1" providerId="LiveId" clId="{CDC2C08B-765D-41C0-A2C7-AC4B25AAD00D}" dt="2024-04-07T14:59:42.055" v="931" actId="1036"/>
          <ac:spMkLst>
            <pc:docMk/>
            <pc:sldMk cId="1295296830" sldId="676"/>
            <ac:spMk id="11" creationId="{AD8E98F4-B307-7515-3E94-262651A47113}"/>
          </ac:spMkLst>
        </pc:spChg>
        <pc:spChg chg="add del mod">
          <ac:chgData name="Enrique Villegas Valerio" userId="8ada793c76dcd6b1" providerId="LiveId" clId="{CDC2C08B-765D-41C0-A2C7-AC4B25AAD00D}" dt="2024-04-07T14:59:58.061" v="952" actId="478"/>
          <ac:spMkLst>
            <pc:docMk/>
            <pc:sldMk cId="1295296830" sldId="676"/>
            <ac:spMk id="12" creationId="{1DBB9608-8847-98D7-3597-2D9E69036C94}"/>
          </ac:spMkLst>
        </pc:spChg>
        <pc:picChg chg="add">
          <ac:chgData name="Enrique Villegas Valerio" userId="8ada793c76dcd6b1" providerId="LiveId" clId="{CDC2C08B-765D-41C0-A2C7-AC4B25AAD00D}" dt="2024-04-07T14:58:05.448" v="779"/>
          <ac:picMkLst>
            <pc:docMk/>
            <pc:sldMk cId="1295296830" sldId="676"/>
            <ac:picMk id="8" creationId="{E3A86A8F-A3F4-BC65-8910-1F0C6A66F68C}"/>
          </ac:picMkLst>
        </pc:picChg>
      </pc:sldChg>
      <pc:sldChg chg="delSp add mod modAnim">
        <pc:chgData name="Enrique Villegas Valerio" userId="8ada793c76dcd6b1" providerId="LiveId" clId="{CDC2C08B-765D-41C0-A2C7-AC4B25AAD00D}" dt="2024-04-07T15:01:05.103" v="967"/>
        <pc:sldMkLst>
          <pc:docMk/>
          <pc:sldMk cId="170801458" sldId="677"/>
        </pc:sldMkLst>
        <pc:spChg chg="del">
          <ac:chgData name="Enrique Villegas Valerio" userId="8ada793c76dcd6b1" providerId="LiveId" clId="{CDC2C08B-765D-41C0-A2C7-AC4B25AAD00D}" dt="2024-04-07T15:00:00.961" v="953" actId="478"/>
          <ac:spMkLst>
            <pc:docMk/>
            <pc:sldMk cId="170801458" sldId="677"/>
            <ac:spMk id="12" creationId="{1DBB9608-8847-98D7-3597-2D9E69036C94}"/>
          </ac:spMkLst>
        </pc:spChg>
      </pc:sldChg>
      <pc:sldChg chg="modSp add mod">
        <pc:chgData name="Enrique Villegas Valerio" userId="8ada793c76dcd6b1" providerId="LiveId" clId="{CDC2C08B-765D-41C0-A2C7-AC4B25AAD00D}" dt="2024-04-07T15:00:08.548" v="964" actId="1037"/>
        <pc:sldMkLst>
          <pc:docMk/>
          <pc:sldMk cId="3441119422" sldId="678"/>
        </pc:sldMkLst>
        <pc:spChg chg="mod">
          <ac:chgData name="Enrique Villegas Valerio" userId="8ada793c76dcd6b1" providerId="LiveId" clId="{CDC2C08B-765D-41C0-A2C7-AC4B25AAD00D}" dt="2024-04-07T15:00:08.548" v="964" actId="1037"/>
          <ac:spMkLst>
            <pc:docMk/>
            <pc:sldMk cId="3441119422" sldId="678"/>
            <ac:spMk id="12" creationId="{1DBB9608-8847-98D7-3597-2D9E69036C94}"/>
          </ac:spMkLst>
        </pc:spChg>
      </pc:sldChg>
      <pc:sldChg chg="modSp add mod">
        <pc:chgData name="Enrique Villegas Valerio" userId="8ada793c76dcd6b1" providerId="LiveId" clId="{CDC2C08B-765D-41C0-A2C7-AC4B25AAD00D}" dt="2024-04-07T15:02:11.726" v="993" actId="20577"/>
        <pc:sldMkLst>
          <pc:docMk/>
          <pc:sldMk cId="2710820381" sldId="679"/>
        </pc:sldMkLst>
        <pc:spChg chg="mod">
          <ac:chgData name="Enrique Villegas Valerio" userId="8ada793c76dcd6b1" providerId="LiveId" clId="{CDC2C08B-765D-41C0-A2C7-AC4B25AAD00D}" dt="2024-04-07T15:02:06.485" v="985" actId="20577"/>
          <ac:spMkLst>
            <pc:docMk/>
            <pc:sldMk cId="2710820381" sldId="679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07T15:02:11.726" v="993" actId="20577"/>
          <ac:spMkLst>
            <pc:docMk/>
            <pc:sldMk cId="2710820381" sldId="679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CDC2C08B-765D-41C0-A2C7-AC4B25AAD00D}" dt="2024-04-07T15:11:33.172" v="1071" actId="20577"/>
        <pc:sldMkLst>
          <pc:docMk/>
          <pc:sldMk cId="1587180771" sldId="680"/>
        </pc:sldMkLst>
        <pc:spChg chg="mod">
          <ac:chgData name="Enrique Villegas Valerio" userId="8ada793c76dcd6b1" providerId="LiveId" clId="{CDC2C08B-765D-41C0-A2C7-AC4B25AAD00D}" dt="2024-04-07T15:11:33.172" v="1071" actId="20577"/>
          <ac:spMkLst>
            <pc:docMk/>
            <pc:sldMk cId="1587180771" sldId="68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5:10:33.100" v="1046" actId="20577"/>
          <ac:spMkLst>
            <pc:docMk/>
            <pc:sldMk cId="1587180771" sldId="680"/>
            <ac:spMk id="3" creationId="{7C68BD49-EB98-945B-E1DB-FD4A8FC66606}"/>
          </ac:spMkLst>
        </pc:spChg>
      </pc:sldChg>
      <pc:sldChg chg="modSp add mod">
        <pc:chgData name="Enrique Villegas Valerio" userId="8ada793c76dcd6b1" providerId="LiveId" clId="{CDC2C08B-765D-41C0-A2C7-AC4B25AAD00D}" dt="2024-04-07T15:11:41.615" v="1074" actId="20577"/>
        <pc:sldMkLst>
          <pc:docMk/>
          <pc:sldMk cId="2650733549" sldId="681"/>
        </pc:sldMkLst>
        <pc:spChg chg="mod">
          <ac:chgData name="Enrique Villegas Valerio" userId="8ada793c76dcd6b1" providerId="LiveId" clId="{CDC2C08B-765D-41C0-A2C7-AC4B25AAD00D}" dt="2024-04-07T15:11:41.615" v="1074" actId="20577"/>
          <ac:spMkLst>
            <pc:docMk/>
            <pc:sldMk cId="2650733549" sldId="681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5:11:47.847" v="1077" actId="20577"/>
        <pc:sldMkLst>
          <pc:docMk/>
          <pc:sldMk cId="2260251805" sldId="682"/>
        </pc:sldMkLst>
        <pc:spChg chg="mod">
          <ac:chgData name="Enrique Villegas Valerio" userId="8ada793c76dcd6b1" providerId="LiveId" clId="{CDC2C08B-765D-41C0-A2C7-AC4B25AAD00D}" dt="2024-04-07T15:11:47.847" v="1077" actId="20577"/>
          <ac:spMkLst>
            <pc:docMk/>
            <pc:sldMk cId="2260251805" sldId="682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5:11:53.592" v="1080" actId="20577"/>
        <pc:sldMkLst>
          <pc:docMk/>
          <pc:sldMk cId="2214204123" sldId="683"/>
        </pc:sldMkLst>
        <pc:spChg chg="mod">
          <ac:chgData name="Enrique Villegas Valerio" userId="8ada793c76dcd6b1" providerId="LiveId" clId="{CDC2C08B-765D-41C0-A2C7-AC4B25AAD00D}" dt="2024-04-07T15:11:53.592" v="1080" actId="20577"/>
          <ac:spMkLst>
            <pc:docMk/>
            <pc:sldMk cId="2214204123" sldId="683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5:12:00.205" v="1083" actId="20577"/>
        <pc:sldMkLst>
          <pc:docMk/>
          <pc:sldMk cId="2425344730" sldId="684"/>
        </pc:sldMkLst>
        <pc:spChg chg="mod">
          <ac:chgData name="Enrique Villegas Valerio" userId="8ada793c76dcd6b1" providerId="LiveId" clId="{CDC2C08B-765D-41C0-A2C7-AC4B25AAD00D}" dt="2024-04-07T15:12:00.205" v="1083" actId="20577"/>
          <ac:spMkLst>
            <pc:docMk/>
            <pc:sldMk cId="2425344730" sldId="684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5:12:06.943" v="1086" actId="20577"/>
        <pc:sldMkLst>
          <pc:docMk/>
          <pc:sldMk cId="1139487378" sldId="685"/>
        </pc:sldMkLst>
        <pc:spChg chg="mod">
          <ac:chgData name="Enrique Villegas Valerio" userId="8ada793c76dcd6b1" providerId="LiveId" clId="{CDC2C08B-765D-41C0-A2C7-AC4B25AAD00D}" dt="2024-04-07T15:12:06.943" v="1086" actId="20577"/>
          <ac:spMkLst>
            <pc:docMk/>
            <pc:sldMk cId="1139487378" sldId="685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5:12:12.578" v="1089" actId="20577"/>
        <pc:sldMkLst>
          <pc:docMk/>
          <pc:sldMk cId="3141107797" sldId="686"/>
        </pc:sldMkLst>
        <pc:spChg chg="mod">
          <ac:chgData name="Enrique Villegas Valerio" userId="8ada793c76dcd6b1" providerId="LiveId" clId="{CDC2C08B-765D-41C0-A2C7-AC4B25AAD00D}" dt="2024-04-07T15:12:12.578" v="1089" actId="20577"/>
          <ac:spMkLst>
            <pc:docMk/>
            <pc:sldMk cId="3141107797" sldId="686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5:12:18.873" v="1092" actId="20577"/>
        <pc:sldMkLst>
          <pc:docMk/>
          <pc:sldMk cId="484316165" sldId="687"/>
        </pc:sldMkLst>
        <pc:spChg chg="mod">
          <ac:chgData name="Enrique Villegas Valerio" userId="8ada793c76dcd6b1" providerId="LiveId" clId="{CDC2C08B-765D-41C0-A2C7-AC4B25AAD00D}" dt="2024-04-07T15:12:18.873" v="1092" actId="20577"/>
          <ac:spMkLst>
            <pc:docMk/>
            <pc:sldMk cId="484316165" sldId="687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5:12:34.507" v="1096" actId="255"/>
        <pc:sldMkLst>
          <pc:docMk/>
          <pc:sldMk cId="1432785095" sldId="688"/>
        </pc:sldMkLst>
        <pc:spChg chg="mod">
          <ac:chgData name="Enrique Villegas Valerio" userId="8ada793c76dcd6b1" providerId="LiveId" clId="{CDC2C08B-765D-41C0-A2C7-AC4B25AAD00D}" dt="2024-04-07T15:12:34.507" v="1096" actId="255"/>
          <ac:spMkLst>
            <pc:docMk/>
            <pc:sldMk cId="1432785095" sldId="688"/>
            <ac:spMk id="2" creationId="{F9514DA0-BE75-5888-FE06-2837D81A98C5}"/>
          </ac:spMkLst>
        </pc:spChg>
      </pc:sldChg>
      <pc:sldChg chg="add">
        <pc:chgData name="Enrique Villegas Valerio" userId="8ada793c76dcd6b1" providerId="LiveId" clId="{CDC2C08B-765D-41C0-A2C7-AC4B25AAD00D}" dt="2024-04-07T16:10:42.932" v="1097"/>
        <pc:sldMkLst>
          <pc:docMk/>
          <pc:sldMk cId="194887151" sldId="689"/>
        </pc:sldMkLst>
      </pc:sldChg>
      <pc:sldChg chg="modSp add mod">
        <pc:chgData name="Enrique Villegas Valerio" userId="8ada793c76dcd6b1" providerId="LiveId" clId="{CDC2C08B-765D-41C0-A2C7-AC4B25AAD00D}" dt="2024-04-07T16:11:15.898" v="1116" actId="20577"/>
        <pc:sldMkLst>
          <pc:docMk/>
          <pc:sldMk cId="3360183814" sldId="690"/>
        </pc:sldMkLst>
        <pc:spChg chg="mod">
          <ac:chgData name="Enrique Villegas Valerio" userId="8ada793c76dcd6b1" providerId="LiveId" clId="{CDC2C08B-765D-41C0-A2C7-AC4B25AAD00D}" dt="2024-04-07T16:11:07.044" v="1099"/>
          <ac:spMkLst>
            <pc:docMk/>
            <pc:sldMk cId="3360183814" sldId="69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6:11:15.898" v="1116" actId="20577"/>
          <ac:spMkLst>
            <pc:docMk/>
            <pc:sldMk cId="3360183814" sldId="690"/>
            <ac:spMk id="3" creationId="{7C68BD49-EB98-945B-E1DB-FD4A8FC66606}"/>
          </ac:spMkLst>
        </pc:spChg>
      </pc:sldChg>
      <pc:sldChg chg="modSp add mod">
        <pc:chgData name="Enrique Villegas Valerio" userId="8ada793c76dcd6b1" providerId="LiveId" clId="{CDC2C08B-765D-41C0-A2C7-AC4B25AAD00D}" dt="2024-04-07T16:13:44.365" v="1143" actId="21"/>
        <pc:sldMkLst>
          <pc:docMk/>
          <pc:sldMk cId="864455291" sldId="691"/>
        </pc:sldMkLst>
        <pc:spChg chg="mod">
          <ac:chgData name="Enrique Villegas Valerio" userId="8ada793c76dcd6b1" providerId="LiveId" clId="{CDC2C08B-765D-41C0-A2C7-AC4B25AAD00D}" dt="2024-04-07T16:13:44.365" v="1143" actId="21"/>
          <ac:spMkLst>
            <pc:docMk/>
            <pc:sldMk cId="864455291" sldId="691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6:13:24.911" v="1135" actId="20577"/>
          <ac:spMkLst>
            <pc:docMk/>
            <pc:sldMk cId="864455291" sldId="691"/>
            <ac:spMk id="3" creationId="{7C68BD49-EB98-945B-E1DB-FD4A8FC66606}"/>
          </ac:spMkLst>
        </pc:spChg>
      </pc:sldChg>
      <pc:sldChg chg="modSp add mod">
        <pc:chgData name="Enrique Villegas Valerio" userId="8ada793c76dcd6b1" providerId="LiveId" clId="{CDC2C08B-765D-41C0-A2C7-AC4B25AAD00D}" dt="2024-04-07T16:13:59.333" v="1145" actId="21"/>
        <pc:sldMkLst>
          <pc:docMk/>
          <pc:sldMk cId="1922617798" sldId="692"/>
        </pc:sldMkLst>
        <pc:spChg chg="mod">
          <ac:chgData name="Enrique Villegas Valerio" userId="8ada793c76dcd6b1" providerId="LiveId" clId="{CDC2C08B-765D-41C0-A2C7-AC4B25AAD00D}" dt="2024-04-07T16:13:59.333" v="1145" actId="21"/>
          <ac:spMkLst>
            <pc:docMk/>
            <pc:sldMk cId="1922617798" sldId="692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6:14:05.829" v="1147" actId="21"/>
        <pc:sldMkLst>
          <pc:docMk/>
          <pc:sldMk cId="3204150675" sldId="693"/>
        </pc:sldMkLst>
        <pc:spChg chg="mod">
          <ac:chgData name="Enrique Villegas Valerio" userId="8ada793c76dcd6b1" providerId="LiveId" clId="{CDC2C08B-765D-41C0-A2C7-AC4B25AAD00D}" dt="2024-04-07T16:14:05.829" v="1147" actId="21"/>
          <ac:spMkLst>
            <pc:docMk/>
            <pc:sldMk cId="3204150675" sldId="693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07T16:14:07.880" v="1148"/>
        <pc:sldMkLst>
          <pc:docMk/>
          <pc:sldMk cId="1915793057" sldId="694"/>
        </pc:sldMkLst>
        <pc:spChg chg="mod">
          <ac:chgData name="Enrique Villegas Valerio" userId="8ada793c76dcd6b1" providerId="LiveId" clId="{CDC2C08B-765D-41C0-A2C7-AC4B25AAD00D}" dt="2024-04-07T16:14:07.880" v="1148"/>
          <ac:spMkLst>
            <pc:docMk/>
            <pc:sldMk cId="1915793057" sldId="694"/>
            <ac:spMk id="2" creationId="{F9514DA0-BE75-5888-FE06-2837D81A98C5}"/>
          </ac:spMkLst>
        </pc:spChg>
      </pc:sldChg>
      <pc:sldChg chg="add del">
        <pc:chgData name="Enrique Villegas Valerio" userId="8ada793c76dcd6b1" providerId="LiveId" clId="{CDC2C08B-765D-41C0-A2C7-AC4B25AAD00D}" dt="2024-04-07T16:14:10.353" v="1149" actId="47"/>
        <pc:sldMkLst>
          <pc:docMk/>
          <pc:sldMk cId="285102020" sldId="695"/>
        </pc:sldMkLst>
      </pc:sldChg>
      <pc:sldChg chg="add del">
        <pc:chgData name="Enrique Villegas Valerio" userId="8ada793c76dcd6b1" providerId="LiveId" clId="{CDC2C08B-765D-41C0-A2C7-AC4B25AAD00D}" dt="2024-04-07T16:14:14.461" v="1150" actId="47"/>
        <pc:sldMkLst>
          <pc:docMk/>
          <pc:sldMk cId="1836793294" sldId="696"/>
        </pc:sldMkLst>
      </pc:sldChg>
      <pc:sldChg chg="add del">
        <pc:chgData name="Enrique Villegas Valerio" userId="8ada793c76dcd6b1" providerId="LiveId" clId="{CDC2C08B-765D-41C0-A2C7-AC4B25AAD00D}" dt="2024-04-07T16:14:15.492" v="1151" actId="47"/>
        <pc:sldMkLst>
          <pc:docMk/>
          <pc:sldMk cId="1922460567" sldId="6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1FDB4-1A5D-4B9F-AF6A-52FA43DC7FCB}" type="datetimeFigureOut">
              <a:rPr lang="es-MX" smtClean="0"/>
              <a:t>07/04/2024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109B-DB30-4047-AA4B-24982097BA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7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lion head and clouds&#10;&#10;Description automatically generated">
            <a:extLst>
              <a:ext uri="{FF2B5EF4-FFF2-40B4-BE49-F238E27FC236}">
                <a16:creationId xmlns:a16="http://schemas.microsoft.com/office/drawing/2014/main" id="{96AB1972-E7F1-CFAC-94DD-81E6B1F3F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29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6AAE60-C183-0B5E-BF22-42D727255D6B}"/>
              </a:ext>
            </a:extLst>
          </p:cNvPr>
          <p:cNvSpPr/>
          <p:nvPr userDrawn="1"/>
        </p:nvSpPr>
        <p:spPr>
          <a:xfrm>
            <a:off x="1168401" y="0"/>
            <a:ext cx="110236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0" y="397668"/>
            <a:ext cx="9696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1000" y="6121400"/>
            <a:ext cx="6197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8" name="Imagen 7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165B58CA-7C57-EBCB-9B5B-C0E7FC8F5B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901" y="6089428"/>
            <a:ext cx="1672314" cy="4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5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901" y="397668"/>
            <a:ext cx="10819549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7901" y="6121400"/>
            <a:ext cx="7320699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023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53" y="397668"/>
            <a:ext cx="10942097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53" y="6121400"/>
            <a:ext cx="7443247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F4C5FA9-6EEA-72B9-B468-AD24EA9856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t="14505" r="16779" b="29067"/>
          <a:stretch/>
        </p:blipFill>
        <p:spPr bwMode="auto">
          <a:xfrm>
            <a:off x="10042204" y="5907784"/>
            <a:ext cx="1305246" cy="78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15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315" y="397668"/>
            <a:ext cx="10744135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315" y="6121400"/>
            <a:ext cx="7245285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7" name="Imagen 4" descr="Icono&#10;&#10;Descripción generada automáticamente">
            <a:extLst>
              <a:ext uri="{FF2B5EF4-FFF2-40B4-BE49-F238E27FC236}">
                <a16:creationId xmlns:a16="http://schemas.microsoft.com/office/drawing/2014/main" id="{E760794D-4195-1CBE-AAA0-9C7751238D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648" y="5747899"/>
            <a:ext cx="644802" cy="87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E81D74-8AAE-16C6-9103-D99086590DC4}"/>
              </a:ext>
            </a:extLst>
          </p:cNvPr>
          <p:cNvSpPr/>
          <p:nvPr userDrawn="1"/>
        </p:nvSpPr>
        <p:spPr>
          <a:xfrm>
            <a:off x="1150071" y="0"/>
            <a:ext cx="1104193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228655-8A01-4C21-2519-CA4F7EE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264" y="365125"/>
            <a:ext cx="9713535" cy="1325563"/>
          </a:xfrm>
        </p:spPr>
        <p:txBody>
          <a:bodyPr/>
          <a:lstStyle>
            <a:lvl1pPr algn="r">
              <a:defRPr baseline="0">
                <a:solidFill>
                  <a:schemeClr val="bg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F85EFB-ECD7-05BB-421A-A69167FA1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0264" y="2133600"/>
            <a:ext cx="9713536" cy="365760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spcAft>
                <a:spcPts val="2400"/>
              </a:spcAft>
              <a:defRPr sz="4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25000"/>
              </a:lnSpc>
              <a:spcAft>
                <a:spcPts val="2400"/>
              </a:spcAft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25000"/>
              </a:lnSpc>
              <a:spcAft>
                <a:spcPts val="2400"/>
              </a:spcAft>
              <a:defRPr sz="36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0413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2045615" y="0"/>
            <a:ext cx="1014638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879871"/>
            <a:ext cx="7033491" cy="5098257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4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39CACC-FFD2-07EE-5D90-D9461F47CC44}"/>
              </a:ext>
            </a:extLst>
          </p:cNvPr>
          <p:cNvSpPr/>
          <p:nvPr userDrawn="1"/>
        </p:nvSpPr>
        <p:spPr>
          <a:xfrm>
            <a:off x="2422689" y="0"/>
            <a:ext cx="976931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501919"/>
            <a:ext cx="7546268" cy="729473"/>
          </a:xfrm>
        </p:spPr>
        <p:txBody>
          <a:bodyPr anchor="ctr">
            <a:noAutofit/>
          </a:bodyPr>
          <a:lstStyle>
            <a:lvl1pPr algn="r">
              <a:lnSpc>
                <a:spcPct val="135000"/>
              </a:lnSpc>
              <a:defRPr sz="3200" b="1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8ECB4E-C7A2-7A5E-D26E-9BD8F0C1C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4628" y="1825624"/>
            <a:ext cx="7546268" cy="453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83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1104900"/>
            <a:ext cx="12192000" cy="4679043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20801"/>
            <a:ext cx="10313719" cy="4216398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5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/>
          <a:stretch/>
        </p:blipFill>
        <p:spPr>
          <a:xfrm>
            <a:off x="-3144" y="0"/>
            <a:ext cx="1219514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539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DB29A-9567-452F-B6E9-31720CFDB69A}" type="datetimeFigureOut">
              <a:rPr lang="es-MX" smtClean="0"/>
              <a:t>07/04/2024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D430-150D-4B42-96A2-C567A201F99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839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5" r:id="rId4"/>
    <p:sldLayoutId id="2147483670" r:id="rId5"/>
    <p:sldLayoutId id="2147483671" r:id="rId6"/>
    <p:sldLayoutId id="2147483664" r:id="rId7"/>
    <p:sldLayoutId id="2147483667" r:id="rId8"/>
    <p:sldLayoutId id="2147483673" r:id="rId9"/>
    <p:sldLayoutId id="2147483672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75000"/>
            </a:schemeClr>
          </a:solidFill>
          <a:latin typeface="Atkinson Hyperlegibl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19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dirty="0">
                <a:latin typeface="Montserrat ExtraBold" panose="00000900000000000000" pitchFamily="2" charset="0"/>
              </a:rPr>
              <a:t>Resumen: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Un mensaje celestial 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(vv. 1-8)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Para nuestra realidad terrenal 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(vv. 9 - 11)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Ante  la realidad celestial 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(vv. 11-20)</a:t>
            </a:r>
          </a:p>
        </p:txBody>
      </p:sp>
    </p:spTree>
    <p:extLst>
      <p:ext uri="{BB962C8B-B14F-4D97-AF65-F5344CB8AC3E}">
        <p14:creationId xmlns:p14="http://schemas.microsoft.com/office/powerpoint/2010/main" val="245970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379715" y="1418638"/>
            <a:ext cx="90698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UN mensaje</a:t>
            </a: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32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(Apocalipsis 1.1-8)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750651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b="1" cap="all" dirty="0">
                <a:ln w="12700" cmpd="sng">
                  <a:noFill/>
                  <a:prstDash val="solid"/>
                </a:ln>
                <a:gradFill>
                  <a:gsLst>
                    <a:gs pos="0">
                      <a:srgbClr val="C8B97C"/>
                    </a:gs>
                    <a:gs pos="18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rgbClr val="D5B158"/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EB Garamond" pitchFamily="2" charset="0"/>
                <a:ea typeface="EB Garamond" pitchFamily="2" charset="0"/>
                <a:cs typeface="EB Garamond" pitchFamily="2" charset="0"/>
              </a:rPr>
              <a:t>celestial</a:t>
            </a:r>
          </a:p>
        </p:txBody>
      </p:sp>
    </p:spTree>
    <p:extLst>
      <p:ext uri="{BB962C8B-B14F-4D97-AF65-F5344CB8AC3E}">
        <p14:creationId xmlns:p14="http://schemas.microsoft.com/office/powerpoint/2010/main" val="5961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000" dirty="0"/>
              <a:t>La Revelación de Jesucristo, que Dios le dio, para mostrar a Sus siervos las cosas que deben suceder pronto. Él la dio a conocer enviándola por medio de Su ángel a Su siervo Juan,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1:1-3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5370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dirty="0"/>
              <a:t>2 quien dio testimonio de la palabra de Dios y del testimonio de Jesucristo, y de todo lo que vio.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1:1-3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6397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dirty="0"/>
              <a:t>Bienaventurado el que lee y los que oyen las palabras de la profecía y guardan las cosas que están escritas en ella, porque el tiempo está cerca.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1:1-3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10083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4 Juan,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a las siete iglesias que están en Asia</a:t>
            </a:r>
            <a:r>
              <a:rPr lang="es-MX" sz="4400" b="0" dirty="0">
                <a:latin typeface="Montserrat SemiBold" panose="00000700000000000000" pitchFamily="2" charset="0"/>
              </a:rPr>
              <a:t>: Gracia y paz a ustedes, de parte de Aquel que es y que era y que ha de venir, y de parte de los siete Espíritus que están delante de Su trono,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2271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rie: Las Siete Iglesias del Apocalipsis – Gran Comisión Oxnard (GCO).">
            <a:extLst>
              <a:ext uri="{FF2B5EF4-FFF2-40B4-BE49-F238E27FC236}">
                <a16:creationId xmlns:a16="http://schemas.microsoft.com/office/drawing/2014/main" id="{F82B1BD3-FD59-7488-56B4-B6888478F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1" y="540237"/>
            <a:ext cx="8890000" cy="577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87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4 Juan, a las siete iglesias que están en Asia: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Gracia y paz </a:t>
            </a:r>
            <a:r>
              <a:rPr lang="es-MX" sz="4400" b="0" dirty="0">
                <a:latin typeface="Montserrat SemiBold" panose="00000700000000000000" pitchFamily="2" charset="0"/>
              </a:rPr>
              <a:t>a ustedes, de parte de Aquel que es y que era y que ha de venir, y de parte de los siete Espíritus que están delante de Su trono,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25484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4 Juan, a las siete iglesias que están en Asia: Gracia y paz a ustedes, de parte de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Aquel que es y que era y que ha de venir</a:t>
            </a:r>
            <a:r>
              <a:rPr lang="es-MX" sz="4400" b="0" dirty="0">
                <a:latin typeface="Montserrat SemiBold" panose="00000700000000000000" pitchFamily="2" charset="0"/>
              </a:rPr>
              <a:t>, y de parte de los siete Espíritus que están delante de Su trono,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6414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4 Juan, a las siete iglesias que están en Asia: Gracia y paz a ustedes, de parte de Aquel que es y que era y que ha de venir,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y de parte de los siete Espíritus que están delante de Su trono, </a:t>
            </a:r>
            <a:endParaRPr lang="es-MX" sz="4400" dirty="0">
              <a:highlight>
                <a:srgbClr val="D5B158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338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5 y de parte de Jesucristo, el testigo fiel, el primogénito de los muertos y el soberano de los reyes de la tierra. Al que nos ama y nos libertó de nuestros pecados con Su sangre,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19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5 y de parte de Jesucristo,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el testigo fiel</a:t>
            </a:r>
            <a:r>
              <a:rPr lang="es-MX" sz="4400" b="0" dirty="0">
                <a:latin typeface="Montserrat SemiBold" panose="00000700000000000000" pitchFamily="2" charset="0"/>
              </a:rPr>
              <a:t>, el primogénito de los muertos y el soberano de los reyes de la tierra. Al que nos ama y nos libertó de nuestros pecados con Su sangre,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12443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5 y de parte de Jesucristo, el testigo fiel,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el primogénito de los muertos</a:t>
            </a:r>
            <a:r>
              <a:rPr lang="es-MX" sz="4400" b="0" dirty="0">
                <a:latin typeface="Montserrat SemiBold" panose="00000700000000000000" pitchFamily="2" charset="0"/>
              </a:rPr>
              <a:t> y el soberano de los reyes de la tierra. Al que nos ama y nos libertó de nuestros pecados con Su sangre,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2075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5 y de parte de Jesucristo, el testigo fiel, el primogénito de los muertos y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el soberano de los reyes de la tierra</a:t>
            </a:r>
            <a:r>
              <a:rPr lang="es-MX" sz="4400" b="0" dirty="0">
                <a:latin typeface="Montserrat SemiBold" panose="00000700000000000000" pitchFamily="2" charset="0"/>
              </a:rPr>
              <a:t>. Al que nos ama y nos libertó de nuestros pecados con Su sangre,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28153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5 y de parte de Jesucristo, el testigo fiel, el primogénito de los muertos y el soberano de los reyes de la tierra.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Al que nos ama </a:t>
            </a:r>
            <a:r>
              <a:rPr lang="es-MX" sz="4400" b="0" dirty="0">
                <a:latin typeface="Montserrat SemiBold" panose="00000700000000000000" pitchFamily="2" charset="0"/>
              </a:rPr>
              <a:t>y nos libertó de nuestros pecados con Su sangre,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7496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5 y de parte de Jesucristo, el testigo fiel, el primogénito de los muertos y el soberano de los reyes de la tierra. Al que nos ama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y nos libertó de nuestros pecados con Su sangre</a:t>
            </a:r>
            <a:r>
              <a:rPr lang="es-MX" sz="4400" b="0" dirty="0">
                <a:latin typeface="Montserrat SemiBold" panose="00000700000000000000" pitchFamily="2" charset="0"/>
              </a:rPr>
              <a:t>, </a:t>
            </a:r>
            <a:endParaRPr lang="es-MX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52998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6 e hizo de nosotros </a:t>
            </a:r>
            <a:r>
              <a:rPr lang="es-MX" sz="4400" b="0" dirty="0">
                <a:highlight>
                  <a:srgbClr val="D5B158"/>
                </a:highlight>
                <a:latin typeface="Montserrat SemiBold" panose="00000700000000000000" pitchFamily="2" charset="0"/>
              </a:rPr>
              <a:t>un reino, sacerdotes para Dios</a:t>
            </a:r>
            <a:r>
              <a:rPr lang="es-MX" sz="4400" b="0" dirty="0">
                <a:latin typeface="Montserrat SemiBold" panose="00000700000000000000" pitchFamily="2" charset="0"/>
              </a:rPr>
              <a:t>, Su Padre, a Él sea la gloria y el dominio por los siglos de los siglos. Amén.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1:4-6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43738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A646-38E1-6B39-3BE2-246E5D7A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0" dirty="0">
                <a:latin typeface="Montserrat SemiBold" panose="00000700000000000000" pitchFamily="2" charset="0"/>
              </a:rPr>
              <a:t>Ustedes serán para Mí un reino de sacerdotes y una nación santa…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40C64-E738-A244-24D8-A04EA847B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Éxodo 19:6</a:t>
            </a:r>
          </a:p>
        </p:txBody>
      </p:sp>
    </p:spTree>
    <p:extLst>
      <p:ext uri="{BB962C8B-B14F-4D97-AF65-F5344CB8AC3E}">
        <p14:creationId xmlns:p14="http://schemas.microsoft.com/office/powerpoint/2010/main" val="2526859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7 Él viene con las nubes, y todo ojo lo verá, aun los que lo traspasaron; y todas las tribus de la tierra harán lamentación por Él. Sí. Amén.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</a:t>
            </a:r>
            <a:r>
              <a:rPr lang="es-MX" dirty="0"/>
              <a:t>7-8</a:t>
            </a:r>
          </a:p>
        </p:txBody>
      </p:sp>
    </p:spTree>
    <p:extLst>
      <p:ext uri="{BB962C8B-B14F-4D97-AF65-F5344CB8AC3E}">
        <p14:creationId xmlns:p14="http://schemas.microsoft.com/office/powerpoint/2010/main" val="3743986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Y se lamentarán por Él, como quien se lamenta por un hijo único, y llorarán por Él, como se llora por un primogénito.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Zacarías 12:10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8706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8 «Yo soy el Alfa y la Omega», dice el Señor Dios, «el que es y que era y que ha de venir, el Todopoderoso».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</a:t>
            </a:r>
            <a:r>
              <a:rPr lang="es-MX" dirty="0"/>
              <a:t>7-8</a:t>
            </a:r>
          </a:p>
        </p:txBody>
      </p:sp>
    </p:spTree>
    <p:extLst>
      <p:ext uri="{BB962C8B-B14F-4D97-AF65-F5344CB8AC3E}">
        <p14:creationId xmlns:p14="http://schemas.microsoft.com/office/powerpoint/2010/main" val="381100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379715" y="1418638"/>
            <a:ext cx="90698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Para nuestra realidad</a:t>
            </a: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32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(Apocalipsis 1.1-8)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750651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b="1" cap="all" dirty="0">
                <a:ln w="12700" cmpd="sng">
                  <a:noFill/>
                  <a:prstDash val="solid"/>
                </a:ln>
                <a:gradFill>
                  <a:gsLst>
                    <a:gs pos="0">
                      <a:srgbClr val="C8B97C"/>
                    </a:gs>
                    <a:gs pos="18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rgbClr val="D5B158"/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EB Garamond" pitchFamily="2" charset="0"/>
                <a:ea typeface="EB Garamond" pitchFamily="2" charset="0"/>
                <a:cs typeface="EB Garamond" pitchFamily="2" charset="0"/>
              </a:rPr>
              <a:t>terrenal</a:t>
            </a:r>
          </a:p>
        </p:txBody>
      </p:sp>
    </p:spTree>
    <p:extLst>
      <p:ext uri="{BB962C8B-B14F-4D97-AF65-F5344CB8AC3E}">
        <p14:creationId xmlns:p14="http://schemas.microsoft.com/office/powerpoint/2010/main" val="3701962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000" b="0" dirty="0">
                <a:latin typeface="Montserrat SemiBold" panose="00000700000000000000" pitchFamily="2" charset="0"/>
              </a:rPr>
              <a:t>9 Yo, Juan, hermano de ustedes y compañero en la tribulación, en el reino y en la perseverancia en Jesús, me encontraba en la isla llamada Patmos, por causa de la palabra de Dios y del testimonio de Jesús.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1:9-11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3895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000" b="0" dirty="0">
                <a:latin typeface="Montserrat SemiBold" panose="00000700000000000000" pitchFamily="2" charset="0"/>
              </a:rPr>
              <a:t>33»Estas cosas les he hablado para que en Mí tengan paz. En el mundo tienen tribulación; pero confíen, Yo he vencido al mundo».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Juan 16.33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4307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b="0" dirty="0">
                <a:latin typeface="Montserrat SemiBold" panose="00000700000000000000" pitchFamily="2" charset="0"/>
              </a:rPr>
              <a:t>Y en verdad, todos los que quieren vivir piadosamente en Cristo Jesús, serán perseguidos.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2 Timoteo 3:12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65843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000" b="0" dirty="0">
                <a:latin typeface="Montserrat SemiBold" panose="00000700000000000000" pitchFamily="2" charset="0"/>
              </a:rPr>
              <a:t>Jesús le respondió: «Mi reino no es de este mundo. Si Mi reino fuera de este mundo, entonces Mis servidores pelearían para que Yo no fuera entregado a los judíos. Pero ahora Mi reino no es de aquí».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Juan 18:36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4278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000" b="0" dirty="0">
                <a:latin typeface="Montserrat SemiBold" panose="00000700000000000000" pitchFamily="2" charset="0"/>
              </a:rPr>
              <a:t>9 Yo, Juan, hermano de ustedes y compañero en la tribulación, en el reino y en la perseverancia en Jesús, me encontraba en la isla llamada Patmos, por causa de la palabra de Dios y del testimonio de Jesús.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1:9-11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2395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7B54F5-114E-2A1A-BBC0-6E11C3F76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90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10 Estaba yo en el Espíritu en el día del Señor, y oí detrás de mí una gran voz, como sonido de trompeta,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1:9-11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63523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3600" b="0" dirty="0">
                <a:latin typeface="Montserrat SemiBold" panose="00000700000000000000" pitchFamily="2" charset="0"/>
              </a:rPr>
              <a:t>Y aconteció que al tercer día, cuando llegó la mañana, hubo truenos y relámpagos y una densa nube sobre el monte y un sonido tan fuerte de trompeta, que hizo temblar a todo el pueblo que estaba en el campamento.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Éxodo 19:16</a:t>
            </a:r>
          </a:p>
        </p:txBody>
      </p:sp>
    </p:spTree>
    <p:extLst>
      <p:ext uri="{BB962C8B-B14F-4D97-AF65-F5344CB8AC3E}">
        <p14:creationId xmlns:p14="http://schemas.microsoft.com/office/powerpoint/2010/main" val="21692142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11 que decía: «Escribe en un libro lo que ves, y envíalo a las siete iglesias: a Éfeso, Esmirna, Pérgamo, </a:t>
            </a:r>
            <a:r>
              <a:rPr lang="es-MX" sz="4400" b="0" dirty="0" err="1">
                <a:latin typeface="Montserrat SemiBold" panose="00000700000000000000" pitchFamily="2" charset="0"/>
              </a:rPr>
              <a:t>Tiatira</a:t>
            </a:r>
            <a:r>
              <a:rPr lang="es-MX" sz="4400" b="0" dirty="0">
                <a:latin typeface="Montserrat SemiBold" panose="00000700000000000000" pitchFamily="2" charset="0"/>
              </a:rPr>
              <a:t>, </a:t>
            </a:r>
            <a:r>
              <a:rPr lang="es-MX" sz="4400" b="0" dirty="0" err="1">
                <a:latin typeface="Montserrat SemiBold" panose="00000700000000000000" pitchFamily="2" charset="0"/>
              </a:rPr>
              <a:t>Sardis</a:t>
            </a:r>
            <a:r>
              <a:rPr lang="es-MX" sz="4400" b="0" dirty="0">
                <a:latin typeface="Montserrat SemiBold" panose="00000700000000000000" pitchFamily="2" charset="0"/>
              </a:rPr>
              <a:t>, Filadelfia y </a:t>
            </a:r>
            <a:r>
              <a:rPr lang="es-MX" sz="4400" b="0" dirty="0" err="1">
                <a:latin typeface="Montserrat SemiBold" panose="00000700000000000000" pitchFamily="2" charset="0"/>
              </a:rPr>
              <a:t>Laodicea</a:t>
            </a:r>
            <a:r>
              <a:rPr lang="es-MX" sz="4400" b="0" dirty="0">
                <a:latin typeface="Montserrat SemiBold" panose="00000700000000000000" pitchFamily="2" charset="0"/>
              </a:rPr>
              <a:t>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1:9-11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4322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850DA090-261B-107F-7F1A-60CA4C65CA5A}"/>
              </a:ext>
            </a:extLst>
          </p:cNvPr>
          <p:cNvSpPr txBox="1">
            <a:spLocks/>
          </p:cNvSpPr>
          <p:nvPr/>
        </p:nvSpPr>
        <p:spPr>
          <a:xfrm>
            <a:off x="1640264" y="365125"/>
            <a:ext cx="971353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4">
                    <a:lumMod val="75000"/>
                  </a:schemeClr>
                </a:solidFill>
                <a:latin typeface="Atkinson Hyperlegible" pitchFamily="2" charset="0"/>
                <a:ea typeface="+mj-ea"/>
                <a:cs typeface="+mj-cs"/>
              </a:defRPr>
            </a:lvl1pPr>
          </a:lstStyle>
          <a:p>
            <a:r>
              <a:rPr lang="es-MX" dirty="0"/>
              <a:t>Las fuentes de adversidad en apocalipsis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D8E98F4-B307-7515-3E94-262651A47113}"/>
              </a:ext>
            </a:extLst>
          </p:cNvPr>
          <p:cNvSpPr txBox="1">
            <a:spLocks/>
          </p:cNvSpPr>
          <p:nvPr/>
        </p:nvSpPr>
        <p:spPr>
          <a:xfrm>
            <a:off x="324832" y="3467100"/>
            <a:ext cx="2932718" cy="838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4000" dirty="0">
                <a:latin typeface="Montserrat" panose="00000500000000000000" pitchFamily="2" charset="0"/>
              </a:rPr>
              <a:t>DIABLO</a:t>
            </a:r>
          </a:p>
        </p:txBody>
      </p:sp>
    </p:spTree>
    <p:extLst>
      <p:ext uri="{BB962C8B-B14F-4D97-AF65-F5344CB8AC3E}">
        <p14:creationId xmlns:p14="http://schemas.microsoft.com/office/powerpoint/2010/main" val="1295296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850DA090-261B-107F-7F1A-60CA4C65CA5A}"/>
              </a:ext>
            </a:extLst>
          </p:cNvPr>
          <p:cNvSpPr txBox="1">
            <a:spLocks/>
          </p:cNvSpPr>
          <p:nvPr/>
        </p:nvSpPr>
        <p:spPr>
          <a:xfrm>
            <a:off x="1640264" y="365125"/>
            <a:ext cx="971353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4">
                    <a:lumMod val="75000"/>
                  </a:schemeClr>
                </a:solidFill>
                <a:latin typeface="Atkinson Hyperlegible" pitchFamily="2" charset="0"/>
                <a:ea typeface="+mj-ea"/>
                <a:cs typeface="+mj-cs"/>
              </a:defRPr>
            </a:lvl1pPr>
          </a:lstStyle>
          <a:p>
            <a:r>
              <a:rPr lang="es-MX" dirty="0"/>
              <a:t>Las fuentes de adversidad en apocalipsis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D10651A-7732-2510-CF9F-BC2A35DBCB91}"/>
              </a:ext>
            </a:extLst>
          </p:cNvPr>
          <p:cNvSpPr txBox="1">
            <a:spLocks/>
          </p:cNvSpPr>
          <p:nvPr/>
        </p:nvSpPr>
        <p:spPr>
          <a:xfrm>
            <a:off x="3506182" y="2381250"/>
            <a:ext cx="5313968" cy="31051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5000"/>
              </a:lnSpc>
              <a:spcAft>
                <a:spcPts val="2400"/>
              </a:spcAft>
            </a:pPr>
            <a:r>
              <a:rPr lang="es-MX" dirty="0">
                <a:latin typeface="Montserrat" panose="00000500000000000000" pitchFamily="2" charset="0"/>
              </a:rPr>
              <a:t> Persecución física</a:t>
            </a:r>
          </a:p>
          <a:p>
            <a:pPr>
              <a:lnSpc>
                <a:spcPct val="135000"/>
              </a:lnSpc>
              <a:spcAft>
                <a:spcPts val="2400"/>
              </a:spcAft>
            </a:pPr>
            <a:r>
              <a:rPr lang="es-MX" dirty="0">
                <a:latin typeface="Montserrat" panose="00000500000000000000" pitchFamily="2" charset="0"/>
              </a:rPr>
              <a:t> Persecución económica</a:t>
            </a:r>
          </a:p>
          <a:p>
            <a:pPr>
              <a:lnSpc>
                <a:spcPct val="135000"/>
              </a:lnSpc>
              <a:spcAft>
                <a:spcPts val="2400"/>
              </a:spcAft>
            </a:pPr>
            <a:r>
              <a:rPr lang="es-MX" dirty="0">
                <a:latin typeface="Montserrat" panose="00000500000000000000" pitchFamily="2" charset="0"/>
              </a:rPr>
              <a:t> Sensualidad mundana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D8E98F4-B307-7515-3E94-262651A47113}"/>
              </a:ext>
            </a:extLst>
          </p:cNvPr>
          <p:cNvSpPr txBox="1">
            <a:spLocks/>
          </p:cNvSpPr>
          <p:nvPr/>
        </p:nvSpPr>
        <p:spPr>
          <a:xfrm>
            <a:off x="324832" y="3467100"/>
            <a:ext cx="2932718" cy="838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4000" dirty="0">
                <a:latin typeface="Montserrat" panose="00000500000000000000" pitchFamily="2" charset="0"/>
              </a:rPr>
              <a:t>DIABLO</a:t>
            </a:r>
          </a:p>
        </p:txBody>
      </p:sp>
    </p:spTree>
    <p:extLst>
      <p:ext uri="{BB962C8B-B14F-4D97-AF65-F5344CB8AC3E}">
        <p14:creationId xmlns:p14="http://schemas.microsoft.com/office/powerpoint/2010/main" val="17080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850DA090-261B-107F-7F1A-60CA4C65CA5A}"/>
              </a:ext>
            </a:extLst>
          </p:cNvPr>
          <p:cNvSpPr txBox="1">
            <a:spLocks/>
          </p:cNvSpPr>
          <p:nvPr/>
        </p:nvSpPr>
        <p:spPr>
          <a:xfrm>
            <a:off x="1640264" y="365125"/>
            <a:ext cx="971353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4">
                    <a:lumMod val="75000"/>
                  </a:schemeClr>
                </a:solidFill>
                <a:latin typeface="Atkinson Hyperlegible" pitchFamily="2" charset="0"/>
                <a:ea typeface="+mj-ea"/>
                <a:cs typeface="+mj-cs"/>
              </a:defRPr>
            </a:lvl1pPr>
          </a:lstStyle>
          <a:p>
            <a:r>
              <a:rPr lang="es-MX" dirty="0"/>
              <a:t>Las fuentes de adversidad en apocalipsis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D10651A-7732-2510-CF9F-BC2A35DBCB91}"/>
              </a:ext>
            </a:extLst>
          </p:cNvPr>
          <p:cNvSpPr txBox="1">
            <a:spLocks/>
          </p:cNvSpPr>
          <p:nvPr/>
        </p:nvSpPr>
        <p:spPr>
          <a:xfrm>
            <a:off x="3506182" y="2381250"/>
            <a:ext cx="5313968" cy="31051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5000"/>
              </a:lnSpc>
              <a:spcAft>
                <a:spcPts val="2400"/>
              </a:spcAft>
            </a:pPr>
            <a:r>
              <a:rPr lang="es-MX" dirty="0">
                <a:latin typeface="Montserrat" panose="00000500000000000000" pitchFamily="2" charset="0"/>
              </a:rPr>
              <a:t> Persecución física</a:t>
            </a:r>
          </a:p>
          <a:p>
            <a:pPr>
              <a:lnSpc>
                <a:spcPct val="135000"/>
              </a:lnSpc>
              <a:spcAft>
                <a:spcPts val="2400"/>
              </a:spcAft>
            </a:pPr>
            <a:r>
              <a:rPr lang="es-MX" dirty="0">
                <a:latin typeface="Montserrat" panose="00000500000000000000" pitchFamily="2" charset="0"/>
              </a:rPr>
              <a:t> Persecución económica</a:t>
            </a:r>
          </a:p>
          <a:p>
            <a:pPr>
              <a:lnSpc>
                <a:spcPct val="135000"/>
              </a:lnSpc>
              <a:spcAft>
                <a:spcPts val="2400"/>
              </a:spcAft>
            </a:pPr>
            <a:r>
              <a:rPr lang="es-MX" dirty="0">
                <a:latin typeface="Montserrat" panose="00000500000000000000" pitchFamily="2" charset="0"/>
              </a:rPr>
              <a:t> Sensualidad mundana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D8E98F4-B307-7515-3E94-262651A47113}"/>
              </a:ext>
            </a:extLst>
          </p:cNvPr>
          <p:cNvSpPr txBox="1">
            <a:spLocks/>
          </p:cNvSpPr>
          <p:nvPr/>
        </p:nvSpPr>
        <p:spPr>
          <a:xfrm>
            <a:off x="324832" y="3467100"/>
            <a:ext cx="2932718" cy="838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4000" dirty="0">
                <a:latin typeface="Montserrat" panose="00000500000000000000" pitchFamily="2" charset="0"/>
              </a:rPr>
              <a:t>DIABLO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DBB9608-8847-98D7-3597-2D9E69036C94}"/>
              </a:ext>
            </a:extLst>
          </p:cNvPr>
          <p:cNvSpPr txBox="1">
            <a:spLocks/>
          </p:cNvSpPr>
          <p:nvPr/>
        </p:nvSpPr>
        <p:spPr>
          <a:xfrm>
            <a:off x="9221182" y="3467100"/>
            <a:ext cx="2932718" cy="838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Merriweather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4000" dirty="0">
                <a:latin typeface="Montserrat" panose="00000500000000000000" pitchFamily="2" charset="0"/>
              </a:rPr>
              <a:t>DESEOS</a:t>
            </a:r>
          </a:p>
        </p:txBody>
      </p:sp>
    </p:spTree>
    <p:extLst>
      <p:ext uri="{BB962C8B-B14F-4D97-AF65-F5344CB8AC3E}">
        <p14:creationId xmlns:p14="http://schemas.microsoft.com/office/powerpoint/2010/main" val="3441119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379715" y="1418638"/>
            <a:ext cx="90698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ANTE LA realidad</a:t>
            </a: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32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(Apocalipsis 1.12 - 20)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750651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b="1" cap="all" dirty="0">
                <a:ln w="12700" cmpd="sng">
                  <a:noFill/>
                  <a:prstDash val="solid"/>
                </a:ln>
                <a:gradFill>
                  <a:gsLst>
                    <a:gs pos="0">
                      <a:srgbClr val="C8B97C"/>
                    </a:gs>
                    <a:gs pos="18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rgbClr val="D5B158"/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EB Garamond" pitchFamily="2" charset="0"/>
                <a:ea typeface="EB Garamond" pitchFamily="2" charset="0"/>
                <a:cs typeface="EB Garamond" pitchFamily="2" charset="0"/>
              </a:rPr>
              <a:t>CELESTIAL</a:t>
            </a:r>
          </a:p>
        </p:txBody>
      </p:sp>
    </p:spTree>
    <p:extLst>
      <p:ext uri="{BB962C8B-B14F-4D97-AF65-F5344CB8AC3E}">
        <p14:creationId xmlns:p14="http://schemas.microsoft.com/office/powerpoint/2010/main" val="2710820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12 Entonces me volví para ver de quién era la voz que hablaba conmigo, y al volverme, vi siete candelabros de oro.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1807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13 En medio de los candelabros, vi a uno semejante al Hijo del Hombre, vestido con una túnica que le llegaba hasta los pies y ceñido por el pecho con un cinto de oro.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0733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14 Su cabeza y Sus cabellos eran blancos como la blanca lana, como la nieve. Sus ojos eran como una llama de fuego.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02518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15 Sus pies se parecían al bronce bruñido cuando se le ha hecho refulgir en el horno, y Su voz como el ruido de muchas aguas.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14204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16 En Su mano derecha tenía siete estrellas, y de Su boca salía una espada aguda de dos filos. Su rostro era como el sol cuando brilla con toda su fuerza.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53447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17 Cuando lo vi, caí como muerto a Sus pies. Y Él puso Su mano derecha sobre mí, diciendo: «No temas, Yo soy el Primero y el Último,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39487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18 y el que vive, y estuve muerto. Pero ahora estoy vivo por los siglos de los siglos, y tengo las llaves de la muerte y del Hades.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41107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400" b="0" dirty="0">
                <a:latin typeface="Montserrat SemiBold" panose="00000700000000000000" pitchFamily="2" charset="0"/>
              </a:rPr>
              <a:t>19 »Escribe, pues, las cosas que has visto, y las que son, y las que han de suceder después de estas.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4316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3800" b="0" dirty="0">
                <a:latin typeface="Montserrat SemiBold" panose="00000700000000000000" pitchFamily="2" charset="0"/>
              </a:rPr>
              <a:t>20 »En cuanto al misterio de las siete estrellas que viste en Mi mano derecha y de los siete candelabros de oro: las siete estrellas son los ángeles de las siete iglesias, y los siete candelabros son las siete iglesias.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1:12-20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32785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dirty="0">
                <a:latin typeface="Montserrat ExtraBold" panose="00000900000000000000" pitchFamily="2" charset="0"/>
              </a:rPr>
              <a:t>Resumen: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Un mensaje celestial 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(vv. 1-8)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Para nuestra realidad terrenal 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(vv. 9 - 11)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Ante  la realidad celestial 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(vv. 11-20)</a:t>
            </a:r>
          </a:p>
        </p:txBody>
      </p:sp>
    </p:spTree>
    <p:extLst>
      <p:ext uri="{BB962C8B-B14F-4D97-AF65-F5344CB8AC3E}">
        <p14:creationId xmlns:p14="http://schemas.microsoft.com/office/powerpoint/2010/main" val="1948871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3800" b="0" dirty="0">
                <a:latin typeface="Montserrat SemiBold" panose="00000700000000000000" pitchFamily="2" charset="0"/>
              </a:rPr>
              <a:t>Porque a ustedes se les ha concedido por amor de Cristo, no solo creer en Él, sino también sufrir por Él,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FILIPENSES 1:29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01838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3800" b="0" dirty="0">
                <a:latin typeface="Montserrat SemiBold" panose="00000700000000000000" pitchFamily="2" charset="0"/>
              </a:rPr>
              <a:t>Haya, pues, en ustedes esta actitud que hubo también en Cristo Jesús, 6 el cual, aunque existía en forma de Dios, no consideró el ser igual a Dios como algo a qué aferrarse,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Filipenses 2:5-11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644552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3800" b="0" dirty="0">
                <a:latin typeface="Montserrat SemiBold" panose="00000700000000000000" pitchFamily="2" charset="0"/>
              </a:rPr>
              <a:t>7 sino que se despojó a Sí mismo tomando forma de siervo, haciéndose semejante a los hombres. 8 Y hallándose en forma de hombre, se humilló Él mismo, haciéndose obediente hasta la muerte, y muerte de cruz.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Filipenses 2:5-11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26177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3800" b="0" dirty="0">
                <a:latin typeface="Montserrat SemiBold" panose="00000700000000000000" pitchFamily="2" charset="0"/>
              </a:rPr>
              <a:t>9 Por lo cual Dios también lo exaltó hasta lo sumo, y le confirió el nombre que es sobre todo nombre,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Filipenses 2:5-11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041506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3800" b="0" dirty="0">
                <a:latin typeface="Montserrat SemiBold" panose="00000700000000000000" pitchFamily="2" charset="0"/>
              </a:rPr>
              <a:t>10 para que al nombre de Jesús SE DOBLE TODA RODILLA de los que están en el cielo, y en la tierra, y debajo de la tierra, 11 y toda lengua confiese que Jesucristo es Señor, para gloria de Dios Padre.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Filipenses 2:5-11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157930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D657BFBA35945B3F08057C1D72EB8" ma:contentTypeVersion="3" ma:contentTypeDescription="Create a new document." ma:contentTypeScope="" ma:versionID="d39436f4f1dad0bf48f2c695fe1202b0">
  <xsd:schema xmlns:xsd="http://www.w3.org/2001/XMLSchema" xmlns:xs="http://www.w3.org/2001/XMLSchema" xmlns:p="http://schemas.microsoft.com/office/2006/metadata/properties" xmlns:ns3="a685921f-f366-4ea7-84c8-5471bad9b71b" targetNamespace="http://schemas.microsoft.com/office/2006/metadata/properties" ma:root="true" ma:fieldsID="a7013409abdca6f35d7c8e42267422ab" ns3:_="">
    <xsd:import namespace="a685921f-f366-4ea7-84c8-5471bad9b7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5921f-f366-4ea7-84c8-5471bad9b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4265E9-2ABB-451B-BCDF-224E1F003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5921f-f366-4ea7-84c8-5471bad9b7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399A92-1C6B-40C6-B575-11C564D99E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29AA65-96A6-4F08-84D2-837ABDEE403D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a685921f-f366-4ea7-84c8-5471bad9b71b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10553</TotalTime>
  <Words>1621</Words>
  <Application>Microsoft Office PowerPoint</Application>
  <PresentationFormat>Widescreen</PresentationFormat>
  <Paragraphs>131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Atkinson Hyperlegible</vt:lpstr>
      <vt:lpstr>Calibri</vt:lpstr>
      <vt:lpstr>EB Garamond</vt:lpstr>
      <vt:lpstr>Merriweather</vt:lpstr>
      <vt:lpstr>Montserrat</vt:lpstr>
      <vt:lpstr>Montserrat ExtraBold</vt:lpstr>
      <vt:lpstr>Montserrat SemiBold</vt:lpstr>
      <vt:lpstr>Yeseva One</vt:lpstr>
      <vt:lpstr>Tema de Office</vt:lpstr>
      <vt:lpstr>PowerPoint Presentation</vt:lpstr>
      <vt:lpstr>Resumen:</vt:lpstr>
      <vt:lpstr>PowerPoint Presentation</vt:lpstr>
      <vt:lpstr>La Revelación de Jesucristo, que Dios le dio, para mostrar a Sus siervos las cosas que deben suceder pronto. Él la dio a conocer enviándola por medio de Su ángel a Su siervo Juan,</vt:lpstr>
      <vt:lpstr>2 quien dio testimonio de la palabra de Dios y del testimonio de Jesucristo, y de todo lo que vio. </vt:lpstr>
      <vt:lpstr>Bienaventurado el que lee y los que oyen las palabras de la profecía y guardan las cosas que están escritas en ella, porque el tiempo está cerca.</vt:lpstr>
      <vt:lpstr>4 Juan, a las siete iglesias que están en Asia: Gracia y paz a ustedes, de parte de Aquel que es y que era y que ha de venir, y de parte de los siete Espíritus que están delante de Su trono, </vt:lpstr>
      <vt:lpstr>PowerPoint Presentation</vt:lpstr>
      <vt:lpstr>4 Juan, a las siete iglesias que están en Asia: Gracia y paz a ustedes, de parte de Aquel que es y que era y que ha de venir, y de parte de los siete Espíritus que están delante de Su trono, </vt:lpstr>
      <vt:lpstr>4 Juan, a las siete iglesias que están en Asia: Gracia y paz a ustedes, de parte de Aquel que es y que era y que ha de venir, y de parte de los siete Espíritus que están delante de Su trono, </vt:lpstr>
      <vt:lpstr>4 Juan, a las siete iglesias que están en Asia: Gracia y paz a ustedes, de parte de Aquel que es y que era y que ha de venir, y de parte de los siete Espíritus que están delante de Su trono, </vt:lpstr>
      <vt:lpstr>5 y de parte de Jesucristo, el testigo fiel, el primogénito de los muertos y el soberano de los reyes de la tierra. Al que nos ama y nos libertó de nuestros pecados con Su sangre, </vt:lpstr>
      <vt:lpstr>5 y de parte de Jesucristo, el testigo fiel, el primogénito de los muertos y el soberano de los reyes de la tierra. Al que nos ama y nos libertó de nuestros pecados con Su sangre, </vt:lpstr>
      <vt:lpstr>5 y de parte de Jesucristo, el testigo fiel, el primogénito de los muertos y el soberano de los reyes de la tierra. Al que nos ama y nos libertó de nuestros pecados con Su sangre, </vt:lpstr>
      <vt:lpstr>5 y de parte de Jesucristo, el testigo fiel, el primogénito de los muertos y el soberano de los reyes de la tierra. Al que nos ama y nos libertó de nuestros pecados con Su sangre, </vt:lpstr>
      <vt:lpstr>5 y de parte de Jesucristo, el testigo fiel, el primogénito de los muertos y el soberano de los reyes de la tierra. Al que nos ama y nos libertó de nuestros pecados con Su sangre, </vt:lpstr>
      <vt:lpstr>5 y de parte de Jesucristo, el testigo fiel, el primogénito de los muertos y el soberano de los reyes de la tierra. Al que nos ama y nos libertó de nuestros pecados con Su sangre, </vt:lpstr>
      <vt:lpstr>6 e hizo de nosotros un reino, sacerdotes para Dios, Su Padre, a Él sea la gloria y el dominio por los siglos de los siglos. Amén.</vt:lpstr>
      <vt:lpstr>Ustedes serán para Mí un reino de sacerdotes y una nación santa…</vt:lpstr>
      <vt:lpstr>7 Él viene con las nubes, y todo ojo lo verá, aun los que lo traspasaron; y todas las tribus de la tierra harán lamentación por Él. Sí. Amén.</vt:lpstr>
      <vt:lpstr>Y se lamentarán por Él, como quien se lamenta por un hijo único, y llorarán por Él, como se llora por un primogénito.</vt:lpstr>
      <vt:lpstr>8 «Yo soy el Alfa y la Omega», dice el Señor Dios, «el que es y que era y que ha de venir, el Todopoderoso».</vt:lpstr>
      <vt:lpstr>PowerPoint Presentation</vt:lpstr>
      <vt:lpstr>9 Yo, Juan, hermano de ustedes y compañero en la tribulación, en el reino y en la perseverancia en Jesús, me encontraba en la isla llamada Patmos, por causa de la palabra de Dios y del testimonio de Jesús. </vt:lpstr>
      <vt:lpstr>33»Estas cosas les he hablado para que en Mí tengan paz. En el mundo tienen tribulación; pero confíen, Yo he vencido al mundo».</vt:lpstr>
      <vt:lpstr>Y en verdad, todos los que quieren vivir piadosamente en Cristo Jesús, serán perseguidos.</vt:lpstr>
      <vt:lpstr>Jesús le respondió: «Mi reino no es de este mundo. Si Mi reino fuera de este mundo, entonces Mis servidores pelearían para que Yo no fuera entregado a los judíos. Pero ahora Mi reino no es de aquí». </vt:lpstr>
      <vt:lpstr>9 Yo, Juan, hermano de ustedes y compañero en la tribulación, en el reino y en la perseverancia en Jesús, me encontraba en la isla llamada Patmos, por causa de la palabra de Dios y del testimonio de Jesús. </vt:lpstr>
      <vt:lpstr>PowerPoint Presentation</vt:lpstr>
      <vt:lpstr>10 Estaba yo en el Espíritu en el día del Señor, y oí detrás de mí una gran voz, como sonido de trompeta, </vt:lpstr>
      <vt:lpstr>Y aconteció que al tercer día, cuando llegó la mañana, hubo truenos y relámpagos y una densa nube sobre el monte y un sonido tan fuerte de trompeta, que hizo temblar a todo el pueblo que estaba en el campamento. </vt:lpstr>
      <vt:lpstr>11 que decía: «Escribe en un libro lo que ves, y envíalo a las siete iglesias: a Éfeso, Esmirna, Pérgamo, Tiatira, Sardis, Filadelfia y Laodicea».</vt:lpstr>
      <vt:lpstr>PowerPoint Presentation</vt:lpstr>
      <vt:lpstr>PowerPoint Presentation</vt:lpstr>
      <vt:lpstr>PowerPoint Presentation</vt:lpstr>
      <vt:lpstr>PowerPoint Presentation</vt:lpstr>
      <vt:lpstr>12 Entonces me volví para ver de quién era la voz que hablaba conmigo, y al volverme, vi siete candelabros de oro. </vt:lpstr>
      <vt:lpstr>13 En medio de los candelabros, vi a uno semejante al Hijo del Hombre, vestido con una túnica que le llegaba hasta los pies y ceñido por el pecho con un cinto de oro. </vt:lpstr>
      <vt:lpstr>14 Su cabeza y Sus cabellos eran blancos como la blanca lana, como la nieve. Sus ojos eran como una llama de fuego. </vt:lpstr>
      <vt:lpstr>15 Sus pies se parecían al bronce bruñido cuando se le ha hecho refulgir en el horno, y Su voz como el ruido de muchas aguas. </vt:lpstr>
      <vt:lpstr>16 En Su mano derecha tenía siete estrellas, y de Su boca salía una espada aguda de dos filos. Su rostro era como el sol cuando brilla con toda su fuerza. </vt:lpstr>
      <vt:lpstr>17 Cuando lo vi, caí como muerto a Sus pies. Y Él puso Su mano derecha sobre mí, diciendo: «No temas, Yo soy el Primero y el Último, </vt:lpstr>
      <vt:lpstr>18 y el que vive, y estuve muerto. Pero ahora estoy vivo por los siglos de los siglos, y tengo las llaves de la muerte y del Hades. </vt:lpstr>
      <vt:lpstr>19 »Escribe, pues, las cosas que has visto, y las que son, y las que han de suceder después de estas. </vt:lpstr>
      <vt:lpstr>20 »En cuanto al misterio de las siete estrellas que viste en Mi mano derecha y de los siete candelabros de oro: las siete estrellas son los ángeles de las siete iglesias, y los siete candelabros son las siete iglesias.</vt:lpstr>
      <vt:lpstr>Resumen:</vt:lpstr>
      <vt:lpstr>Porque a ustedes se les ha concedido por amor de Cristo, no solo creer en Él, sino también sufrir por Él, </vt:lpstr>
      <vt:lpstr>Haya, pues, en ustedes esta actitud que hubo también en Cristo Jesús, 6 el cual, aunque existía en forma de Dios, no consideró el ser igual a Dios como algo a qué aferrarse, </vt:lpstr>
      <vt:lpstr>7 sino que se despojó a Sí mismo tomando forma de siervo, haciéndose semejante a los hombres. 8 Y hallándose en forma de hombre, se humilló Él mismo, haciéndose obediente hasta la muerte, y muerte de cruz. </vt:lpstr>
      <vt:lpstr>9 Por lo cual Dios también lo exaltó hasta lo sumo, y le confirió el nombre que es sobre todo nombre, </vt:lpstr>
      <vt:lpstr>10 para que al nombre de Jesús SE DOBLE TODA RODILLA de los que están en el cielo, y en la tierra, y debajo de la tierra, 11 y toda lengua confiese que Jesucristo es Señor, para gloria de Dios Padre.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Villegas</dc:creator>
  <cp:lastModifiedBy>Enrique Villegas Valerio</cp:lastModifiedBy>
  <cp:revision>72</cp:revision>
  <dcterms:created xsi:type="dcterms:W3CDTF">2023-08-19T04:14:33Z</dcterms:created>
  <dcterms:modified xsi:type="dcterms:W3CDTF">2024-04-07T16:14:16Z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0x010100867D657BFBA35945B3F08057C1D72EB8</vt:lpwstr>
  </property>
</Properties>
</file>