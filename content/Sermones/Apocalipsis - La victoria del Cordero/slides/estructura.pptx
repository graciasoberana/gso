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256" r:id="rId5"/>
    <p:sldId id="783" r:id="rId6"/>
    <p:sldId id="791" r:id="rId7"/>
    <p:sldId id="792" r:id="rId8"/>
    <p:sldId id="794" r:id="rId9"/>
    <p:sldId id="79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733316EF-5C79-45B1-8BCF-C08055D411E9}">
          <p14:sldIdLst>
            <p14:sldId id="256"/>
            <p14:sldId id="783"/>
            <p14:sldId id="791"/>
            <p14:sldId id="792"/>
            <p14:sldId id="794"/>
            <p14:sldId id="7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BF9000"/>
    <a:srgbClr val="D5B158"/>
    <a:srgbClr val="E8CC6D"/>
    <a:srgbClr val="C8B97C"/>
    <a:srgbClr val="5A6D65"/>
    <a:srgbClr val="3B4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6247" autoAdjust="0"/>
  </p:normalViewPr>
  <p:slideViewPr>
    <p:cSldViewPr snapToGrid="0">
      <p:cViewPr varScale="1">
        <p:scale>
          <a:sx n="109" d="100"/>
          <a:sy n="109" d="100"/>
        </p:scale>
        <p:origin x="48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81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1FDB4-1A5D-4B9F-AF6A-52FA43DC7FCB}" type="datetimeFigureOut">
              <a:rPr lang="es-MX" smtClean="0"/>
              <a:t>22/06/2024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1109B-DB30-4047-AA4B-24982097BA7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72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lion head and clouds&#10;&#10;Description automatically generated">
            <a:extLst>
              <a:ext uri="{FF2B5EF4-FFF2-40B4-BE49-F238E27FC236}">
                <a16:creationId xmlns:a16="http://schemas.microsoft.com/office/drawing/2014/main" id="{96AB1972-E7F1-CFAC-94DD-81E6B1F3F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90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292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C6AAE60-C183-0B5E-BF22-42D727255D6B}"/>
              </a:ext>
            </a:extLst>
          </p:cNvPr>
          <p:cNvSpPr/>
          <p:nvPr userDrawn="1"/>
        </p:nvSpPr>
        <p:spPr>
          <a:xfrm>
            <a:off x="1168401" y="0"/>
            <a:ext cx="11023600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0" y="397668"/>
            <a:ext cx="9696450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1000" y="6121400"/>
            <a:ext cx="6197600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8" name="Imagen 7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165B58CA-7C57-EBCB-9B5B-C0E7FC8F5B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901" y="6089428"/>
            <a:ext cx="1672314" cy="4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5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901" y="397668"/>
            <a:ext cx="10819549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7901" y="6121400"/>
            <a:ext cx="7320699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0232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53" y="397668"/>
            <a:ext cx="10942097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53" y="6121400"/>
            <a:ext cx="7443247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F4C5FA9-6EEA-72B9-B468-AD24EA9856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 t="14505" r="16779" b="29067"/>
          <a:stretch/>
        </p:blipFill>
        <p:spPr bwMode="auto">
          <a:xfrm>
            <a:off x="10042204" y="5907784"/>
            <a:ext cx="1305246" cy="78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415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3315" y="397668"/>
            <a:ext cx="10744135" cy="5317332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5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315" y="6121400"/>
            <a:ext cx="7245285" cy="438150"/>
          </a:xfrm>
        </p:spPr>
        <p:txBody>
          <a:bodyPr/>
          <a:lstStyle>
            <a:lvl1pPr marL="0" indent="0">
              <a:buNone/>
              <a:defRPr sz="2400" cap="all" spc="400" baseline="0">
                <a:solidFill>
                  <a:schemeClr val="bg1">
                    <a:lumMod val="85000"/>
                    <a:lumOff val="15000"/>
                  </a:schemeClr>
                </a:solidFill>
                <a:latin typeface="Yeseva One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7" name="Imagen 4" descr="Icono&#10;&#10;Descripción generada automáticamente">
            <a:extLst>
              <a:ext uri="{FF2B5EF4-FFF2-40B4-BE49-F238E27FC236}">
                <a16:creationId xmlns:a16="http://schemas.microsoft.com/office/drawing/2014/main" id="{E760794D-4195-1CBE-AAA0-9C7751238D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648" y="5747899"/>
            <a:ext cx="644802" cy="87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7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DE81D74-8AAE-16C6-9103-D99086590DC4}"/>
              </a:ext>
            </a:extLst>
          </p:cNvPr>
          <p:cNvSpPr/>
          <p:nvPr userDrawn="1"/>
        </p:nvSpPr>
        <p:spPr>
          <a:xfrm>
            <a:off x="1150071" y="0"/>
            <a:ext cx="1104193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228655-8A01-4C21-2519-CA4F7EE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264" y="365125"/>
            <a:ext cx="9713535" cy="1325563"/>
          </a:xfrm>
        </p:spPr>
        <p:txBody>
          <a:bodyPr/>
          <a:lstStyle>
            <a:lvl1pPr algn="r">
              <a:defRPr baseline="0">
                <a:solidFill>
                  <a:schemeClr val="bg1">
                    <a:lumMod val="85000"/>
                    <a:lumOff val="1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F85EFB-ECD7-05BB-421A-A69167FA1B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0264" y="2133600"/>
            <a:ext cx="9713536" cy="3657600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spcAft>
                <a:spcPts val="2400"/>
              </a:spcAft>
              <a:defRPr sz="44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25000"/>
              </a:lnSpc>
              <a:spcAft>
                <a:spcPts val="2400"/>
              </a:spcAft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25000"/>
              </a:lnSpc>
              <a:spcAft>
                <a:spcPts val="2400"/>
              </a:spcAft>
              <a:defRPr sz="36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25000"/>
              </a:lnSpc>
              <a:spcAft>
                <a:spcPts val="2400"/>
              </a:spcAft>
              <a:defRPr sz="32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0413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2045615" y="0"/>
            <a:ext cx="1014638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879871"/>
            <a:ext cx="7033491" cy="5098257"/>
          </a:xfrm>
        </p:spPr>
        <p:txBody>
          <a:bodyPr anchor="ctr">
            <a:normAutofit/>
          </a:bodyPr>
          <a:lstStyle>
            <a:lvl1pPr algn="l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44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39CACC-FFD2-07EE-5D90-D9461F47CC44}"/>
              </a:ext>
            </a:extLst>
          </p:cNvPr>
          <p:cNvSpPr/>
          <p:nvPr userDrawn="1"/>
        </p:nvSpPr>
        <p:spPr>
          <a:xfrm>
            <a:off x="2422689" y="0"/>
            <a:ext cx="976931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628" y="501919"/>
            <a:ext cx="7546268" cy="729473"/>
          </a:xfrm>
        </p:spPr>
        <p:txBody>
          <a:bodyPr anchor="ctr">
            <a:noAutofit/>
          </a:bodyPr>
          <a:lstStyle>
            <a:lvl1pPr algn="r">
              <a:lnSpc>
                <a:spcPct val="135000"/>
              </a:lnSpc>
              <a:defRPr sz="3200" b="1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8ECB4E-C7A2-7A5E-D26E-9BD8F0C1C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4628" y="1825624"/>
            <a:ext cx="7546268" cy="453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  <a:lvl2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2pPr>
            <a:lvl3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3pPr>
            <a:lvl4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4pPr>
            <a:lvl5pPr>
              <a:lnSpc>
                <a:spcPct val="135000"/>
              </a:lnSpc>
              <a:defRPr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837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1104900"/>
            <a:ext cx="12192000" cy="4679043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20801"/>
            <a:ext cx="10313719" cy="4216398"/>
          </a:xfrm>
        </p:spPr>
        <p:txBody>
          <a:bodyPr anchor="ctr">
            <a:normAutofit/>
          </a:bodyPr>
          <a:lstStyle>
            <a:lvl1pPr algn="ctr">
              <a:lnSpc>
                <a:spcPct val="135000"/>
              </a:lnSpc>
              <a:defRPr sz="4000">
                <a:solidFill>
                  <a:schemeClr val="bg1">
                    <a:lumMod val="85000"/>
                    <a:lumOff val="1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5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beach&#10;&#10;Description automatically generated">
            <a:extLst>
              <a:ext uri="{FF2B5EF4-FFF2-40B4-BE49-F238E27FC236}">
                <a16:creationId xmlns:a16="http://schemas.microsoft.com/office/drawing/2014/main" id="{CFE0AC08-ADB8-81C5-14CE-9CF0D87136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"/>
          <a:stretch/>
        </p:blipFill>
        <p:spPr>
          <a:xfrm>
            <a:off x="-3144" y="0"/>
            <a:ext cx="12195143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95D1984-18EC-3271-9E13-347D49F3D50B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539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DB29A-9567-452F-B6E9-31720CFDB69A}" type="datetimeFigureOut">
              <a:rPr lang="es-MX" smtClean="0"/>
              <a:t>22/06/2024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7D430-150D-4B42-96A2-C567A201F99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4839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5" r:id="rId4"/>
    <p:sldLayoutId id="2147483670" r:id="rId5"/>
    <p:sldLayoutId id="2147483671" r:id="rId6"/>
    <p:sldLayoutId id="2147483664" r:id="rId7"/>
    <p:sldLayoutId id="2147483667" r:id="rId8"/>
    <p:sldLayoutId id="2147483673" r:id="rId9"/>
    <p:sldLayoutId id="2147483672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75000"/>
            </a:schemeClr>
          </a:solidFill>
          <a:latin typeface="Atkinson Hyperlegibl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>
              <a:lumMod val="95000"/>
              <a:lumOff val="5000"/>
            </a:schemeClr>
          </a:solidFill>
          <a:latin typeface="Merriweather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195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old menorah with candles&#10;&#10;Description automatically generated">
            <a:extLst>
              <a:ext uri="{FF2B5EF4-FFF2-40B4-BE49-F238E27FC236}">
                <a16:creationId xmlns:a16="http://schemas.microsoft.com/office/drawing/2014/main" id="{DEC719AF-65EA-EBBA-BA4F-38E211C9A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29" y="805543"/>
            <a:ext cx="3766458" cy="3766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D63825-ADEE-B658-26DD-D522C2C0DD8B}"/>
              </a:ext>
            </a:extLst>
          </p:cNvPr>
          <p:cNvSpPr txBox="1"/>
          <p:nvPr/>
        </p:nvSpPr>
        <p:spPr>
          <a:xfrm>
            <a:off x="4317998" y="1277083"/>
            <a:ext cx="906989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500" b="1" cap="all" spc="1000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cristo</a:t>
            </a:r>
          </a:p>
        </p:txBody>
      </p:sp>
      <p:sp>
        <p:nvSpPr>
          <p:cNvPr id="7" name="Rectángulo 1">
            <a:extLst>
              <a:ext uri="{FF2B5EF4-FFF2-40B4-BE49-F238E27FC236}">
                <a16:creationId xmlns:a16="http://schemas.microsoft.com/office/drawing/2014/main" id="{CA4F695F-5937-72B8-A646-52445A2C3105}"/>
              </a:ext>
            </a:extLst>
          </p:cNvPr>
          <p:cNvSpPr/>
          <p:nvPr/>
        </p:nvSpPr>
        <p:spPr>
          <a:xfrm>
            <a:off x="3806372" y="1595204"/>
            <a:ext cx="7758069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21D2C-0BC2-C6D1-6994-B8FECE1D9356}"/>
              </a:ext>
            </a:extLst>
          </p:cNvPr>
          <p:cNvSpPr txBox="1"/>
          <p:nvPr/>
        </p:nvSpPr>
        <p:spPr>
          <a:xfrm>
            <a:off x="4408711" y="3196772"/>
            <a:ext cx="64370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5400" i="1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Entre los siete candeleros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7DBE5-5021-6E92-D2A1-DFF743F4A66E}"/>
              </a:ext>
            </a:extLst>
          </p:cNvPr>
          <p:cNvSpPr txBox="1"/>
          <p:nvPr/>
        </p:nvSpPr>
        <p:spPr>
          <a:xfrm>
            <a:off x="1190171" y="4701439"/>
            <a:ext cx="9811658" cy="167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s-MX" sz="28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Cristo, el glorioso soberano de los reyes de la tierra. </a:t>
            </a:r>
            <a:br>
              <a:rPr lang="es-MX" sz="28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</a:br>
            <a:r>
              <a:rPr lang="es-MX" sz="28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camina entre Sus iglesias, las sostiene en la tribulación </a:t>
            </a:r>
            <a:br>
              <a:rPr lang="es-MX" sz="28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</a:br>
            <a:r>
              <a:rPr lang="es-MX" sz="28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y las llama al arrepentimiento y la perseverancia</a:t>
            </a:r>
            <a:endParaRPr lang="es-ES" sz="2800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Atkinson Hyperlegible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872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C719AF-65EA-EBBA-BA4F-38E211C9A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9812" y="427302"/>
            <a:ext cx="4522940" cy="4522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D63825-ADEE-B658-26DD-D522C2C0DD8B}"/>
              </a:ext>
            </a:extLst>
          </p:cNvPr>
          <p:cNvSpPr txBox="1"/>
          <p:nvPr/>
        </p:nvSpPr>
        <p:spPr>
          <a:xfrm>
            <a:off x="4268342" y="1462283"/>
            <a:ext cx="90698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600" b="1" cap="all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El trono</a:t>
            </a:r>
          </a:p>
        </p:txBody>
      </p:sp>
      <p:sp>
        <p:nvSpPr>
          <p:cNvPr id="7" name="Rectángulo 1">
            <a:extLst>
              <a:ext uri="{FF2B5EF4-FFF2-40B4-BE49-F238E27FC236}">
                <a16:creationId xmlns:a16="http://schemas.microsoft.com/office/drawing/2014/main" id="{CA4F695F-5937-72B8-A646-52445A2C3105}"/>
              </a:ext>
            </a:extLst>
          </p:cNvPr>
          <p:cNvSpPr/>
          <p:nvPr/>
        </p:nvSpPr>
        <p:spPr>
          <a:xfrm>
            <a:off x="3806372" y="1595204"/>
            <a:ext cx="7758069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21D2C-0BC2-C6D1-6994-B8FECE1D9356}"/>
              </a:ext>
            </a:extLst>
          </p:cNvPr>
          <p:cNvSpPr txBox="1"/>
          <p:nvPr/>
        </p:nvSpPr>
        <p:spPr>
          <a:xfrm>
            <a:off x="4359055" y="3138897"/>
            <a:ext cx="6437084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6250" i="1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El Cordero y los sellos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7DBE5-5021-6E92-D2A1-DFF743F4A66E}"/>
              </a:ext>
            </a:extLst>
          </p:cNvPr>
          <p:cNvSpPr txBox="1"/>
          <p:nvPr/>
        </p:nvSpPr>
        <p:spPr>
          <a:xfrm>
            <a:off x="204850" y="5240811"/>
            <a:ext cx="11782300" cy="98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s-MX" sz="24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Cristo es soberano sobre toda la creación; Él tiene el derecho de juzgar a las naciones, redimir a su pueblo y sostenerlo en la tribulación y la muerte.</a:t>
            </a:r>
            <a:endParaRPr lang="es-ES" sz="2400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Atkinson Hyperlegible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6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D63825-ADEE-B658-26DD-D522C2C0DD8B}"/>
              </a:ext>
            </a:extLst>
          </p:cNvPr>
          <p:cNvSpPr txBox="1"/>
          <p:nvPr/>
        </p:nvSpPr>
        <p:spPr>
          <a:xfrm>
            <a:off x="4453128" y="2778325"/>
            <a:ext cx="73259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b="1" cap="all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trompetas</a:t>
            </a:r>
          </a:p>
        </p:txBody>
      </p:sp>
      <p:sp>
        <p:nvSpPr>
          <p:cNvPr id="7" name="Rectángulo 1">
            <a:extLst>
              <a:ext uri="{FF2B5EF4-FFF2-40B4-BE49-F238E27FC236}">
                <a16:creationId xmlns:a16="http://schemas.microsoft.com/office/drawing/2014/main" id="{CA4F695F-5937-72B8-A646-52445A2C3105}"/>
              </a:ext>
            </a:extLst>
          </p:cNvPr>
          <p:cNvSpPr/>
          <p:nvPr/>
        </p:nvSpPr>
        <p:spPr>
          <a:xfrm>
            <a:off x="3806372" y="1595204"/>
            <a:ext cx="7758069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21D2C-0BC2-C6D1-6994-B8FECE1D9356}"/>
              </a:ext>
            </a:extLst>
          </p:cNvPr>
          <p:cNvSpPr txBox="1"/>
          <p:nvPr/>
        </p:nvSpPr>
        <p:spPr>
          <a:xfrm>
            <a:off x="4897547" y="1578905"/>
            <a:ext cx="6437084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250" i="1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Las siete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7DBE5-5021-6E92-D2A1-DFF743F4A66E}"/>
              </a:ext>
            </a:extLst>
          </p:cNvPr>
          <p:cNvSpPr txBox="1"/>
          <p:nvPr/>
        </p:nvSpPr>
        <p:spPr>
          <a:xfrm>
            <a:off x="1421423" y="4906704"/>
            <a:ext cx="9349154" cy="98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s-MX" sz="24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el Cordero </a:t>
            </a:r>
            <a:r>
              <a:rPr lang="es-MX" sz="2400" dirty="0" err="1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envia</a:t>
            </a:r>
            <a:r>
              <a:rPr lang="es-MX" sz="24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 juicios contra toda la humanidad, perolos hombres no se arrepintieron, sino que persiguen a Sus testigos</a:t>
            </a:r>
            <a:endParaRPr lang="es-ES" sz="2400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Atkinson Hyperlegible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56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C719AF-65EA-EBBA-BA4F-38E211C9A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9812" y="427302"/>
            <a:ext cx="4522940" cy="45229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D63825-ADEE-B658-26DD-D522C2C0DD8B}"/>
              </a:ext>
            </a:extLst>
          </p:cNvPr>
          <p:cNvSpPr txBox="1"/>
          <p:nvPr/>
        </p:nvSpPr>
        <p:spPr>
          <a:xfrm>
            <a:off x="4268342" y="1462283"/>
            <a:ext cx="90698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b="1" cap="all" dirty="0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Las siete</a:t>
            </a:r>
          </a:p>
        </p:txBody>
      </p:sp>
      <p:sp>
        <p:nvSpPr>
          <p:cNvPr id="7" name="Rectángulo 1">
            <a:extLst>
              <a:ext uri="{FF2B5EF4-FFF2-40B4-BE49-F238E27FC236}">
                <a16:creationId xmlns:a16="http://schemas.microsoft.com/office/drawing/2014/main" id="{CA4F695F-5937-72B8-A646-52445A2C3105}"/>
              </a:ext>
            </a:extLst>
          </p:cNvPr>
          <p:cNvSpPr/>
          <p:nvPr/>
        </p:nvSpPr>
        <p:spPr>
          <a:xfrm>
            <a:off x="3806372" y="1595204"/>
            <a:ext cx="7758069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21D2C-0BC2-C6D1-6994-B8FECE1D9356}"/>
              </a:ext>
            </a:extLst>
          </p:cNvPr>
          <p:cNvSpPr txBox="1"/>
          <p:nvPr/>
        </p:nvSpPr>
        <p:spPr>
          <a:xfrm>
            <a:off x="4359055" y="3138897"/>
            <a:ext cx="64370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7200" i="1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Grandes señales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7DBE5-5021-6E92-D2A1-DFF743F4A66E}"/>
              </a:ext>
            </a:extLst>
          </p:cNvPr>
          <p:cNvSpPr txBox="1"/>
          <p:nvPr/>
        </p:nvSpPr>
        <p:spPr>
          <a:xfrm>
            <a:off x="1096108" y="5240811"/>
            <a:ext cx="9999784" cy="98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s-MX" sz="24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El dragón, la bestia y el falso profeta buscan engañar y perseguir al pueblo de Dios. Aquellos que </a:t>
            </a:r>
            <a:r>
              <a:rPr lang="es-MX" sz="240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son fieles a </a:t>
            </a:r>
            <a:endParaRPr lang="es-MX" sz="2400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Atkinson Hyperlegible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0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D63825-ADEE-B658-26DD-D522C2C0DD8B}"/>
              </a:ext>
            </a:extLst>
          </p:cNvPr>
          <p:cNvSpPr txBox="1"/>
          <p:nvPr/>
        </p:nvSpPr>
        <p:spPr>
          <a:xfrm>
            <a:off x="4453128" y="2778325"/>
            <a:ext cx="73259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0" b="1" cap="all" dirty="0" err="1">
                <a:solidFill>
                  <a:schemeClr val="bg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rPr>
              <a:t>gta</a:t>
            </a:r>
            <a:endParaRPr lang="es-MX" sz="8000" b="1" cap="all" dirty="0">
              <a:solidFill>
                <a:schemeClr val="bg1">
                  <a:lumMod val="75000"/>
                  <a:lumOff val="2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7" name="Rectángulo 1">
            <a:extLst>
              <a:ext uri="{FF2B5EF4-FFF2-40B4-BE49-F238E27FC236}">
                <a16:creationId xmlns:a16="http://schemas.microsoft.com/office/drawing/2014/main" id="{CA4F695F-5937-72B8-A646-52445A2C3105}"/>
              </a:ext>
            </a:extLst>
          </p:cNvPr>
          <p:cNvSpPr/>
          <p:nvPr/>
        </p:nvSpPr>
        <p:spPr>
          <a:xfrm>
            <a:off x="3806372" y="1595204"/>
            <a:ext cx="7758069" cy="2215991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endParaRPr lang="es-ES" sz="13800" cap="all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EB Garamond" pitchFamily="2" charset="0"/>
              <a:ea typeface="EB Garamond" pitchFamily="2" charset="0"/>
              <a:cs typeface="EB Garamon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E21D2C-0BC2-C6D1-6994-B8FECE1D9356}"/>
              </a:ext>
            </a:extLst>
          </p:cNvPr>
          <p:cNvSpPr txBox="1"/>
          <p:nvPr/>
        </p:nvSpPr>
        <p:spPr>
          <a:xfrm>
            <a:off x="4897547" y="1578905"/>
            <a:ext cx="6437084" cy="105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6250" i="1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EB Garamond" pitchFamily="2" charset="0"/>
                <a:ea typeface="EB Garamond" pitchFamily="2" charset="0"/>
                <a:cs typeface="EB Garamond" pitchFamily="2" charset="0"/>
              </a:rPr>
              <a:t>Las siete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C7DBE5-5021-6E92-D2A1-DFF743F4A66E}"/>
              </a:ext>
            </a:extLst>
          </p:cNvPr>
          <p:cNvSpPr txBox="1"/>
          <p:nvPr/>
        </p:nvSpPr>
        <p:spPr>
          <a:xfrm>
            <a:off x="1421423" y="4906704"/>
            <a:ext cx="9349154" cy="986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s-MX" sz="24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el Cordero </a:t>
            </a:r>
            <a:r>
              <a:rPr lang="es-MX" sz="2400" dirty="0" err="1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envia</a:t>
            </a:r>
            <a:r>
              <a:rPr lang="es-MX" sz="2400" dirty="0">
                <a:ln w="12700" cmpd="sng">
                  <a:noFill/>
                  <a:prstDash val="solid"/>
                </a:ln>
                <a:solidFill>
                  <a:schemeClr val="bg1">
                    <a:lumMod val="75000"/>
                    <a:lumOff val="25000"/>
                  </a:schemeClr>
                </a:solidFill>
                <a:latin typeface="Atkinson Hyperlegible" pitchFamily="2" charset="0"/>
                <a:ea typeface="EB Garamond" pitchFamily="2" charset="0"/>
                <a:cs typeface="EB Garamond" pitchFamily="2" charset="0"/>
              </a:rPr>
              <a:t> juicios contra toda la humanidad, perolos hombres no se arrepintieron, sino que persiguen a Sus testigos</a:t>
            </a:r>
            <a:endParaRPr lang="es-ES" sz="2400" dirty="0">
              <a:ln w="12700" cmpd="sng">
                <a:noFill/>
                <a:prstDash val="solid"/>
              </a:ln>
              <a:solidFill>
                <a:schemeClr val="bg1">
                  <a:lumMod val="75000"/>
                  <a:lumOff val="25000"/>
                </a:schemeClr>
              </a:solidFill>
              <a:latin typeface="Atkinson Hyperlegible" pitchFamily="2" charset="0"/>
              <a:ea typeface="EB Garamond" pitchFamily="2" charset="0"/>
              <a:cs typeface="EB Garamon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8771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7D657BFBA35945B3F08057C1D72EB8" ma:contentTypeVersion="3" ma:contentTypeDescription="Create a new document." ma:contentTypeScope="" ma:versionID="d39436f4f1dad0bf48f2c695fe1202b0">
  <xsd:schema xmlns:xsd="http://www.w3.org/2001/XMLSchema" xmlns:xs="http://www.w3.org/2001/XMLSchema" xmlns:p="http://schemas.microsoft.com/office/2006/metadata/properties" xmlns:ns3="a685921f-f366-4ea7-84c8-5471bad9b71b" targetNamespace="http://schemas.microsoft.com/office/2006/metadata/properties" ma:root="true" ma:fieldsID="a7013409abdca6f35d7c8e42267422ab" ns3:_="">
    <xsd:import namespace="a685921f-f366-4ea7-84c8-5471bad9b71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5921f-f366-4ea7-84c8-5471bad9b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29AA65-96A6-4F08-84D2-837ABDEE403D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dcmitype/"/>
    <ds:schemaRef ds:uri="a685921f-f366-4ea7-84c8-5471bad9b71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84265E9-2ABB-451B-BCDF-224E1F0035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5921f-f366-4ea7-84c8-5471bad9b7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399A92-1C6B-40C6-B575-11C564D99E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11201</TotalTime>
  <Words>150</Words>
  <Application>Microsoft Office PowerPoint</Application>
  <PresentationFormat>Panorámica</PresentationFormat>
  <Paragraphs>15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Arial</vt:lpstr>
      <vt:lpstr>Atkinson Hyperlegible</vt:lpstr>
      <vt:lpstr>Calibri</vt:lpstr>
      <vt:lpstr>EB Garamond</vt:lpstr>
      <vt:lpstr>Merriweather</vt:lpstr>
      <vt:lpstr>Montserrat</vt:lpstr>
      <vt:lpstr>Montserrat SemiBold</vt:lpstr>
      <vt:lpstr>Yeseva One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Enrique Villegas</dc:creator>
  <cp:lastModifiedBy>Enrique Villegas</cp:lastModifiedBy>
  <cp:revision>75</cp:revision>
  <dcterms:created xsi:type="dcterms:W3CDTF">2023-08-19T04:14:33Z</dcterms:created>
  <dcterms:modified xsi:type="dcterms:W3CDTF">2024-06-23T03:56:26Z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0x010100867D657BFBA35945B3F08057C1D72EB8</vt:lpwstr>
  </property>
</Properties>
</file>