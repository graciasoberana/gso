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92"/>
  </p:notesMasterIdLst>
  <p:sldIdLst>
    <p:sldId id="256" r:id="rId5"/>
    <p:sldId id="696" r:id="rId6"/>
    <p:sldId id="780" r:id="rId7"/>
    <p:sldId id="697" r:id="rId8"/>
    <p:sldId id="518" r:id="rId9"/>
    <p:sldId id="619" r:id="rId10"/>
    <p:sldId id="698" r:id="rId11"/>
    <p:sldId id="699" r:id="rId12"/>
    <p:sldId id="700" r:id="rId13"/>
    <p:sldId id="517" r:id="rId14"/>
    <p:sldId id="730" r:id="rId15"/>
    <p:sldId id="701" r:id="rId16"/>
    <p:sldId id="648" r:id="rId17"/>
    <p:sldId id="710" r:id="rId18"/>
    <p:sldId id="711" r:id="rId19"/>
    <p:sldId id="712" r:id="rId20"/>
    <p:sldId id="713" r:id="rId21"/>
    <p:sldId id="702" r:id="rId22"/>
    <p:sldId id="703" r:id="rId23"/>
    <p:sldId id="714" r:id="rId24"/>
    <p:sldId id="704" r:id="rId25"/>
    <p:sldId id="706" r:id="rId26"/>
    <p:sldId id="715" r:id="rId27"/>
    <p:sldId id="716" r:id="rId28"/>
    <p:sldId id="717" r:id="rId29"/>
    <p:sldId id="705" r:id="rId30"/>
    <p:sldId id="707" r:id="rId31"/>
    <p:sldId id="721" r:id="rId32"/>
    <p:sldId id="723" r:id="rId33"/>
    <p:sldId id="708" r:id="rId34"/>
    <p:sldId id="709" r:id="rId35"/>
    <p:sldId id="718" r:id="rId36"/>
    <p:sldId id="719" r:id="rId37"/>
    <p:sldId id="720" r:id="rId38"/>
    <p:sldId id="727" r:id="rId39"/>
    <p:sldId id="728" r:id="rId40"/>
    <p:sldId id="729" r:id="rId41"/>
    <p:sldId id="731" r:id="rId42"/>
    <p:sldId id="732" r:id="rId43"/>
    <p:sldId id="741" r:id="rId44"/>
    <p:sldId id="733" r:id="rId45"/>
    <p:sldId id="734" r:id="rId46"/>
    <p:sldId id="735" r:id="rId47"/>
    <p:sldId id="742" r:id="rId48"/>
    <p:sldId id="743" r:id="rId49"/>
    <p:sldId id="736" r:id="rId50"/>
    <p:sldId id="737" r:id="rId51"/>
    <p:sldId id="725" r:id="rId52"/>
    <p:sldId id="726" r:id="rId53"/>
    <p:sldId id="738" r:id="rId54"/>
    <p:sldId id="740" r:id="rId55"/>
    <p:sldId id="739" r:id="rId56"/>
    <p:sldId id="744" r:id="rId57"/>
    <p:sldId id="747" r:id="rId58"/>
    <p:sldId id="748" r:id="rId59"/>
    <p:sldId id="749" r:id="rId60"/>
    <p:sldId id="750" r:id="rId61"/>
    <p:sldId id="751" r:id="rId62"/>
    <p:sldId id="745" r:id="rId63"/>
    <p:sldId id="746" r:id="rId64"/>
    <p:sldId id="752" r:id="rId65"/>
    <p:sldId id="753" r:id="rId66"/>
    <p:sldId id="754" r:id="rId67"/>
    <p:sldId id="755" r:id="rId68"/>
    <p:sldId id="756" r:id="rId69"/>
    <p:sldId id="758" r:id="rId70"/>
    <p:sldId id="757" r:id="rId71"/>
    <p:sldId id="759" r:id="rId72"/>
    <p:sldId id="760" r:id="rId73"/>
    <p:sldId id="761" r:id="rId74"/>
    <p:sldId id="762" r:id="rId75"/>
    <p:sldId id="763" r:id="rId76"/>
    <p:sldId id="765" r:id="rId77"/>
    <p:sldId id="771" r:id="rId78"/>
    <p:sldId id="766" r:id="rId79"/>
    <p:sldId id="772" r:id="rId80"/>
    <p:sldId id="768" r:id="rId81"/>
    <p:sldId id="769" r:id="rId82"/>
    <p:sldId id="770" r:id="rId83"/>
    <p:sldId id="764" r:id="rId84"/>
    <p:sldId id="773" r:id="rId85"/>
    <p:sldId id="774" r:id="rId86"/>
    <p:sldId id="775" r:id="rId87"/>
    <p:sldId id="776" r:id="rId88"/>
    <p:sldId id="777" r:id="rId89"/>
    <p:sldId id="778" r:id="rId90"/>
    <p:sldId id="779" r:id="rId9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733316EF-5C79-45B1-8BCF-C08055D411E9}">
          <p14:sldIdLst>
            <p14:sldId id="256"/>
            <p14:sldId id="696"/>
            <p14:sldId id="780"/>
            <p14:sldId id="697"/>
            <p14:sldId id="518"/>
            <p14:sldId id="619"/>
            <p14:sldId id="698"/>
            <p14:sldId id="699"/>
            <p14:sldId id="700"/>
            <p14:sldId id="517"/>
            <p14:sldId id="730"/>
            <p14:sldId id="701"/>
            <p14:sldId id="648"/>
            <p14:sldId id="710"/>
            <p14:sldId id="711"/>
            <p14:sldId id="712"/>
            <p14:sldId id="713"/>
            <p14:sldId id="702"/>
            <p14:sldId id="703"/>
            <p14:sldId id="714"/>
            <p14:sldId id="704"/>
            <p14:sldId id="706"/>
            <p14:sldId id="715"/>
            <p14:sldId id="716"/>
            <p14:sldId id="717"/>
            <p14:sldId id="705"/>
            <p14:sldId id="707"/>
            <p14:sldId id="721"/>
            <p14:sldId id="723"/>
            <p14:sldId id="708"/>
            <p14:sldId id="709"/>
            <p14:sldId id="718"/>
            <p14:sldId id="719"/>
            <p14:sldId id="720"/>
            <p14:sldId id="727"/>
            <p14:sldId id="728"/>
            <p14:sldId id="729"/>
            <p14:sldId id="731"/>
            <p14:sldId id="732"/>
            <p14:sldId id="741"/>
            <p14:sldId id="733"/>
            <p14:sldId id="734"/>
            <p14:sldId id="735"/>
            <p14:sldId id="742"/>
            <p14:sldId id="743"/>
            <p14:sldId id="736"/>
            <p14:sldId id="737"/>
            <p14:sldId id="725"/>
            <p14:sldId id="726"/>
            <p14:sldId id="738"/>
            <p14:sldId id="740"/>
            <p14:sldId id="739"/>
            <p14:sldId id="744"/>
            <p14:sldId id="747"/>
            <p14:sldId id="748"/>
            <p14:sldId id="749"/>
            <p14:sldId id="750"/>
            <p14:sldId id="751"/>
            <p14:sldId id="745"/>
            <p14:sldId id="746"/>
            <p14:sldId id="752"/>
            <p14:sldId id="753"/>
            <p14:sldId id="754"/>
            <p14:sldId id="755"/>
            <p14:sldId id="756"/>
            <p14:sldId id="758"/>
            <p14:sldId id="757"/>
            <p14:sldId id="759"/>
            <p14:sldId id="760"/>
            <p14:sldId id="761"/>
            <p14:sldId id="762"/>
            <p14:sldId id="763"/>
            <p14:sldId id="765"/>
            <p14:sldId id="771"/>
            <p14:sldId id="766"/>
            <p14:sldId id="772"/>
            <p14:sldId id="768"/>
            <p14:sldId id="769"/>
            <p14:sldId id="770"/>
            <p14:sldId id="764"/>
            <p14:sldId id="773"/>
            <p14:sldId id="774"/>
            <p14:sldId id="775"/>
            <p14:sldId id="776"/>
            <p14:sldId id="777"/>
            <p14:sldId id="778"/>
            <p14:sldId id="77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9000"/>
    <a:srgbClr val="D5B158"/>
    <a:srgbClr val="E8CC6D"/>
    <a:srgbClr val="FFFFFF"/>
    <a:srgbClr val="C8B97C"/>
    <a:srgbClr val="5A6D65"/>
    <a:srgbClr val="3B47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C2C08B-765D-41C0-A2C7-AC4B25AAD00D}" v="172" dt="2024-04-24T18:59:27.9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6247" autoAdjust="0"/>
  </p:normalViewPr>
  <p:slideViewPr>
    <p:cSldViewPr snapToGrid="0">
      <p:cViewPr varScale="1">
        <p:scale>
          <a:sx n="65" d="100"/>
          <a:sy n="65" d="100"/>
        </p:scale>
        <p:origin x="1002" y="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814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theme" Target="theme/theme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91" Type="http://schemas.openxmlformats.org/officeDocument/2006/relationships/slide" Target="slides/slide87.xml"/><Relationship Id="rId9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microsoft.com/office/2016/11/relationships/changesInfo" Target="changesInfos/changesInfo1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presProps" Target="presProps.xml"/><Relationship Id="rId9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nrique Villegas Valerio" userId="8ada793c76dcd6b1" providerId="LiveId" clId="{CDC2C08B-765D-41C0-A2C7-AC4B25AAD00D}"/>
    <pc:docChg chg="undo custSel addSld delSld modSld sldOrd modMainMaster modSection">
      <pc:chgData name="Enrique Villegas Valerio" userId="8ada793c76dcd6b1" providerId="LiveId" clId="{CDC2C08B-765D-41C0-A2C7-AC4B25AAD00D}" dt="2024-04-24T18:59:27.990" v="3294" actId="1366"/>
      <pc:docMkLst>
        <pc:docMk/>
      </pc:docMkLst>
      <pc:sldChg chg="modSp mod">
        <pc:chgData name="Enrique Villegas Valerio" userId="8ada793c76dcd6b1" providerId="LiveId" clId="{CDC2C08B-765D-41C0-A2C7-AC4B25AAD00D}" dt="2024-04-21T15:10:44.722" v="2555"/>
        <pc:sldMkLst>
          <pc:docMk/>
          <pc:sldMk cId="2459707463" sldId="517"/>
        </pc:sldMkLst>
        <pc:spChg chg="mod">
          <ac:chgData name="Enrique Villegas Valerio" userId="8ada793c76dcd6b1" providerId="LiveId" clId="{CDC2C08B-765D-41C0-A2C7-AC4B25AAD00D}" dt="2024-04-21T15:10:44.722" v="2555"/>
          <ac:spMkLst>
            <pc:docMk/>
            <pc:sldMk cId="2459707463" sldId="517"/>
            <ac:spMk id="3" creationId="{F83FCBC4-22A5-47A6-4825-B2DAAEE92F0C}"/>
          </ac:spMkLst>
        </pc:spChg>
      </pc:sldChg>
      <pc:sldChg chg="modSp mod ord">
        <pc:chgData name="Enrique Villegas Valerio" userId="8ada793c76dcd6b1" providerId="LiveId" clId="{CDC2C08B-765D-41C0-A2C7-AC4B25AAD00D}" dt="2024-04-21T12:02:42.356" v="1666" actId="1036"/>
        <pc:sldMkLst>
          <pc:docMk/>
          <pc:sldMk cId="59613358" sldId="518"/>
        </pc:sldMkLst>
        <pc:spChg chg="mod">
          <ac:chgData name="Enrique Villegas Valerio" userId="8ada793c76dcd6b1" providerId="LiveId" clId="{CDC2C08B-765D-41C0-A2C7-AC4B25AAD00D}" dt="2024-04-21T12:02:13.942" v="1649" actId="207"/>
          <ac:spMkLst>
            <pc:docMk/>
            <pc:sldMk cId="59613358" sldId="518"/>
            <ac:spMk id="3" creationId="{CA07F423-46C6-CDD8-E4AD-233D53E2809D}"/>
          </ac:spMkLst>
        </pc:spChg>
        <pc:spChg chg="mod">
          <ac:chgData name="Enrique Villegas Valerio" userId="8ada793c76dcd6b1" providerId="LiveId" clId="{CDC2C08B-765D-41C0-A2C7-AC4B25AAD00D}" dt="2024-04-21T12:02:42.356" v="1666" actId="1036"/>
          <ac:spMkLst>
            <pc:docMk/>
            <pc:sldMk cId="59613358" sldId="518"/>
            <ac:spMk id="4" creationId="{64DD97DD-43D3-F5D3-B4EE-BD7F9628B26B}"/>
          </ac:spMkLst>
        </pc:spChg>
      </pc:sldChg>
      <pc:sldChg chg="modSp mod ord">
        <pc:chgData name="Enrique Villegas Valerio" userId="8ada793c76dcd6b1" providerId="LiveId" clId="{CDC2C08B-765D-41C0-A2C7-AC4B25AAD00D}" dt="2024-04-21T11:55:10.977" v="1470" actId="20577"/>
        <pc:sldMkLst>
          <pc:docMk/>
          <pc:sldMk cId="3565370651" sldId="619"/>
        </pc:sldMkLst>
        <pc:spChg chg="mod">
          <ac:chgData name="Enrique Villegas Valerio" userId="8ada793c76dcd6b1" providerId="LiveId" clId="{CDC2C08B-765D-41C0-A2C7-AC4B25AAD00D}" dt="2024-04-21T11:55:06.141" v="1459"/>
          <ac:spMkLst>
            <pc:docMk/>
            <pc:sldMk cId="3565370651" sldId="619"/>
            <ac:spMk id="2" creationId="{F9514DA0-BE75-5888-FE06-2837D81A98C5}"/>
          </ac:spMkLst>
        </pc:spChg>
        <pc:spChg chg="mod">
          <ac:chgData name="Enrique Villegas Valerio" userId="8ada793c76dcd6b1" providerId="LiveId" clId="{CDC2C08B-765D-41C0-A2C7-AC4B25AAD00D}" dt="2024-04-21T11:55:10.977" v="1470" actId="20577"/>
          <ac:spMkLst>
            <pc:docMk/>
            <pc:sldMk cId="3565370651" sldId="619"/>
            <ac:spMk id="3" creationId="{7C68BD49-EB98-945B-E1DB-FD4A8FC66606}"/>
          </ac:spMkLst>
        </pc:spChg>
      </pc:sldChg>
      <pc:sldChg chg="del">
        <pc:chgData name="Enrique Villegas Valerio" userId="8ada793c76dcd6b1" providerId="LiveId" clId="{CDC2C08B-765D-41C0-A2C7-AC4B25AAD00D}" dt="2024-04-07T12:46:38.128" v="19" actId="47"/>
        <pc:sldMkLst>
          <pc:docMk/>
          <pc:sldMk cId="1727271413" sldId="620"/>
        </pc:sldMkLst>
      </pc:sldChg>
      <pc:sldChg chg="del">
        <pc:chgData name="Enrique Villegas Valerio" userId="8ada793c76dcd6b1" providerId="LiveId" clId="{CDC2C08B-765D-41C0-A2C7-AC4B25AAD00D}" dt="2024-04-07T12:46:16.938" v="15" actId="47"/>
        <pc:sldMkLst>
          <pc:docMk/>
          <pc:sldMk cId="3487798009" sldId="621"/>
        </pc:sldMkLst>
      </pc:sldChg>
      <pc:sldChg chg="del">
        <pc:chgData name="Enrique Villegas Valerio" userId="8ada793c76dcd6b1" providerId="LiveId" clId="{CDC2C08B-765D-41C0-A2C7-AC4B25AAD00D}" dt="2024-04-07T12:49:03.118" v="23" actId="47"/>
        <pc:sldMkLst>
          <pc:docMk/>
          <pc:sldMk cId="3718908424" sldId="622"/>
        </pc:sldMkLst>
      </pc:sldChg>
      <pc:sldChg chg="del">
        <pc:chgData name="Enrique Villegas Valerio" userId="8ada793c76dcd6b1" providerId="LiveId" clId="{CDC2C08B-765D-41C0-A2C7-AC4B25AAD00D}" dt="2024-04-07T12:46:04.303" v="1" actId="47"/>
        <pc:sldMkLst>
          <pc:docMk/>
          <pc:sldMk cId="4148459029" sldId="623"/>
        </pc:sldMkLst>
      </pc:sldChg>
      <pc:sldChg chg="del">
        <pc:chgData name="Enrique Villegas Valerio" userId="8ada793c76dcd6b1" providerId="LiveId" clId="{CDC2C08B-765D-41C0-A2C7-AC4B25AAD00D}" dt="2024-04-07T12:46:02.473" v="0" actId="47"/>
        <pc:sldMkLst>
          <pc:docMk/>
          <pc:sldMk cId="3308717625" sldId="624"/>
        </pc:sldMkLst>
      </pc:sldChg>
      <pc:sldChg chg="del">
        <pc:chgData name="Enrique Villegas Valerio" userId="8ada793c76dcd6b1" providerId="LiveId" clId="{CDC2C08B-765D-41C0-A2C7-AC4B25AAD00D}" dt="2024-04-07T12:46:05.292" v="2" actId="47"/>
        <pc:sldMkLst>
          <pc:docMk/>
          <pc:sldMk cId="3948492993" sldId="625"/>
        </pc:sldMkLst>
      </pc:sldChg>
      <pc:sldChg chg="del">
        <pc:chgData name="Enrique Villegas Valerio" userId="8ada793c76dcd6b1" providerId="LiveId" clId="{CDC2C08B-765D-41C0-A2C7-AC4B25AAD00D}" dt="2024-04-07T12:46:06.713" v="3" actId="47"/>
        <pc:sldMkLst>
          <pc:docMk/>
          <pc:sldMk cId="2406067261" sldId="627"/>
        </pc:sldMkLst>
      </pc:sldChg>
      <pc:sldChg chg="del">
        <pc:chgData name="Enrique Villegas Valerio" userId="8ada793c76dcd6b1" providerId="LiveId" clId="{CDC2C08B-765D-41C0-A2C7-AC4B25AAD00D}" dt="2024-04-07T12:46:07.666" v="4" actId="47"/>
        <pc:sldMkLst>
          <pc:docMk/>
          <pc:sldMk cId="3541811059" sldId="629"/>
        </pc:sldMkLst>
      </pc:sldChg>
      <pc:sldChg chg="del">
        <pc:chgData name="Enrique Villegas Valerio" userId="8ada793c76dcd6b1" providerId="LiveId" clId="{CDC2C08B-765D-41C0-A2C7-AC4B25AAD00D}" dt="2024-04-07T12:46:08.352" v="5" actId="47"/>
        <pc:sldMkLst>
          <pc:docMk/>
          <pc:sldMk cId="3489231012" sldId="630"/>
        </pc:sldMkLst>
      </pc:sldChg>
      <pc:sldChg chg="del">
        <pc:chgData name="Enrique Villegas Valerio" userId="8ada793c76dcd6b1" providerId="LiveId" clId="{CDC2C08B-765D-41C0-A2C7-AC4B25AAD00D}" dt="2024-04-07T12:46:10.406" v="7" actId="47"/>
        <pc:sldMkLst>
          <pc:docMk/>
          <pc:sldMk cId="2496932168" sldId="631"/>
        </pc:sldMkLst>
      </pc:sldChg>
      <pc:sldChg chg="del">
        <pc:chgData name="Enrique Villegas Valerio" userId="8ada793c76dcd6b1" providerId="LiveId" clId="{CDC2C08B-765D-41C0-A2C7-AC4B25AAD00D}" dt="2024-04-07T12:46:11.172" v="8" actId="47"/>
        <pc:sldMkLst>
          <pc:docMk/>
          <pc:sldMk cId="1655910859" sldId="632"/>
        </pc:sldMkLst>
      </pc:sldChg>
      <pc:sldChg chg="del">
        <pc:chgData name="Enrique Villegas Valerio" userId="8ada793c76dcd6b1" providerId="LiveId" clId="{CDC2C08B-765D-41C0-A2C7-AC4B25AAD00D}" dt="2024-04-07T12:46:11.744" v="9" actId="47"/>
        <pc:sldMkLst>
          <pc:docMk/>
          <pc:sldMk cId="2159040137" sldId="633"/>
        </pc:sldMkLst>
      </pc:sldChg>
      <pc:sldChg chg="del">
        <pc:chgData name="Enrique Villegas Valerio" userId="8ada793c76dcd6b1" providerId="LiveId" clId="{CDC2C08B-765D-41C0-A2C7-AC4B25AAD00D}" dt="2024-04-07T12:46:12.282" v="10" actId="47"/>
        <pc:sldMkLst>
          <pc:docMk/>
          <pc:sldMk cId="3660709600" sldId="634"/>
        </pc:sldMkLst>
      </pc:sldChg>
      <pc:sldChg chg="del">
        <pc:chgData name="Enrique Villegas Valerio" userId="8ada793c76dcd6b1" providerId="LiveId" clId="{CDC2C08B-765D-41C0-A2C7-AC4B25AAD00D}" dt="2024-04-07T12:46:12.857" v="11" actId="47"/>
        <pc:sldMkLst>
          <pc:docMk/>
          <pc:sldMk cId="2463502322" sldId="635"/>
        </pc:sldMkLst>
      </pc:sldChg>
      <pc:sldChg chg="del">
        <pc:chgData name="Enrique Villegas Valerio" userId="8ada793c76dcd6b1" providerId="LiveId" clId="{CDC2C08B-765D-41C0-A2C7-AC4B25AAD00D}" dt="2024-04-07T12:46:13.363" v="12" actId="47"/>
        <pc:sldMkLst>
          <pc:docMk/>
          <pc:sldMk cId="1820967091" sldId="638"/>
        </pc:sldMkLst>
      </pc:sldChg>
      <pc:sldChg chg="del">
        <pc:chgData name="Enrique Villegas Valerio" userId="8ada793c76dcd6b1" providerId="LiveId" clId="{CDC2C08B-765D-41C0-A2C7-AC4B25AAD00D}" dt="2024-04-07T12:46:09.551" v="6" actId="47"/>
        <pc:sldMkLst>
          <pc:docMk/>
          <pc:sldMk cId="1286045280" sldId="639"/>
        </pc:sldMkLst>
      </pc:sldChg>
      <pc:sldChg chg="del">
        <pc:chgData name="Enrique Villegas Valerio" userId="8ada793c76dcd6b1" providerId="LiveId" clId="{CDC2C08B-765D-41C0-A2C7-AC4B25AAD00D}" dt="2024-04-07T12:46:17.918" v="16" actId="47"/>
        <pc:sldMkLst>
          <pc:docMk/>
          <pc:sldMk cId="2842406516" sldId="640"/>
        </pc:sldMkLst>
      </pc:sldChg>
      <pc:sldChg chg="del">
        <pc:chgData name="Enrique Villegas Valerio" userId="8ada793c76dcd6b1" providerId="LiveId" clId="{CDC2C08B-765D-41C0-A2C7-AC4B25AAD00D}" dt="2024-04-07T12:46:14.368" v="13" actId="47"/>
        <pc:sldMkLst>
          <pc:docMk/>
          <pc:sldMk cId="1497405485" sldId="641"/>
        </pc:sldMkLst>
      </pc:sldChg>
      <pc:sldChg chg="del">
        <pc:chgData name="Enrique Villegas Valerio" userId="8ada793c76dcd6b1" providerId="LiveId" clId="{CDC2C08B-765D-41C0-A2C7-AC4B25AAD00D}" dt="2024-04-07T12:46:15.198" v="14" actId="47"/>
        <pc:sldMkLst>
          <pc:docMk/>
          <pc:sldMk cId="2995814007" sldId="642"/>
        </pc:sldMkLst>
      </pc:sldChg>
      <pc:sldChg chg="del">
        <pc:chgData name="Enrique Villegas Valerio" userId="8ada793c76dcd6b1" providerId="LiveId" clId="{CDC2C08B-765D-41C0-A2C7-AC4B25AAD00D}" dt="2024-04-07T12:46:38.128" v="19" actId="47"/>
        <pc:sldMkLst>
          <pc:docMk/>
          <pc:sldMk cId="3463674693" sldId="643"/>
        </pc:sldMkLst>
      </pc:sldChg>
      <pc:sldChg chg="del">
        <pc:chgData name="Enrique Villegas Valerio" userId="8ada793c76dcd6b1" providerId="LiveId" clId="{CDC2C08B-765D-41C0-A2C7-AC4B25AAD00D}" dt="2024-04-07T12:46:19.888" v="17" actId="47"/>
        <pc:sldMkLst>
          <pc:docMk/>
          <pc:sldMk cId="879913515" sldId="644"/>
        </pc:sldMkLst>
      </pc:sldChg>
      <pc:sldChg chg="del">
        <pc:chgData name="Enrique Villegas Valerio" userId="8ada793c76dcd6b1" providerId="LiveId" clId="{CDC2C08B-765D-41C0-A2C7-AC4B25AAD00D}" dt="2024-04-07T12:46:33.555" v="18" actId="47"/>
        <pc:sldMkLst>
          <pc:docMk/>
          <pc:sldMk cId="2267134591" sldId="645"/>
        </pc:sldMkLst>
      </pc:sldChg>
      <pc:sldChg chg="del">
        <pc:chgData name="Enrique Villegas Valerio" userId="8ada793c76dcd6b1" providerId="LiveId" clId="{CDC2C08B-765D-41C0-A2C7-AC4B25AAD00D}" dt="2024-04-07T12:46:33.555" v="18" actId="47"/>
        <pc:sldMkLst>
          <pc:docMk/>
          <pc:sldMk cId="251748061" sldId="646"/>
        </pc:sldMkLst>
      </pc:sldChg>
      <pc:sldChg chg="del ord">
        <pc:chgData name="Enrique Villegas Valerio" userId="8ada793c76dcd6b1" providerId="LiveId" clId="{CDC2C08B-765D-41C0-A2C7-AC4B25AAD00D}" dt="2024-04-21T12:02:06.648" v="1647" actId="47"/>
        <pc:sldMkLst>
          <pc:docMk/>
          <pc:sldMk cId="2175877941" sldId="647"/>
        </pc:sldMkLst>
      </pc:sldChg>
      <pc:sldChg chg="modSp add mod">
        <pc:chgData name="Enrique Villegas Valerio" userId="8ada793c76dcd6b1" providerId="LiveId" clId="{CDC2C08B-765D-41C0-A2C7-AC4B25AAD00D}" dt="2024-04-21T12:14:59.075" v="1764" actId="207"/>
        <pc:sldMkLst>
          <pc:docMk/>
          <pc:sldMk cId="1863978871" sldId="648"/>
        </pc:sldMkLst>
        <pc:spChg chg="mod">
          <ac:chgData name="Enrique Villegas Valerio" userId="8ada793c76dcd6b1" providerId="LiveId" clId="{CDC2C08B-765D-41C0-A2C7-AC4B25AAD00D}" dt="2024-04-21T12:14:59.075" v="1764" actId="207"/>
          <ac:spMkLst>
            <pc:docMk/>
            <pc:sldMk cId="1863978871" sldId="648"/>
            <ac:spMk id="2" creationId="{F9514DA0-BE75-5888-FE06-2837D81A98C5}"/>
          </ac:spMkLst>
        </pc:spChg>
        <pc:spChg chg="mod">
          <ac:chgData name="Enrique Villegas Valerio" userId="8ada793c76dcd6b1" providerId="LiveId" clId="{CDC2C08B-765D-41C0-A2C7-AC4B25AAD00D}" dt="2024-04-21T12:03:48.580" v="1685" actId="20577"/>
          <ac:spMkLst>
            <pc:docMk/>
            <pc:sldMk cId="1863978871" sldId="648"/>
            <ac:spMk id="3" creationId="{7C68BD49-EB98-945B-E1DB-FD4A8FC66606}"/>
          </ac:spMkLst>
        </pc:spChg>
      </pc:sldChg>
      <pc:sldChg chg="del">
        <pc:chgData name="Enrique Villegas Valerio" userId="8ada793c76dcd6b1" providerId="LiveId" clId="{CDC2C08B-765D-41C0-A2C7-AC4B25AAD00D}" dt="2024-04-07T12:46:38.128" v="19" actId="47"/>
        <pc:sldMkLst>
          <pc:docMk/>
          <pc:sldMk cId="2536920399" sldId="648"/>
        </pc:sldMkLst>
      </pc:sldChg>
      <pc:sldChg chg="del">
        <pc:chgData name="Enrique Villegas Valerio" userId="8ada793c76dcd6b1" providerId="LiveId" clId="{CDC2C08B-765D-41C0-A2C7-AC4B25AAD00D}" dt="2024-04-07T12:46:38.128" v="19" actId="47"/>
        <pc:sldMkLst>
          <pc:docMk/>
          <pc:sldMk cId="1195595564" sldId="649"/>
        </pc:sldMkLst>
      </pc:sldChg>
      <pc:sldChg chg="modSp add del mod">
        <pc:chgData name="Enrique Villegas Valerio" userId="8ada793c76dcd6b1" providerId="LiveId" clId="{CDC2C08B-765D-41C0-A2C7-AC4B25AAD00D}" dt="2024-04-21T12:02:06.648" v="1647" actId="47"/>
        <pc:sldMkLst>
          <pc:docMk/>
          <pc:sldMk cId="3710083402" sldId="649"/>
        </pc:sldMkLst>
        <pc:spChg chg="mod">
          <ac:chgData name="Enrique Villegas Valerio" userId="8ada793c76dcd6b1" providerId="LiveId" clId="{CDC2C08B-765D-41C0-A2C7-AC4B25AAD00D}" dt="2024-04-07T12:51:52.593" v="72" actId="404"/>
          <ac:spMkLst>
            <pc:docMk/>
            <pc:sldMk cId="3710083402" sldId="649"/>
            <ac:spMk id="2" creationId="{F9514DA0-BE75-5888-FE06-2837D81A98C5}"/>
          </ac:spMkLst>
        </pc:spChg>
      </pc:sldChg>
      <pc:sldChg chg="modSp add del mod">
        <pc:chgData name="Enrique Villegas Valerio" userId="8ada793c76dcd6b1" providerId="LiveId" clId="{CDC2C08B-765D-41C0-A2C7-AC4B25AAD00D}" dt="2024-04-21T12:02:06.648" v="1647" actId="47"/>
        <pc:sldMkLst>
          <pc:docMk/>
          <pc:sldMk cId="3622716666" sldId="650"/>
        </pc:sldMkLst>
        <pc:spChg chg="mod">
          <ac:chgData name="Enrique Villegas Valerio" userId="8ada793c76dcd6b1" providerId="LiveId" clId="{CDC2C08B-765D-41C0-A2C7-AC4B25AAD00D}" dt="2024-04-07T13:25:12.997" v="108" actId="13926"/>
          <ac:spMkLst>
            <pc:docMk/>
            <pc:sldMk cId="3622716666" sldId="650"/>
            <ac:spMk id="2" creationId="{F9514DA0-BE75-5888-FE06-2837D81A98C5}"/>
          </ac:spMkLst>
        </pc:spChg>
        <pc:spChg chg="mod">
          <ac:chgData name="Enrique Villegas Valerio" userId="8ada793c76dcd6b1" providerId="LiveId" clId="{CDC2C08B-765D-41C0-A2C7-AC4B25AAD00D}" dt="2024-04-07T12:52:19.673" v="79" actId="20577"/>
          <ac:spMkLst>
            <pc:docMk/>
            <pc:sldMk cId="3622716666" sldId="650"/>
            <ac:spMk id="3" creationId="{7C68BD49-EB98-945B-E1DB-FD4A8FC66606}"/>
          </ac:spMkLst>
        </pc:spChg>
      </pc:sldChg>
      <pc:sldChg chg="del">
        <pc:chgData name="Enrique Villegas Valerio" userId="8ada793c76dcd6b1" providerId="LiveId" clId="{CDC2C08B-765D-41C0-A2C7-AC4B25AAD00D}" dt="2024-04-07T12:46:38.128" v="19" actId="47"/>
        <pc:sldMkLst>
          <pc:docMk/>
          <pc:sldMk cId="3742352768" sldId="650"/>
        </pc:sldMkLst>
      </pc:sldChg>
      <pc:sldChg chg="modSp add del mod">
        <pc:chgData name="Enrique Villegas Valerio" userId="8ada793c76dcd6b1" providerId="LiveId" clId="{CDC2C08B-765D-41C0-A2C7-AC4B25AAD00D}" dt="2024-04-21T12:02:06.648" v="1647" actId="47"/>
        <pc:sldMkLst>
          <pc:docMk/>
          <pc:sldMk cId="365194930" sldId="651"/>
        </pc:sldMkLst>
        <pc:spChg chg="mod">
          <ac:chgData name="Enrique Villegas Valerio" userId="8ada793c76dcd6b1" providerId="LiveId" clId="{CDC2C08B-765D-41C0-A2C7-AC4B25AAD00D}" dt="2024-04-07T12:53:29.756" v="101" actId="20577"/>
          <ac:spMkLst>
            <pc:docMk/>
            <pc:sldMk cId="365194930" sldId="651"/>
            <ac:spMk id="2" creationId="{F9514DA0-BE75-5888-FE06-2837D81A98C5}"/>
          </ac:spMkLst>
        </pc:spChg>
      </pc:sldChg>
      <pc:sldChg chg="del">
        <pc:chgData name="Enrique Villegas Valerio" userId="8ada793c76dcd6b1" providerId="LiveId" clId="{CDC2C08B-765D-41C0-A2C7-AC4B25AAD00D}" dt="2024-04-07T12:46:38.128" v="19" actId="47"/>
        <pc:sldMkLst>
          <pc:docMk/>
          <pc:sldMk cId="3161172122" sldId="651"/>
        </pc:sldMkLst>
      </pc:sldChg>
      <pc:sldChg chg="modSp add del mod">
        <pc:chgData name="Enrique Villegas Valerio" userId="8ada793c76dcd6b1" providerId="LiveId" clId="{CDC2C08B-765D-41C0-A2C7-AC4B25AAD00D}" dt="2024-04-21T12:02:06.648" v="1647" actId="47"/>
        <pc:sldMkLst>
          <pc:docMk/>
          <pc:sldMk cId="443738992" sldId="652"/>
        </pc:sldMkLst>
        <pc:spChg chg="mod">
          <ac:chgData name="Enrique Villegas Valerio" userId="8ada793c76dcd6b1" providerId="LiveId" clId="{CDC2C08B-765D-41C0-A2C7-AC4B25AAD00D}" dt="2024-04-07T13:29:45.293" v="124" actId="13926"/>
          <ac:spMkLst>
            <pc:docMk/>
            <pc:sldMk cId="443738992" sldId="652"/>
            <ac:spMk id="2" creationId="{F9514DA0-BE75-5888-FE06-2837D81A98C5}"/>
          </ac:spMkLst>
        </pc:spChg>
      </pc:sldChg>
      <pc:sldChg chg="del">
        <pc:chgData name="Enrique Villegas Valerio" userId="8ada793c76dcd6b1" providerId="LiveId" clId="{CDC2C08B-765D-41C0-A2C7-AC4B25AAD00D}" dt="2024-04-07T12:46:38.128" v="19" actId="47"/>
        <pc:sldMkLst>
          <pc:docMk/>
          <pc:sldMk cId="1420209562" sldId="652"/>
        </pc:sldMkLst>
      </pc:sldChg>
      <pc:sldChg chg="modSp add del mod">
        <pc:chgData name="Enrique Villegas Valerio" userId="8ada793c76dcd6b1" providerId="LiveId" clId="{CDC2C08B-765D-41C0-A2C7-AC4B25AAD00D}" dt="2024-04-21T12:02:06.648" v="1647" actId="47"/>
        <pc:sldMkLst>
          <pc:docMk/>
          <pc:sldMk cId="925484648" sldId="653"/>
        </pc:sldMkLst>
        <pc:spChg chg="mod">
          <ac:chgData name="Enrique Villegas Valerio" userId="8ada793c76dcd6b1" providerId="LiveId" clId="{CDC2C08B-765D-41C0-A2C7-AC4B25AAD00D}" dt="2024-04-07T13:25:19.436" v="109" actId="13926"/>
          <ac:spMkLst>
            <pc:docMk/>
            <pc:sldMk cId="925484648" sldId="653"/>
            <ac:spMk id="2" creationId="{F9514DA0-BE75-5888-FE06-2837D81A98C5}"/>
          </ac:spMkLst>
        </pc:spChg>
      </pc:sldChg>
      <pc:sldChg chg="del">
        <pc:chgData name="Enrique Villegas Valerio" userId="8ada793c76dcd6b1" providerId="LiveId" clId="{CDC2C08B-765D-41C0-A2C7-AC4B25AAD00D}" dt="2024-04-07T12:46:38.128" v="19" actId="47"/>
        <pc:sldMkLst>
          <pc:docMk/>
          <pc:sldMk cId="1182268207" sldId="653"/>
        </pc:sldMkLst>
      </pc:sldChg>
      <pc:sldChg chg="modSp add del mod">
        <pc:chgData name="Enrique Villegas Valerio" userId="8ada793c76dcd6b1" providerId="LiveId" clId="{CDC2C08B-765D-41C0-A2C7-AC4B25AAD00D}" dt="2024-04-21T12:02:06.648" v="1647" actId="47"/>
        <pc:sldMkLst>
          <pc:docMk/>
          <pc:sldMk cId="1864149646" sldId="654"/>
        </pc:sldMkLst>
        <pc:spChg chg="mod">
          <ac:chgData name="Enrique Villegas Valerio" userId="8ada793c76dcd6b1" providerId="LiveId" clId="{CDC2C08B-765D-41C0-A2C7-AC4B25AAD00D}" dt="2024-04-07T13:25:31.991" v="111" actId="13926"/>
          <ac:spMkLst>
            <pc:docMk/>
            <pc:sldMk cId="1864149646" sldId="654"/>
            <ac:spMk id="2" creationId="{F9514DA0-BE75-5888-FE06-2837D81A98C5}"/>
          </ac:spMkLst>
        </pc:spChg>
      </pc:sldChg>
      <pc:sldChg chg="del">
        <pc:chgData name="Enrique Villegas Valerio" userId="8ada793c76dcd6b1" providerId="LiveId" clId="{CDC2C08B-765D-41C0-A2C7-AC4B25AAD00D}" dt="2024-04-07T12:46:38.128" v="19" actId="47"/>
        <pc:sldMkLst>
          <pc:docMk/>
          <pc:sldMk cId="3740941221" sldId="654"/>
        </pc:sldMkLst>
      </pc:sldChg>
      <pc:sldChg chg="modSp add del mod">
        <pc:chgData name="Enrique Villegas Valerio" userId="8ada793c76dcd6b1" providerId="LiveId" clId="{CDC2C08B-765D-41C0-A2C7-AC4B25AAD00D}" dt="2024-04-21T12:02:06.648" v="1647" actId="47"/>
        <pc:sldMkLst>
          <pc:docMk/>
          <pc:sldMk cId="1753382044" sldId="655"/>
        </pc:sldMkLst>
        <pc:spChg chg="mod">
          <ac:chgData name="Enrique Villegas Valerio" userId="8ada793c76dcd6b1" providerId="LiveId" clId="{CDC2C08B-765D-41C0-A2C7-AC4B25AAD00D}" dt="2024-04-07T13:25:38.111" v="112" actId="13926"/>
          <ac:spMkLst>
            <pc:docMk/>
            <pc:sldMk cId="1753382044" sldId="655"/>
            <ac:spMk id="2" creationId="{F9514DA0-BE75-5888-FE06-2837D81A98C5}"/>
          </ac:spMkLst>
        </pc:spChg>
      </pc:sldChg>
      <pc:sldChg chg="del">
        <pc:chgData name="Enrique Villegas Valerio" userId="8ada793c76dcd6b1" providerId="LiveId" clId="{CDC2C08B-765D-41C0-A2C7-AC4B25AAD00D}" dt="2024-04-07T12:46:38.128" v="19" actId="47"/>
        <pc:sldMkLst>
          <pc:docMk/>
          <pc:sldMk cId="2919253981" sldId="655"/>
        </pc:sldMkLst>
      </pc:sldChg>
      <pc:sldChg chg="del">
        <pc:chgData name="Enrique Villegas Valerio" userId="8ada793c76dcd6b1" providerId="LiveId" clId="{CDC2C08B-765D-41C0-A2C7-AC4B25AAD00D}" dt="2024-04-07T12:46:38.128" v="19" actId="47"/>
        <pc:sldMkLst>
          <pc:docMk/>
          <pc:sldMk cId="2003372233" sldId="656"/>
        </pc:sldMkLst>
      </pc:sldChg>
      <pc:sldChg chg="modSp add del mod">
        <pc:chgData name="Enrique Villegas Valerio" userId="8ada793c76dcd6b1" providerId="LiveId" clId="{CDC2C08B-765D-41C0-A2C7-AC4B25AAD00D}" dt="2024-04-21T12:02:06.648" v="1647" actId="47"/>
        <pc:sldMkLst>
          <pc:docMk/>
          <pc:sldMk cId="2912443806" sldId="656"/>
        </pc:sldMkLst>
        <pc:spChg chg="mod">
          <ac:chgData name="Enrique Villegas Valerio" userId="8ada793c76dcd6b1" providerId="LiveId" clId="{CDC2C08B-765D-41C0-A2C7-AC4B25AAD00D}" dt="2024-04-07T13:29:07.913" v="118" actId="13926"/>
          <ac:spMkLst>
            <pc:docMk/>
            <pc:sldMk cId="2912443806" sldId="656"/>
            <ac:spMk id="2" creationId="{F9514DA0-BE75-5888-FE06-2837D81A98C5}"/>
          </ac:spMkLst>
        </pc:spChg>
      </pc:sldChg>
      <pc:sldChg chg="modSp add del mod">
        <pc:chgData name="Enrique Villegas Valerio" userId="8ada793c76dcd6b1" providerId="LiveId" clId="{CDC2C08B-765D-41C0-A2C7-AC4B25AAD00D}" dt="2024-04-21T12:02:06.648" v="1647" actId="47"/>
        <pc:sldMkLst>
          <pc:docMk/>
          <pc:sldMk cId="1012075313" sldId="657"/>
        </pc:sldMkLst>
        <pc:spChg chg="mod">
          <ac:chgData name="Enrique Villegas Valerio" userId="8ada793c76dcd6b1" providerId="LiveId" clId="{CDC2C08B-765D-41C0-A2C7-AC4B25AAD00D}" dt="2024-04-07T13:29:12.888" v="119" actId="13926"/>
          <ac:spMkLst>
            <pc:docMk/>
            <pc:sldMk cId="1012075313" sldId="657"/>
            <ac:spMk id="2" creationId="{F9514DA0-BE75-5888-FE06-2837D81A98C5}"/>
          </ac:spMkLst>
        </pc:spChg>
      </pc:sldChg>
      <pc:sldChg chg="del">
        <pc:chgData name="Enrique Villegas Valerio" userId="8ada793c76dcd6b1" providerId="LiveId" clId="{CDC2C08B-765D-41C0-A2C7-AC4B25AAD00D}" dt="2024-04-07T12:46:38.128" v="19" actId="47"/>
        <pc:sldMkLst>
          <pc:docMk/>
          <pc:sldMk cId="4179037820" sldId="657"/>
        </pc:sldMkLst>
      </pc:sldChg>
      <pc:sldChg chg="del">
        <pc:chgData name="Enrique Villegas Valerio" userId="8ada793c76dcd6b1" providerId="LiveId" clId="{CDC2C08B-765D-41C0-A2C7-AC4B25AAD00D}" dt="2024-04-07T12:46:38.128" v="19" actId="47"/>
        <pc:sldMkLst>
          <pc:docMk/>
          <pc:sldMk cId="2503147654" sldId="658"/>
        </pc:sldMkLst>
      </pc:sldChg>
      <pc:sldChg chg="modSp add del mod">
        <pc:chgData name="Enrique Villegas Valerio" userId="8ada793c76dcd6b1" providerId="LiveId" clId="{CDC2C08B-765D-41C0-A2C7-AC4B25AAD00D}" dt="2024-04-21T12:02:06.648" v="1647" actId="47"/>
        <pc:sldMkLst>
          <pc:docMk/>
          <pc:sldMk cId="3228153944" sldId="658"/>
        </pc:sldMkLst>
        <pc:spChg chg="mod">
          <ac:chgData name="Enrique Villegas Valerio" userId="8ada793c76dcd6b1" providerId="LiveId" clId="{CDC2C08B-765D-41C0-A2C7-AC4B25AAD00D}" dt="2024-04-07T13:29:18.398" v="120" actId="13926"/>
          <ac:spMkLst>
            <pc:docMk/>
            <pc:sldMk cId="3228153944" sldId="658"/>
            <ac:spMk id="2" creationId="{F9514DA0-BE75-5888-FE06-2837D81A98C5}"/>
          </ac:spMkLst>
        </pc:spChg>
      </pc:sldChg>
      <pc:sldChg chg="modSp add del mod">
        <pc:chgData name="Enrique Villegas Valerio" userId="8ada793c76dcd6b1" providerId="LiveId" clId="{CDC2C08B-765D-41C0-A2C7-AC4B25AAD00D}" dt="2024-04-21T12:02:06.648" v="1647" actId="47"/>
        <pc:sldMkLst>
          <pc:docMk/>
          <pc:sldMk cId="2657496803" sldId="659"/>
        </pc:sldMkLst>
        <pc:spChg chg="mod">
          <ac:chgData name="Enrique Villegas Valerio" userId="8ada793c76dcd6b1" providerId="LiveId" clId="{CDC2C08B-765D-41C0-A2C7-AC4B25AAD00D}" dt="2024-04-07T13:29:29.248" v="121" actId="13926"/>
          <ac:spMkLst>
            <pc:docMk/>
            <pc:sldMk cId="2657496803" sldId="659"/>
            <ac:spMk id="2" creationId="{F9514DA0-BE75-5888-FE06-2837D81A98C5}"/>
          </ac:spMkLst>
        </pc:spChg>
      </pc:sldChg>
      <pc:sldChg chg="del">
        <pc:chgData name="Enrique Villegas Valerio" userId="8ada793c76dcd6b1" providerId="LiveId" clId="{CDC2C08B-765D-41C0-A2C7-AC4B25AAD00D}" dt="2024-04-07T12:46:38.128" v="19" actId="47"/>
        <pc:sldMkLst>
          <pc:docMk/>
          <pc:sldMk cId="4114409690" sldId="659"/>
        </pc:sldMkLst>
      </pc:sldChg>
      <pc:sldChg chg="modSp add del mod">
        <pc:chgData name="Enrique Villegas Valerio" userId="8ada793c76dcd6b1" providerId="LiveId" clId="{CDC2C08B-765D-41C0-A2C7-AC4B25AAD00D}" dt="2024-04-21T12:02:06.648" v="1647" actId="47"/>
        <pc:sldMkLst>
          <pc:docMk/>
          <pc:sldMk cId="652998298" sldId="660"/>
        </pc:sldMkLst>
        <pc:spChg chg="mod">
          <ac:chgData name="Enrique Villegas Valerio" userId="8ada793c76dcd6b1" providerId="LiveId" clId="{CDC2C08B-765D-41C0-A2C7-AC4B25AAD00D}" dt="2024-04-07T13:29:34.809" v="122" actId="13926"/>
          <ac:spMkLst>
            <pc:docMk/>
            <pc:sldMk cId="652998298" sldId="660"/>
            <ac:spMk id="2" creationId="{F9514DA0-BE75-5888-FE06-2837D81A98C5}"/>
          </ac:spMkLst>
        </pc:spChg>
      </pc:sldChg>
      <pc:sldChg chg="del">
        <pc:chgData name="Enrique Villegas Valerio" userId="8ada793c76dcd6b1" providerId="LiveId" clId="{CDC2C08B-765D-41C0-A2C7-AC4B25AAD00D}" dt="2024-04-07T12:46:38.128" v="19" actId="47"/>
        <pc:sldMkLst>
          <pc:docMk/>
          <pc:sldMk cId="4276759801" sldId="660"/>
        </pc:sldMkLst>
      </pc:sldChg>
      <pc:sldChg chg="del">
        <pc:chgData name="Enrique Villegas Valerio" userId="8ada793c76dcd6b1" providerId="LiveId" clId="{CDC2C08B-765D-41C0-A2C7-AC4B25AAD00D}" dt="2024-04-07T12:46:38.128" v="19" actId="47"/>
        <pc:sldMkLst>
          <pc:docMk/>
          <pc:sldMk cId="2440042760" sldId="661"/>
        </pc:sldMkLst>
      </pc:sldChg>
      <pc:sldChg chg="modSp new del mod">
        <pc:chgData name="Enrique Villegas Valerio" userId="8ada793c76dcd6b1" providerId="LiveId" clId="{CDC2C08B-765D-41C0-A2C7-AC4B25AAD00D}" dt="2024-04-21T12:02:06.648" v="1647" actId="47"/>
        <pc:sldMkLst>
          <pc:docMk/>
          <pc:sldMk cId="2526859485" sldId="661"/>
        </pc:sldMkLst>
        <pc:spChg chg="mod">
          <ac:chgData name="Enrique Villegas Valerio" userId="8ada793c76dcd6b1" providerId="LiveId" clId="{CDC2C08B-765D-41C0-A2C7-AC4B25AAD00D}" dt="2024-04-07T13:35:04.968" v="135" actId="5793"/>
          <ac:spMkLst>
            <pc:docMk/>
            <pc:sldMk cId="2526859485" sldId="661"/>
            <ac:spMk id="2" creationId="{BC6AA646-38E1-6B39-3BE2-246E5D7AD9F7}"/>
          </ac:spMkLst>
        </pc:spChg>
        <pc:spChg chg="mod">
          <ac:chgData name="Enrique Villegas Valerio" userId="8ada793c76dcd6b1" providerId="LiveId" clId="{CDC2C08B-765D-41C0-A2C7-AC4B25AAD00D}" dt="2024-04-07T13:35:10.568" v="145" actId="20577"/>
          <ac:spMkLst>
            <pc:docMk/>
            <pc:sldMk cId="2526859485" sldId="661"/>
            <ac:spMk id="3" creationId="{E8940C64-E738-A244-24D8-A04EA847B1E5}"/>
          </ac:spMkLst>
        </pc:spChg>
      </pc:sldChg>
      <pc:sldChg chg="add del">
        <pc:chgData name="Enrique Villegas Valerio" userId="8ada793c76dcd6b1" providerId="LiveId" clId="{CDC2C08B-765D-41C0-A2C7-AC4B25AAD00D}" dt="2024-04-07T13:29:50.969" v="125" actId="47"/>
        <pc:sldMkLst>
          <pc:docMk/>
          <pc:sldMk cId="4128707410" sldId="661"/>
        </pc:sldMkLst>
      </pc:sldChg>
      <pc:sldChg chg="del">
        <pc:chgData name="Enrique Villegas Valerio" userId="8ada793c76dcd6b1" providerId="LiveId" clId="{CDC2C08B-765D-41C0-A2C7-AC4B25AAD00D}" dt="2024-04-07T12:46:38.128" v="19" actId="47"/>
        <pc:sldMkLst>
          <pc:docMk/>
          <pc:sldMk cId="930791695" sldId="662"/>
        </pc:sldMkLst>
      </pc:sldChg>
      <pc:sldChg chg="modSp add del mod">
        <pc:chgData name="Enrique Villegas Valerio" userId="8ada793c76dcd6b1" providerId="LiveId" clId="{CDC2C08B-765D-41C0-A2C7-AC4B25AAD00D}" dt="2024-04-21T12:02:06.648" v="1647" actId="47"/>
        <pc:sldMkLst>
          <pc:docMk/>
          <pc:sldMk cId="3743986458" sldId="662"/>
        </pc:sldMkLst>
        <pc:spChg chg="mod">
          <ac:chgData name="Enrique Villegas Valerio" userId="8ada793c76dcd6b1" providerId="LiveId" clId="{CDC2C08B-765D-41C0-A2C7-AC4B25AAD00D}" dt="2024-04-07T13:38:09.054" v="163" actId="20577"/>
          <ac:spMkLst>
            <pc:docMk/>
            <pc:sldMk cId="3743986458" sldId="662"/>
            <ac:spMk id="2" creationId="{F9514DA0-BE75-5888-FE06-2837D81A98C5}"/>
          </ac:spMkLst>
        </pc:spChg>
        <pc:spChg chg="mod">
          <ac:chgData name="Enrique Villegas Valerio" userId="8ada793c76dcd6b1" providerId="LiveId" clId="{CDC2C08B-765D-41C0-A2C7-AC4B25AAD00D}" dt="2024-04-07T13:37:58.083" v="157" actId="20577"/>
          <ac:spMkLst>
            <pc:docMk/>
            <pc:sldMk cId="3743986458" sldId="662"/>
            <ac:spMk id="3" creationId="{7C68BD49-EB98-945B-E1DB-FD4A8FC66606}"/>
          </ac:spMkLst>
        </pc:spChg>
      </pc:sldChg>
      <pc:sldChg chg="del">
        <pc:chgData name="Enrique Villegas Valerio" userId="8ada793c76dcd6b1" providerId="LiveId" clId="{CDC2C08B-765D-41C0-A2C7-AC4B25AAD00D}" dt="2024-04-07T12:46:38.128" v="19" actId="47"/>
        <pc:sldMkLst>
          <pc:docMk/>
          <pc:sldMk cId="775458845" sldId="663"/>
        </pc:sldMkLst>
      </pc:sldChg>
      <pc:sldChg chg="modSp add del mod">
        <pc:chgData name="Enrique Villegas Valerio" userId="8ada793c76dcd6b1" providerId="LiveId" clId="{CDC2C08B-765D-41C0-A2C7-AC4B25AAD00D}" dt="2024-04-21T12:02:06.648" v="1647" actId="47"/>
        <pc:sldMkLst>
          <pc:docMk/>
          <pc:sldMk cId="3811002914" sldId="663"/>
        </pc:sldMkLst>
        <pc:spChg chg="mod">
          <ac:chgData name="Enrique Villegas Valerio" userId="8ada793c76dcd6b1" providerId="LiveId" clId="{CDC2C08B-765D-41C0-A2C7-AC4B25AAD00D}" dt="2024-04-07T13:38:11.563" v="164"/>
          <ac:spMkLst>
            <pc:docMk/>
            <pc:sldMk cId="3811002914" sldId="663"/>
            <ac:spMk id="2" creationId="{F9514DA0-BE75-5888-FE06-2837D81A98C5}"/>
          </ac:spMkLst>
        </pc:spChg>
      </pc:sldChg>
      <pc:sldChg chg="modSp add del mod">
        <pc:chgData name="Enrique Villegas Valerio" userId="8ada793c76dcd6b1" providerId="LiveId" clId="{CDC2C08B-765D-41C0-A2C7-AC4B25AAD00D}" dt="2024-04-21T12:02:06.648" v="1647" actId="47"/>
        <pc:sldMkLst>
          <pc:docMk/>
          <pc:sldMk cId="758706162" sldId="664"/>
        </pc:sldMkLst>
        <pc:spChg chg="mod">
          <ac:chgData name="Enrique Villegas Valerio" userId="8ada793c76dcd6b1" providerId="LiveId" clId="{CDC2C08B-765D-41C0-A2C7-AC4B25AAD00D}" dt="2024-04-07T13:41:53.131" v="167" actId="6549"/>
          <ac:spMkLst>
            <pc:docMk/>
            <pc:sldMk cId="758706162" sldId="664"/>
            <ac:spMk id="2" creationId="{F9514DA0-BE75-5888-FE06-2837D81A98C5}"/>
          </ac:spMkLst>
        </pc:spChg>
        <pc:spChg chg="mod">
          <ac:chgData name="Enrique Villegas Valerio" userId="8ada793c76dcd6b1" providerId="LiveId" clId="{CDC2C08B-765D-41C0-A2C7-AC4B25AAD00D}" dt="2024-04-07T13:42:09.093" v="186" actId="20577"/>
          <ac:spMkLst>
            <pc:docMk/>
            <pc:sldMk cId="758706162" sldId="664"/>
            <ac:spMk id="3" creationId="{7C68BD49-EB98-945B-E1DB-FD4A8FC66606}"/>
          </ac:spMkLst>
        </pc:spChg>
      </pc:sldChg>
      <pc:sldChg chg="del">
        <pc:chgData name="Enrique Villegas Valerio" userId="8ada793c76dcd6b1" providerId="LiveId" clId="{CDC2C08B-765D-41C0-A2C7-AC4B25AAD00D}" dt="2024-04-07T12:46:38.128" v="19" actId="47"/>
        <pc:sldMkLst>
          <pc:docMk/>
          <pc:sldMk cId="3422998595" sldId="664"/>
        </pc:sldMkLst>
      </pc:sldChg>
      <pc:sldChg chg="modSp add del mod">
        <pc:chgData name="Enrique Villegas Valerio" userId="8ada793c76dcd6b1" providerId="LiveId" clId="{CDC2C08B-765D-41C0-A2C7-AC4B25AAD00D}" dt="2024-04-21T12:02:06.648" v="1647" actId="47"/>
        <pc:sldMkLst>
          <pc:docMk/>
          <pc:sldMk cId="3701962660" sldId="665"/>
        </pc:sldMkLst>
        <pc:spChg chg="mod">
          <ac:chgData name="Enrique Villegas Valerio" userId="8ada793c76dcd6b1" providerId="LiveId" clId="{CDC2C08B-765D-41C0-A2C7-AC4B25AAD00D}" dt="2024-04-07T13:54:13.110" v="417" actId="20577"/>
          <ac:spMkLst>
            <pc:docMk/>
            <pc:sldMk cId="3701962660" sldId="665"/>
            <ac:spMk id="3" creationId="{CA07F423-46C6-CDD8-E4AD-233D53E2809D}"/>
          </ac:spMkLst>
        </pc:spChg>
        <pc:spChg chg="mod">
          <ac:chgData name="Enrique Villegas Valerio" userId="8ada793c76dcd6b1" providerId="LiveId" clId="{CDC2C08B-765D-41C0-A2C7-AC4B25AAD00D}" dt="2024-04-07T13:56:24.645" v="419" actId="20577"/>
          <ac:spMkLst>
            <pc:docMk/>
            <pc:sldMk cId="3701962660" sldId="665"/>
            <ac:spMk id="4" creationId="{64DD97DD-43D3-F5D3-B4EE-BD7F9628B26B}"/>
          </ac:spMkLst>
        </pc:spChg>
      </pc:sldChg>
      <pc:sldChg chg="new del">
        <pc:chgData name="Enrique Villegas Valerio" userId="8ada793c76dcd6b1" providerId="LiveId" clId="{CDC2C08B-765D-41C0-A2C7-AC4B25AAD00D}" dt="2024-04-07T14:03:25.162" v="422" actId="47"/>
        <pc:sldMkLst>
          <pc:docMk/>
          <pc:sldMk cId="3281568121" sldId="666"/>
        </pc:sldMkLst>
      </pc:sldChg>
      <pc:sldChg chg="modSp add del mod">
        <pc:chgData name="Enrique Villegas Valerio" userId="8ada793c76dcd6b1" providerId="LiveId" clId="{CDC2C08B-765D-41C0-A2C7-AC4B25AAD00D}" dt="2024-04-21T12:02:06.648" v="1647" actId="47"/>
        <pc:sldMkLst>
          <pc:docMk/>
          <pc:sldMk cId="683895397" sldId="667"/>
        </pc:sldMkLst>
        <pc:spChg chg="mod">
          <ac:chgData name="Enrique Villegas Valerio" userId="8ada793c76dcd6b1" providerId="LiveId" clId="{CDC2C08B-765D-41C0-A2C7-AC4B25AAD00D}" dt="2024-04-07T14:04:00.383" v="442" actId="404"/>
          <ac:spMkLst>
            <pc:docMk/>
            <pc:sldMk cId="683895397" sldId="667"/>
            <ac:spMk id="2" creationId="{F9514DA0-BE75-5888-FE06-2837D81A98C5}"/>
          </ac:spMkLst>
        </pc:spChg>
        <pc:spChg chg="mod">
          <ac:chgData name="Enrique Villegas Valerio" userId="8ada793c76dcd6b1" providerId="LiveId" clId="{CDC2C08B-765D-41C0-A2C7-AC4B25AAD00D}" dt="2024-04-07T14:03:29.153" v="429" actId="20577"/>
          <ac:spMkLst>
            <pc:docMk/>
            <pc:sldMk cId="683895397" sldId="667"/>
            <ac:spMk id="3" creationId="{7C68BD49-EB98-945B-E1DB-FD4A8FC66606}"/>
          </ac:spMkLst>
        </pc:spChg>
      </pc:sldChg>
      <pc:sldChg chg="modSp add del mod">
        <pc:chgData name="Enrique Villegas Valerio" userId="8ada793c76dcd6b1" providerId="LiveId" clId="{CDC2C08B-765D-41C0-A2C7-AC4B25AAD00D}" dt="2024-04-21T12:02:06.648" v="1647" actId="47"/>
        <pc:sldMkLst>
          <pc:docMk/>
          <pc:sldMk cId="3463523011" sldId="668"/>
        </pc:sldMkLst>
        <pc:spChg chg="mod">
          <ac:chgData name="Enrique Villegas Valerio" userId="8ada793c76dcd6b1" providerId="LiveId" clId="{CDC2C08B-765D-41C0-A2C7-AC4B25AAD00D}" dt="2024-04-07T14:04:05.343" v="445" actId="20577"/>
          <ac:spMkLst>
            <pc:docMk/>
            <pc:sldMk cId="3463523011" sldId="668"/>
            <ac:spMk id="2" creationId="{F9514DA0-BE75-5888-FE06-2837D81A98C5}"/>
          </ac:spMkLst>
        </pc:spChg>
      </pc:sldChg>
      <pc:sldChg chg="modSp add del mod">
        <pc:chgData name="Enrique Villegas Valerio" userId="8ada793c76dcd6b1" providerId="LiveId" clId="{CDC2C08B-765D-41C0-A2C7-AC4B25AAD00D}" dt="2024-04-21T12:02:06.648" v="1647" actId="47"/>
        <pc:sldMkLst>
          <pc:docMk/>
          <pc:sldMk cId="3254322274" sldId="669"/>
        </pc:sldMkLst>
        <pc:spChg chg="mod">
          <ac:chgData name="Enrique Villegas Valerio" userId="8ada793c76dcd6b1" providerId="LiveId" clId="{CDC2C08B-765D-41C0-A2C7-AC4B25AAD00D}" dt="2024-04-07T14:04:08.334" v="447" actId="20577"/>
          <ac:spMkLst>
            <pc:docMk/>
            <pc:sldMk cId="3254322274" sldId="669"/>
            <ac:spMk id="2" creationId="{F9514DA0-BE75-5888-FE06-2837D81A98C5}"/>
          </ac:spMkLst>
        </pc:spChg>
      </pc:sldChg>
      <pc:sldChg chg="modSp add del mod">
        <pc:chgData name="Enrique Villegas Valerio" userId="8ada793c76dcd6b1" providerId="LiveId" clId="{CDC2C08B-765D-41C0-A2C7-AC4B25AAD00D}" dt="2024-04-21T12:02:06.648" v="1647" actId="47"/>
        <pc:sldMkLst>
          <pc:docMk/>
          <pc:sldMk cId="1684307421" sldId="670"/>
        </pc:sldMkLst>
        <pc:spChg chg="mod">
          <ac:chgData name="Enrique Villegas Valerio" userId="8ada793c76dcd6b1" providerId="LiveId" clId="{CDC2C08B-765D-41C0-A2C7-AC4B25AAD00D}" dt="2024-04-07T14:10:09.614" v="465" actId="6549"/>
          <ac:spMkLst>
            <pc:docMk/>
            <pc:sldMk cId="1684307421" sldId="670"/>
            <ac:spMk id="2" creationId="{F9514DA0-BE75-5888-FE06-2837D81A98C5}"/>
          </ac:spMkLst>
        </pc:spChg>
        <pc:spChg chg="mod">
          <ac:chgData name="Enrique Villegas Valerio" userId="8ada793c76dcd6b1" providerId="LiveId" clId="{CDC2C08B-765D-41C0-A2C7-AC4B25AAD00D}" dt="2024-04-07T14:09:59.042" v="460" actId="20577"/>
          <ac:spMkLst>
            <pc:docMk/>
            <pc:sldMk cId="1684307421" sldId="670"/>
            <ac:spMk id="3" creationId="{7C68BD49-EB98-945B-E1DB-FD4A8FC66606}"/>
          </ac:spMkLst>
        </pc:spChg>
      </pc:sldChg>
      <pc:sldChg chg="new del">
        <pc:chgData name="Enrique Villegas Valerio" userId="8ada793c76dcd6b1" providerId="LiveId" clId="{CDC2C08B-765D-41C0-A2C7-AC4B25AAD00D}" dt="2024-04-07T14:09:38.703" v="449" actId="680"/>
        <pc:sldMkLst>
          <pc:docMk/>
          <pc:sldMk cId="3475689693" sldId="670"/>
        </pc:sldMkLst>
      </pc:sldChg>
      <pc:sldChg chg="modSp add del mod">
        <pc:chgData name="Enrique Villegas Valerio" userId="8ada793c76dcd6b1" providerId="LiveId" clId="{CDC2C08B-765D-41C0-A2C7-AC4B25AAD00D}" dt="2024-04-21T12:02:06.648" v="1647" actId="47"/>
        <pc:sldMkLst>
          <pc:docMk/>
          <pc:sldMk cId="765843385" sldId="671"/>
        </pc:sldMkLst>
        <pc:spChg chg="mod">
          <ac:chgData name="Enrique Villegas Valerio" userId="8ada793c76dcd6b1" providerId="LiveId" clId="{CDC2C08B-765D-41C0-A2C7-AC4B25AAD00D}" dt="2024-04-07T14:11:01.186" v="487" actId="403"/>
          <ac:spMkLst>
            <pc:docMk/>
            <pc:sldMk cId="765843385" sldId="671"/>
            <ac:spMk id="2" creationId="{F9514DA0-BE75-5888-FE06-2837D81A98C5}"/>
          </ac:spMkLst>
        </pc:spChg>
        <pc:spChg chg="mod">
          <ac:chgData name="Enrique Villegas Valerio" userId="8ada793c76dcd6b1" providerId="LiveId" clId="{CDC2C08B-765D-41C0-A2C7-AC4B25AAD00D}" dt="2024-04-07T14:10:57.247" v="484"/>
          <ac:spMkLst>
            <pc:docMk/>
            <pc:sldMk cId="765843385" sldId="671"/>
            <ac:spMk id="3" creationId="{7C68BD49-EB98-945B-E1DB-FD4A8FC66606}"/>
          </ac:spMkLst>
        </pc:spChg>
      </pc:sldChg>
      <pc:sldChg chg="modSp add del mod">
        <pc:chgData name="Enrique Villegas Valerio" userId="8ada793c76dcd6b1" providerId="LiveId" clId="{CDC2C08B-765D-41C0-A2C7-AC4B25AAD00D}" dt="2024-04-21T12:02:06.648" v="1647" actId="47"/>
        <pc:sldMkLst>
          <pc:docMk/>
          <pc:sldMk cId="2164278905" sldId="672"/>
        </pc:sldMkLst>
        <pc:spChg chg="mod">
          <ac:chgData name="Enrique Villegas Valerio" userId="8ada793c76dcd6b1" providerId="LiveId" clId="{CDC2C08B-765D-41C0-A2C7-AC4B25AAD00D}" dt="2024-04-07T14:38:10.209" v="495" actId="404"/>
          <ac:spMkLst>
            <pc:docMk/>
            <pc:sldMk cId="2164278905" sldId="672"/>
            <ac:spMk id="2" creationId="{F9514DA0-BE75-5888-FE06-2837D81A98C5}"/>
          </ac:spMkLst>
        </pc:spChg>
        <pc:spChg chg="mod">
          <ac:chgData name="Enrique Villegas Valerio" userId="8ada793c76dcd6b1" providerId="LiveId" clId="{CDC2C08B-765D-41C0-A2C7-AC4B25AAD00D}" dt="2024-04-07T14:38:17.903" v="498"/>
          <ac:spMkLst>
            <pc:docMk/>
            <pc:sldMk cId="2164278905" sldId="672"/>
            <ac:spMk id="3" creationId="{7C68BD49-EB98-945B-E1DB-FD4A8FC66606}"/>
          </ac:spMkLst>
        </pc:spChg>
      </pc:sldChg>
      <pc:sldChg chg="add del">
        <pc:chgData name="Enrique Villegas Valerio" userId="8ada793c76dcd6b1" providerId="LiveId" clId="{CDC2C08B-765D-41C0-A2C7-AC4B25AAD00D}" dt="2024-04-21T12:02:06.648" v="1647" actId="47"/>
        <pc:sldMkLst>
          <pc:docMk/>
          <pc:sldMk cId="932395896" sldId="673"/>
        </pc:sldMkLst>
      </pc:sldChg>
      <pc:sldChg chg="addSp delSp new del mod modClrScheme chgLayout">
        <pc:chgData name="Enrique Villegas Valerio" userId="8ada793c76dcd6b1" providerId="LiveId" clId="{CDC2C08B-765D-41C0-A2C7-AC4B25AAD00D}" dt="2024-04-21T12:02:06.648" v="1647" actId="47"/>
        <pc:sldMkLst>
          <pc:docMk/>
          <pc:sldMk cId="2362790315" sldId="674"/>
        </pc:sldMkLst>
        <pc:spChg chg="del">
          <ac:chgData name="Enrique Villegas Valerio" userId="8ada793c76dcd6b1" providerId="LiveId" clId="{CDC2C08B-765D-41C0-A2C7-AC4B25AAD00D}" dt="2024-04-07T14:46:07.365" v="501" actId="700"/>
          <ac:spMkLst>
            <pc:docMk/>
            <pc:sldMk cId="2362790315" sldId="674"/>
            <ac:spMk id="2" creationId="{5B0E44E3-76AA-F6AE-BA7B-32379C2ACEF0}"/>
          </ac:spMkLst>
        </pc:spChg>
        <pc:spChg chg="del">
          <ac:chgData name="Enrique Villegas Valerio" userId="8ada793c76dcd6b1" providerId="LiveId" clId="{CDC2C08B-765D-41C0-A2C7-AC4B25AAD00D}" dt="2024-04-07T14:46:07.365" v="501" actId="700"/>
          <ac:spMkLst>
            <pc:docMk/>
            <pc:sldMk cId="2362790315" sldId="674"/>
            <ac:spMk id="3" creationId="{01B0231B-4168-9F05-7D47-F854AB9F5DB9}"/>
          </ac:spMkLst>
        </pc:spChg>
        <pc:picChg chg="add">
          <ac:chgData name="Enrique Villegas Valerio" userId="8ada793c76dcd6b1" providerId="LiveId" clId="{CDC2C08B-765D-41C0-A2C7-AC4B25AAD00D}" dt="2024-04-07T14:46:08.390" v="502" actId="22"/>
          <ac:picMkLst>
            <pc:docMk/>
            <pc:sldMk cId="2362790315" sldId="674"/>
            <ac:picMk id="5" creationId="{E37B54F5-114E-2A1A-BBC0-6E11C3F76249}"/>
          </ac:picMkLst>
        </pc:picChg>
      </pc:sldChg>
      <pc:sldChg chg="modSp add del mod">
        <pc:chgData name="Enrique Villegas Valerio" userId="8ada793c76dcd6b1" providerId="LiveId" clId="{CDC2C08B-765D-41C0-A2C7-AC4B25AAD00D}" dt="2024-04-21T12:02:06.648" v="1647" actId="47"/>
        <pc:sldMkLst>
          <pc:docMk/>
          <pc:sldMk cId="2169214258" sldId="675"/>
        </pc:sldMkLst>
        <pc:spChg chg="mod">
          <ac:chgData name="Enrique Villegas Valerio" userId="8ada793c76dcd6b1" providerId="LiveId" clId="{CDC2C08B-765D-41C0-A2C7-AC4B25AAD00D}" dt="2024-04-07T14:50:33.095" v="523" actId="404"/>
          <ac:spMkLst>
            <pc:docMk/>
            <pc:sldMk cId="2169214258" sldId="675"/>
            <ac:spMk id="2" creationId="{F9514DA0-BE75-5888-FE06-2837D81A98C5}"/>
          </ac:spMkLst>
        </pc:spChg>
        <pc:spChg chg="mod">
          <ac:chgData name="Enrique Villegas Valerio" userId="8ada793c76dcd6b1" providerId="LiveId" clId="{CDC2C08B-765D-41C0-A2C7-AC4B25AAD00D}" dt="2024-04-07T14:50:30.375" v="522" actId="20577"/>
          <ac:spMkLst>
            <pc:docMk/>
            <pc:sldMk cId="2169214258" sldId="675"/>
            <ac:spMk id="3" creationId="{7C68BD49-EB98-945B-E1DB-FD4A8FC66606}"/>
          </ac:spMkLst>
        </pc:spChg>
      </pc:sldChg>
      <pc:sldChg chg="addSp delSp modSp new del mod modClrScheme chgLayout">
        <pc:chgData name="Enrique Villegas Valerio" userId="8ada793c76dcd6b1" providerId="LiveId" clId="{CDC2C08B-765D-41C0-A2C7-AC4B25AAD00D}" dt="2024-04-21T12:02:06.648" v="1647" actId="47"/>
        <pc:sldMkLst>
          <pc:docMk/>
          <pc:sldMk cId="1295296830" sldId="676"/>
        </pc:sldMkLst>
        <pc:spChg chg="del mod ord">
          <ac:chgData name="Enrique Villegas Valerio" userId="8ada793c76dcd6b1" providerId="LiveId" clId="{CDC2C08B-765D-41C0-A2C7-AC4B25AAD00D}" dt="2024-04-07T14:54:36.991" v="525" actId="700"/>
          <ac:spMkLst>
            <pc:docMk/>
            <pc:sldMk cId="1295296830" sldId="676"/>
            <ac:spMk id="2" creationId="{8DD77160-1DB5-A602-8E5A-6FC10DCEB4A1}"/>
          </ac:spMkLst>
        </pc:spChg>
        <pc:spChg chg="del mod ord">
          <ac:chgData name="Enrique Villegas Valerio" userId="8ada793c76dcd6b1" providerId="LiveId" clId="{CDC2C08B-765D-41C0-A2C7-AC4B25AAD00D}" dt="2024-04-07T14:54:36.991" v="525" actId="700"/>
          <ac:spMkLst>
            <pc:docMk/>
            <pc:sldMk cId="1295296830" sldId="676"/>
            <ac:spMk id="3" creationId="{C5B99A3A-DCEE-2083-4BD1-9DE320479B86}"/>
          </ac:spMkLst>
        </pc:spChg>
        <pc:spChg chg="add del mod ord">
          <ac:chgData name="Enrique Villegas Valerio" userId="8ada793c76dcd6b1" providerId="LiveId" clId="{CDC2C08B-765D-41C0-A2C7-AC4B25AAD00D}" dt="2024-04-07T14:57:57.297" v="774" actId="478"/>
          <ac:spMkLst>
            <pc:docMk/>
            <pc:sldMk cId="1295296830" sldId="676"/>
            <ac:spMk id="4" creationId="{6DF264A2-358D-8ABA-A616-A94D27E31065}"/>
          </ac:spMkLst>
        </pc:spChg>
        <pc:spChg chg="add del mod ord">
          <ac:chgData name="Enrique Villegas Valerio" userId="8ada793c76dcd6b1" providerId="LiveId" clId="{CDC2C08B-765D-41C0-A2C7-AC4B25AAD00D}" dt="2024-04-07T14:57:57.297" v="774" actId="478"/>
          <ac:spMkLst>
            <pc:docMk/>
            <pc:sldMk cId="1295296830" sldId="676"/>
            <ac:spMk id="5" creationId="{5BBBC5D0-A074-1268-3CCC-540ADD7F75A0}"/>
          </ac:spMkLst>
        </pc:spChg>
        <pc:spChg chg="add mod">
          <ac:chgData name="Enrique Villegas Valerio" userId="8ada793c76dcd6b1" providerId="LiveId" clId="{CDC2C08B-765D-41C0-A2C7-AC4B25AAD00D}" dt="2024-04-07T14:58:05.358" v="778"/>
          <ac:spMkLst>
            <pc:docMk/>
            <pc:sldMk cId="1295296830" sldId="676"/>
            <ac:spMk id="6" creationId="{35449903-F304-8B1E-5055-FE1FCBB35FDF}"/>
          </ac:spMkLst>
        </pc:spChg>
        <pc:spChg chg="add mod">
          <ac:chgData name="Enrique Villegas Valerio" userId="8ada793c76dcd6b1" providerId="LiveId" clId="{CDC2C08B-765D-41C0-A2C7-AC4B25AAD00D}" dt="2024-04-07T14:58:05.358" v="778"/>
          <ac:spMkLst>
            <pc:docMk/>
            <pc:sldMk cId="1295296830" sldId="676"/>
            <ac:spMk id="7" creationId="{4E8A90E3-55E2-D4B9-DDEE-5F667A9CE49C}"/>
          </ac:spMkLst>
        </pc:spChg>
        <pc:spChg chg="add mod">
          <ac:chgData name="Enrique Villegas Valerio" userId="8ada793c76dcd6b1" providerId="LiveId" clId="{CDC2C08B-765D-41C0-A2C7-AC4B25AAD00D}" dt="2024-04-07T14:58:27.473" v="797" actId="20577"/>
          <ac:spMkLst>
            <pc:docMk/>
            <pc:sldMk cId="1295296830" sldId="676"/>
            <ac:spMk id="9" creationId="{850DA090-261B-107F-7F1A-60CA4C65CA5A}"/>
          </ac:spMkLst>
        </pc:spChg>
        <pc:spChg chg="add del mod">
          <ac:chgData name="Enrique Villegas Valerio" userId="8ada793c76dcd6b1" providerId="LiveId" clId="{CDC2C08B-765D-41C0-A2C7-AC4B25AAD00D}" dt="2024-04-07T14:59:58.061" v="952" actId="478"/>
          <ac:spMkLst>
            <pc:docMk/>
            <pc:sldMk cId="1295296830" sldId="676"/>
            <ac:spMk id="10" creationId="{1D10651A-7732-2510-CF9F-BC2A35DBCB91}"/>
          </ac:spMkLst>
        </pc:spChg>
        <pc:spChg chg="add mod">
          <ac:chgData name="Enrique Villegas Valerio" userId="8ada793c76dcd6b1" providerId="LiveId" clId="{CDC2C08B-765D-41C0-A2C7-AC4B25AAD00D}" dt="2024-04-07T14:59:42.055" v="931" actId="1036"/>
          <ac:spMkLst>
            <pc:docMk/>
            <pc:sldMk cId="1295296830" sldId="676"/>
            <ac:spMk id="11" creationId="{AD8E98F4-B307-7515-3E94-262651A47113}"/>
          </ac:spMkLst>
        </pc:spChg>
        <pc:spChg chg="add del mod">
          <ac:chgData name="Enrique Villegas Valerio" userId="8ada793c76dcd6b1" providerId="LiveId" clId="{CDC2C08B-765D-41C0-A2C7-AC4B25AAD00D}" dt="2024-04-07T14:59:58.061" v="952" actId="478"/>
          <ac:spMkLst>
            <pc:docMk/>
            <pc:sldMk cId="1295296830" sldId="676"/>
            <ac:spMk id="12" creationId="{1DBB9608-8847-98D7-3597-2D9E69036C94}"/>
          </ac:spMkLst>
        </pc:spChg>
        <pc:picChg chg="add">
          <ac:chgData name="Enrique Villegas Valerio" userId="8ada793c76dcd6b1" providerId="LiveId" clId="{CDC2C08B-765D-41C0-A2C7-AC4B25AAD00D}" dt="2024-04-07T14:58:05.448" v="779"/>
          <ac:picMkLst>
            <pc:docMk/>
            <pc:sldMk cId="1295296830" sldId="676"/>
            <ac:picMk id="8" creationId="{E3A86A8F-A3F4-BC65-8910-1F0C6A66F68C}"/>
          </ac:picMkLst>
        </pc:picChg>
      </pc:sldChg>
      <pc:sldChg chg="delSp add del mod modAnim">
        <pc:chgData name="Enrique Villegas Valerio" userId="8ada793c76dcd6b1" providerId="LiveId" clId="{CDC2C08B-765D-41C0-A2C7-AC4B25AAD00D}" dt="2024-04-21T12:02:06.648" v="1647" actId="47"/>
        <pc:sldMkLst>
          <pc:docMk/>
          <pc:sldMk cId="170801458" sldId="677"/>
        </pc:sldMkLst>
        <pc:spChg chg="del">
          <ac:chgData name="Enrique Villegas Valerio" userId="8ada793c76dcd6b1" providerId="LiveId" clId="{CDC2C08B-765D-41C0-A2C7-AC4B25AAD00D}" dt="2024-04-07T15:00:00.961" v="953" actId="478"/>
          <ac:spMkLst>
            <pc:docMk/>
            <pc:sldMk cId="170801458" sldId="677"/>
            <ac:spMk id="12" creationId="{1DBB9608-8847-98D7-3597-2D9E69036C94}"/>
          </ac:spMkLst>
        </pc:spChg>
      </pc:sldChg>
      <pc:sldChg chg="modSp add del mod">
        <pc:chgData name="Enrique Villegas Valerio" userId="8ada793c76dcd6b1" providerId="LiveId" clId="{CDC2C08B-765D-41C0-A2C7-AC4B25AAD00D}" dt="2024-04-21T12:02:06.648" v="1647" actId="47"/>
        <pc:sldMkLst>
          <pc:docMk/>
          <pc:sldMk cId="3441119422" sldId="678"/>
        </pc:sldMkLst>
        <pc:spChg chg="mod">
          <ac:chgData name="Enrique Villegas Valerio" userId="8ada793c76dcd6b1" providerId="LiveId" clId="{CDC2C08B-765D-41C0-A2C7-AC4B25AAD00D}" dt="2024-04-07T15:00:08.548" v="964" actId="1037"/>
          <ac:spMkLst>
            <pc:docMk/>
            <pc:sldMk cId="3441119422" sldId="678"/>
            <ac:spMk id="12" creationId="{1DBB9608-8847-98D7-3597-2D9E69036C94}"/>
          </ac:spMkLst>
        </pc:spChg>
      </pc:sldChg>
      <pc:sldChg chg="modSp add del mod">
        <pc:chgData name="Enrique Villegas Valerio" userId="8ada793c76dcd6b1" providerId="LiveId" clId="{CDC2C08B-765D-41C0-A2C7-AC4B25AAD00D}" dt="2024-04-21T12:02:06.648" v="1647" actId="47"/>
        <pc:sldMkLst>
          <pc:docMk/>
          <pc:sldMk cId="2710820381" sldId="679"/>
        </pc:sldMkLst>
        <pc:spChg chg="mod">
          <ac:chgData name="Enrique Villegas Valerio" userId="8ada793c76dcd6b1" providerId="LiveId" clId="{CDC2C08B-765D-41C0-A2C7-AC4B25AAD00D}" dt="2024-04-07T15:02:06.485" v="985" actId="20577"/>
          <ac:spMkLst>
            <pc:docMk/>
            <pc:sldMk cId="2710820381" sldId="679"/>
            <ac:spMk id="3" creationId="{CA07F423-46C6-CDD8-E4AD-233D53E2809D}"/>
          </ac:spMkLst>
        </pc:spChg>
        <pc:spChg chg="mod">
          <ac:chgData name="Enrique Villegas Valerio" userId="8ada793c76dcd6b1" providerId="LiveId" clId="{CDC2C08B-765D-41C0-A2C7-AC4B25AAD00D}" dt="2024-04-07T15:02:11.726" v="993" actId="20577"/>
          <ac:spMkLst>
            <pc:docMk/>
            <pc:sldMk cId="2710820381" sldId="679"/>
            <ac:spMk id="4" creationId="{64DD97DD-43D3-F5D3-B4EE-BD7F9628B26B}"/>
          </ac:spMkLst>
        </pc:spChg>
      </pc:sldChg>
      <pc:sldChg chg="modSp add del mod">
        <pc:chgData name="Enrique Villegas Valerio" userId="8ada793c76dcd6b1" providerId="LiveId" clId="{CDC2C08B-765D-41C0-A2C7-AC4B25AAD00D}" dt="2024-04-21T12:02:06.648" v="1647" actId="47"/>
        <pc:sldMkLst>
          <pc:docMk/>
          <pc:sldMk cId="1587180771" sldId="680"/>
        </pc:sldMkLst>
        <pc:spChg chg="mod">
          <ac:chgData name="Enrique Villegas Valerio" userId="8ada793c76dcd6b1" providerId="LiveId" clId="{CDC2C08B-765D-41C0-A2C7-AC4B25AAD00D}" dt="2024-04-07T15:11:33.172" v="1071" actId="20577"/>
          <ac:spMkLst>
            <pc:docMk/>
            <pc:sldMk cId="1587180771" sldId="680"/>
            <ac:spMk id="2" creationId="{F9514DA0-BE75-5888-FE06-2837D81A98C5}"/>
          </ac:spMkLst>
        </pc:spChg>
        <pc:spChg chg="mod">
          <ac:chgData name="Enrique Villegas Valerio" userId="8ada793c76dcd6b1" providerId="LiveId" clId="{CDC2C08B-765D-41C0-A2C7-AC4B25AAD00D}" dt="2024-04-07T15:10:33.100" v="1046" actId="20577"/>
          <ac:spMkLst>
            <pc:docMk/>
            <pc:sldMk cId="1587180771" sldId="680"/>
            <ac:spMk id="3" creationId="{7C68BD49-EB98-945B-E1DB-FD4A8FC66606}"/>
          </ac:spMkLst>
        </pc:spChg>
      </pc:sldChg>
      <pc:sldChg chg="modSp add del mod">
        <pc:chgData name="Enrique Villegas Valerio" userId="8ada793c76dcd6b1" providerId="LiveId" clId="{CDC2C08B-765D-41C0-A2C7-AC4B25AAD00D}" dt="2024-04-21T12:02:06.648" v="1647" actId="47"/>
        <pc:sldMkLst>
          <pc:docMk/>
          <pc:sldMk cId="2650733549" sldId="681"/>
        </pc:sldMkLst>
        <pc:spChg chg="mod">
          <ac:chgData name="Enrique Villegas Valerio" userId="8ada793c76dcd6b1" providerId="LiveId" clId="{CDC2C08B-765D-41C0-A2C7-AC4B25AAD00D}" dt="2024-04-07T15:11:41.615" v="1074" actId="20577"/>
          <ac:spMkLst>
            <pc:docMk/>
            <pc:sldMk cId="2650733549" sldId="681"/>
            <ac:spMk id="2" creationId="{F9514DA0-BE75-5888-FE06-2837D81A98C5}"/>
          </ac:spMkLst>
        </pc:spChg>
      </pc:sldChg>
      <pc:sldChg chg="modSp add del mod">
        <pc:chgData name="Enrique Villegas Valerio" userId="8ada793c76dcd6b1" providerId="LiveId" clId="{CDC2C08B-765D-41C0-A2C7-AC4B25AAD00D}" dt="2024-04-21T12:02:06.648" v="1647" actId="47"/>
        <pc:sldMkLst>
          <pc:docMk/>
          <pc:sldMk cId="2260251805" sldId="682"/>
        </pc:sldMkLst>
        <pc:spChg chg="mod">
          <ac:chgData name="Enrique Villegas Valerio" userId="8ada793c76dcd6b1" providerId="LiveId" clId="{CDC2C08B-765D-41C0-A2C7-AC4B25AAD00D}" dt="2024-04-07T15:11:47.847" v="1077" actId="20577"/>
          <ac:spMkLst>
            <pc:docMk/>
            <pc:sldMk cId="2260251805" sldId="682"/>
            <ac:spMk id="2" creationId="{F9514DA0-BE75-5888-FE06-2837D81A98C5}"/>
          </ac:spMkLst>
        </pc:spChg>
      </pc:sldChg>
      <pc:sldChg chg="modSp add del mod">
        <pc:chgData name="Enrique Villegas Valerio" userId="8ada793c76dcd6b1" providerId="LiveId" clId="{CDC2C08B-765D-41C0-A2C7-AC4B25AAD00D}" dt="2024-04-21T12:02:06.648" v="1647" actId="47"/>
        <pc:sldMkLst>
          <pc:docMk/>
          <pc:sldMk cId="2214204123" sldId="683"/>
        </pc:sldMkLst>
        <pc:spChg chg="mod">
          <ac:chgData name="Enrique Villegas Valerio" userId="8ada793c76dcd6b1" providerId="LiveId" clId="{CDC2C08B-765D-41C0-A2C7-AC4B25AAD00D}" dt="2024-04-07T15:11:53.592" v="1080" actId="20577"/>
          <ac:spMkLst>
            <pc:docMk/>
            <pc:sldMk cId="2214204123" sldId="683"/>
            <ac:spMk id="2" creationId="{F9514DA0-BE75-5888-FE06-2837D81A98C5}"/>
          </ac:spMkLst>
        </pc:spChg>
      </pc:sldChg>
      <pc:sldChg chg="modSp add del mod">
        <pc:chgData name="Enrique Villegas Valerio" userId="8ada793c76dcd6b1" providerId="LiveId" clId="{CDC2C08B-765D-41C0-A2C7-AC4B25AAD00D}" dt="2024-04-21T12:02:06.648" v="1647" actId="47"/>
        <pc:sldMkLst>
          <pc:docMk/>
          <pc:sldMk cId="2425344730" sldId="684"/>
        </pc:sldMkLst>
        <pc:spChg chg="mod">
          <ac:chgData name="Enrique Villegas Valerio" userId="8ada793c76dcd6b1" providerId="LiveId" clId="{CDC2C08B-765D-41C0-A2C7-AC4B25AAD00D}" dt="2024-04-07T15:12:00.205" v="1083" actId="20577"/>
          <ac:spMkLst>
            <pc:docMk/>
            <pc:sldMk cId="2425344730" sldId="684"/>
            <ac:spMk id="2" creationId="{F9514DA0-BE75-5888-FE06-2837D81A98C5}"/>
          </ac:spMkLst>
        </pc:spChg>
      </pc:sldChg>
      <pc:sldChg chg="modSp add del mod">
        <pc:chgData name="Enrique Villegas Valerio" userId="8ada793c76dcd6b1" providerId="LiveId" clId="{CDC2C08B-765D-41C0-A2C7-AC4B25AAD00D}" dt="2024-04-21T12:02:06.648" v="1647" actId="47"/>
        <pc:sldMkLst>
          <pc:docMk/>
          <pc:sldMk cId="1139487378" sldId="685"/>
        </pc:sldMkLst>
        <pc:spChg chg="mod">
          <ac:chgData name="Enrique Villegas Valerio" userId="8ada793c76dcd6b1" providerId="LiveId" clId="{CDC2C08B-765D-41C0-A2C7-AC4B25AAD00D}" dt="2024-04-07T15:12:06.943" v="1086" actId="20577"/>
          <ac:spMkLst>
            <pc:docMk/>
            <pc:sldMk cId="1139487378" sldId="685"/>
            <ac:spMk id="2" creationId="{F9514DA0-BE75-5888-FE06-2837D81A98C5}"/>
          </ac:spMkLst>
        </pc:spChg>
      </pc:sldChg>
      <pc:sldChg chg="modSp add del mod">
        <pc:chgData name="Enrique Villegas Valerio" userId="8ada793c76dcd6b1" providerId="LiveId" clId="{CDC2C08B-765D-41C0-A2C7-AC4B25AAD00D}" dt="2024-04-21T12:02:06.648" v="1647" actId="47"/>
        <pc:sldMkLst>
          <pc:docMk/>
          <pc:sldMk cId="3141107797" sldId="686"/>
        </pc:sldMkLst>
        <pc:spChg chg="mod">
          <ac:chgData name="Enrique Villegas Valerio" userId="8ada793c76dcd6b1" providerId="LiveId" clId="{CDC2C08B-765D-41C0-A2C7-AC4B25AAD00D}" dt="2024-04-07T15:12:12.578" v="1089" actId="20577"/>
          <ac:spMkLst>
            <pc:docMk/>
            <pc:sldMk cId="3141107797" sldId="686"/>
            <ac:spMk id="2" creationId="{F9514DA0-BE75-5888-FE06-2837D81A98C5}"/>
          </ac:spMkLst>
        </pc:spChg>
      </pc:sldChg>
      <pc:sldChg chg="modSp add del mod">
        <pc:chgData name="Enrique Villegas Valerio" userId="8ada793c76dcd6b1" providerId="LiveId" clId="{CDC2C08B-765D-41C0-A2C7-AC4B25AAD00D}" dt="2024-04-21T12:02:06.648" v="1647" actId="47"/>
        <pc:sldMkLst>
          <pc:docMk/>
          <pc:sldMk cId="484316165" sldId="687"/>
        </pc:sldMkLst>
        <pc:spChg chg="mod">
          <ac:chgData name="Enrique Villegas Valerio" userId="8ada793c76dcd6b1" providerId="LiveId" clId="{CDC2C08B-765D-41C0-A2C7-AC4B25AAD00D}" dt="2024-04-07T15:12:18.873" v="1092" actId="20577"/>
          <ac:spMkLst>
            <pc:docMk/>
            <pc:sldMk cId="484316165" sldId="687"/>
            <ac:spMk id="2" creationId="{F9514DA0-BE75-5888-FE06-2837D81A98C5}"/>
          </ac:spMkLst>
        </pc:spChg>
      </pc:sldChg>
      <pc:sldChg chg="modSp add del mod">
        <pc:chgData name="Enrique Villegas Valerio" userId="8ada793c76dcd6b1" providerId="LiveId" clId="{CDC2C08B-765D-41C0-A2C7-AC4B25AAD00D}" dt="2024-04-21T12:02:06.648" v="1647" actId="47"/>
        <pc:sldMkLst>
          <pc:docMk/>
          <pc:sldMk cId="1432785095" sldId="688"/>
        </pc:sldMkLst>
        <pc:spChg chg="mod">
          <ac:chgData name="Enrique Villegas Valerio" userId="8ada793c76dcd6b1" providerId="LiveId" clId="{CDC2C08B-765D-41C0-A2C7-AC4B25AAD00D}" dt="2024-04-07T15:12:34.507" v="1096" actId="255"/>
          <ac:spMkLst>
            <pc:docMk/>
            <pc:sldMk cId="1432785095" sldId="688"/>
            <ac:spMk id="2" creationId="{F9514DA0-BE75-5888-FE06-2837D81A98C5}"/>
          </ac:spMkLst>
        </pc:spChg>
      </pc:sldChg>
      <pc:sldChg chg="add del">
        <pc:chgData name="Enrique Villegas Valerio" userId="8ada793c76dcd6b1" providerId="LiveId" clId="{CDC2C08B-765D-41C0-A2C7-AC4B25AAD00D}" dt="2024-04-21T12:02:06.648" v="1647" actId="47"/>
        <pc:sldMkLst>
          <pc:docMk/>
          <pc:sldMk cId="194887151" sldId="689"/>
        </pc:sldMkLst>
      </pc:sldChg>
      <pc:sldChg chg="modSp add del mod">
        <pc:chgData name="Enrique Villegas Valerio" userId="8ada793c76dcd6b1" providerId="LiveId" clId="{CDC2C08B-765D-41C0-A2C7-AC4B25AAD00D}" dt="2024-04-21T12:02:06.648" v="1647" actId="47"/>
        <pc:sldMkLst>
          <pc:docMk/>
          <pc:sldMk cId="3360183814" sldId="690"/>
        </pc:sldMkLst>
        <pc:spChg chg="mod">
          <ac:chgData name="Enrique Villegas Valerio" userId="8ada793c76dcd6b1" providerId="LiveId" clId="{CDC2C08B-765D-41C0-A2C7-AC4B25AAD00D}" dt="2024-04-07T16:11:07.044" v="1099"/>
          <ac:spMkLst>
            <pc:docMk/>
            <pc:sldMk cId="3360183814" sldId="690"/>
            <ac:spMk id="2" creationId="{F9514DA0-BE75-5888-FE06-2837D81A98C5}"/>
          </ac:spMkLst>
        </pc:spChg>
        <pc:spChg chg="mod">
          <ac:chgData name="Enrique Villegas Valerio" userId="8ada793c76dcd6b1" providerId="LiveId" clId="{CDC2C08B-765D-41C0-A2C7-AC4B25AAD00D}" dt="2024-04-07T16:11:15.898" v="1116" actId="20577"/>
          <ac:spMkLst>
            <pc:docMk/>
            <pc:sldMk cId="3360183814" sldId="690"/>
            <ac:spMk id="3" creationId="{7C68BD49-EB98-945B-E1DB-FD4A8FC66606}"/>
          </ac:spMkLst>
        </pc:spChg>
      </pc:sldChg>
      <pc:sldChg chg="modSp add del mod">
        <pc:chgData name="Enrique Villegas Valerio" userId="8ada793c76dcd6b1" providerId="LiveId" clId="{CDC2C08B-765D-41C0-A2C7-AC4B25AAD00D}" dt="2024-04-21T12:02:06.648" v="1647" actId="47"/>
        <pc:sldMkLst>
          <pc:docMk/>
          <pc:sldMk cId="864455291" sldId="691"/>
        </pc:sldMkLst>
        <pc:spChg chg="mod">
          <ac:chgData name="Enrique Villegas Valerio" userId="8ada793c76dcd6b1" providerId="LiveId" clId="{CDC2C08B-765D-41C0-A2C7-AC4B25AAD00D}" dt="2024-04-07T16:13:44.365" v="1143" actId="21"/>
          <ac:spMkLst>
            <pc:docMk/>
            <pc:sldMk cId="864455291" sldId="691"/>
            <ac:spMk id="2" creationId="{F9514DA0-BE75-5888-FE06-2837D81A98C5}"/>
          </ac:spMkLst>
        </pc:spChg>
        <pc:spChg chg="mod">
          <ac:chgData name="Enrique Villegas Valerio" userId="8ada793c76dcd6b1" providerId="LiveId" clId="{CDC2C08B-765D-41C0-A2C7-AC4B25AAD00D}" dt="2024-04-07T16:13:24.911" v="1135" actId="20577"/>
          <ac:spMkLst>
            <pc:docMk/>
            <pc:sldMk cId="864455291" sldId="691"/>
            <ac:spMk id="3" creationId="{7C68BD49-EB98-945B-E1DB-FD4A8FC66606}"/>
          </ac:spMkLst>
        </pc:spChg>
      </pc:sldChg>
      <pc:sldChg chg="modSp add del mod">
        <pc:chgData name="Enrique Villegas Valerio" userId="8ada793c76dcd6b1" providerId="LiveId" clId="{CDC2C08B-765D-41C0-A2C7-AC4B25AAD00D}" dt="2024-04-21T12:02:06.648" v="1647" actId="47"/>
        <pc:sldMkLst>
          <pc:docMk/>
          <pc:sldMk cId="1922617798" sldId="692"/>
        </pc:sldMkLst>
        <pc:spChg chg="mod">
          <ac:chgData name="Enrique Villegas Valerio" userId="8ada793c76dcd6b1" providerId="LiveId" clId="{CDC2C08B-765D-41C0-A2C7-AC4B25AAD00D}" dt="2024-04-07T16:13:59.333" v="1145" actId="21"/>
          <ac:spMkLst>
            <pc:docMk/>
            <pc:sldMk cId="1922617798" sldId="692"/>
            <ac:spMk id="2" creationId="{F9514DA0-BE75-5888-FE06-2837D81A98C5}"/>
          </ac:spMkLst>
        </pc:spChg>
      </pc:sldChg>
      <pc:sldChg chg="modSp add del mod">
        <pc:chgData name="Enrique Villegas Valerio" userId="8ada793c76dcd6b1" providerId="LiveId" clId="{CDC2C08B-765D-41C0-A2C7-AC4B25AAD00D}" dt="2024-04-21T12:02:06.648" v="1647" actId="47"/>
        <pc:sldMkLst>
          <pc:docMk/>
          <pc:sldMk cId="3204150675" sldId="693"/>
        </pc:sldMkLst>
        <pc:spChg chg="mod">
          <ac:chgData name="Enrique Villegas Valerio" userId="8ada793c76dcd6b1" providerId="LiveId" clId="{CDC2C08B-765D-41C0-A2C7-AC4B25AAD00D}" dt="2024-04-07T16:14:05.829" v="1147" actId="21"/>
          <ac:spMkLst>
            <pc:docMk/>
            <pc:sldMk cId="3204150675" sldId="693"/>
            <ac:spMk id="2" creationId="{F9514DA0-BE75-5888-FE06-2837D81A98C5}"/>
          </ac:spMkLst>
        </pc:spChg>
      </pc:sldChg>
      <pc:sldChg chg="modSp add del mod">
        <pc:chgData name="Enrique Villegas Valerio" userId="8ada793c76dcd6b1" providerId="LiveId" clId="{CDC2C08B-765D-41C0-A2C7-AC4B25AAD00D}" dt="2024-04-21T12:02:06.648" v="1647" actId="47"/>
        <pc:sldMkLst>
          <pc:docMk/>
          <pc:sldMk cId="1915793057" sldId="694"/>
        </pc:sldMkLst>
        <pc:spChg chg="mod">
          <ac:chgData name="Enrique Villegas Valerio" userId="8ada793c76dcd6b1" providerId="LiveId" clId="{CDC2C08B-765D-41C0-A2C7-AC4B25AAD00D}" dt="2024-04-07T16:14:07.880" v="1148"/>
          <ac:spMkLst>
            <pc:docMk/>
            <pc:sldMk cId="1915793057" sldId="694"/>
            <ac:spMk id="2" creationId="{F9514DA0-BE75-5888-FE06-2837D81A98C5}"/>
          </ac:spMkLst>
        </pc:spChg>
      </pc:sldChg>
      <pc:sldChg chg="add del">
        <pc:chgData name="Enrique Villegas Valerio" userId="8ada793c76dcd6b1" providerId="LiveId" clId="{CDC2C08B-765D-41C0-A2C7-AC4B25AAD00D}" dt="2024-04-07T16:14:10.353" v="1149" actId="47"/>
        <pc:sldMkLst>
          <pc:docMk/>
          <pc:sldMk cId="285102020" sldId="695"/>
        </pc:sldMkLst>
      </pc:sldChg>
      <pc:sldChg chg="modSp add del mod">
        <pc:chgData name="Enrique Villegas Valerio" userId="8ada793c76dcd6b1" providerId="LiveId" clId="{CDC2C08B-765D-41C0-A2C7-AC4B25AAD00D}" dt="2024-04-21T13:40:16.303" v="2051" actId="47"/>
        <pc:sldMkLst>
          <pc:docMk/>
          <pc:sldMk cId="3123575682" sldId="695"/>
        </pc:sldMkLst>
        <pc:spChg chg="mod">
          <ac:chgData name="Enrique Villegas Valerio" userId="8ada793c76dcd6b1" providerId="LiveId" clId="{CDC2C08B-765D-41C0-A2C7-AC4B25AAD00D}" dt="2024-04-21T12:01:31.850" v="1642" actId="207"/>
          <ac:spMkLst>
            <pc:docMk/>
            <pc:sldMk cId="3123575682" sldId="695"/>
            <ac:spMk id="3" creationId="{CA07F423-46C6-CDD8-E4AD-233D53E2809D}"/>
          </ac:spMkLst>
        </pc:spChg>
        <pc:spChg chg="mod">
          <ac:chgData name="Enrique Villegas Valerio" userId="8ada793c76dcd6b1" providerId="LiveId" clId="{CDC2C08B-765D-41C0-A2C7-AC4B25AAD00D}" dt="2024-04-21T12:03:35.622" v="1683" actId="20577"/>
          <ac:spMkLst>
            <pc:docMk/>
            <pc:sldMk cId="3123575682" sldId="695"/>
            <ac:spMk id="4" creationId="{64DD97DD-43D3-F5D3-B4EE-BD7F9628B26B}"/>
          </ac:spMkLst>
        </pc:spChg>
      </pc:sldChg>
      <pc:sldChg chg="new del">
        <pc:chgData name="Enrique Villegas Valerio" userId="8ada793c76dcd6b1" providerId="LiveId" clId="{CDC2C08B-765D-41C0-A2C7-AC4B25AAD00D}" dt="2024-04-21T11:41:33.138" v="1157" actId="680"/>
        <pc:sldMkLst>
          <pc:docMk/>
          <pc:sldMk cId="3468981113" sldId="695"/>
        </pc:sldMkLst>
      </pc:sldChg>
      <pc:sldChg chg="add del">
        <pc:chgData name="Enrique Villegas Valerio" userId="8ada793c76dcd6b1" providerId="LiveId" clId="{CDC2C08B-765D-41C0-A2C7-AC4B25AAD00D}" dt="2024-04-07T16:14:14.461" v="1150" actId="47"/>
        <pc:sldMkLst>
          <pc:docMk/>
          <pc:sldMk cId="1836793294" sldId="696"/>
        </pc:sldMkLst>
      </pc:sldChg>
      <pc:sldChg chg="addSp delSp modSp new mod">
        <pc:chgData name="Enrique Villegas Valerio" userId="8ada793c76dcd6b1" providerId="LiveId" clId="{CDC2C08B-765D-41C0-A2C7-AC4B25AAD00D}" dt="2024-04-21T11:52:54.138" v="1451" actId="1036"/>
        <pc:sldMkLst>
          <pc:docMk/>
          <pc:sldMk cId="3493310682" sldId="696"/>
        </pc:sldMkLst>
        <pc:spChg chg="add mod">
          <ac:chgData name="Enrique Villegas Valerio" userId="8ada793c76dcd6b1" providerId="LiveId" clId="{CDC2C08B-765D-41C0-A2C7-AC4B25AAD00D}" dt="2024-04-21T11:52:44.180" v="1444" actId="404"/>
          <ac:spMkLst>
            <pc:docMk/>
            <pc:sldMk cId="3493310682" sldId="696"/>
            <ac:spMk id="4" creationId="{0BC2F95A-B101-BD4F-1F9A-CE7CEA5A0BD8}"/>
          </ac:spMkLst>
        </pc:spChg>
        <pc:spChg chg="add mod ord">
          <ac:chgData name="Enrique Villegas Valerio" userId="8ada793c76dcd6b1" providerId="LiveId" clId="{CDC2C08B-765D-41C0-A2C7-AC4B25AAD00D}" dt="2024-04-21T11:52:35.902" v="1441" actId="14100"/>
          <ac:spMkLst>
            <pc:docMk/>
            <pc:sldMk cId="3493310682" sldId="696"/>
            <ac:spMk id="5" creationId="{5857E7BB-BD8C-1C22-6F94-5A3271E1384D}"/>
          </ac:spMkLst>
        </pc:spChg>
        <pc:spChg chg="add mod">
          <ac:chgData name="Enrique Villegas Valerio" userId="8ada793c76dcd6b1" providerId="LiveId" clId="{CDC2C08B-765D-41C0-A2C7-AC4B25AAD00D}" dt="2024-04-21T11:52:54.138" v="1451" actId="1036"/>
          <ac:spMkLst>
            <pc:docMk/>
            <pc:sldMk cId="3493310682" sldId="696"/>
            <ac:spMk id="6" creationId="{10809FDB-AC2C-DBA5-7B50-F0D0A60EB007}"/>
          </ac:spMkLst>
        </pc:spChg>
        <pc:picChg chg="add del mod modCrop">
          <ac:chgData name="Enrique Villegas Valerio" userId="8ada793c76dcd6b1" providerId="LiveId" clId="{CDC2C08B-765D-41C0-A2C7-AC4B25AAD00D}" dt="2024-04-21T11:51:34.350" v="1406" actId="732"/>
          <ac:picMkLst>
            <pc:docMk/>
            <pc:sldMk cId="3493310682" sldId="696"/>
            <ac:picMk id="3" creationId="{F8EBD500-7E4D-E3A0-BAC0-70D13E60BE48}"/>
          </ac:picMkLst>
        </pc:picChg>
      </pc:sldChg>
      <pc:sldChg chg="addSp modSp new mod ord setBg">
        <pc:chgData name="Enrique Villegas Valerio" userId="8ada793c76dcd6b1" providerId="LiveId" clId="{CDC2C08B-765D-41C0-A2C7-AC4B25AAD00D}" dt="2024-04-21T11:55:32.588" v="1474"/>
        <pc:sldMkLst>
          <pc:docMk/>
          <pc:sldMk cId="1624671987" sldId="697"/>
        </pc:sldMkLst>
        <pc:spChg chg="add">
          <ac:chgData name="Enrique Villegas Valerio" userId="8ada793c76dcd6b1" providerId="LiveId" clId="{CDC2C08B-765D-41C0-A2C7-AC4B25AAD00D}" dt="2024-04-21T11:54:32.081" v="1454" actId="26606"/>
          <ac:spMkLst>
            <pc:docMk/>
            <pc:sldMk cId="1624671987" sldId="697"/>
            <ac:spMk id="1031" creationId="{32BC26D8-82FB-445E-AA49-62A77D7C1EE0}"/>
          </ac:spMkLst>
        </pc:spChg>
        <pc:spChg chg="add">
          <ac:chgData name="Enrique Villegas Valerio" userId="8ada793c76dcd6b1" providerId="LiveId" clId="{CDC2C08B-765D-41C0-A2C7-AC4B25AAD00D}" dt="2024-04-21T11:54:32.081" v="1454" actId="26606"/>
          <ac:spMkLst>
            <pc:docMk/>
            <pc:sldMk cId="1624671987" sldId="697"/>
            <ac:spMk id="1033" creationId="{CB44330D-EA18-4254-AA95-EB49948539B8}"/>
          </ac:spMkLst>
        </pc:spChg>
        <pc:picChg chg="add mod">
          <ac:chgData name="Enrique Villegas Valerio" userId="8ada793c76dcd6b1" providerId="LiveId" clId="{CDC2C08B-765D-41C0-A2C7-AC4B25AAD00D}" dt="2024-04-21T11:55:00.145" v="1457" actId="27614"/>
          <ac:picMkLst>
            <pc:docMk/>
            <pc:sldMk cId="1624671987" sldId="697"/>
            <ac:picMk id="1026" creationId="{14452B05-4D2A-096E-5D37-DE2A37DE50DD}"/>
          </ac:picMkLst>
        </pc:picChg>
      </pc:sldChg>
      <pc:sldChg chg="add del">
        <pc:chgData name="Enrique Villegas Valerio" userId="8ada793c76dcd6b1" providerId="LiveId" clId="{CDC2C08B-765D-41C0-A2C7-AC4B25AAD00D}" dt="2024-04-07T16:14:15.492" v="1151" actId="47"/>
        <pc:sldMkLst>
          <pc:docMk/>
          <pc:sldMk cId="1922460567" sldId="697"/>
        </pc:sldMkLst>
      </pc:sldChg>
      <pc:sldChg chg="addSp delSp modSp add mod ord">
        <pc:chgData name="Enrique Villegas Valerio" userId="8ada793c76dcd6b1" providerId="LiveId" clId="{CDC2C08B-765D-41C0-A2C7-AC4B25AAD00D}" dt="2024-04-21T11:58:32.314" v="1525" actId="207"/>
        <pc:sldMkLst>
          <pc:docMk/>
          <pc:sldMk cId="3807254055" sldId="698"/>
        </pc:sldMkLst>
        <pc:spChg chg="del mod">
          <ac:chgData name="Enrique Villegas Valerio" userId="8ada793c76dcd6b1" providerId="LiveId" clId="{CDC2C08B-765D-41C0-A2C7-AC4B25AAD00D}" dt="2024-04-21T11:57:22.254" v="1510" actId="478"/>
          <ac:spMkLst>
            <pc:docMk/>
            <pc:sldMk cId="3807254055" sldId="698"/>
            <ac:spMk id="2" creationId="{B0D08076-5D69-7E8E-18D5-536187914F89}"/>
          </ac:spMkLst>
        </pc:spChg>
        <pc:spChg chg="mod">
          <ac:chgData name="Enrique Villegas Valerio" userId="8ada793c76dcd6b1" providerId="LiveId" clId="{CDC2C08B-765D-41C0-A2C7-AC4B25AAD00D}" dt="2024-04-21T11:58:32.314" v="1525" actId="207"/>
          <ac:spMkLst>
            <pc:docMk/>
            <pc:sldMk cId="3807254055" sldId="698"/>
            <ac:spMk id="3" creationId="{F83FCBC4-22A5-47A6-4825-B2DAAEE92F0C}"/>
          </ac:spMkLst>
        </pc:spChg>
        <pc:spChg chg="add del mod">
          <ac:chgData name="Enrique Villegas Valerio" userId="8ada793c76dcd6b1" providerId="LiveId" clId="{CDC2C08B-765D-41C0-A2C7-AC4B25AAD00D}" dt="2024-04-21T11:57:24.738" v="1511" actId="478"/>
          <ac:spMkLst>
            <pc:docMk/>
            <pc:sldMk cId="3807254055" sldId="698"/>
            <ac:spMk id="5" creationId="{F810AA2C-86A7-7D25-FF94-6995C104CB1C}"/>
          </ac:spMkLst>
        </pc:spChg>
      </pc:sldChg>
      <pc:sldChg chg="modSp add mod">
        <pc:chgData name="Enrique Villegas Valerio" userId="8ada793c76dcd6b1" providerId="LiveId" clId="{CDC2C08B-765D-41C0-A2C7-AC4B25AAD00D}" dt="2024-04-21T11:58:37.694" v="1526" actId="207"/>
        <pc:sldMkLst>
          <pc:docMk/>
          <pc:sldMk cId="11573337" sldId="699"/>
        </pc:sldMkLst>
        <pc:spChg chg="mod">
          <ac:chgData name="Enrique Villegas Valerio" userId="8ada793c76dcd6b1" providerId="LiveId" clId="{CDC2C08B-765D-41C0-A2C7-AC4B25AAD00D}" dt="2024-04-21T11:58:37.694" v="1526" actId="207"/>
          <ac:spMkLst>
            <pc:docMk/>
            <pc:sldMk cId="11573337" sldId="699"/>
            <ac:spMk id="3" creationId="{F83FCBC4-22A5-47A6-4825-B2DAAEE92F0C}"/>
          </ac:spMkLst>
        </pc:spChg>
      </pc:sldChg>
      <pc:sldChg chg="add del">
        <pc:chgData name="Enrique Villegas Valerio" userId="8ada793c76dcd6b1" providerId="LiveId" clId="{CDC2C08B-765D-41C0-A2C7-AC4B25AAD00D}" dt="2024-04-21T11:55:55.831" v="1477"/>
        <pc:sldMkLst>
          <pc:docMk/>
          <pc:sldMk cId="190088126" sldId="699"/>
        </pc:sldMkLst>
      </pc:sldChg>
      <pc:sldChg chg="add del">
        <pc:chgData name="Enrique Villegas Valerio" userId="8ada793c76dcd6b1" providerId="LiveId" clId="{CDC2C08B-765D-41C0-A2C7-AC4B25AAD00D}" dt="2024-04-21T11:57:51.131" v="1519"/>
        <pc:sldMkLst>
          <pc:docMk/>
          <pc:sldMk cId="653889853" sldId="699"/>
        </pc:sldMkLst>
      </pc:sldChg>
      <pc:sldChg chg="add del">
        <pc:chgData name="Enrique Villegas Valerio" userId="8ada793c76dcd6b1" providerId="LiveId" clId="{CDC2C08B-765D-41C0-A2C7-AC4B25AAD00D}" dt="2024-04-21T11:56:55.008" v="1499"/>
        <pc:sldMkLst>
          <pc:docMk/>
          <pc:sldMk cId="2293296899" sldId="699"/>
        </pc:sldMkLst>
      </pc:sldChg>
      <pc:sldChg chg="add">
        <pc:chgData name="Enrique Villegas Valerio" userId="8ada793c76dcd6b1" providerId="LiveId" clId="{CDC2C08B-765D-41C0-A2C7-AC4B25AAD00D}" dt="2024-04-21T11:58:18.116" v="1524"/>
        <pc:sldMkLst>
          <pc:docMk/>
          <pc:sldMk cId="207412264" sldId="700"/>
        </pc:sldMkLst>
      </pc:sldChg>
      <pc:sldChg chg="add del">
        <pc:chgData name="Enrique Villegas Valerio" userId="8ada793c76dcd6b1" providerId="LiveId" clId="{CDC2C08B-765D-41C0-A2C7-AC4B25AAD00D}" dt="2024-04-21T11:57:50.866" v="1518"/>
        <pc:sldMkLst>
          <pc:docMk/>
          <pc:sldMk cId="617658056" sldId="700"/>
        </pc:sldMkLst>
      </pc:sldChg>
      <pc:sldChg chg="delSp add setBg delDesignElem">
        <pc:chgData name="Enrique Villegas Valerio" userId="8ada793c76dcd6b1" providerId="LiveId" clId="{CDC2C08B-765D-41C0-A2C7-AC4B25AAD00D}" dt="2024-04-21T12:01:53.846" v="1646"/>
        <pc:sldMkLst>
          <pc:docMk/>
          <pc:sldMk cId="1152918895" sldId="701"/>
        </pc:sldMkLst>
        <pc:spChg chg="del">
          <ac:chgData name="Enrique Villegas Valerio" userId="8ada793c76dcd6b1" providerId="LiveId" clId="{CDC2C08B-765D-41C0-A2C7-AC4B25AAD00D}" dt="2024-04-21T12:01:53.846" v="1646"/>
          <ac:spMkLst>
            <pc:docMk/>
            <pc:sldMk cId="1152918895" sldId="701"/>
            <ac:spMk id="1031" creationId="{32BC26D8-82FB-445E-AA49-62A77D7C1EE0}"/>
          </ac:spMkLst>
        </pc:spChg>
        <pc:spChg chg="del">
          <ac:chgData name="Enrique Villegas Valerio" userId="8ada793c76dcd6b1" providerId="LiveId" clId="{CDC2C08B-765D-41C0-A2C7-AC4B25AAD00D}" dt="2024-04-21T12:01:53.846" v="1646"/>
          <ac:spMkLst>
            <pc:docMk/>
            <pc:sldMk cId="1152918895" sldId="701"/>
            <ac:spMk id="1033" creationId="{CB44330D-EA18-4254-AA95-EB49948539B8}"/>
          </ac:spMkLst>
        </pc:spChg>
      </pc:sldChg>
      <pc:sldChg chg="modSp add mod">
        <pc:chgData name="Enrique Villegas Valerio" userId="8ada793c76dcd6b1" providerId="LiveId" clId="{CDC2C08B-765D-41C0-A2C7-AC4B25AAD00D}" dt="2024-04-21T12:18:12.968" v="1765" actId="21"/>
        <pc:sldMkLst>
          <pc:docMk/>
          <pc:sldMk cId="635178873" sldId="702"/>
        </pc:sldMkLst>
        <pc:spChg chg="mod">
          <ac:chgData name="Enrique Villegas Valerio" userId="8ada793c76dcd6b1" providerId="LiveId" clId="{CDC2C08B-765D-41C0-A2C7-AC4B25AAD00D}" dt="2024-04-21T12:18:12.968" v="1765" actId="21"/>
          <ac:spMkLst>
            <pc:docMk/>
            <pc:sldMk cId="635178873" sldId="702"/>
            <ac:spMk id="2" creationId="{F9514DA0-BE75-5888-FE06-2837D81A98C5}"/>
          </ac:spMkLst>
        </pc:spChg>
      </pc:sldChg>
      <pc:sldChg chg="modSp add mod">
        <pc:chgData name="Enrique Villegas Valerio" userId="8ada793c76dcd6b1" providerId="LiveId" clId="{CDC2C08B-765D-41C0-A2C7-AC4B25AAD00D}" dt="2024-04-21T12:18:17.041" v="1766"/>
        <pc:sldMkLst>
          <pc:docMk/>
          <pc:sldMk cId="1905916967" sldId="703"/>
        </pc:sldMkLst>
        <pc:spChg chg="mod">
          <ac:chgData name="Enrique Villegas Valerio" userId="8ada793c76dcd6b1" providerId="LiveId" clId="{CDC2C08B-765D-41C0-A2C7-AC4B25AAD00D}" dt="2024-04-21T12:18:17.041" v="1766"/>
          <ac:spMkLst>
            <pc:docMk/>
            <pc:sldMk cId="1905916967" sldId="703"/>
            <ac:spMk id="2" creationId="{F9514DA0-BE75-5888-FE06-2837D81A98C5}"/>
          </ac:spMkLst>
        </pc:spChg>
      </pc:sldChg>
      <pc:sldChg chg="modSp add mod">
        <pc:chgData name="Enrique Villegas Valerio" userId="8ada793c76dcd6b1" providerId="LiveId" clId="{CDC2C08B-765D-41C0-A2C7-AC4B25AAD00D}" dt="2024-04-21T12:05:26.126" v="1710" actId="21"/>
        <pc:sldMkLst>
          <pc:docMk/>
          <pc:sldMk cId="2823826177" sldId="704"/>
        </pc:sldMkLst>
        <pc:spChg chg="mod">
          <ac:chgData name="Enrique Villegas Valerio" userId="8ada793c76dcd6b1" providerId="LiveId" clId="{CDC2C08B-765D-41C0-A2C7-AC4B25AAD00D}" dt="2024-04-21T12:05:26.126" v="1710" actId="21"/>
          <ac:spMkLst>
            <pc:docMk/>
            <pc:sldMk cId="2823826177" sldId="704"/>
            <ac:spMk id="2" creationId="{F9514DA0-BE75-5888-FE06-2837D81A98C5}"/>
          </ac:spMkLst>
        </pc:spChg>
      </pc:sldChg>
      <pc:sldChg chg="modSp add mod">
        <pc:chgData name="Enrique Villegas Valerio" userId="8ada793c76dcd6b1" providerId="LiveId" clId="{CDC2C08B-765D-41C0-A2C7-AC4B25AAD00D}" dt="2024-04-21T12:05:42.286" v="1714" actId="404"/>
        <pc:sldMkLst>
          <pc:docMk/>
          <pc:sldMk cId="1187357223" sldId="705"/>
        </pc:sldMkLst>
        <pc:spChg chg="mod">
          <ac:chgData name="Enrique Villegas Valerio" userId="8ada793c76dcd6b1" providerId="LiveId" clId="{CDC2C08B-765D-41C0-A2C7-AC4B25AAD00D}" dt="2024-04-21T12:05:42.286" v="1714" actId="404"/>
          <ac:spMkLst>
            <pc:docMk/>
            <pc:sldMk cId="1187357223" sldId="705"/>
            <ac:spMk id="2" creationId="{F9514DA0-BE75-5888-FE06-2837D81A98C5}"/>
          </ac:spMkLst>
        </pc:spChg>
      </pc:sldChg>
      <pc:sldChg chg="modSp add mod ord">
        <pc:chgData name="Enrique Villegas Valerio" userId="8ada793c76dcd6b1" providerId="LiveId" clId="{CDC2C08B-765D-41C0-A2C7-AC4B25AAD00D}" dt="2024-04-21T13:23:09.309" v="1898"/>
        <pc:sldMkLst>
          <pc:docMk/>
          <pc:sldMk cId="881579910" sldId="706"/>
        </pc:sldMkLst>
        <pc:spChg chg="mod">
          <ac:chgData name="Enrique Villegas Valerio" userId="8ada793c76dcd6b1" providerId="LiveId" clId="{CDC2C08B-765D-41C0-A2C7-AC4B25AAD00D}" dt="2024-04-21T12:06:01.340" v="1723" actId="20577"/>
          <ac:spMkLst>
            <pc:docMk/>
            <pc:sldMk cId="881579910" sldId="706"/>
            <ac:spMk id="2" creationId="{F9514DA0-BE75-5888-FE06-2837D81A98C5}"/>
          </ac:spMkLst>
        </pc:spChg>
      </pc:sldChg>
      <pc:sldChg chg="modSp add mod">
        <pc:chgData name="Enrique Villegas Valerio" userId="8ada793c76dcd6b1" providerId="LiveId" clId="{CDC2C08B-765D-41C0-A2C7-AC4B25AAD00D}" dt="2024-04-21T12:06:08.291" v="1726" actId="20577"/>
        <pc:sldMkLst>
          <pc:docMk/>
          <pc:sldMk cId="969524156" sldId="707"/>
        </pc:sldMkLst>
        <pc:spChg chg="mod">
          <ac:chgData name="Enrique Villegas Valerio" userId="8ada793c76dcd6b1" providerId="LiveId" clId="{CDC2C08B-765D-41C0-A2C7-AC4B25AAD00D}" dt="2024-04-21T12:06:08.291" v="1726" actId="20577"/>
          <ac:spMkLst>
            <pc:docMk/>
            <pc:sldMk cId="969524156" sldId="707"/>
            <ac:spMk id="2" creationId="{F9514DA0-BE75-5888-FE06-2837D81A98C5}"/>
          </ac:spMkLst>
        </pc:spChg>
      </pc:sldChg>
      <pc:sldChg chg="modSp add mod">
        <pc:chgData name="Enrique Villegas Valerio" userId="8ada793c76dcd6b1" providerId="LiveId" clId="{CDC2C08B-765D-41C0-A2C7-AC4B25AAD00D}" dt="2024-04-21T12:06:15.574" v="1729" actId="20577"/>
        <pc:sldMkLst>
          <pc:docMk/>
          <pc:sldMk cId="2069940102" sldId="708"/>
        </pc:sldMkLst>
        <pc:spChg chg="mod">
          <ac:chgData name="Enrique Villegas Valerio" userId="8ada793c76dcd6b1" providerId="LiveId" clId="{CDC2C08B-765D-41C0-A2C7-AC4B25AAD00D}" dt="2024-04-21T12:06:15.574" v="1729" actId="20577"/>
          <ac:spMkLst>
            <pc:docMk/>
            <pc:sldMk cId="2069940102" sldId="708"/>
            <ac:spMk id="2" creationId="{F9514DA0-BE75-5888-FE06-2837D81A98C5}"/>
          </ac:spMkLst>
        </pc:spChg>
      </pc:sldChg>
      <pc:sldChg chg="modSp add mod">
        <pc:chgData name="Enrique Villegas Valerio" userId="8ada793c76dcd6b1" providerId="LiveId" clId="{CDC2C08B-765D-41C0-A2C7-AC4B25AAD00D}" dt="2024-04-21T12:06:24.890" v="1731" actId="255"/>
        <pc:sldMkLst>
          <pc:docMk/>
          <pc:sldMk cId="1778528371" sldId="709"/>
        </pc:sldMkLst>
        <pc:spChg chg="mod">
          <ac:chgData name="Enrique Villegas Valerio" userId="8ada793c76dcd6b1" providerId="LiveId" clId="{CDC2C08B-765D-41C0-A2C7-AC4B25AAD00D}" dt="2024-04-21T12:06:24.890" v="1731" actId="255"/>
          <ac:spMkLst>
            <pc:docMk/>
            <pc:sldMk cId="1778528371" sldId="709"/>
            <ac:spMk id="2" creationId="{F9514DA0-BE75-5888-FE06-2837D81A98C5}"/>
          </ac:spMkLst>
        </pc:spChg>
      </pc:sldChg>
      <pc:sldChg chg="addSp delSp modSp new mod setBg modClrScheme chgLayout">
        <pc:chgData name="Enrique Villegas Valerio" userId="8ada793c76dcd6b1" providerId="LiveId" clId="{CDC2C08B-765D-41C0-A2C7-AC4B25AAD00D}" dt="2024-04-21T12:06:55.262" v="1740" actId="26606"/>
        <pc:sldMkLst>
          <pc:docMk/>
          <pc:sldMk cId="461501848" sldId="710"/>
        </pc:sldMkLst>
        <pc:spChg chg="del">
          <ac:chgData name="Enrique Villegas Valerio" userId="8ada793c76dcd6b1" providerId="LiveId" clId="{CDC2C08B-765D-41C0-A2C7-AC4B25AAD00D}" dt="2024-04-21T12:06:44.525" v="1734" actId="700"/>
          <ac:spMkLst>
            <pc:docMk/>
            <pc:sldMk cId="461501848" sldId="710"/>
            <ac:spMk id="2" creationId="{62DDFF34-462E-F3AA-D4F7-C4495ABAC035}"/>
          </ac:spMkLst>
        </pc:spChg>
        <pc:spChg chg="del">
          <ac:chgData name="Enrique Villegas Valerio" userId="8ada793c76dcd6b1" providerId="LiveId" clId="{CDC2C08B-765D-41C0-A2C7-AC4B25AAD00D}" dt="2024-04-21T12:06:44.525" v="1734" actId="700"/>
          <ac:spMkLst>
            <pc:docMk/>
            <pc:sldMk cId="461501848" sldId="710"/>
            <ac:spMk id="3" creationId="{AEDAB11D-E123-BF4B-1F82-FE3E31A953B7}"/>
          </ac:spMkLst>
        </pc:spChg>
        <pc:spChg chg="add del">
          <ac:chgData name="Enrique Villegas Valerio" userId="8ada793c76dcd6b1" providerId="LiveId" clId="{CDC2C08B-765D-41C0-A2C7-AC4B25AAD00D}" dt="2024-04-21T12:06:55.247" v="1739" actId="26606"/>
          <ac:spMkLst>
            <pc:docMk/>
            <pc:sldMk cId="461501848" sldId="710"/>
            <ac:spMk id="10" creationId="{AB8C311F-7253-4AED-9701-7FC0708C41C7}"/>
          </ac:spMkLst>
        </pc:spChg>
        <pc:spChg chg="add del">
          <ac:chgData name="Enrique Villegas Valerio" userId="8ada793c76dcd6b1" providerId="LiveId" clId="{CDC2C08B-765D-41C0-A2C7-AC4B25AAD00D}" dt="2024-04-21T12:06:55.247" v="1739" actId="26606"/>
          <ac:spMkLst>
            <pc:docMk/>
            <pc:sldMk cId="461501848" sldId="710"/>
            <ac:spMk id="12" creationId="{E2384209-CB15-4CDF-9D31-C44FD9A3F20D}"/>
          </ac:spMkLst>
        </pc:spChg>
        <pc:spChg chg="add del">
          <ac:chgData name="Enrique Villegas Valerio" userId="8ada793c76dcd6b1" providerId="LiveId" clId="{CDC2C08B-765D-41C0-A2C7-AC4B25AAD00D}" dt="2024-04-21T12:06:55.247" v="1739" actId="26606"/>
          <ac:spMkLst>
            <pc:docMk/>
            <pc:sldMk cId="461501848" sldId="710"/>
            <ac:spMk id="14" creationId="{2633B3B5-CC90-43F0-8714-D31D1F3F0209}"/>
          </ac:spMkLst>
        </pc:spChg>
        <pc:spChg chg="add del">
          <ac:chgData name="Enrique Villegas Valerio" userId="8ada793c76dcd6b1" providerId="LiveId" clId="{CDC2C08B-765D-41C0-A2C7-AC4B25AAD00D}" dt="2024-04-21T12:06:55.247" v="1739" actId="26606"/>
          <ac:spMkLst>
            <pc:docMk/>
            <pc:sldMk cId="461501848" sldId="710"/>
            <ac:spMk id="16" creationId="{A8D57A06-A426-446D-B02C-A2DC6B62E45E}"/>
          </ac:spMkLst>
        </pc:spChg>
        <pc:spChg chg="add">
          <ac:chgData name="Enrique Villegas Valerio" userId="8ada793c76dcd6b1" providerId="LiveId" clId="{CDC2C08B-765D-41C0-A2C7-AC4B25AAD00D}" dt="2024-04-21T12:06:55.262" v="1740" actId="26606"/>
          <ac:spMkLst>
            <pc:docMk/>
            <pc:sldMk cId="461501848" sldId="710"/>
            <ac:spMk id="18" creationId="{42A4FC2C-047E-45A5-965D-8E1E3BF09BC6}"/>
          </ac:spMkLst>
        </pc:spChg>
        <pc:picChg chg="add mod">
          <ac:chgData name="Enrique Villegas Valerio" userId="8ada793c76dcd6b1" providerId="LiveId" clId="{CDC2C08B-765D-41C0-A2C7-AC4B25AAD00D}" dt="2024-04-21T12:06:55.262" v="1740" actId="26606"/>
          <ac:picMkLst>
            <pc:docMk/>
            <pc:sldMk cId="461501848" sldId="710"/>
            <ac:picMk id="5" creationId="{9B799483-9F51-BA5D-F16E-DE36AE8DC512}"/>
          </ac:picMkLst>
        </pc:picChg>
      </pc:sldChg>
      <pc:sldChg chg="add del">
        <pc:chgData name="Enrique Villegas Valerio" userId="8ada793c76dcd6b1" providerId="LiveId" clId="{CDC2C08B-765D-41C0-A2C7-AC4B25AAD00D}" dt="2024-04-21T12:06:27.471" v="1732" actId="47"/>
        <pc:sldMkLst>
          <pc:docMk/>
          <pc:sldMk cId="2278693696" sldId="710"/>
        </pc:sldMkLst>
      </pc:sldChg>
      <pc:sldChg chg="addSp modSp new">
        <pc:chgData name="Enrique Villegas Valerio" userId="8ada793c76dcd6b1" providerId="LiveId" clId="{CDC2C08B-765D-41C0-A2C7-AC4B25AAD00D}" dt="2024-04-21T12:09:02.261" v="1752" actId="1076"/>
        <pc:sldMkLst>
          <pc:docMk/>
          <pc:sldMk cId="1257577453" sldId="711"/>
        </pc:sldMkLst>
        <pc:picChg chg="add mod">
          <ac:chgData name="Enrique Villegas Valerio" userId="8ada793c76dcd6b1" providerId="LiveId" clId="{CDC2C08B-765D-41C0-A2C7-AC4B25AAD00D}" dt="2024-04-21T12:08:21.095" v="1747"/>
          <ac:picMkLst>
            <pc:docMk/>
            <pc:sldMk cId="1257577453" sldId="711"/>
            <ac:picMk id="2050" creationId="{81541B47-592D-666C-993C-07195B03E223}"/>
          </ac:picMkLst>
        </pc:picChg>
        <pc:picChg chg="add mod">
          <ac:chgData name="Enrique Villegas Valerio" userId="8ada793c76dcd6b1" providerId="LiveId" clId="{CDC2C08B-765D-41C0-A2C7-AC4B25AAD00D}" dt="2024-04-21T12:09:02.261" v="1752" actId="1076"/>
          <ac:picMkLst>
            <pc:docMk/>
            <pc:sldMk cId="1257577453" sldId="711"/>
            <ac:picMk id="2052" creationId="{698D3FD8-2A5F-CDC2-0B4C-857EE27CA8EF}"/>
          </ac:picMkLst>
        </pc:picChg>
        <pc:picChg chg="add mod">
          <ac:chgData name="Enrique Villegas Valerio" userId="8ada793c76dcd6b1" providerId="LiveId" clId="{CDC2C08B-765D-41C0-A2C7-AC4B25AAD00D}" dt="2024-04-21T12:08:59.191" v="1751" actId="1076"/>
          <ac:picMkLst>
            <pc:docMk/>
            <pc:sldMk cId="1257577453" sldId="711"/>
            <ac:picMk id="2054" creationId="{768D0346-E983-B333-CD3A-8869D6DB8DB3}"/>
          </ac:picMkLst>
        </pc:picChg>
        <pc:picChg chg="add mod">
          <ac:chgData name="Enrique Villegas Valerio" userId="8ada793c76dcd6b1" providerId="LiveId" clId="{CDC2C08B-765D-41C0-A2C7-AC4B25AAD00D}" dt="2024-04-21T12:08:56.987" v="1750" actId="1076"/>
          <ac:picMkLst>
            <pc:docMk/>
            <pc:sldMk cId="1257577453" sldId="711"/>
            <ac:picMk id="2056" creationId="{08E5C36E-E9B3-DB5C-F239-4B5FE64921AF}"/>
          </ac:picMkLst>
        </pc:picChg>
      </pc:sldChg>
      <pc:sldChg chg="addSp delSp modSp new mod setBg">
        <pc:chgData name="Enrique Villegas Valerio" userId="8ada793c76dcd6b1" providerId="LiveId" clId="{CDC2C08B-765D-41C0-A2C7-AC4B25AAD00D}" dt="2024-04-21T12:12:05.544" v="1762" actId="26606"/>
        <pc:sldMkLst>
          <pc:docMk/>
          <pc:sldMk cId="2341645576" sldId="712"/>
        </pc:sldMkLst>
        <pc:spChg chg="add">
          <ac:chgData name="Enrique Villegas Valerio" userId="8ada793c76dcd6b1" providerId="LiveId" clId="{CDC2C08B-765D-41C0-A2C7-AC4B25AAD00D}" dt="2024-04-21T12:10:01.437" v="1754"/>
          <ac:spMkLst>
            <pc:docMk/>
            <pc:sldMk cId="2341645576" sldId="712"/>
            <ac:spMk id="2" creationId="{A9006434-BC6B-F82D-B7FF-8648FFDCDF02}"/>
          </ac:spMkLst>
        </pc:spChg>
        <pc:spChg chg="add del mod">
          <ac:chgData name="Enrique Villegas Valerio" userId="8ada793c76dcd6b1" providerId="LiveId" clId="{CDC2C08B-765D-41C0-A2C7-AC4B25AAD00D}" dt="2024-04-21T12:10:14.305" v="1757" actId="478"/>
          <ac:spMkLst>
            <pc:docMk/>
            <pc:sldMk cId="2341645576" sldId="712"/>
            <ac:spMk id="3" creationId="{48B1AC40-B690-1BBF-D328-DFDA68989692}"/>
          </ac:spMkLst>
        </pc:spChg>
        <pc:spChg chg="add">
          <ac:chgData name="Enrique Villegas Valerio" userId="8ada793c76dcd6b1" providerId="LiveId" clId="{CDC2C08B-765D-41C0-A2C7-AC4B25AAD00D}" dt="2024-04-21T12:10:25.030" v="1758"/>
          <ac:spMkLst>
            <pc:docMk/>
            <pc:sldMk cId="2341645576" sldId="712"/>
            <ac:spMk id="4" creationId="{8528931F-0E30-1EAD-F888-6C1E8A94FA72}"/>
          </ac:spMkLst>
        </pc:spChg>
        <pc:spChg chg="add del">
          <ac:chgData name="Enrique Villegas Valerio" userId="8ada793c76dcd6b1" providerId="LiveId" clId="{CDC2C08B-765D-41C0-A2C7-AC4B25AAD00D}" dt="2024-04-21T12:12:05.544" v="1762" actId="26606"/>
          <ac:spMkLst>
            <pc:docMk/>
            <pc:sldMk cId="2341645576" sldId="712"/>
            <ac:spMk id="11" creationId="{32BC26D8-82FB-445E-AA49-62A77D7C1EE0}"/>
          </ac:spMkLst>
        </pc:spChg>
        <pc:spChg chg="add del">
          <ac:chgData name="Enrique Villegas Valerio" userId="8ada793c76dcd6b1" providerId="LiveId" clId="{CDC2C08B-765D-41C0-A2C7-AC4B25AAD00D}" dt="2024-04-21T12:12:05.544" v="1762" actId="26606"/>
          <ac:spMkLst>
            <pc:docMk/>
            <pc:sldMk cId="2341645576" sldId="712"/>
            <ac:spMk id="13" creationId="{CB44330D-EA18-4254-AA95-EB49948539B8}"/>
          </ac:spMkLst>
        </pc:spChg>
        <pc:spChg chg="add">
          <ac:chgData name="Enrique Villegas Valerio" userId="8ada793c76dcd6b1" providerId="LiveId" clId="{CDC2C08B-765D-41C0-A2C7-AC4B25AAD00D}" dt="2024-04-21T12:12:05.544" v="1762" actId="26606"/>
          <ac:spMkLst>
            <pc:docMk/>
            <pc:sldMk cId="2341645576" sldId="712"/>
            <ac:spMk id="18" creationId="{8950AD4C-6AF3-49F8-94E1-DBCAFB39478B}"/>
          </ac:spMkLst>
        </pc:spChg>
        <pc:spChg chg="add">
          <ac:chgData name="Enrique Villegas Valerio" userId="8ada793c76dcd6b1" providerId="LiveId" clId="{CDC2C08B-765D-41C0-A2C7-AC4B25AAD00D}" dt="2024-04-21T12:12:05.544" v="1762" actId="26606"/>
          <ac:spMkLst>
            <pc:docMk/>
            <pc:sldMk cId="2341645576" sldId="712"/>
            <ac:spMk id="20" creationId="{2F0E00C3-4613-415F-BE3A-78FBAD9061C0}"/>
          </ac:spMkLst>
        </pc:spChg>
        <pc:spChg chg="add">
          <ac:chgData name="Enrique Villegas Valerio" userId="8ada793c76dcd6b1" providerId="LiveId" clId="{CDC2C08B-765D-41C0-A2C7-AC4B25AAD00D}" dt="2024-04-21T12:12:05.544" v="1762" actId="26606"/>
          <ac:spMkLst>
            <pc:docMk/>
            <pc:sldMk cId="2341645576" sldId="712"/>
            <ac:spMk id="22" creationId="{8DBEAE55-3EA1-41D7-A212-5F7D8986C1F2}"/>
          </ac:spMkLst>
        </pc:spChg>
        <pc:spChg chg="add">
          <ac:chgData name="Enrique Villegas Valerio" userId="8ada793c76dcd6b1" providerId="LiveId" clId="{CDC2C08B-765D-41C0-A2C7-AC4B25AAD00D}" dt="2024-04-21T12:12:05.544" v="1762" actId="26606"/>
          <ac:spMkLst>
            <pc:docMk/>
            <pc:sldMk cId="2341645576" sldId="712"/>
            <ac:spMk id="24" creationId="{CFC5F0E7-644F-4101-BE72-12825CF537E7}"/>
          </ac:spMkLst>
        </pc:spChg>
        <pc:picChg chg="add mod">
          <ac:chgData name="Enrique Villegas Valerio" userId="8ada793c76dcd6b1" providerId="LiveId" clId="{CDC2C08B-765D-41C0-A2C7-AC4B25AAD00D}" dt="2024-04-21T12:12:05.544" v="1762" actId="26606"/>
          <ac:picMkLst>
            <pc:docMk/>
            <pc:sldMk cId="2341645576" sldId="712"/>
            <ac:picMk id="6" creationId="{65439831-BD64-2D9D-802C-EDDF65E80BE0}"/>
          </ac:picMkLst>
        </pc:picChg>
      </pc:sldChg>
      <pc:sldChg chg="add">
        <pc:chgData name="Enrique Villegas Valerio" userId="8ada793c76dcd6b1" providerId="LiveId" clId="{CDC2C08B-765D-41C0-A2C7-AC4B25AAD00D}" dt="2024-04-21T12:14:47.914" v="1763"/>
        <pc:sldMkLst>
          <pc:docMk/>
          <pc:sldMk cId="2372110217" sldId="713"/>
        </pc:sldMkLst>
      </pc:sldChg>
      <pc:sldChg chg="modSp add mod">
        <pc:chgData name="Enrique Villegas Valerio" userId="8ada793c76dcd6b1" providerId="LiveId" clId="{CDC2C08B-765D-41C0-A2C7-AC4B25AAD00D}" dt="2024-04-21T12:20:41.526" v="1884" actId="20577"/>
        <pc:sldMkLst>
          <pc:docMk/>
          <pc:sldMk cId="1827792804" sldId="714"/>
        </pc:sldMkLst>
        <pc:spChg chg="mod">
          <ac:chgData name="Enrique Villegas Valerio" userId="8ada793c76dcd6b1" providerId="LiveId" clId="{CDC2C08B-765D-41C0-A2C7-AC4B25AAD00D}" dt="2024-04-21T12:20:41.526" v="1884" actId="20577"/>
          <ac:spMkLst>
            <pc:docMk/>
            <pc:sldMk cId="1827792804" sldId="714"/>
            <ac:spMk id="3" creationId="{F83FCBC4-22A5-47A6-4825-B2DAAEE92F0C}"/>
          </ac:spMkLst>
        </pc:spChg>
      </pc:sldChg>
      <pc:sldChg chg="modSp new mod">
        <pc:chgData name="Enrique Villegas Valerio" userId="8ada793c76dcd6b1" providerId="LiveId" clId="{CDC2C08B-765D-41C0-A2C7-AC4B25AAD00D}" dt="2024-04-21T12:49:45.021" v="1892" actId="27636"/>
        <pc:sldMkLst>
          <pc:docMk/>
          <pc:sldMk cId="2676365126" sldId="715"/>
        </pc:sldMkLst>
        <pc:spChg chg="mod">
          <ac:chgData name="Enrique Villegas Valerio" userId="8ada793c76dcd6b1" providerId="LiveId" clId="{CDC2C08B-765D-41C0-A2C7-AC4B25AAD00D}" dt="2024-04-21T12:49:45.021" v="1892" actId="27636"/>
          <ac:spMkLst>
            <pc:docMk/>
            <pc:sldMk cId="2676365126" sldId="715"/>
            <ac:spMk id="2" creationId="{6A900F9C-5506-5CAC-01F2-B9D9FE2E5FC3}"/>
          </ac:spMkLst>
        </pc:spChg>
        <pc:spChg chg="mod">
          <ac:chgData name="Enrique Villegas Valerio" userId="8ada793c76dcd6b1" providerId="LiveId" clId="{CDC2C08B-765D-41C0-A2C7-AC4B25AAD00D}" dt="2024-04-21T12:49:17.059" v="1886"/>
          <ac:spMkLst>
            <pc:docMk/>
            <pc:sldMk cId="2676365126" sldId="715"/>
            <ac:spMk id="3" creationId="{62C205F8-8C52-3B0B-27DA-B73EA7E0A268}"/>
          </ac:spMkLst>
        </pc:spChg>
      </pc:sldChg>
      <pc:sldChg chg="modSp add mod">
        <pc:chgData name="Enrique Villegas Valerio" userId="8ada793c76dcd6b1" providerId="LiveId" clId="{CDC2C08B-765D-41C0-A2C7-AC4B25AAD00D}" dt="2024-04-21T12:49:54.970" v="1895" actId="21"/>
        <pc:sldMkLst>
          <pc:docMk/>
          <pc:sldMk cId="742796102" sldId="716"/>
        </pc:sldMkLst>
        <pc:spChg chg="mod">
          <ac:chgData name="Enrique Villegas Valerio" userId="8ada793c76dcd6b1" providerId="LiveId" clId="{CDC2C08B-765D-41C0-A2C7-AC4B25AAD00D}" dt="2024-04-21T12:49:54.970" v="1895" actId="21"/>
          <ac:spMkLst>
            <pc:docMk/>
            <pc:sldMk cId="742796102" sldId="716"/>
            <ac:spMk id="2" creationId="{6A900F9C-5506-5CAC-01F2-B9D9FE2E5FC3}"/>
          </ac:spMkLst>
        </pc:spChg>
      </pc:sldChg>
      <pc:sldChg chg="modSp add mod">
        <pc:chgData name="Enrique Villegas Valerio" userId="8ada793c76dcd6b1" providerId="LiveId" clId="{CDC2C08B-765D-41C0-A2C7-AC4B25AAD00D}" dt="2024-04-21T12:50:03.982" v="1896"/>
        <pc:sldMkLst>
          <pc:docMk/>
          <pc:sldMk cId="1786523329" sldId="717"/>
        </pc:sldMkLst>
        <pc:spChg chg="mod">
          <ac:chgData name="Enrique Villegas Valerio" userId="8ada793c76dcd6b1" providerId="LiveId" clId="{CDC2C08B-765D-41C0-A2C7-AC4B25AAD00D}" dt="2024-04-21T12:50:03.982" v="1896"/>
          <ac:spMkLst>
            <pc:docMk/>
            <pc:sldMk cId="1786523329" sldId="717"/>
            <ac:spMk id="2" creationId="{6A900F9C-5506-5CAC-01F2-B9D9FE2E5FC3}"/>
          </ac:spMkLst>
        </pc:spChg>
      </pc:sldChg>
      <pc:sldChg chg="modSp new mod">
        <pc:chgData name="Enrique Villegas Valerio" userId="8ada793c76dcd6b1" providerId="LiveId" clId="{CDC2C08B-765D-41C0-A2C7-AC4B25AAD00D}" dt="2024-04-21T13:25:41.646" v="1910" actId="20577"/>
        <pc:sldMkLst>
          <pc:docMk/>
          <pc:sldMk cId="579347164" sldId="718"/>
        </pc:sldMkLst>
        <pc:spChg chg="mod">
          <ac:chgData name="Enrique Villegas Valerio" userId="8ada793c76dcd6b1" providerId="LiveId" clId="{CDC2C08B-765D-41C0-A2C7-AC4B25AAD00D}" dt="2024-04-21T13:25:37.182" v="1901" actId="27636"/>
          <ac:spMkLst>
            <pc:docMk/>
            <pc:sldMk cId="579347164" sldId="718"/>
            <ac:spMk id="2" creationId="{94E3FB8D-08A8-FC10-E34A-95879748DE01}"/>
          </ac:spMkLst>
        </pc:spChg>
        <pc:spChg chg="mod">
          <ac:chgData name="Enrique Villegas Valerio" userId="8ada793c76dcd6b1" providerId="LiveId" clId="{CDC2C08B-765D-41C0-A2C7-AC4B25AAD00D}" dt="2024-04-21T13:25:41.646" v="1910" actId="20577"/>
          <ac:spMkLst>
            <pc:docMk/>
            <pc:sldMk cId="579347164" sldId="718"/>
            <ac:spMk id="3" creationId="{130E258D-D715-7985-14B5-9E680296798A}"/>
          </ac:spMkLst>
        </pc:spChg>
      </pc:sldChg>
      <pc:sldChg chg="modSp new mod">
        <pc:chgData name="Enrique Villegas Valerio" userId="8ada793c76dcd6b1" providerId="LiveId" clId="{CDC2C08B-765D-41C0-A2C7-AC4B25AAD00D}" dt="2024-04-21T13:27:30.469" v="1926" actId="404"/>
        <pc:sldMkLst>
          <pc:docMk/>
          <pc:sldMk cId="1756163945" sldId="719"/>
        </pc:sldMkLst>
        <pc:spChg chg="mod">
          <ac:chgData name="Enrique Villegas Valerio" userId="8ada793c76dcd6b1" providerId="LiveId" clId="{CDC2C08B-765D-41C0-A2C7-AC4B25AAD00D}" dt="2024-04-21T13:27:30.469" v="1926" actId="404"/>
          <ac:spMkLst>
            <pc:docMk/>
            <pc:sldMk cId="1756163945" sldId="719"/>
            <ac:spMk id="2" creationId="{15A9E3DE-3E06-AA9C-3C4A-F61C94503236}"/>
          </ac:spMkLst>
        </pc:spChg>
        <pc:spChg chg="mod">
          <ac:chgData name="Enrique Villegas Valerio" userId="8ada793c76dcd6b1" providerId="LiveId" clId="{CDC2C08B-765D-41C0-A2C7-AC4B25AAD00D}" dt="2024-04-21T13:27:27.259" v="1925"/>
          <ac:spMkLst>
            <pc:docMk/>
            <pc:sldMk cId="1756163945" sldId="719"/>
            <ac:spMk id="3" creationId="{E90232DD-5BAC-A787-8F47-4C21F8F0F8FC}"/>
          </ac:spMkLst>
        </pc:spChg>
      </pc:sldChg>
      <pc:sldChg chg="modSp new mod">
        <pc:chgData name="Enrique Villegas Valerio" userId="8ada793c76dcd6b1" providerId="LiveId" clId="{CDC2C08B-765D-41C0-A2C7-AC4B25AAD00D}" dt="2024-04-21T13:29:01.676" v="1947" actId="5793"/>
        <pc:sldMkLst>
          <pc:docMk/>
          <pc:sldMk cId="3729316981" sldId="720"/>
        </pc:sldMkLst>
        <pc:spChg chg="mod">
          <ac:chgData name="Enrique Villegas Valerio" userId="8ada793c76dcd6b1" providerId="LiveId" clId="{CDC2C08B-765D-41C0-A2C7-AC4B25AAD00D}" dt="2024-04-21T13:29:01.676" v="1947" actId="5793"/>
          <ac:spMkLst>
            <pc:docMk/>
            <pc:sldMk cId="3729316981" sldId="720"/>
            <ac:spMk id="2" creationId="{D2F125BE-3EC7-0A96-D835-BF71D519FE6F}"/>
          </ac:spMkLst>
        </pc:spChg>
        <pc:spChg chg="mod">
          <ac:chgData name="Enrique Villegas Valerio" userId="8ada793c76dcd6b1" providerId="LiveId" clId="{CDC2C08B-765D-41C0-A2C7-AC4B25AAD00D}" dt="2024-04-21T13:28:53.996" v="1942" actId="20577"/>
          <ac:spMkLst>
            <pc:docMk/>
            <pc:sldMk cId="3729316981" sldId="720"/>
            <ac:spMk id="3" creationId="{0B4DA7C3-8081-0F1C-AB74-2296012A1166}"/>
          </ac:spMkLst>
        </pc:spChg>
      </pc:sldChg>
      <pc:sldChg chg="addSp delSp modSp new mod modClrScheme chgLayout">
        <pc:chgData name="Enrique Villegas Valerio" userId="8ada793c76dcd6b1" providerId="LiveId" clId="{CDC2C08B-765D-41C0-A2C7-AC4B25AAD00D}" dt="2024-04-21T13:29:46.401" v="1950"/>
        <pc:sldMkLst>
          <pc:docMk/>
          <pc:sldMk cId="3376233568" sldId="721"/>
        </pc:sldMkLst>
        <pc:spChg chg="del mod ord">
          <ac:chgData name="Enrique Villegas Valerio" userId="8ada793c76dcd6b1" providerId="LiveId" clId="{CDC2C08B-765D-41C0-A2C7-AC4B25AAD00D}" dt="2024-04-21T13:29:44.118" v="1949" actId="700"/>
          <ac:spMkLst>
            <pc:docMk/>
            <pc:sldMk cId="3376233568" sldId="721"/>
            <ac:spMk id="2" creationId="{86C44253-0FCC-8582-5133-2852C92CDE9F}"/>
          </ac:spMkLst>
        </pc:spChg>
        <pc:spChg chg="del">
          <ac:chgData name="Enrique Villegas Valerio" userId="8ada793c76dcd6b1" providerId="LiveId" clId="{CDC2C08B-765D-41C0-A2C7-AC4B25AAD00D}" dt="2024-04-21T13:29:44.118" v="1949" actId="700"/>
          <ac:spMkLst>
            <pc:docMk/>
            <pc:sldMk cId="3376233568" sldId="721"/>
            <ac:spMk id="3" creationId="{762D14CE-945D-56C7-66F6-B74B0C1FAAF2}"/>
          </ac:spMkLst>
        </pc:spChg>
        <pc:spChg chg="add mod ord">
          <ac:chgData name="Enrique Villegas Valerio" userId="8ada793c76dcd6b1" providerId="LiveId" clId="{CDC2C08B-765D-41C0-A2C7-AC4B25AAD00D}" dt="2024-04-21T13:29:46.401" v="1950"/>
          <ac:spMkLst>
            <pc:docMk/>
            <pc:sldMk cId="3376233568" sldId="721"/>
            <ac:spMk id="4" creationId="{DC290E1D-77D7-488D-E10D-902F4661149C}"/>
          </ac:spMkLst>
        </pc:spChg>
      </pc:sldChg>
      <pc:sldChg chg="addSp delSp modSp new del mod modClrScheme chgLayout">
        <pc:chgData name="Enrique Villegas Valerio" userId="8ada793c76dcd6b1" providerId="LiveId" clId="{CDC2C08B-765D-41C0-A2C7-AC4B25AAD00D}" dt="2024-04-21T13:32:55.477" v="2025" actId="47"/>
        <pc:sldMkLst>
          <pc:docMk/>
          <pc:sldMk cId="3775475592" sldId="722"/>
        </pc:sldMkLst>
        <pc:spChg chg="mod ord">
          <ac:chgData name="Enrique Villegas Valerio" userId="8ada793c76dcd6b1" providerId="LiveId" clId="{CDC2C08B-765D-41C0-A2C7-AC4B25AAD00D}" dt="2024-04-21T13:31:29.601" v="2004" actId="20577"/>
          <ac:spMkLst>
            <pc:docMk/>
            <pc:sldMk cId="3775475592" sldId="722"/>
            <ac:spMk id="2" creationId="{B5D4E7B7-431D-D48A-88C2-A705995C3B17}"/>
          </ac:spMkLst>
        </pc:spChg>
        <pc:spChg chg="add del mod ord">
          <ac:chgData name="Enrique Villegas Valerio" userId="8ada793c76dcd6b1" providerId="LiveId" clId="{CDC2C08B-765D-41C0-A2C7-AC4B25AAD00D}" dt="2024-04-21T13:31:10.947" v="2001" actId="700"/>
          <ac:spMkLst>
            <pc:docMk/>
            <pc:sldMk cId="3775475592" sldId="722"/>
            <ac:spMk id="3" creationId="{7E60D4BE-4D6B-B804-6E31-9628C04F6038}"/>
          </ac:spMkLst>
        </pc:spChg>
        <pc:spChg chg="add del mod ord">
          <ac:chgData name="Enrique Villegas Valerio" userId="8ada793c76dcd6b1" providerId="LiveId" clId="{CDC2C08B-765D-41C0-A2C7-AC4B25AAD00D}" dt="2024-04-21T13:31:22.906" v="2002" actId="700"/>
          <ac:spMkLst>
            <pc:docMk/>
            <pc:sldMk cId="3775475592" sldId="722"/>
            <ac:spMk id="4" creationId="{ECC4A5C4-3DB8-EDFC-2B1A-B9AA66489726}"/>
          </ac:spMkLst>
        </pc:spChg>
      </pc:sldChg>
      <pc:sldChg chg="modSp add mod">
        <pc:chgData name="Enrique Villegas Valerio" userId="8ada793c76dcd6b1" providerId="LiveId" clId="{CDC2C08B-765D-41C0-A2C7-AC4B25AAD00D}" dt="2024-04-21T13:32:38.010" v="2024" actId="948"/>
        <pc:sldMkLst>
          <pc:docMk/>
          <pc:sldMk cId="1888237764" sldId="723"/>
        </pc:sldMkLst>
        <pc:spChg chg="mod">
          <ac:chgData name="Enrique Villegas Valerio" userId="8ada793c76dcd6b1" providerId="LiveId" clId="{CDC2C08B-765D-41C0-A2C7-AC4B25AAD00D}" dt="2024-04-21T13:32:09.203" v="2013"/>
          <ac:spMkLst>
            <pc:docMk/>
            <pc:sldMk cId="1888237764" sldId="723"/>
            <ac:spMk id="2" creationId="{B0D08076-5D69-7E8E-18D5-536187914F89}"/>
          </ac:spMkLst>
        </pc:spChg>
        <pc:spChg chg="mod">
          <ac:chgData name="Enrique Villegas Valerio" userId="8ada793c76dcd6b1" providerId="LiveId" clId="{CDC2C08B-765D-41C0-A2C7-AC4B25AAD00D}" dt="2024-04-21T13:32:38.010" v="2024" actId="948"/>
          <ac:spMkLst>
            <pc:docMk/>
            <pc:sldMk cId="1888237764" sldId="723"/>
            <ac:spMk id="3" creationId="{F83FCBC4-22A5-47A6-4825-B2DAAEE92F0C}"/>
          </ac:spMkLst>
        </pc:spChg>
      </pc:sldChg>
      <pc:sldChg chg="modSp new add del mod">
        <pc:chgData name="Enrique Villegas Valerio" userId="8ada793c76dcd6b1" providerId="LiveId" clId="{CDC2C08B-765D-41C0-A2C7-AC4B25AAD00D}" dt="2024-04-21T13:45:17.246" v="2169" actId="47"/>
        <pc:sldMkLst>
          <pc:docMk/>
          <pc:sldMk cId="3301532757" sldId="724"/>
        </pc:sldMkLst>
        <pc:spChg chg="mod">
          <ac:chgData name="Enrique Villegas Valerio" userId="8ada793c76dcd6b1" providerId="LiveId" clId="{CDC2C08B-765D-41C0-A2C7-AC4B25AAD00D}" dt="2024-04-21T13:45:11.045" v="2166"/>
          <ac:spMkLst>
            <pc:docMk/>
            <pc:sldMk cId="3301532757" sldId="724"/>
            <ac:spMk id="2" creationId="{9F679A93-A70F-734D-6B39-BDE735BB6E66}"/>
          </ac:spMkLst>
        </pc:spChg>
      </pc:sldChg>
      <pc:sldChg chg="modSp add mod ord">
        <pc:chgData name="Enrique Villegas Valerio" userId="8ada793c76dcd6b1" providerId="LiveId" clId="{CDC2C08B-765D-41C0-A2C7-AC4B25AAD00D}" dt="2024-04-21T13:51:43.849" v="2226"/>
        <pc:sldMkLst>
          <pc:docMk/>
          <pc:sldMk cId="4261628322" sldId="725"/>
        </pc:sldMkLst>
        <pc:spChg chg="mod">
          <ac:chgData name="Enrique Villegas Valerio" userId="8ada793c76dcd6b1" providerId="LiveId" clId="{CDC2C08B-765D-41C0-A2C7-AC4B25AAD00D}" dt="2024-04-21T13:47:39.344" v="2222"/>
          <ac:spMkLst>
            <pc:docMk/>
            <pc:sldMk cId="4261628322" sldId="725"/>
            <ac:spMk id="4" creationId="{DC290E1D-77D7-488D-E10D-902F4661149C}"/>
          </ac:spMkLst>
        </pc:spChg>
      </pc:sldChg>
      <pc:sldChg chg="modSp add mod ord">
        <pc:chgData name="Enrique Villegas Valerio" userId="8ada793c76dcd6b1" providerId="LiveId" clId="{CDC2C08B-765D-41C0-A2C7-AC4B25AAD00D}" dt="2024-04-21T14:32:22.086" v="2315" actId="20577"/>
        <pc:sldMkLst>
          <pc:docMk/>
          <pc:sldMk cId="3050137477" sldId="726"/>
        </pc:sldMkLst>
        <pc:spChg chg="mod">
          <ac:chgData name="Enrique Villegas Valerio" userId="8ada793c76dcd6b1" providerId="LiveId" clId="{CDC2C08B-765D-41C0-A2C7-AC4B25AAD00D}" dt="2024-04-21T14:32:22.086" v="2315" actId="20577"/>
          <ac:spMkLst>
            <pc:docMk/>
            <pc:sldMk cId="3050137477" sldId="726"/>
            <ac:spMk id="3" creationId="{F83FCBC4-22A5-47A6-4825-B2DAAEE92F0C}"/>
          </ac:spMkLst>
        </pc:spChg>
      </pc:sldChg>
      <pc:sldChg chg="modSp add mod">
        <pc:chgData name="Enrique Villegas Valerio" userId="8ada793c76dcd6b1" providerId="LiveId" clId="{CDC2C08B-765D-41C0-A2C7-AC4B25AAD00D}" dt="2024-04-21T13:41:32.010" v="2110" actId="20577"/>
        <pc:sldMkLst>
          <pc:docMk/>
          <pc:sldMk cId="4080344541" sldId="727"/>
        </pc:sldMkLst>
        <pc:spChg chg="mod">
          <ac:chgData name="Enrique Villegas Valerio" userId="8ada793c76dcd6b1" providerId="LiveId" clId="{CDC2C08B-765D-41C0-A2C7-AC4B25AAD00D}" dt="2024-04-21T13:41:32.010" v="2110" actId="20577"/>
          <ac:spMkLst>
            <pc:docMk/>
            <pc:sldMk cId="4080344541" sldId="727"/>
            <ac:spMk id="3" creationId="{CA07F423-46C6-CDD8-E4AD-233D53E2809D}"/>
          </ac:spMkLst>
        </pc:spChg>
        <pc:spChg chg="mod">
          <ac:chgData name="Enrique Villegas Valerio" userId="8ada793c76dcd6b1" providerId="LiveId" clId="{CDC2C08B-765D-41C0-A2C7-AC4B25AAD00D}" dt="2024-04-21T13:41:22.745" v="2103" actId="948"/>
          <ac:spMkLst>
            <pc:docMk/>
            <pc:sldMk cId="4080344541" sldId="727"/>
            <ac:spMk id="4" creationId="{64DD97DD-43D3-F5D3-B4EE-BD7F9628B26B}"/>
          </ac:spMkLst>
        </pc:spChg>
      </pc:sldChg>
      <pc:sldChg chg="add">
        <pc:chgData name="Enrique Villegas Valerio" userId="8ada793c76dcd6b1" providerId="LiveId" clId="{CDC2C08B-765D-41C0-A2C7-AC4B25AAD00D}" dt="2024-04-21T13:33:13.936" v="2028"/>
        <pc:sldMkLst>
          <pc:docMk/>
          <pc:sldMk cId="1175835528" sldId="728"/>
        </pc:sldMkLst>
      </pc:sldChg>
      <pc:sldChg chg="modSp add mod">
        <pc:chgData name="Enrique Villegas Valerio" userId="8ada793c76dcd6b1" providerId="LiveId" clId="{CDC2C08B-765D-41C0-A2C7-AC4B25AAD00D}" dt="2024-04-21T13:45:49.210" v="2180" actId="404"/>
        <pc:sldMkLst>
          <pc:docMk/>
          <pc:sldMk cId="1186402150" sldId="729"/>
        </pc:sldMkLst>
        <pc:spChg chg="mod">
          <ac:chgData name="Enrique Villegas Valerio" userId="8ada793c76dcd6b1" providerId="LiveId" clId="{CDC2C08B-765D-41C0-A2C7-AC4B25AAD00D}" dt="2024-04-21T13:45:49.210" v="2180" actId="404"/>
          <ac:spMkLst>
            <pc:docMk/>
            <pc:sldMk cId="1186402150" sldId="729"/>
            <ac:spMk id="2" creationId="{D2F125BE-3EC7-0A96-D835-BF71D519FE6F}"/>
          </ac:spMkLst>
        </pc:spChg>
        <pc:spChg chg="mod">
          <ac:chgData name="Enrique Villegas Valerio" userId="8ada793c76dcd6b1" providerId="LiveId" clId="{CDC2C08B-765D-41C0-A2C7-AC4B25AAD00D}" dt="2024-04-21T13:43:53.654" v="2134" actId="20577"/>
          <ac:spMkLst>
            <pc:docMk/>
            <pc:sldMk cId="1186402150" sldId="729"/>
            <ac:spMk id="3" creationId="{0B4DA7C3-8081-0F1C-AB74-2296012A1166}"/>
          </ac:spMkLst>
        </pc:spChg>
      </pc:sldChg>
      <pc:sldChg chg="add ord">
        <pc:chgData name="Enrique Villegas Valerio" userId="8ada793c76dcd6b1" providerId="LiveId" clId="{CDC2C08B-765D-41C0-A2C7-AC4B25AAD00D}" dt="2024-04-21T13:40:18.695" v="2054"/>
        <pc:sldMkLst>
          <pc:docMk/>
          <pc:sldMk cId="858109033" sldId="730"/>
        </pc:sldMkLst>
      </pc:sldChg>
      <pc:sldChg chg="modSp add mod">
        <pc:chgData name="Enrique Villegas Valerio" userId="8ada793c76dcd6b1" providerId="LiveId" clId="{CDC2C08B-765D-41C0-A2C7-AC4B25AAD00D}" dt="2024-04-21T13:45:58.347" v="2183" actId="20577"/>
        <pc:sldMkLst>
          <pc:docMk/>
          <pc:sldMk cId="942090785" sldId="731"/>
        </pc:sldMkLst>
        <pc:spChg chg="mod">
          <ac:chgData name="Enrique Villegas Valerio" userId="8ada793c76dcd6b1" providerId="LiveId" clId="{CDC2C08B-765D-41C0-A2C7-AC4B25AAD00D}" dt="2024-04-21T13:45:58.347" v="2183" actId="20577"/>
          <ac:spMkLst>
            <pc:docMk/>
            <pc:sldMk cId="942090785" sldId="731"/>
            <ac:spMk id="2" creationId="{D2F125BE-3EC7-0A96-D835-BF71D519FE6F}"/>
          </ac:spMkLst>
        </pc:spChg>
      </pc:sldChg>
      <pc:sldChg chg="modSp add mod">
        <pc:chgData name="Enrique Villegas Valerio" userId="8ada793c76dcd6b1" providerId="LiveId" clId="{CDC2C08B-765D-41C0-A2C7-AC4B25AAD00D}" dt="2024-04-21T13:46:10.778" v="2188" actId="404"/>
        <pc:sldMkLst>
          <pc:docMk/>
          <pc:sldMk cId="2627965699" sldId="732"/>
        </pc:sldMkLst>
        <pc:spChg chg="mod">
          <ac:chgData name="Enrique Villegas Valerio" userId="8ada793c76dcd6b1" providerId="LiveId" clId="{CDC2C08B-765D-41C0-A2C7-AC4B25AAD00D}" dt="2024-04-21T13:46:10.778" v="2188" actId="404"/>
          <ac:spMkLst>
            <pc:docMk/>
            <pc:sldMk cId="2627965699" sldId="732"/>
            <ac:spMk id="2" creationId="{D2F125BE-3EC7-0A96-D835-BF71D519FE6F}"/>
          </ac:spMkLst>
        </pc:spChg>
      </pc:sldChg>
      <pc:sldChg chg="modSp add mod">
        <pc:chgData name="Enrique Villegas Valerio" userId="8ada793c76dcd6b1" providerId="LiveId" clId="{CDC2C08B-765D-41C0-A2C7-AC4B25AAD00D}" dt="2024-04-21T13:46:16.713" v="2191" actId="20577"/>
        <pc:sldMkLst>
          <pc:docMk/>
          <pc:sldMk cId="1681979810" sldId="733"/>
        </pc:sldMkLst>
        <pc:spChg chg="mod">
          <ac:chgData name="Enrique Villegas Valerio" userId="8ada793c76dcd6b1" providerId="LiveId" clId="{CDC2C08B-765D-41C0-A2C7-AC4B25AAD00D}" dt="2024-04-21T13:46:16.713" v="2191" actId="20577"/>
          <ac:spMkLst>
            <pc:docMk/>
            <pc:sldMk cId="1681979810" sldId="733"/>
            <ac:spMk id="2" creationId="{D2F125BE-3EC7-0A96-D835-BF71D519FE6F}"/>
          </ac:spMkLst>
        </pc:spChg>
      </pc:sldChg>
      <pc:sldChg chg="modSp add mod">
        <pc:chgData name="Enrique Villegas Valerio" userId="8ada793c76dcd6b1" providerId="LiveId" clId="{CDC2C08B-765D-41C0-A2C7-AC4B25AAD00D}" dt="2024-04-21T13:46:24.712" v="2195" actId="404"/>
        <pc:sldMkLst>
          <pc:docMk/>
          <pc:sldMk cId="2699387487" sldId="734"/>
        </pc:sldMkLst>
        <pc:spChg chg="mod">
          <ac:chgData name="Enrique Villegas Valerio" userId="8ada793c76dcd6b1" providerId="LiveId" clId="{CDC2C08B-765D-41C0-A2C7-AC4B25AAD00D}" dt="2024-04-21T13:46:24.712" v="2195" actId="404"/>
          <ac:spMkLst>
            <pc:docMk/>
            <pc:sldMk cId="2699387487" sldId="734"/>
            <ac:spMk id="2" creationId="{D2F125BE-3EC7-0A96-D835-BF71D519FE6F}"/>
          </ac:spMkLst>
        </pc:spChg>
      </pc:sldChg>
      <pc:sldChg chg="modSp add mod">
        <pc:chgData name="Enrique Villegas Valerio" userId="8ada793c76dcd6b1" providerId="LiveId" clId="{CDC2C08B-765D-41C0-A2C7-AC4B25AAD00D}" dt="2024-04-21T13:46:34.415" v="2199" actId="404"/>
        <pc:sldMkLst>
          <pc:docMk/>
          <pc:sldMk cId="1014141131" sldId="735"/>
        </pc:sldMkLst>
        <pc:spChg chg="mod">
          <ac:chgData name="Enrique Villegas Valerio" userId="8ada793c76dcd6b1" providerId="LiveId" clId="{CDC2C08B-765D-41C0-A2C7-AC4B25AAD00D}" dt="2024-04-21T13:46:34.415" v="2199" actId="404"/>
          <ac:spMkLst>
            <pc:docMk/>
            <pc:sldMk cId="1014141131" sldId="735"/>
            <ac:spMk id="2" creationId="{D2F125BE-3EC7-0A96-D835-BF71D519FE6F}"/>
          </ac:spMkLst>
        </pc:spChg>
      </pc:sldChg>
      <pc:sldChg chg="modSp add mod">
        <pc:chgData name="Enrique Villegas Valerio" userId="8ada793c76dcd6b1" providerId="LiveId" clId="{CDC2C08B-765D-41C0-A2C7-AC4B25AAD00D}" dt="2024-04-21T13:46:43.983" v="2205" actId="404"/>
        <pc:sldMkLst>
          <pc:docMk/>
          <pc:sldMk cId="2599747815" sldId="736"/>
        </pc:sldMkLst>
        <pc:spChg chg="mod">
          <ac:chgData name="Enrique Villegas Valerio" userId="8ada793c76dcd6b1" providerId="LiveId" clId="{CDC2C08B-765D-41C0-A2C7-AC4B25AAD00D}" dt="2024-04-21T13:46:43.983" v="2205" actId="404"/>
          <ac:spMkLst>
            <pc:docMk/>
            <pc:sldMk cId="2599747815" sldId="736"/>
            <ac:spMk id="2" creationId="{D2F125BE-3EC7-0A96-D835-BF71D519FE6F}"/>
          </ac:spMkLst>
        </pc:spChg>
      </pc:sldChg>
      <pc:sldChg chg="modSp add mod">
        <pc:chgData name="Enrique Villegas Valerio" userId="8ada793c76dcd6b1" providerId="LiveId" clId="{CDC2C08B-765D-41C0-A2C7-AC4B25AAD00D}" dt="2024-04-21T13:47:14.672" v="2214" actId="20577"/>
        <pc:sldMkLst>
          <pc:docMk/>
          <pc:sldMk cId="42847906" sldId="737"/>
        </pc:sldMkLst>
        <pc:spChg chg="mod">
          <ac:chgData name="Enrique Villegas Valerio" userId="8ada793c76dcd6b1" providerId="LiveId" clId="{CDC2C08B-765D-41C0-A2C7-AC4B25AAD00D}" dt="2024-04-21T13:47:14.672" v="2214" actId="20577"/>
          <ac:spMkLst>
            <pc:docMk/>
            <pc:sldMk cId="42847906" sldId="737"/>
            <ac:spMk id="2" creationId="{D2F125BE-3EC7-0A96-D835-BF71D519FE6F}"/>
          </ac:spMkLst>
        </pc:spChg>
      </pc:sldChg>
      <pc:sldChg chg="modSp add mod">
        <pc:chgData name="Enrique Villegas Valerio" userId="8ada793c76dcd6b1" providerId="LiveId" clId="{CDC2C08B-765D-41C0-A2C7-AC4B25AAD00D}" dt="2024-04-21T13:47:20.581" v="2217" actId="20577"/>
        <pc:sldMkLst>
          <pc:docMk/>
          <pc:sldMk cId="217723856" sldId="738"/>
        </pc:sldMkLst>
        <pc:spChg chg="mod">
          <ac:chgData name="Enrique Villegas Valerio" userId="8ada793c76dcd6b1" providerId="LiveId" clId="{CDC2C08B-765D-41C0-A2C7-AC4B25AAD00D}" dt="2024-04-21T13:47:20.581" v="2217" actId="20577"/>
          <ac:spMkLst>
            <pc:docMk/>
            <pc:sldMk cId="217723856" sldId="738"/>
            <ac:spMk id="2" creationId="{D2F125BE-3EC7-0A96-D835-BF71D519FE6F}"/>
          </ac:spMkLst>
        </pc:spChg>
      </pc:sldChg>
      <pc:sldChg chg="modSp add mod">
        <pc:chgData name="Enrique Villegas Valerio" userId="8ada793c76dcd6b1" providerId="LiveId" clId="{CDC2C08B-765D-41C0-A2C7-AC4B25AAD00D}" dt="2024-04-21T13:47:05.111" v="2212" actId="20577"/>
        <pc:sldMkLst>
          <pc:docMk/>
          <pc:sldMk cId="4129015968" sldId="739"/>
        </pc:sldMkLst>
        <pc:spChg chg="mod">
          <ac:chgData name="Enrique Villegas Valerio" userId="8ada793c76dcd6b1" providerId="LiveId" clId="{CDC2C08B-765D-41C0-A2C7-AC4B25AAD00D}" dt="2024-04-21T13:47:05.111" v="2212" actId="20577"/>
          <ac:spMkLst>
            <pc:docMk/>
            <pc:sldMk cId="4129015968" sldId="739"/>
            <ac:spMk id="2" creationId="{D2F125BE-3EC7-0A96-D835-BF71D519FE6F}"/>
          </ac:spMkLst>
        </pc:spChg>
      </pc:sldChg>
      <pc:sldChg chg="modSp add mod ord">
        <pc:chgData name="Enrique Villegas Valerio" userId="8ada793c76dcd6b1" providerId="LiveId" clId="{CDC2C08B-765D-41C0-A2C7-AC4B25AAD00D}" dt="2024-04-21T13:47:23.271" v="2220"/>
        <pc:sldMkLst>
          <pc:docMk/>
          <pc:sldMk cId="1255978089" sldId="740"/>
        </pc:sldMkLst>
        <pc:spChg chg="mod">
          <ac:chgData name="Enrique Villegas Valerio" userId="8ada793c76dcd6b1" providerId="LiveId" clId="{CDC2C08B-765D-41C0-A2C7-AC4B25AAD00D}" dt="2024-04-21T13:47:23.271" v="2220"/>
          <ac:spMkLst>
            <pc:docMk/>
            <pc:sldMk cId="1255978089" sldId="740"/>
            <ac:spMk id="2" creationId="{D2F125BE-3EC7-0A96-D835-BF71D519FE6F}"/>
          </ac:spMkLst>
        </pc:spChg>
      </pc:sldChg>
      <pc:sldChg chg="add del">
        <pc:chgData name="Enrique Villegas Valerio" userId="8ada793c76dcd6b1" providerId="LiveId" clId="{CDC2C08B-765D-41C0-A2C7-AC4B25AAD00D}" dt="2024-04-21T13:47:26.530" v="2221" actId="47"/>
        <pc:sldMkLst>
          <pc:docMk/>
          <pc:sldMk cId="1840671034" sldId="741"/>
        </pc:sldMkLst>
      </pc:sldChg>
      <pc:sldChg chg="modSp new mod">
        <pc:chgData name="Enrique Villegas Valerio" userId="8ada793c76dcd6b1" providerId="LiveId" clId="{CDC2C08B-765D-41C0-A2C7-AC4B25AAD00D}" dt="2024-04-21T14:12:38.986" v="2252" actId="20577"/>
        <pc:sldMkLst>
          <pc:docMk/>
          <pc:sldMk cId="3845828418" sldId="741"/>
        </pc:sldMkLst>
        <pc:spChg chg="mod">
          <ac:chgData name="Enrique Villegas Valerio" userId="8ada793c76dcd6b1" providerId="LiveId" clId="{CDC2C08B-765D-41C0-A2C7-AC4B25AAD00D}" dt="2024-04-21T14:12:30.847" v="2246" actId="5793"/>
          <ac:spMkLst>
            <pc:docMk/>
            <pc:sldMk cId="3845828418" sldId="741"/>
            <ac:spMk id="2" creationId="{FD34480F-DE92-33F2-09CE-5ECD8405935E}"/>
          </ac:spMkLst>
        </pc:spChg>
        <pc:spChg chg="mod">
          <ac:chgData name="Enrique Villegas Valerio" userId="8ada793c76dcd6b1" providerId="LiveId" clId="{CDC2C08B-765D-41C0-A2C7-AC4B25AAD00D}" dt="2024-04-21T14:12:38.986" v="2252" actId="20577"/>
          <ac:spMkLst>
            <pc:docMk/>
            <pc:sldMk cId="3845828418" sldId="741"/>
            <ac:spMk id="3" creationId="{E692B25E-F1A0-FFBE-1B2F-DBD16C94B412}"/>
          </ac:spMkLst>
        </pc:spChg>
      </pc:sldChg>
      <pc:sldChg chg="add del">
        <pc:chgData name="Enrique Villegas Valerio" userId="8ada793c76dcd6b1" providerId="LiveId" clId="{CDC2C08B-765D-41C0-A2C7-AC4B25AAD00D}" dt="2024-04-21T13:45:12.077" v="2168"/>
        <pc:sldMkLst>
          <pc:docMk/>
          <pc:sldMk cId="10428711" sldId="742"/>
        </pc:sldMkLst>
      </pc:sldChg>
      <pc:sldChg chg="modSp new mod">
        <pc:chgData name="Enrique Villegas Valerio" userId="8ada793c76dcd6b1" providerId="LiveId" clId="{CDC2C08B-765D-41C0-A2C7-AC4B25AAD00D}" dt="2024-04-21T14:26:56.821" v="2296" actId="27636"/>
        <pc:sldMkLst>
          <pc:docMk/>
          <pc:sldMk cId="3562662680" sldId="742"/>
        </pc:sldMkLst>
        <pc:spChg chg="mod">
          <ac:chgData name="Enrique Villegas Valerio" userId="8ada793c76dcd6b1" providerId="LiveId" clId="{CDC2C08B-765D-41C0-A2C7-AC4B25AAD00D}" dt="2024-04-21T14:26:56.821" v="2296" actId="27636"/>
          <ac:spMkLst>
            <pc:docMk/>
            <pc:sldMk cId="3562662680" sldId="742"/>
            <ac:spMk id="2" creationId="{5FC4D084-2EC4-32A1-372C-E2A9D06976C9}"/>
          </ac:spMkLst>
        </pc:spChg>
        <pc:spChg chg="mod">
          <ac:chgData name="Enrique Villegas Valerio" userId="8ada793c76dcd6b1" providerId="LiveId" clId="{CDC2C08B-765D-41C0-A2C7-AC4B25AAD00D}" dt="2024-04-21T14:26:24.446" v="2279" actId="20577"/>
          <ac:spMkLst>
            <pc:docMk/>
            <pc:sldMk cId="3562662680" sldId="742"/>
            <ac:spMk id="3" creationId="{7B15F4D3-C692-E73C-469C-518E9ACCD6EF}"/>
          </ac:spMkLst>
        </pc:spChg>
      </pc:sldChg>
      <pc:sldChg chg="modSp add mod">
        <pc:chgData name="Enrique Villegas Valerio" userId="8ada793c76dcd6b1" providerId="LiveId" clId="{CDC2C08B-765D-41C0-A2C7-AC4B25AAD00D}" dt="2024-04-21T14:27:03.453" v="2297" actId="404"/>
        <pc:sldMkLst>
          <pc:docMk/>
          <pc:sldMk cId="1031900184" sldId="743"/>
        </pc:sldMkLst>
        <pc:spChg chg="mod">
          <ac:chgData name="Enrique Villegas Valerio" userId="8ada793c76dcd6b1" providerId="LiveId" clId="{CDC2C08B-765D-41C0-A2C7-AC4B25AAD00D}" dt="2024-04-21T14:27:03.453" v="2297" actId="404"/>
          <ac:spMkLst>
            <pc:docMk/>
            <pc:sldMk cId="1031900184" sldId="743"/>
            <ac:spMk id="2" creationId="{5FC4D084-2EC4-32A1-372C-E2A9D06976C9}"/>
          </ac:spMkLst>
        </pc:spChg>
      </pc:sldChg>
      <pc:sldChg chg="add del">
        <pc:chgData name="Enrique Villegas Valerio" userId="8ada793c76dcd6b1" providerId="LiveId" clId="{CDC2C08B-765D-41C0-A2C7-AC4B25AAD00D}" dt="2024-04-21T13:45:11.577" v="2167"/>
        <pc:sldMkLst>
          <pc:docMk/>
          <pc:sldMk cId="3614426722" sldId="743"/>
        </pc:sldMkLst>
      </pc:sldChg>
      <pc:sldChg chg="modSp new mod">
        <pc:chgData name="Enrique Villegas Valerio" userId="8ada793c76dcd6b1" providerId="LiveId" clId="{CDC2C08B-765D-41C0-A2C7-AC4B25AAD00D}" dt="2024-04-21T14:41:15.396" v="2338" actId="20577"/>
        <pc:sldMkLst>
          <pc:docMk/>
          <pc:sldMk cId="2954507347" sldId="744"/>
        </pc:sldMkLst>
        <pc:spChg chg="mod">
          <ac:chgData name="Enrique Villegas Valerio" userId="8ada793c76dcd6b1" providerId="LiveId" clId="{CDC2C08B-765D-41C0-A2C7-AC4B25AAD00D}" dt="2024-04-21T14:41:07.663" v="2321" actId="404"/>
          <ac:spMkLst>
            <pc:docMk/>
            <pc:sldMk cId="2954507347" sldId="744"/>
            <ac:spMk id="2" creationId="{1D62EBF5-3582-9E92-D960-325C8547A260}"/>
          </ac:spMkLst>
        </pc:spChg>
        <pc:spChg chg="mod">
          <ac:chgData name="Enrique Villegas Valerio" userId="8ada793c76dcd6b1" providerId="LiveId" clId="{CDC2C08B-765D-41C0-A2C7-AC4B25AAD00D}" dt="2024-04-21T14:41:15.396" v="2338" actId="20577"/>
          <ac:spMkLst>
            <pc:docMk/>
            <pc:sldMk cId="2954507347" sldId="744"/>
            <ac:spMk id="3" creationId="{CBE50B53-3F40-B0C7-4011-F60D497408BC}"/>
          </ac:spMkLst>
        </pc:spChg>
      </pc:sldChg>
      <pc:sldChg chg="modSp add mod ord">
        <pc:chgData name="Enrique Villegas Valerio" userId="8ada793c76dcd6b1" providerId="LiveId" clId="{CDC2C08B-765D-41C0-A2C7-AC4B25AAD00D}" dt="2024-04-21T15:08:02.271" v="2455"/>
        <pc:sldMkLst>
          <pc:docMk/>
          <pc:sldMk cId="408355803" sldId="745"/>
        </pc:sldMkLst>
        <pc:spChg chg="mod">
          <ac:chgData name="Enrique Villegas Valerio" userId="8ada793c76dcd6b1" providerId="LiveId" clId="{CDC2C08B-765D-41C0-A2C7-AC4B25AAD00D}" dt="2024-04-21T15:07:54.730" v="2453"/>
          <ac:spMkLst>
            <pc:docMk/>
            <pc:sldMk cId="408355803" sldId="745"/>
            <ac:spMk id="4" creationId="{DC290E1D-77D7-488D-E10D-902F4661149C}"/>
          </ac:spMkLst>
        </pc:spChg>
      </pc:sldChg>
      <pc:sldChg chg="modSp add mod ord">
        <pc:chgData name="Enrique Villegas Valerio" userId="8ada793c76dcd6b1" providerId="LiveId" clId="{CDC2C08B-765D-41C0-A2C7-AC4B25AAD00D}" dt="2024-04-21T15:08:02.271" v="2455"/>
        <pc:sldMkLst>
          <pc:docMk/>
          <pc:sldMk cId="2623102239" sldId="746"/>
        </pc:sldMkLst>
        <pc:spChg chg="mod">
          <ac:chgData name="Enrique Villegas Valerio" userId="8ada793c76dcd6b1" providerId="LiveId" clId="{CDC2C08B-765D-41C0-A2C7-AC4B25AAD00D}" dt="2024-04-21T15:07:11.059" v="2452" actId="20577"/>
          <ac:spMkLst>
            <pc:docMk/>
            <pc:sldMk cId="2623102239" sldId="746"/>
            <ac:spMk id="3" creationId="{F83FCBC4-22A5-47A6-4825-B2DAAEE92F0C}"/>
          </ac:spMkLst>
        </pc:spChg>
      </pc:sldChg>
      <pc:sldChg chg="modSp add mod">
        <pc:chgData name="Enrique Villegas Valerio" userId="8ada793c76dcd6b1" providerId="LiveId" clId="{CDC2C08B-765D-41C0-A2C7-AC4B25AAD00D}" dt="2024-04-21T14:42:44.497" v="2368" actId="20577"/>
        <pc:sldMkLst>
          <pc:docMk/>
          <pc:sldMk cId="3227108644" sldId="747"/>
        </pc:sldMkLst>
        <pc:spChg chg="mod">
          <ac:chgData name="Enrique Villegas Valerio" userId="8ada793c76dcd6b1" providerId="LiveId" clId="{CDC2C08B-765D-41C0-A2C7-AC4B25AAD00D}" dt="2024-04-21T14:42:35.770" v="2346" actId="20577"/>
          <ac:spMkLst>
            <pc:docMk/>
            <pc:sldMk cId="3227108644" sldId="747"/>
            <ac:spMk id="3" creationId="{CA07F423-46C6-CDD8-E4AD-233D53E2809D}"/>
          </ac:spMkLst>
        </pc:spChg>
        <pc:spChg chg="mod">
          <ac:chgData name="Enrique Villegas Valerio" userId="8ada793c76dcd6b1" providerId="LiveId" clId="{CDC2C08B-765D-41C0-A2C7-AC4B25AAD00D}" dt="2024-04-21T14:42:44.497" v="2368" actId="20577"/>
          <ac:spMkLst>
            <pc:docMk/>
            <pc:sldMk cId="3227108644" sldId="747"/>
            <ac:spMk id="4" creationId="{64DD97DD-43D3-F5D3-B4EE-BD7F9628B26B}"/>
          </ac:spMkLst>
        </pc:spChg>
      </pc:sldChg>
      <pc:sldChg chg="add">
        <pc:chgData name="Enrique Villegas Valerio" userId="8ada793c76dcd6b1" providerId="LiveId" clId="{CDC2C08B-765D-41C0-A2C7-AC4B25AAD00D}" dt="2024-04-21T14:42:31.593" v="2340"/>
        <pc:sldMkLst>
          <pc:docMk/>
          <pc:sldMk cId="1844220400" sldId="748"/>
        </pc:sldMkLst>
      </pc:sldChg>
      <pc:sldChg chg="modSp add mod">
        <pc:chgData name="Enrique Villegas Valerio" userId="8ada793c76dcd6b1" providerId="LiveId" clId="{CDC2C08B-765D-41C0-A2C7-AC4B25AAD00D}" dt="2024-04-21T14:43:51.184" v="2397" actId="20577"/>
        <pc:sldMkLst>
          <pc:docMk/>
          <pc:sldMk cId="2615206711" sldId="749"/>
        </pc:sldMkLst>
        <pc:spChg chg="mod">
          <ac:chgData name="Enrique Villegas Valerio" userId="8ada793c76dcd6b1" providerId="LiveId" clId="{CDC2C08B-765D-41C0-A2C7-AC4B25AAD00D}" dt="2024-04-21T14:43:51.184" v="2397" actId="20577"/>
          <ac:spMkLst>
            <pc:docMk/>
            <pc:sldMk cId="2615206711" sldId="749"/>
            <ac:spMk id="2" creationId="{1D62EBF5-3582-9E92-D960-325C8547A260}"/>
          </ac:spMkLst>
        </pc:spChg>
        <pc:spChg chg="mod">
          <ac:chgData name="Enrique Villegas Valerio" userId="8ada793c76dcd6b1" providerId="LiveId" clId="{CDC2C08B-765D-41C0-A2C7-AC4B25AAD00D}" dt="2024-04-21T14:43:22.181" v="2379" actId="20577"/>
          <ac:spMkLst>
            <pc:docMk/>
            <pc:sldMk cId="2615206711" sldId="749"/>
            <ac:spMk id="3" creationId="{CBE50B53-3F40-B0C7-4011-F60D497408BC}"/>
          </ac:spMkLst>
        </pc:spChg>
      </pc:sldChg>
      <pc:sldChg chg="modSp add mod">
        <pc:chgData name="Enrique Villegas Valerio" userId="8ada793c76dcd6b1" providerId="LiveId" clId="{CDC2C08B-765D-41C0-A2C7-AC4B25AAD00D}" dt="2024-04-21T14:44:02.932" v="2400" actId="20577"/>
        <pc:sldMkLst>
          <pc:docMk/>
          <pc:sldMk cId="2955606564" sldId="750"/>
        </pc:sldMkLst>
        <pc:spChg chg="mod">
          <ac:chgData name="Enrique Villegas Valerio" userId="8ada793c76dcd6b1" providerId="LiveId" clId="{CDC2C08B-765D-41C0-A2C7-AC4B25AAD00D}" dt="2024-04-21T14:44:02.932" v="2400" actId="20577"/>
          <ac:spMkLst>
            <pc:docMk/>
            <pc:sldMk cId="2955606564" sldId="750"/>
            <ac:spMk id="2" creationId="{1D62EBF5-3582-9E92-D960-325C8547A260}"/>
          </ac:spMkLst>
        </pc:spChg>
      </pc:sldChg>
      <pc:sldChg chg="modSp add mod">
        <pc:chgData name="Enrique Villegas Valerio" userId="8ada793c76dcd6b1" providerId="LiveId" clId="{CDC2C08B-765D-41C0-A2C7-AC4B25AAD00D}" dt="2024-04-21T14:44:13.294" v="2403" actId="20577"/>
        <pc:sldMkLst>
          <pc:docMk/>
          <pc:sldMk cId="2795727232" sldId="751"/>
        </pc:sldMkLst>
        <pc:spChg chg="mod">
          <ac:chgData name="Enrique Villegas Valerio" userId="8ada793c76dcd6b1" providerId="LiveId" clId="{CDC2C08B-765D-41C0-A2C7-AC4B25AAD00D}" dt="2024-04-21T14:44:13.294" v="2403" actId="20577"/>
          <ac:spMkLst>
            <pc:docMk/>
            <pc:sldMk cId="2795727232" sldId="751"/>
            <ac:spMk id="2" creationId="{1D62EBF5-3582-9E92-D960-325C8547A260}"/>
          </ac:spMkLst>
        </pc:spChg>
      </pc:sldChg>
      <pc:sldChg chg="modSp add mod">
        <pc:chgData name="Enrique Villegas Valerio" userId="8ada793c76dcd6b1" providerId="LiveId" clId="{CDC2C08B-765D-41C0-A2C7-AC4B25AAD00D}" dt="2024-04-21T14:44:21.360" v="2406" actId="20577"/>
        <pc:sldMkLst>
          <pc:docMk/>
          <pc:sldMk cId="307501430" sldId="752"/>
        </pc:sldMkLst>
        <pc:spChg chg="mod">
          <ac:chgData name="Enrique Villegas Valerio" userId="8ada793c76dcd6b1" providerId="LiveId" clId="{CDC2C08B-765D-41C0-A2C7-AC4B25AAD00D}" dt="2024-04-21T14:44:21.360" v="2406" actId="20577"/>
          <ac:spMkLst>
            <pc:docMk/>
            <pc:sldMk cId="307501430" sldId="752"/>
            <ac:spMk id="2" creationId="{1D62EBF5-3582-9E92-D960-325C8547A260}"/>
          </ac:spMkLst>
        </pc:spChg>
      </pc:sldChg>
      <pc:sldChg chg="modSp add mod">
        <pc:chgData name="Enrique Villegas Valerio" userId="8ada793c76dcd6b1" providerId="LiveId" clId="{CDC2C08B-765D-41C0-A2C7-AC4B25AAD00D}" dt="2024-04-21T14:44:28.158" v="2409" actId="20577"/>
        <pc:sldMkLst>
          <pc:docMk/>
          <pc:sldMk cId="2681378688" sldId="753"/>
        </pc:sldMkLst>
        <pc:spChg chg="mod">
          <ac:chgData name="Enrique Villegas Valerio" userId="8ada793c76dcd6b1" providerId="LiveId" clId="{CDC2C08B-765D-41C0-A2C7-AC4B25AAD00D}" dt="2024-04-21T14:44:28.158" v="2409" actId="20577"/>
          <ac:spMkLst>
            <pc:docMk/>
            <pc:sldMk cId="2681378688" sldId="753"/>
            <ac:spMk id="2" creationId="{1D62EBF5-3582-9E92-D960-325C8547A260}"/>
          </ac:spMkLst>
        </pc:spChg>
      </pc:sldChg>
      <pc:sldChg chg="modSp add mod">
        <pc:chgData name="Enrique Villegas Valerio" userId="8ada793c76dcd6b1" providerId="LiveId" clId="{CDC2C08B-765D-41C0-A2C7-AC4B25AAD00D}" dt="2024-04-21T14:44:31.181" v="2410"/>
        <pc:sldMkLst>
          <pc:docMk/>
          <pc:sldMk cId="303894514" sldId="754"/>
        </pc:sldMkLst>
        <pc:spChg chg="mod">
          <ac:chgData name="Enrique Villegas Valerio" userId="8ada793c76dcd6b1" providerId="LiveId" clId="{CDC2C08B-765D-41C0-A2C7-AC4B25AAD00D}" dt="2024-04-21T14:44:31.181" v="2410"/>
          <ac:spMkLst>
            <pc:docMk/>
            <pc:sldMk cId="303894514" sldId="754"/>
            <ac:spMk id="2" creationId="{1D62EBF5-3582-9E92-D960-325C8547A260}"/>
          </ac:spMkLst>
        </pc:spChg>
      </pc:sldChg>
      <pc:sldChg chg="delSp modSp add mod">
        <pc:chgData name="Enrique Villegas Valerio" userId="8ada793c76dcd6b1" providerId="LiveId" clId="{CDC2C08B-765D-41C0-A2C7-AC4B25AAD00D}" dt="2024-04-21T15:09:31.111" v="2526" actId="1036"/>
        <pc:sldMkLst>
          <pc:docMk/>
          <pc:sldMk cId="297649183" sldId="755"/>
        </pc:sldMkLst>
        <pc:spChg chg="mod">
          <ac:chgData name="Enrique Villegas Valerio" userId="8ada793c76dcd6b1" providerId="LiveId" clId="{CDC2C08B-765D-41C0-A2C7-AC4B25AAD00D}" dt="2024-04-21T15:09:31.111" v="2526" actId="1036"/>
          <ac:spMkLst>
            <pc:docMk/>
            <pc:sldMk cId="297649183" sldId="755"/>
            <ac:spMk id="3" creationId="{CA07F423-46C6-CDD8-E4AD-233D53E2809D}"/>
          </ac:spMkLst>
        </pc:spChg>
        <pc:spChg chg="del mod">
          <ac:chgData name="Enrique Villegas Valerio" userId="8ada793c76dcd6b1" providerId="LiveId" clId="{CDC2C08B-765D-41C0-A2C7-AC4B25AAD00D}" dt="2024-04-21T15:09:26.403" v="2472" actId="478"/>
          <ac:spMkLst>
            <pc:docMk/>
            <pc:sldMk cId="297649183" sldId="755"/>
            <ac:spMk id="4" creationId="{64DD97DD-43D3-F5D3-B4EE-BD7F9628B26B}"/>
          </ac:spMkLst>
        </pc:spChg>
      </pc:sldChg>
      <pc:sldChg chg="add del">
        <pc:chgData name="Enrique Villegas Valerio" userId="8ada793c76dcd6b1" providerId="LiveId" clId="{CDC2C08B-765D-41C0-A2C7-AC4B25AAD00D}" dt="2024-04-21T14:44:33.274" v="2411" actId="47"/>
        <pc:sldMkLst>
          <pc:docMk/>
          <pc:sldMk cId="1682915470" sldId="755"/>
        </pc:sldMkLst>
      </pc:sldChg>
      <pc:sldChg chg="add">
        <pc:chgData name="Enrique Villegas Valerio" userId="8ada793c76dcd6b1" providerId="LiveId" clId="{CDC2C08B-765D-41C0-A2C7-AC4B25AAD00D}" dt="2024-04-21T15:10:52.544" v="2556"/>
        <pc:sldMkLst>
          <pc:docMk/>
          <pc:sldMk cId="4093056462" sldId="756"/>
        </pc:sldMkLst>
      </pc:sldChg>
      <pc:sldChg chg="add">
        <pc:chgData name="Enrique Villegas Valerio" userId="8ada793c76dcd6b1" providerId="LiveId" clId="{CDC2C08B-765D-41C0-A2C7-AC4B25AAD00D}" dt="2024-04-21T15:11:08.847" v="2557"/>
        <pc:sldMkLst>
          <pc:docMk/>
          <pc:sldMk cId="3429242866" sldId="757"/>
        </pc:sldMkLst>
      </pc:sldChg>
      <pc:sldChg chg="add">
        <pc:chgData name="Enrique Villegas Valerio" userId="8ada793c76dcd6b1" providerId="LiveId" clId="{CDC2C08B-765D-41C0-A2C7-AC4B25AAD00D}" dt="2024-04-21T15:11:18.074" v="2558"/>
        <pc:sldMkLst>
          <pc:docMk/>
          <pc:sldMk cId="838995400" sldId="758"/>
        </pc:sldMkLst>
      </pc:sldChg>
      <pc:sldChg chg="add">
        <pc:chgData name="Enrique Villegas Valerio" userId="8ada793c76dcd6b1" providerId="LiveId" clId="{CDC2C08B-765D-41C0-A2C7-AC4B25AAD00D}" dt="2024-04-21T15:11:36.040" v="2559"/>
        <pc:sldMkLst>
          <pc:docMk/>
          <pc:sldMk cId="3594748842" sldId="759"/>
        </pc:sldMkLst>
      </pc:sldChg>
      <pc:sldChg chg="add">
        <pc:chgData name="Enrique Villegas Valerio" userId="8ada793c76dcd6b1" providerId="LiveId" clId="{CDC2C08B-765D-41C0-A2C7-AC4B25AAD00D}" dt="2024-04-21T15:11:36.040" v="2559"/>
        <pc:sldMkLst>
          <pc:docMk/>
          <pc:sldMk cId="988940524" sldId="760"/>
        </pc:sldMkLst>
      </pc:sldChg>
      <pc:sldChg chg="add">
        <pc:chgData name="Enrique Villegas Valerio" userId="8ada793c76dcd6b1" providerId="LiveId" clId="{CDC2C08B-765D-41C0-A2C7-AC4B25AAD00D}" dt="2024-04-21T15:11:36.040" v="2559"/>
        <pc:sldMkLst>
          <pc:docMk/>
          <pc:sldMk cId="1457925784" sldId="761"/>
        </pc:sldMkLst>
      </pc:sldChg>
      <pc:sldChg chg="add">
        <pc:chgData name="Enrique Villegas Valerio" userId="8ada793c76dcd6b1" providerId="LiveId" clId="{CDC2C08B-765D-41C0-A2C7-AC4B25AAD00D}" dt="2024-04-21T15:11:36.040" v="2559"/>
        <pc:sldMkLst>
          <pc:docMk/>
          <pc:sldMk cId="3489304264" sldId="762"/>
        </pc:sldMkLst>
      </pc:sldChg>
      <pc:sldChg chg="addSp delSp modSp add mod">
        <pc:chgData name="Enrique Villegas Valerio" userId="8ada793c76dcd6b1" providerId="LiveId" clId="{CDC2C08B-765D-41C0-A2C7-AC4B25AAD00D}" dt="2024-04-21T15:59:47.895" v="2574" actId="27636"/>
        <pc:sldMkLst>
          <pc:docMk/>
          <pc:sldMk cId="2951377007" sldId="763"/>
        </pc:sldMkLst>
        <pc:spChg chg="del">
          <ac:chgData name="Enrique Villegas Valerio" userId="8ada793c76dcd6b1" providerId="LiveId" clId="{CDC2C08B-765D-41C0-A2C7-AC4B25AAD00D}" dt="2024-04-21T15:59:42.539" v="2571" actId="478"/>
          <ac:spMkLst>
            <pc:docMk/>
            <pc:sldMk cId="2951377007" sldId="763"/>
            <ac:spMk id="2" creationId="{B0D08076-5D69-7E8E-18D5-536187914F89}"/>
          </ac:spMkLst>
        </pc:spChg>
        <pc:spChg chg="mod">
          <ac:chgData name="Enrique Villegas Valerio" userId="8ada793c76dcd6b1" providerId="LiveId" clId="{CDC2C08B-765D-41C0-A2C7-AC4B25AAD00D}" dt="2024-04-21T15:59:47.895" v="2574" actId="27636"/>
          <ac:spMkLst>
            <pc:docMk/>
            <pc:sldMk cId="2951377007" sldId="763"/>
            <ac:spMk id="3" creationId="{F83FCBC4-22A5-47A6-4825-B2DAAEE92F0C}"/>
          </ac:spMkLst>
        </pc:spChg>
        <pc:spChg chg="add del mod">
          <ac:chgData name="Enrique Villegas Valerio" userId="8ada793c76dcd6b1" providerId="LiveId" clId="{CDC2C08B-765D-41C0-A2C7-AC4B25AAD00D}" dt="2024-04-21T15:59:44.167" v="2572" actId="478"/>
          <ac:spMkLst>
            <pc:docMk/>
            <pc:sldMk cId="2951377007" sldId="763"/>
            <ac:spMk id="5" creationId="{AFBD3649-E349-20CC-A49D-F8FEF32C9838}"/>
          </ac:spMkLst>
        </pc:spChg>
      </pc:sldChg>
      <pc:sldChg chg="add del">
        <pc:chgData name="Enrique Villegas Valerio" userId="8ada793c76dcd6b1" providerId="LiveId" clId="{CDC2C08B-765D-41C0-A2C7-AC4B25AAD00D}" dt="2024-04-21T15:59:25.539" v="2562"/>
        <pc:sldMkLst>
          <pc:docMk/>
          <pc:sldMk cId="1917519324" sldId="764"/>
        </pc:sldMkLst>
      </pc:sldChg>
      <pc:sldChg chg="addSp delSp modSp new mod modClrScheme chgLayout">
        <pc:chgData name="Enrique Villegas Valerio" userId="8ada793c76dcd6b1" providerId="LiveId" clId="{CDC2C08B-765D-41C0-A2C7-AC4B25AAD00D}" dt="2024-04-21T16:18:23.585" v="3130" actId="22"/>
        <pc:sldMkLst>
          <pc:docMk/>
          <pc:sldMk cId="2843221620" sldId="764"/>
        </pc:sldMkLst>
        <pc:spChg chg="del mod ord">
          <ac:chgData name="Enrique Villegas Valerio" userId="8ada793c76dcd6b1" providerId="LiveId" clId="{CDC2C08B-765D-41C0-A2C7-AC4B25AAD00D}" dt="2024-04-21T16:10:45.847" v="3083" actId="700"/>
          <ac:spMkLst>
            <pc:docMk/>
            <pc:sldMk cId="2843221620" sldId="764"/>
            <ac:spMk id="2" creationId="{BC0C286B-D039-7B57-F50F-2C24B4942A61}"/>
          </ac:spMkLst>
        </pc:spChg>
        <pc:spChg chg="del mod ord">
          <ac:chgData name="Enrique Villegas Valerio" userId="8ada793c76dcd6b1" providerId="LiveId" clId="{CDC2C08B-765D-41C0-A2C7-AC4B25AAD00D}" dt="2024-04-21T16:10:48.710" v="3084" actId="478"/>
          <ac:spMkLst>
            <pc:docMk/>
            <pc:sldMk cId="2843221620" sldId="764"/>
            <ac:spMk id="3" creationId="{3D557E4C-BA7F-F5E4-4F40-5D4DD31847F4}"/>
          </ac:spMkLst>
        </pc:spChg>
        <pc:spChg chg="add mod ord">
          <ac:chgData name="Enrique Villegas Valerio" userId="8ada793c76dcd6b1" providerId="LiveId" clId="{CDC2C08B-765D-41C0-A2C7-AC4B25AAD00D}" dt="2024-04-21T16:11:00.322" v="3125" actId="20577"/>
          <ac:spMkLst>
            <pc:docMk/>
            <pc:sldMk cId="2843221620" sldId="764"/>
            <ac:spMk id="4" creationId="{C9CA52E3-FA23-193B-9719-2628EC7F722F}"/>
          </ac:spMkLst>
        </pc:spChg>
        <pc:spChg chg="add del">
          <ac:chgData name="Enrique Villegas Valerio" userId="8ada793c76dcd6b1" providerId="LiveId" clId="{CDC2C08B-765D-41C0-A2C7-AC4B25AAD00D}" dt="2024-04-21T16:18:23.585" v="3130" actId="22"/>
          <ac:spMkLst>
            <pc:docMk/>
            <pc:sldMk cId="2843221620" sldId="764"/>
            <ac:spMk id="6" creationId="{104F6560-2D6B-D9E0-3FEB-C54CCA7453BE}"/>
          </ac:spMkLst>
        </pc:spChg>
      </pc:sldChg>
      <pc:sldChg chg="modSp add mod">
        <pc:chgData name="Enrique Villegas Valerio" userId="8ada793c76dcd6b1" providerId="LiveId" clId="{CDC2C08B-765D-41C0-A2C7-AC4B25AAD00D}" dt="2024-04-21T16:02:58.904" v="2684" actId="1035"/>
        <pc:sldMkLst>
          <pc:docMk/>
          <pc:sldMk cId="1036406417" sldId="765"/>
        </pc:sldMkLst>
        <pc:spChg chg="mod">
          <ac:chgData name="Enrique Villegas Valerio" userId="8ada793c76dcd6b1" providerId="LiveId" clId="{CDC2C08B-765D-41C0-A2C7-AC4B25AAD00D}" dt="2024-04-21T16:02:58.904" v="2684" actId="1035"/>
          <ac:spMkLst>
            <pc:docMk/>
            <pc:sldMk cId="1036406417" sldId="765"/>
            <ac:spMk id="3" creationId="{CA07F423-46C6-CDD8-E4AD-233D53E2809D}"/>
          </ac:spMkLst>
        </pc:spChg>
        <pc:spChg chg="mod">
          <ac:chgData name="Enrique Villegas Valerio" userId="8ada793c76dcd6b1" providerId="LiveId" clId="{CDC2C08B-765D-41C0-A2C7-AC4B25AAD00D}" dt="2024-04-21T16:02:58.904" v="2684" actId="1035"/>
          <ac:spMkLst>
            <pc:docMk/>
            <pc:sldMk cId="1036406417" sldId="765"/>
            <ac:spMk id="4" creationId="{64DD97DD-43D3-F5D3-B4EE-BD7F9628B26B}"/>
          </ac:spMkLst>
        </pc:spChg>
      </pc:sldChg>
      <pc:sldChg chg="modSp add mod">
        <pc:chgData name="Enrique Villegas Valerio" userId="8ada793c76dcd6b1" providerId="LiveId" clId="{CDC2C08B-765D-41C0-A2C7-AC4B25AAD00D}" dt="2024-04-21T16:05:07.932" v="2877" actId="20577"/>
        <pc:sldMkLst>
          <pc:docMk/>
          <pc:sldMk cId="558599693" sldId="766"/>
        </pc:sldMkLst>
        <pc:spChg chg="mod">
          <ac:chgData name="Enrique Villegas Valerio" userId="8ada793c76dcd6b1" providerId="LiveId" clId="{CDC2C08B-765D-41C0-A2C7-AC4B25AAD00D}" dt="2024-04-21T16:05:05.240" v="2875" actId="404"/>
          <ac:spMkLst>
            <pc:docMk/>
            <pc:sldMk cId="558599693" sldId="766"/>
            <ac:spMk id="3" creationId="{CA07F423-46C6-CDD8-E4AD-233D53E2809D}"/>
          </ac:spMkLst>
        </pc:spChg>
        <pc:spChg chg="mod">
          <ac:chgData name="Enrique Villegas Valerio" userId="8ada793c76dcd6b1" providerId="LiveId" clId="{CDC2C08B-765D-41C0-A2C7-AC4B25AAD00D}" dt="2024-04-21T16:05:07.932" v="2877" actId="20577"/>
          <ac:spMkLst>
            <pc:docMk/>
            <pc:sldMk cId="558599693" sldId="766"/>
            <ac:spMk id="4" creationId="{64DD97DD-43D3-F5D3-B4EE-BD7F9628B26B}"/>
          </ac:spMkLst>
        </pc:spChg>
      </pc:sldChg>
      <pc:sldChg chg="modSp add del mod">
        <pc:chgData name="Enrique Villegas Valerio" userId="8ada793c76dcd6b1" providerId="LiveId" clId="{CDC2C08B-765D-41C0-A2C7-AC4B25AAD00D}" dt="2024-04-21T16:07:12.910" v="2982" actId="47"/>
        <pc:sldMkLst>
          <pc:docMk/>
          <pc:sldMk cId="3622196445" sldId="767"/>
        </pc:sldMkLst>
        <pc:spChg chg="mod">
          <ac:chgData name="Enrique Villegas Valerio" userId="8ada793c76dcd6b1" providerId="LiveId" clId="{CDC2C08B-765D-41C0-A2C7-AC4B25AAD00D}" dt="2024-04-21T16:03:41.917" v="2746" actId="20577"/>
          <ac:spMkLst>
            <pc:docMk/>
            <pc:sldMk cId="3622196445" sldId="767"/>
            <ac:spMk id="4" creationId="{64DD97DD-43D3-F5D3-B4EE-BD7F9628B26B}"/>
          </ac:spMkLst>
        </pc:spChg>
      </pc:sldChg>
      <pc:sldChg chg="add">
        <pc:chgData name="Enrique Villegas Valerio" userId="8ada793c76dcd6b1" providerId="LiveId" clId="{CDC2C08B-765D-41C0-A2C7-AC4B25AAD00D}" dt="2024-04-21T16:05:09.434" v="2878"/>
        <pc:sldMkLst>
          <pc:docMk/>
          <pc:sldMk cId="881164162" sldId="768"/>
        </pc:sldMkLst>
      </pc:sldChg>
      <pc:sldChg chg="modSp add mod">
        <pc:chgData name="Enrique Villegas Valerio" userId="8ada793c76dcd6b1" providerId="LiveId" clId="{CDC2C08B-765D-41C0-A2C7-AC4B25AAD00D}" dt="2024-04-21T16:05:51.875" v="2939" actId="14100"/>
        <pc:sldMkLst>
          <pc:docMk/>
          <pc:sldMk cId="1072409482" sldId="769"/>
        </pc:sldMkLst>
        <pc:spChg chg="mod">
          <ac:chgData name="Enrique Villegas Valerio" userId="8ada793c76dcd6b1" providerId="LiveId" clId="{CDC2C08B-765D-41C0-A2C7-AC4B25AAD00D}" dt="2024-04-21T16:05:43.714" v="2925" actId="20577"/>
          <ac:spMkLst>
            <pc:docMk/>
            <pc:sldMk cId="1072409482" sldId="769"/>
            <ac:spMk id="3" creationId="{CA07F423-46C6-CDD8-E4AD-233D53E2809D}"/>
          </ac:spMkLst>
        </pc:spChg>
        <pc:spChg chg="mod">
          <ac:chgData name="Enrique Villegas Valerio" userId="8ada793c76dcd6b1" providerId="LiveId" clId="{CDC2C08B-765D-41C0-A2C7-AC4B25AAD00D}" dt="2024-04-21T16:05:51.875" v="2939" actId="14100"/>
          <ac:spMkLst>
            <pc:docMk/>
            <pc:sldMk cId="1072409482" sldId="769"/>
            <ac:spMk id="4" creationId="{64DD97DD-43D3-F5D3-B4EE-BD7F9628B26B}"/>
          </ac:spMkLst>
        </pc:spChg>
      </pc:sldChg>
      <pc:sldChg chg="modSp add mod">
        <pc:chgData name="Enrique Villegas Valerio" userId="8ada793c76dcd6b1" providerId="LiveId" clId="{CDC2C08B-765D-41C0-A2C7-AC4B25AAD00D}" dt="2024-04-21T16:08:40.384" v="3081" actId="1036"/>
        <pc:sldMkLst>
          <pc:docMk/>
          <pc:sldMk cId="2431892705" sldId="770"/>
        </pc:sldMkLst>
        <pc:spChg chg="mod">
          <ac:chgData name="Enrique Villegas Valerio" userId="8ada793c76dcd6b1" providerId="LiveId" clId="{CDC2C08B-765D-41C0-A2C7-AC4B25AAD00D}" dt="2024-04-21T16:08:40.384" v="3081" actId="1036"/>
          <ac:spMkLst>
            <pc:docMk/>
            <pc:sldMk cId="2431892705" sldId="770"/>
            <ac:spMk id="3" creationId="{CA07F423-46C6-CDD8-E4AD-233D53E2809D}"/>
          </ac:spMkLst>
        </pc:spChg>
        <pc:spChg chg="mod">
          <ac:chgData name="Enrique Villegas Valerio" userId="8ada793c76dcd6b1" providerId="LiveId" clId="{CDC2C08B-765D-41C0-A2C7-AC4B25AAD00D}" dt="2024-04-21T16:08:40.384" v="3081" actId="1036"/>
          <ac:spMkLst>
            <pc:docMk/>
            <pc:sldMk cId="2431892705" sldId="770"/>
            <ac:spMk id="4" creationId="{64DD97DD-43D3-F5D3-B4EE-BD7F9628B26B}"/>
          </ac:spMkLst>
        </pc:spChg>
      </pc:sldChg>
      <pc:sldChg chg="modSp add mod ord">
        <pc:chgData name="Enrique Villegas Valerio" userId="8ada793c76dcd6b1" providerId="LiveId" clId="{CDC2C08B-765D-41C0-A2C7-AC4B25AAD00D}" dt="2024-04-21T16:07:50.105" v="3036"/>
        <pc:sldMkLst>
          <pc:docMk/>
          <pc:sldMk cId="2518094582" sldId="771"/>
        </pc:sldMkLst>
        <pc:spChg chg="mod">
          <ac:chgData name="Enrique Villegas Valerio" userId="8ada793c76dcd6b1" providerId="LiveId" clId="{CDC2C08B-765D-41C0-A2C7-AC4B25AAD00D}" dt="2024-04-21T16:07:46.586" v="3034" actId="14100"/>
          <ac:spMkLst>
            <pc:docMk/>
            <pc:sldMk cId="2518094582" sldId="771"/>
            <ac:spMk id="3" creationId="{F83FCBC4-22A5-47A6-4825-B2DAAEE92F0C}"/>
          </ac:spMkLst>
        </pc:spChg>
      </pc:sldChg>
      <pc:sldChg chg="modSp add mod">
        <pc:chgData name="Enrique Villegas Valerio" userId="8ada793c76dcd6b1" providerId="LiveId" clId="{CDC2C08B-765D-41C0-A2C7-AC4B25AAD00D}" dt="2024-04-21T16:08:28.565" v="3067" actId="27636"/>
        <pc:sldMkLst>
          <pc:docMk/>
          <pc:sldMk cId="4274744633" sldId="772"/>
        </pc:sldMkLst>
        <pc:spChg chg="mod">
          <ac:chgData name="Enrique Villegas Valerio" userId="8ada793c76dcd6b1" providerId="LiveId" clId="{CDC2C08B-765D-41C0-A2C7-AC4B25AAD00D}" dt="2024-04-21T16:08:28.565" v="3067" actId="27636"/>
          <ac:spMkLst>
            <pc:docMk/>
            <pc:sldMk cId="4274744633" sldId="772"/>
            <ac:spMk id="3" creationId="{F83FCBC4-22A5-47A6-4825-B2DAAEE92F0C}"/>
          </ac:spMkLst>
        </pc:spChg>
      </pc:sldChg>
      <pc:sldChg chg="add">
        <pc:chgData name="Enrique Villegas Valerio" userId="8ada793c76dcd6b1" providerId="LiveId" clId="{CDC2C08B-765D-41C0-A2C7-AC4B25AAD00D}" dt="2024-04-21T16:11:13.512" v="3128"/>
        <pc:sldMkLst>
          <pc:docMk/>
          <pc:sldMk cId="2786650950" sldId="773"/>
        </pc:sldMkLst>
      </pc:sldChg>
      <pc:sldChg chg="new del">
        <pc:chgData name="Enrique Villegas Valerio" userId="8ada793c76dcd6b1" providerId="LiveId" clId="{CDC2C08B-765D-41C0-A2C7-AC4B25AAD00D}" dt="2024-04-21T16:11:07.274" v="3127" actId="680"/>
        <pc:sldMkLst>
          <pc:docMk/>
          <pc:sldMk cId="4207051008" sldId="773"/>
        </pc:sldMkLst>
      </pc:sldChg>
      <pc:sldChg chg="modSp add mod">
        <pc:chgData name="Enrique Villegas Valerio" userId="8ada793c76dcd6b1" providerId="LiveId" clId="{CDC2C08B-765D-41C0-A2C7-AC4B25AAD00D}" dt="2024-04-21T16:18:40.247" v="3142"/>
        <pc:sldMkLst>
          <pc:docMk/>
          <pc:sldMk cId="1500486157" sldId="774"/>
        </pc:sldMkLst>
        <pc:spChg chg="mod">
          <ac:chgData name="Enrique Villegas Valerio" userId="8ada793c76dcd6b1" providerId="LiveId" clId="{CDC2C08B-765D-41C0-A2C7-AC4B25AAD00D}" dt="2024-04-21T16:18:40.247" v="3142"/>
          <ac:spMkLst>
            <pc:docMk/>
            <pc:sldMk cId="1500486157" sldId="774"/>
            <ac:spMk id="2" creationId="{1D62EBF5-3582-9E92-D960-325C8547A260}"/>
          </ac:spMkLst>
        </pc:spChg>
        <pc:spChg chg="mod">
          <ac:chgData name="Enrique Villegas Valerio" userId="8ada793c76dcd6b1" providerId="LiveId" clId="{CDC2C08B-765D-41C0-A2C7-AC4B25AAD00D}" dt="2024-04-21T16:18:31.212" v="3141" actId="20577"/>
          <ac:spMkLst>
            <pc:docMk/>
            <pc:sldMk cId="1500486157" sldId="774"/>
            <ac:spMk id="3" creationId="{CBE50B53-3F40-B0C7-4011-F60D497408BC}"/>
          </ac:spMkLst>
        </pc:spChg>
      </pc:sldChg>
      <pc:sldChg chg="modSp add mod">
        <pc:chgData name="Enrique Villegas Valerio" userId="8ada793c76dcd6b1" providerId="LiveId" clId="{CDC2C08B-765D-41C0-A2C7-AC4B25AAD00D}" dt="2024-04-21T16:18:57.783" v="3158" actId="20577"/>
        <pc:sldMkLst>
          <pc:docMk/>
          <pc:sldMk cId="3631565729" sldId="775"/>
        </pc:sldMkLst>
        <pc:spChg chg="mod">
          <ac:chgData name="Enrique Villegas Valerio" userId="8ada793c76dcd6b1" providerId="LiveId" clId="{CDC2C08B-765D-41C0-A2C7-AC4B25AAD00D}" dt="2024-04-21T16:18:53.431" v="3146" actId="404"/>
          <ac:spMkLst>
            <pc:docMk/>
            <pc:sldMk cId="3631565729" sldId="775"/>
            <ac:spMk id="2" creationId="{1D62EBF5-3582-9E92-D960-325C8547A260}"/>
          </ac:spMkLst>
        </pc:spChg>
        <pc:spChg chg="mod">
          <ac:chgData name="Enrique Villegas Valerio" userId="8ada793c76dcd6b1" providerId="LiveId" clId="{CDC2C08B-765D-41C0-A2C7-AC4B25AAD00D}" dt="2024-04-21T16:18:57.783" v="3158" actId="20577"/>
          <ac:spMkLst>
            <pc:docMk/>
            <pc:sldMk cId="3631565729" sldId="775"/>
            <ac:spMk id="3" creationId="{CBE50B53-3F40-B0C7-4011-F60D497408BC}"/>
          </ac:spMkLst>
        </pc:spChg>
      </pc:sldChg>
      <pc:sldChg chg="modSp add mod">
        <pc:chgData name="Enrique Villegas Valerio" userId="8ada793c76dcd6b1" providerId="LiveId" clId="{CDC2C08B-765D-41C0-A2C7-AC4B25AAD00D}" dt="2024-04-21T16:19:30.649" v="3186" actId="20577"/>
        <pc:sldMkLst>
          <pc:docMk/>
          <pc:sldMk cId="3272485913" sldId="776"/>
        </pc:sldMkLst>
        <pc:spChg chg="mod">
          <ac:chgData name="Enrique Villegas Valerio" userId="8ada793c76dcd6b1" providerId="LiveId" clId="{CDC2C08B-765D-41C0-A2C7-AC4B25AAD00D}" dt="2024-04-21T16:19:30.649" v="3186" actId="20577"/>
          <ac:spMkLst>
            <pc:docMk/>
            <pc:sldMk cId="3272485913" sldId="776"/>
            <ac:spMk id="2" creationId="{1D62EBF5-3582-9E92-D960-325C8547A260}"/>
          </ac:spMkLst>
        </pc:spChg>
        <pc:spChg chg="mod">
          <ac:chgData name="Enrique Villegas Valerio" userId="8ada793c76dcd6b1" providerId="LiveId" clId="{CDC2C08B-765D-41C0-A2C7-AC4B25AAD00D}" dt="2024-04-21T16:19:15.777" v="3177" actId="20577"/>
          <ac:spMkLst>
            <pc:docMk/>
            <pc:sldMk cId="3272485913" sldId="776"/>
            <ac:spMk id="3" creationId="{CBE50B53-3F40-B0C7-4011-F60D497408BC}"/>
          </ac:spMkLst>
        </pc:spChg>
      </pc:sldChg>
      <pc:sldChg chg="modSp new mod">
        <pc:chgData name="Enrique Villegas Valerio" userId="8ada793c76dcd6b1" providerId="LiveId" clId="{CDC2C08B-765D-41C0-A2C7-AC4B25AAD00D}" dt="2024-04-21T16:20:09.043" v="3206"/>
        <pc:sldMkLst>
          <pc:docMk/>
          <pc:sldMk cId="3545591661" sldId="777"/>
        </pc:sldMkLst>
        <pc:spChg chg="mod">
          <ac:chgData name="Enrique Villegas Valerio" userId="8ada793c76dcd6b1" providerId="LiveId" clId="{CDC2C08B-765D-41C0-A2C7-AC4B25AAD00D}" dt="2024-04-21T16:20:07.417" v="3205" actId="6549"/>
          <ac:spMkLst>
            <pc:docMk/>
            <pc:sldMk cId="3545591661" sldId="777"/>
            <ac:spMk id="2" creationId="{60C05181-E1D9-13AA-73EE-63DAB186EC2B}"/>
          </ac:spMkLst>
        </pc:spChg>
        <pc:spChg chg="mod">
          <ac:chgData name="Enrique Villegas Valerio" userId="8ada793c76dcd6b1" providerId="LiveId" clId="{CDC2C08B-765D-41C0-A2C7-AC4B25AAD00D}" dt="2024-04-21T16:20:09.043" v="3206"/>
          <ac:spMkLst>
            <pc:docMk/>
            <pc:sldMk cId="3545591661" sldId="777"/>
            <ac:spMk id="3" creationId="{15495477-F1C6-DED9-A2EB-75923A9BAAE2}"/>
          </ac:spMkLst>
        </pc:spChg>
      </pc:sldChg>
      <pc:sldChg chg="modSp new mod">
        <pc:chgData name="Enrique Villegas Valerio" userId="8ada793c76dcd6b1" providerId="LiveId" clId="{CDC2C08B-765D-41C0-A2C7-AC4B25AAD00D}" dt="2024-04-21T16:20:16.357" v="3211" actId="20577"/>
        <pc:sldMkLst>
          <pc:docMk/>
          <pc:sldMk cId="1301569592" sldId="778"/>
        </pc:sldMkLst>
        <pc:spChg chg="mod">
          <ac:chgData name="Enrique Villegas Valerio" userId="8ada793c76dcd6b1" providerId="LiveId" clId="{CDC2C08B-765D-41C0-A2C7-AC4B25AAD00D}" dt="2024-04-21T16:20:16.357" v="3211" actId="20577"/>
          <ac:spMkLst>
            <pc:docMk/>
            <pc:sldMk cId="1301569592" sldId="778"/>
            <ac:spMk id="2" creationId="{230D6673-9FF2-62EA-8110-011224713BA4}"/>
          </ac:spMkLst>
        </pc:spChg>
        <pc:spChg chg="mod">
          <ac:chgData name="Enrique Villegas Valerio" userId="8ada793c76dcd6b1" providerId="LiveId" clId="{CDC2C08B-765D-41C0-A2C7-AC4B25AAD00D}" dt="2024-04-21T16:20:11.487" v="3207"/>
          <ac:spMkLst>
            <pc:docMk/>
            <pc:sldMk cId="1301569592" sldId="778"/>
            <ac:spMk id="3" creationId="{C5A7EE23-CF33-FD78-D4E9-15AE0E7B87D5}"/>
          </ac:spMkLst>
        </pc:spChg>
      </pc:sldChg>
      <pc:sldChg chg="addSp delSp modSp new mod setBg modClrScheme chgLayout">
        <pc:chgData name="Enrique Villegas Valerio" userId="8ada793c76dcd6b1" providerId="LiveId" clId="{CDC2C08B-765D-41C0-A2C7-AC4B25AAD00D}" dt="2024-04-21T16:21:12.938" v="3215" actId="26606"/>
        <pc:sldMkLst>
          <pc:docMk/>
          <pc:sldMk cId="1256220797" sldId="779"/>
        </pc:sldMkLst>
        <pc:spChg chg="del">
          <ac:chgData name="Enrique Villegas Valerio" userId="8ada793c76dcd6b1" providerId="LiveId" clId="{CDC2C08B-765D-41C0-A2C7-AC4B25AAD00D}" dt="2024-04-21T16:21:10.162" v="3214" actId="700"/>
          <ac:spMkLst>
            <pc:docMk/>
            <pc:sldMk cId="1256220797" sldId="779"/>
            <ac:spMk id="2" creationId="{A3BCA7B3-09BC-1812-FCE4-042585622B3D}"/>
          </ac:spMkLst>
        </pc:spChg>
        <pc:spChg chg="del">
          <ac:chgData name="Enrique Villegas Valerio" userId="8ada793c76dcd6b1" providerId="LiveId" clId="{CDC2C08B-765D-41C0-A2C7-AC4B25AAD00D}" dt="2024-04-21T16:21:10.162" v="3214" actId="700"/>
          <ac:spMkLst>
            <pc:docMk/>
            <pc:sldMk cId="1256220797" sldId="779"/>
            <ac:spMk id="3" creationId="{FA3D15B9-2D5B-0A66-09B5-D6D34692B9F6}"/>
          </ac:spMkLst>
        </pc:spChg>
        <pc:spChg chg="add">
          <ac:chgData name="Enrique Villegas Valerio" userId="8ada793c76dcd6b1" providerId="LiveId" clId="{CDC2C08B-765D-41C0-A2C7-AC4B25AAD00D}" dt="2024-04-21T16:21:12.938" v="3215" actId="26606"/>
          <ac:spMkLst>
            <pc:docMk/>
            <pc:sldMk cId="1256220797" sldId="779"/>
            <ac:spMk id="5127" creationId="{42A4FC2C-047E-45A5-965D-8E1E3BF09BC6}"/>
          </ac:spMkLst>
        </pc:spChg>
        <pc:picChg chg="add mod">
          <ac:chgData name="Enrique Villegas Valerio" userId="8ada793c76dcd6b1" providerId="LiveId" clId="{CDC2C08B-765D-41C0-A2C7-AC4B25AAD00D}" dt="2024-04-21T16:21:12.938" v="3215" actId="26606"/>
          <ac:picMkLst>
            <pc:docMk/>
            <pc:sldMk cId="1256220797" sldId="779"/>
            <ac:picMk id="5122" creationId="{95070D11-87DD-3747-62FD-C8CED7909EF9}"/>
          </ac:picMkLst>
        </pc:picChg>
      </pc:sldChg>
      <pc:sldChg chg="addSp delSp modSp add mod">
        <pc:chgData name="Enrique Villegas Valerio" userId="8ada793c76dcd6b1" providerId="LiveId" clId="{CDC2C08B-765D-41C0-A2C7-AC4B25AAD00D}" dt="2024-04-24T18:59:27.990" v="3294" actId="1366"/>
        <pc:sldMkLst>
          <pc:docMk/>
          <pc:sldMk cId="595888006" sldId="780"/>
        </pc:sldMkLst>
        <pc:spChg chg="mod">
          <ac:chgData name="Enrique Villegas Valerio" userId="8ada793c76dcd6b1" providerId="LiveId" clId="{CDC2C08B-765D-41C0-A2C7-AC4B25AAD00D}" dt="2024-04-24T18:59:15.345" v="3291" actId="1035"/>
          <ac:spMkLst>
            <pc:docMk/>
            <pc:sldMk cId="595888006" sldId="780"/>
            <ac:spMk id="4" creationId="{0BC2F95A-B101-BD4F-1F9A-CE7CEA5A0BD8}"/>
          </ac:spMkLst>
        </pc:spChg>
        <pc:spChg chg="del">
          <ac:chgData name="Enrique Villegas Valerio" userId="8ada793c76dcd6b1" providerId="LiveId" clId="{CDC2C08B-765D-41C0-A2C7-AC4B25AAD00D}" dt="2024-04-24T18:58:44.300" v="3220" actId="478"/>
          <ac:spMkLst>
            <pc:docMk/>
            <pc:sldMk cId="595888006" sldId="780"/>
            <ac:spMk id="6" creationId="{10809FDB-AC2C-DBA5-7B50-F0D0A60EB007}"/>
          </ac:spMkLst>
        </pc:spChg>
        <pc:picChg chg="add mod">
          <ac:chgData name="Enrique Villegas Valerio" userId="8ada793c76dcd6b1" providerId="LiveId" clId="{CDC2C08B-765D-41C0-A2C7-AC4B25AAD00D}" dt="2024-04-24T18:59:27.990" v="3294" actId="1366"/>
          <ac:picMkLst>
            <pc:docMk/>
            <pc:sldMk cId="595888006" sldId="780"/>
            <ac:picMk id="7" creationId="{98228B16-1FA4-8945-BA5F-7E6E16AE4B32}"/>
          </ac:picMkLst>
        </pc:picChg>
      </pc:sldChg>
      <pc:sldMasterChg chg="modSldLayout">
        <pc:chgData name="Enrique Villegas Valerio" userId="8ada793c76dcd6b1" providerId="LiveId" clId="{CDC2C08B-765D-41C0-A2C7-AC4B25AAD00D}" dt="2024-04-21T11:56:32.836" v="1478" actId="14861"/>
        <pc:sldMasterMkLst>
          <pc:docMk/>
          <pc:sldMasterMk cId="2344839324" sldId="2147483660"/>
        </pc:sldMasterMkLst>
        <pc:sldLayoutChg chg="modSp mod">
          <pc:chgData name="Enrique Villegas Valerio" userId="8ada793c76dcd6b1" providerId="LiveId" clId="{CDC2C08B-765D-41C0-A2C7-AC4B25AAD00D}" dt="2024-04-21T11:56:32.836" v="1478" actId="14861"/>
          <pc:sldLayoutMkLst>
            <pc:docMk/>
            <pc:sldMasterMk cId="2344839324" sldId="2147483660"/>
            <pc:sldLayoutMk cId="3300451521" sldId="2147483663"/>
          </pc:sldLayoutMkLst>
          <pc:spChg chg="mod">
            <ac:chgData name="Enrique Villegas Valerio" userId="8ada793c76dcd6b1" providerId="LiveId" clId="{CDC2C08B-765D-41C0-A2C7-AC4B25AAD00D}" dt="2024-04-21T11:56:32.836" v="1478" actId="14861"/>
            <ac:spMkLst>
              <pc:docMk/>
              <pc:sldMasterMk cId="2344839324" sldId="2147483660"/>
              <pc:sldLayoutMk cId="3300451521" sldId="2147483663"/>
              <ac:spMk id="6" creationId="{CC6AAE60-C183-0B5E-BF22-42D727255D6B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01FDB4-1A5D-4B9F-AF6A-52FA43DC7FCB}" type="datetimeFigureOut">
              <a:rPr lang="es-MX" smtClean="0"/>
              <a:t>24/04/2024</a:t>
            </a:fld>
            <a:endParaRPr lang="es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1109B-DB30-4047-AA4B-24982097BA7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7572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logo with a lion head and clouds&#10;&#10;Description automatically generated">
            <a:extLst>
              <a:ext uri="{FF2B5EF4-FFF2-40B4-BE49-F238E27FC236}">
                <a16:creationId xmlns:a16="http://schemas.microsoft.com/office/drawing/2014/main" id="{96AB1972-E7F1-CFAC-94DD-81E6B1F3F6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690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62925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C6AAE60-C183-0B5E-BF22-42D727255D6B}"/>
              </a:ext>
            </a:extLst>
          </p:cNvPr>
          <p:cNvSpPr/>
          <p:nvPr userDrawn="1"/>
        </p:nvSpPr>
        <p:spPr>
          <a:xfrm>
            <a:off x="1168401" y="0"/>
            <a:ext cx="110236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1000" y="397668"/>
            <a:ext cx="9696450" cy="5317332"/>
          </a:xfrm>
        </p:spPr>
        <p:txBody>
          <a:bodyPr anchor="ctr">
            <a:normAutofit/>
          </a:bodyPr>
          <a:lstStyle>
            <a:lvl1pPr algn="l">
              <a:lnSpc>
                <a:spcPct val="135000"/>
              </a:lnSpc>
              <a:defRPr sz="5400"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51000" y="6121400"/>
            <a:ext cx="6197600" cy="438150"/>
          </a:xfrm>
        </p:spPr>
        <p:txBody>
          <a:bodyPr/>
          <a:lstStyle>
            <a:lvl1pPr marL="0" indent="0">
              <a:buNone/>
              <a:defRPr sz="2400" cap="all" spc="400" baseline="0">
                <a:solidFill>
                  <a:schemeClr val="bg1">
                    <a:lumMod val="85000"/>
                    <a:lumOff val="15000"/>
                  </a:schemeClr>
                </a:solidFill>
                <a:latin typeface="Yeseva One" panose="000005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pic>
        <p:nvPicPr>
          <p:cNvPr id="8" name="Imagen 7" descr="Dibujo en blanco y negro&#10;&#10;Descripción generada automáticamente con confianza baja">
            <a:extLst>
              <a:ext uri="{FF2B5EF4-FFF2-40B4-BE49-F238E27FC236}">
                <a16:creationId xmlns:a16="http://schemas.microsoft.com/office/drawing/2014/main" id="{165B58CA-7C57-EBCB-9B5B-C0E7FC8F5B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3901" y="6089428"/>
            <a:ext cx="1672314" cy="44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451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7901" y="397668"/>
            <a:ext cx="10819549" cy="5317332"/>
          </a:xfrm>
        </p:spPr>
        <p:txBody>
          <a:bodyPr anchor="ctr">
            <a:normAutofit/>
          </a:bodyPr>
          <a:lstStyle>
            <a:lvl1pPr algn="l">
              <a:lnSpc>
                <a:spcPct val="135000"/>
              </a:lnSpc>
              <a:defRPr sz="5400"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7901" y="6121400"/>
            <a:ext cx="7320699" cy="438150"/>
          </a:xfrm>
        </p:spPr>
        <p:txBody>
          <a:bodyPr/>
          <a:lstStyle>
            <a:lvl1pPr marL="0" indent="0">
              <a:buNone/>
              <a:defRPr sz="2400" cap="all" spc="400" baseline="0">
                <a:solidFill>
                  <a:schemeClr val="bg1">
                    <a:lumMod val="85000"/>
                    <a:lumOff val="15000"/>
                  </a:schemeClr>
                </a:solidFill>
                <a:latin typeface="Yeseva One" panose="000005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602325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6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353" y="397668"/>
            <a:ext cx="10942097" cy="5317332"/>
          </a:xfrm>
        </p:spPr>
        <p:txBody>
          <a:bodyPr anchor="ctr">
            <a:normAutofit/>
          </a:bodyPr>
          <a:lstStyle>
            <a:lvl1pPr algn="l">
              <a:lnSpc>
                <a:spcPct val="135000"/>
              </a:lnSpc>
              <a:defRPr sz="5400"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5353" y="6121400"/>
            <a:ext cx="7443247" cy="438150"/>
          </a:xfrm>
        </p:spPr>
        <p:txBody>
          <a:bodyPr/>
          <a:lstStyle>
            <a:lvl1pPr marL="0" indent="0">
              <a:buNone/>
              <a:defRPr sz="2400" cap="all" spc="400" baseline="0">
                <a:solidFill>
                  <a:schemeClr val="bg1">
                    <a:lumMod val="85000"/>
                    <a:lumOff val="15000"/>
                  </a:schemeClr>
                </a:solidFill>
                <a:latin typeface="Yeseva One" panose="000005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FF4C5FA9-6EEA-72B9-B468-AD24EA98564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666" t="14505" r="16779" b="29067"/>
          <a:stretch/>
        </p:blipFill>
        <p:spPr bwMode="auto">
          <a:xfrm>
            <a:off x="10042204" y="5907784"/>
            <a:ext cx="1305246" cy="785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4153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7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3315" y="397668"/>
            <a:ext cx="10744135" cy="5317332"/>
          </a:xfrm>
        </p:spPr>
        <p:txBody>
          <a:bodyPr anchor="ctr">
            <a:normAutofit/>
          </a:bodyPr>
          <a:lstStyle>
            <a:lvl1pPr algn="l">
              <a:lnSpc>
                <a:spcPct val="135000"/>
              </a:lnSpc>
              <a:defRPr sz="5400"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3315" y="6121400"/>
            <a:ext cx="7245285" cy="438150"/>
          </a:xfrm>
        </p:spPr>
        <p:txBody>
          <a:bodyPr/>
          <a:lstStyle>
            <a:lvl1pPr marL="0" indent="0">
              <a:buNone/>
              <a:defRPr sz="2400" cap="all" spc="400" baseline="0">
                <a:solidFill>
                  <a:schemeClr val="bg1">
                    <a:lumMod val="85000"/>
                    <a:lumOff val="15000"/>
                  </a:schemeClr>
                </a:solidFill>
                <a:latin typeface="Yeseva One" panose="000005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pic>
        <p:nvPicPr>
          <p:cNvPr id="7" name="Imagen 4" descr="Icono&#10;&#10;Descripción generada automáticamente">
            <a:extLst>
              <a:ext uri="{FF2B5EF4-FFF2-40B4-BE49-F238E27FC236}">
                <a16:creationId xmlns:a16="http://schemas.microsoft.com/office/drawing/2014/main" id="{E760794D-4195-1CBE-AAA0-9C7751238D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2648" y="5747899"/>
            <a:ext cx="644802" cy="874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778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DE81D74-8AAE-16C6-9103-D99086590DC4}"/>
              </a:ext>
            </a:extLst>
          </p:cNvPr>
          <p:cNvSpPr/>
          <p:nvPr userDrawn="1"/>
        </p:nvSpPr>
        <p:spPr>
          <a:xfrm>
            <a:off x="1150071" y="0"/>
            <a:ext cx="1104193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5228655-8A01-4C21-2519-CA4F7EEB0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264" y="365125"/>
            <a:ext cx="9713535" cy="1325563"/>
          </a:xfrm>
        </p:spPr>
        <p:txBody>
          <a:bodyPr/>
          <a:lstStyle>
            <a:lvl1pPr algn="r">
              <a:defRPr baseline="0">
                <a:solidFill>
                  <a:schemeClr val="bg1">
                    <a:lumMod val="85000"/>
                    <a:lumOff val="15000"/>
                  </a:schemeClr>
                </a:solidFill>
                <a:latin typeface="Montserrat SemiBold" panose="00000700000000000000" pitchFamily="2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MX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BF85EFB-ECD7-05BB-421A-A69167FA1B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40264" y="2133600"/>
            <a:ext cx="9713536" cy="3657600"/>
          </a:xfrm>
        </p:spPr>
        <p:txBody>
          <a:bodyPr>
            <a:normAutofit/>
          </a:bodyPr>
          <a:lstStyle>
            <a:lvl1pPr>
              <a:lnSpc>
                <a:spcPct val="125000"/>
              </a:lnSpc>
              <a:spcAft>
                <a:spcPts val="2400"/>
              </a:spcAft>
              <a:defRPr sz="4400"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1pPr>
            <a:lvl2pPr>
              <a:lnSpc>
                <a:spcPct val="125000"/>
              </a:lnSpc>
              <a:spcAft>
                <a:spcPts val="2400"/>
              </a:spcAft>
              <a:defRPr sz="4000"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2pPr>
            <a:lvl3pPr>
              <a:lnSpc>
                <a:spcPct val="125000"/>
              </a:lnSpc>
              <a:spcAft>
                <a:spcPts val="2400"/>
              </a:spcAft>
              <a:defRPr sz="3600"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3pPr>
            <a:lvl4pPr>
              <a:lnSpc>
                <a:spcPct val="125000"/>
              </a:lnSpc>
              <a:spcAft>
                <a:spcPts val="2400"/>
              </a:spcAft>
              <a:defRPr sz="3200"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4pPr>
            <a:lvl5pPr>
              <a:lnSpc>
                <a:spcPct val="125000"/>
              </a:lnSpc>
              <a:spcAft>
                <a:spcPts val="2400"/>
              </a:spcAft>
              <a:defRPr sz="3200"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04134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95D1984-18EC-3271-9E13-347D49F3D50B}"/>
              </a:ext>
            </a:extLst>
          </p:cNvPr>
          <p:cNvSpPr/>
          <p:nvPr userDrawn="1"/>
        </p:nvSpPr>
        <p:spPr>
          <a:xfrm>
            <a:off x="2045615" y="0"/>
            <a:ext cx="1014638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4628" y="879871"/>
            <a:ext cx="7033491" cy="5098257"/>
          </a:xfrm>
        </p:spPr>
        <p:txBody>
          <a:bodyPr anchor="ctr">
            <a:normAutofit/>
          </a:bodyPr>
          <a:lstStyle>
            <a:lvl1pPr algn="l">
              <a:lnSpc>
                <a:spcPct val="135000"/>
              </a:lnSpc>
              <a:defRPr sz="4000"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9444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D39CACC-FFD2-07EE-5D90-D9461F47CC44}"/>
              </a:ext>
            </a:extLst>
          </p:cNvPr>
          <p:cNvSpPr/>
          <p:nvPr userDrawn="1"/>
        </p:nvSpPr>
        <p:spPr>
          <a:xfrm>
            <a:off x="2422689" y="0"/>
            <a:ext cx="976931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4628" y="501919"/>
            <a:ext cx="7546268" cy="729473"/>
          </a:xfrm>
        </p:spPr>
        <p:txBody>
          <a:bodyPr anchor="ctr">
            <a:noAutofit/>
          </a:bodyPr>
          <a:lstStyle>
            <a:lvl1pPr algn="r">
              <a:lnSpc>
                <a:spcPct val="135000"/>
              </a:lnSpc>
              <a:defRPr sz="3200" b="1"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B38ECB4E-C7A2-7A5E-D26E-9BD8F0C1C2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4628" y="1825624"/>
            <a:ext cx="7546268" cy="45304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lnSpc>
                <a:spcPct val="135000"/>
              </a:lnSpc>
              <a:defRPr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1pPr>
            <a:lvl2pPr>
              <a:lnSpc>
                <a:spcPct val="135000"/>
              </a:lnSpc>
              <a:defRPr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2pPr>
            <a:lvl3pPr>
              <a:lnSpc>
                <a:spcPct val="135000"/>
              </a:lnSpc>
              <a:defRPr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3pPr>
            <a:lvl4pPr>
              <a:lnSpc>
                <a:spcPct val="135000"/>
              </a:lnSpc>
              <a:defRPr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4pPr>
            <a:lvl5pPr>
              <a:lnSpc>
                <a:spcPct val="135000"/>
              </a:lnSpc>
              <a:defRPr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0837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95D1984-18EC-3271-9E13-347D49F3D50B}"/>
              </a:ext>
            </a:extLst>
          </p:cNvPr>
          <p:cNvSpPr/>
          <p:nvPr userDrawn="1"/>
        </p:nvSpPr>
        <p:spPr>
          <a:xfrm>
            <a:off x="1" y="1104900"/>
            <a:ext cx="12192000" cy="4679043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320801"/>
            <a:ext cx="10313719" cy="4216398"/>
          </a:xfrm>
        </p:spPr>
        <p:txBody>
          <a:bodyPr anchor="ctr">
            <a:normAutofit/>
          </a:bodyPr>
          <a:lstStyle>
            <a:lvl1pPr algn="ctr">
              <a:lnSpc>
                <a:spcPct val="135000"/>
              </a:lnSpc>
              <a:defRPr sz="4000"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7652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rry image of a beach&#10;&#10;Description automatically generated">
            <a:extLst>
              <a:ext uri="{FF2B5EF4-FFF2-40B4-BE49-F238E27FC236}">
                <a16:creationId xmlns:a16="http://schemas.microsoft.com/office/drawing/2014/main" id="{CFE0AC08-ADB8-81C5-14CE-9CF0D87136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2"/>
          <a:stretch/>
        </p:blipFill>
        <p:spPr>
          <a:xfrm>
            <a:off x="-3144" y="0"/>
            <a:ext cx="12195143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95D1984-18EC-3271-9E13-347D49F3D50B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45391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3DB29A-9567-452F-B6E9-31720CFDB69A}" type="datetimeFigureOut">
              <a:rPr lang="es-MX" smtClean="0"/>
              <a:t>24/04/2024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E7D430-150D-4B42-96A2-C567A201F998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448393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75" r:id="rId4"/>
    <p:sldLayoutId id="2147483670" r:id="rId5"/>
    <p:sldLayoutId id="2147483671" r:id="rId6"/>
    <p:sldLayoutId id="2147483664" r:id="rId7"/>
    <p:sldLayoutId id="2147483667" r:id="rId8"/>
    <p:sldLayoutId id="2147483673" r:id="rId9"/>
    <p:sldLayoutId id="2147483672" r:id="rId10"/>
    <p:sldLayoutId id="214748367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4">
              <a:lumMod val="75000"/>
            </a:schemeClr>
          </a:solidFill>
          <a:latin typeface="Atkinson Hyperlegible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Merriweather" panose="00000500000000000000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>
              <a:lumMod val="95000"/>
              <a:lumOff val="5000"/>
            </a:schemeClr>
          </a:solidFill>
          <a:latin typeface="Merriweather" panose="00000500000000000000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>
              <a:lumMod val="95000"/>
              <a:lumOff val="5000"/>
            </a:schemeClr>
          </a:solidFill>
          <a:latin typeface="Merriweather" panose="00000500000000000000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>
              <a:lumMod val="95000"/>
              <a:lumOff val="5000"/>
            </a:schemeClr>
          </a:solidFill>
          <a:latin typeface="Merriweather" panose="00000500000000000000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>
              <a:lumMod val="95000"/>
              <a:lumOff val="5000"/>
            </a:schemeClr>
          </a:solidFill>
          <a:latin typeface="Merriweather" panose="000005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4.png"/><Relationship Id="rId5" Type="http://schemas.openxmlformats.org/officeDocument/2006/relationships/hyperlink" Target="https://www.google.com/imgres?q=icon%20scuplapio&amp;imgurl=https%3A%2F%2Fw7.pngwing.com%2Fpngs%2F324%2F162%2Fpng-transparent-hermes-rod-of-asclepius-medicine-symbol-cancer-symbol-miscellaneous-monochrome-shoe-thumbnail.png&amp;imgrefurl=https%3A%2F%2Fwww.pngwing.com%2Fes%2Fsearch%3Fq%3Dvara%2Bde%2BAsclepio&amp;docid=Lrie2F7DDqzhDM&amp;tbnid=yt9Hk8_spxHksM&amp;vet=12ahUKEwjXtanwotOFAxWKJkQIHcvlBCEQM3oECGYQAA..i&amp;w=360&amp;h=1551&amp;hcb=2&amp;ved=2ahUKEwjXtanwotOFAxWKJkQIHcvlBCEQM3oECGYQAA" TargetMode="Externa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7195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EBD500-7E4D-E3A0-BAC0-70D13E60BE4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rcRect l="4286" t="13526" r="4286" b="1352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857E7BB-BD8C-1C22-6F94-5A3271E1384D}"/>
              </a:ext>
            </a:extLst>
          </p:cNvPr>
          <p:cNvSpPr/>
          <p:nvPr/>
        </p:nvSpPr>
        <p:spPr>
          <a:xfrm>
            <a:off x="2191657" y="1160493"/>
            <a:ext cx="7808686" cy="4537014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C2F95A-B101-BD4F-1F9A-CE7CEA5A0BD8}"/>
              </a:ext>
            </a:extLst>
          </p:cNvPr>
          <p:cNvSpPr txBox="1"/>
          <p:nvPr/>
        </p:nvSpPr>
        <p:spPr>
          <a:xfrm>
            <a:off x="2525483" y="1324398"/>
            <a:ext cx="714103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5400" dirty="0">
                <a:latin typeface="Bodoni MT Condensed" panose="02070606080606020203" pitchFamily="18" charset="0"/>
              </a:rPr>
              <a:t>Autopista Córdoba-Puebla, la más peligrosa del país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809FDB-AC2C-DBA5-7B50-F0D0A60EB007}"/>
              </a:ext>
            </a:extLst>
          </p:cNvPr>
          <p:cNvSpPr txBox="1"/>
          <p:nvPr/>
        </p:nvSpPr>
        <p:spPr>
          <a:xfrm>
            <a:off x="2481940" y="3203994"/>
            <a:ext cx="718457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>
                <a:latin typeface="Bodoni MT Condensed" panose="02070606080606020203" pitchFamily="18" charset="0"/>
              </a:rPr>
              <a:t>El pasado 27 de febrero el viaje en la autopista de una familia por Maltrata se convirtió en una pesadilla que les arrebató a dos de sus integrantes, cuando delincuentes les salieron al paso, los encañonaron, robaros sus pertenencias y dispararon contra dos hombres.</a:t>
            </a:r>
          </a:p>
        </p:txBody>
      </p:sp>
    </p:spTree>
    <p:extLst>
      <p:ext uri="{BB962C8B-B14F-4D97-AF65-F5344CB8AC3E}">
        <p14:creationId xmlns:p14="http://schemas.microsoft.com/office/powerpoint/2010/main" val="3493310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EBD500-7E4D-E3A0-BAC0-70D13E60BE4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rcRect l="4286" t="13526" r="4286" b="1352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857E7BB-BD8C-1C22-6F94-5A3271E1384D}"/>
              </a:ext>
            </a:extLst>
          </p:cNvPr>
          <p:cNvSpPr/>
          <p:nvPr/>
        </p:nvSpPr>
        <p:spPr>
          <a:xfrm>
            <a:off x="2191657" y="1160493"/>
            <a:ext cx="7808686" cy="4537014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C2F95A-B101-BD4F-1F9A-CE7CEA5A0BD8}"/>
              </a:ext>
            </a:extLst>
          </p:cNvPr>
          <p:cNvSpPr txBox="1"/>
          <p:nvPr/>
        </p:nvSpPr>
        <p:spPr>
          <a:xfrm>
            <a:off x="2525483" y="1678360"/>
            <a:ext cx="714103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5400" dirty="0">
                <a:latin typeface="Bodoni MT Condensed" panose="02070606080606020203" pitchFamily="18" charset="0"/>
              </a:rPr>
              <a:t>Conozca a los judíos europeos que se oponen a la guerra de Israel contra Hamás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228B16-1FA4-8945-BA5F-7E6E16AE4B32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</a:blip>
          <a:stretch>
            <a:fillRect/>
          </a:stretch>
        </p:blipFill>
        <p:spPr>
          <a:xfrm>
            <a:off x="4552733" y="4678371"/>
            <a:ext cx="3086531" cy="657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8880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57A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A map with a route&#10;&#10;Description automatically generated">
            <a:extLst>
              <a:ext uri="{FF2B5EF4-FFF2-40B4-BE49-F238E27FC236}">
                <a16:creationId xmlns:a16="http://schemas.microsoft.com/office/drawing/2014/main" id="{14452B05-4D2A-096E-5D37-DE2A37DE50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467" y="702733"/>
            <a:ext cx="10905066" cy="5452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4671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DD97DD-43D3-F5D3-B4EE-BD7F9628B26B}"/>
              </a:ext>
            </a:extLst>
          </p:cNvPr>
          <p:cNvSpPr txBox="1"/>
          <p:nvPr/>
        </p:nvSpPr>
        <p:spPr>
          <a:xfrm>
            <a:off x="1379715" y="1607320"/>
            <a:ext cx="9069898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200" b="1" cap="all" spc="1000" dirty="0">
                <a:solidFill>
                  <a:schemeClr val="bg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EL CAMINO DE LA </a:t>
            </a:r>
          </a:p>
          <a:p>
            <a:pPr algn="ctr"/>
            <a:endParaRPr lang="es-MX" sz="3200" b="1" cap="all" spc="600" dirty="0">
              <a:solidFill>
                <a:schemeClr val="bg1">
                  <a:lumMod val="75000"/>
                  <a:lumOff val="25000"/>
                </a:schemeClr>
              </a:solidFill>
              <a:latin typeface="Montserrat" panose="00000500000000000000" pitchFamily="2" charset="0"/>
            </a:endParaRPr>
          </a:p>
          <a:p>
            <a:pPr algn="ctr"/>
            <a:endParaRPr lang="es-MX" sz="3200" b="1" cap="all" spc="600" dirty="0">
              <a:solidFill>
                <a:schemeClr val="bg1">
                  <a:lumMod val="75000"/>
                  <a:lumOff val="25000"/>
                </a:schemeClr>
              </a:solidFill>
              <a:latin typeface="Montserrat" panose="00000500000000000000" pitchFamily="2" charset="0"/>
            </a:endParaRPr>
          </a:p>
          <a:p>
            <a:pPr algn="ctr"/>
            <a:endParaRPr lang="es-MX" sz="3200" b="1" cap="all" spc="600" dirty="0">
              <a:solidFill>
                <a:schemeClr val="bg1">
                  <a:lumMod val="75000"/>
                  <a:lumOff val="25000"/>
                </a:schemeClr>
              </a:solidFill>
              <a:latin typeface="Montserrat" panose="00000500000000000000" pitchFamily="2" charset="0"/>
            </a:endParaRPr>
          </a:p>
          <a:p>
            <a:pPr algn="ctr"/>
            <a:endParaRPr lang="es-MX" sz="3200" b="1" cap="all" spc="600" dirty="0">
              <a:solidFill>
                <a:schemeClr val="bg1">
                  <a:lumMod val="75000"/>
                  <a:lumOff val="25000"/>
                </a:schemeClr>
              </a:solidFill>
              <a:latin typeface="Montserrat" panose="00000500000000000000" pitchFamily="2" charset="0"/>
            </a:endParaRPr>
          </a:p>
          <a:p>
            <a:pPr algn="ctr"/>
            <a:endParaRPr lang="es-MX" sz="3200" b="1" cap="all" spc="600" dirty="0">
              <a:solidFill>
                <a:schemeClr val="bg1">
                  <a:lumMod val="75000"/>
                  <a:lumOff val="25000"/>
                </a:schemeClr>
              </a:solidFill>
              <a:latin typeface="Montserrat" panose="00000500000000000000" pitchFamily="2" charset="0"/>
            </a:endParaRPr>
          </a:p>
          <a:p>
            <a:pPr algn="ctr"/>
            <a:endParaRPr lang="es-MX" sz="3200" b="1" cap="all" spc="600" dirty="0">
              <a:solidFill>
                <a:schemeClr val="bg1">
                  <a:lumMod val="75000"/>
                  <a:lumOff val="25000"/>
                </a:schemeClr>
              </a:solidFill>
              <a:latin typeface="Montserrat" panose="00000500000000000000" pitchFamily="2" charset="0"/>
            </a:endParaRPr>
          </a:p>
          <a:p>
            <a:pPr algn="ctr"/>
            <a:endParaRPr lang="es-MX" sz="3200" b="1" cap="all" spc="600" dirty="0">
              <a:solidFill>
                <a:schemeClr val="bg1">
                  <a:lumMod val="75000"/>
                  <a:lumOff val="25000"/>
                </a:schemeClr>
              </a:solidFill>
              <a:latin typeface="Montserrat" panose="00000500000000000000" pitchFamily="2" charset="0"/>
            </a:endParaRPr>
          </a:p>
          <a:p>
            <a:pPr algn="ctr"/>
            <a:r>
              <a:rPr lang="es-MX" sz="2000" b="1" cap="all" spc="600" dirty="0">
                <a:solidFill>
                  <a:schemeClr val="bg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(Apocalipsis 2:12-3:22)</a:t>
            </a:r>
          </a:p>
        </p:txBody>
      </p:sp>
      <p:sp>
        <p:nvSpPr>
          <p:cNvPr id="3" name="Rectángulo 1">
            <a:extLst>
              <a:ext uri="{FF2B5EF4-FFF2-40B4-BE49-F238E27FC236}">
                <a16:creationId xmlns:a16="http://schemas.microsoft.com/office/drawing/2014/main" id="{CA07F423-46C6-CDD8-E4AD-233D53E2809D}"/>
              </a:ext>
            </a:extLst>
          </p:cNvPr>
          <p:cNvSpPr/>
          <p:nvPr/>
        </p:nvSpPr>
        <p:spPr>
          <a:xfrm>
            <a:off x="729343" y="2016119"/>
            <a:ext cx="10650170" cy="2215991"/>
          </a:xfrm>
          <a:prstGeom prst="rect">
            <a:avLst/>
          </a:prstGeom>
          <a:noFill/>
          <a:effectLst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13800" cap="all" dirty="0">
                <a:ln w="12700" cmpd="sng">
                  <a:noFill/>
                  <a:prstDash val="solid"/>
                </a:ln>
                <a:solidFill>
                  <a:schemeClr val="bg1">
                    <a:lumMod val="75000"/>
                    <a:lumOff val="2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EB Garamond" pitchFamily="2" charset="0"/>
                <a:ea typeface="EB Garamond" pitchFamily="2" charset="0"/>
                <a:cs typeface="EB Garamond" pitchFamily="2" charset="0"/>
              </a:rPr>
              <a:t>APOSTASÍA</a:t>
            </a:r>
          </a:p>
        </p:txBody>
      </p:sp>
    </p:spTree>
    <p:extLst>
      <p:ext uri="{BB962C8B-B14F-4D97-AF65-F5344CB8AC3E}">
        <p14:creationId xmlns:p14="http://schemas.microsoft.com/office/powerpoint/2010/main" val="59613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CCE90-C08C-8582-13B1-367A9398F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14DA0-BE75-5888-FE06-2837D81A9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400" y="397668"/>
            <a:ext cx="9798050" cy="5317332"/>
          </a:xfrm>
        </p:spPr>
        <p:txBody>
          <a:bodyPr>
            <a:noAutofit/>
          </a:bodyPr>
          <a:lstStyle/>
          <a:p>
            <a:r>
              <a:rPr lang="es-MX" sz="4000" dirty="0"/>
              <a:t>Entonces Jesús dijo a Sus discípulos: «Si alguien quiere venir en pos de Mí, niéguese a sí mismo, tome su cruz y que me siga.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8BD49-EB98-945B-E1DB-FD4A8FC66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sz="2400" dirty="0"/>
              <a:t>Mateo 16:24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565370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3FCBC4-22A5-47A6-4825-B2DAAEE92F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15679" y="406401"/>
            <a:ext cx="10040892" cy="6168570"/>
          </a:xfrm>
        </p:spPr>
        <p:txBody>
          <a:bodyPr>
            <a:noAutofit/>
          </a:bodyPr>
          <a:lstStyle/>
          <a:p>
            <a:pPr algn="l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s-MX" sz="3200" dirty="0">
                <a:latin typeface="Montserrat SemiBold" panose="00000700000000000000" pitchFamily="2" charset="0"/>
              </a:rPr>
              <a:t> </a:t>
            </a:r>
            <a:r>
              <a:rPr lang="es-MX" sz="3200" b="1" i="0" dirty="0">
                <a:solidFill>
                  <a:srgbClr val="141F25"/>
                </a:solidFill>
                <a:effectLst/>
                <a:highlight>
                  <a:srgbClr val="F6F9FB"/>
                </a:highlight>
                <a:latin typeface="Noto Serif" panose="02020502060505020204" pitchFamily="18" charset="0"/>
              </a:rPr>
              <a:t>Éfeso</a:t>
            </a:r>
            <a:r>
              <a:rPr lang="es-MX" sz="3200" b="0" i="0" dirty="0">
                <a:solidFill>
                  <a:srgbClr val="141F25"/>
                </a:solidFill>
                <a:effectLst/>
                <a:highlight>
                  <a:srgbClr val="F6F9FB"/>
                </a:highlight>
                <a:latin typeface="Noto Serif" panose="02020502060505020204" pitchFamily="18" charset="0"/>
              </a:rPr>
              <a:t>: Dejaste tu primer amor</a:t>
            </a:r>
          </a:p>
          <a:p>
            <a:pPr marL="742950" lvl="1" indent="-285750" algn="l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s-MX" sz="3200" b="1" i="0" dirty="0">
                <a:solidFill>
                  <a:schemeClr val="tx1">
                    <a:lumMod val="75000"/>
                  </a:schemeClr>
                </a:solidFill>
                <a:effectLst/>
                <a:highlight>
                  <a:srgbClr val="F6F9FB"/>
                </a:highlight>
                <a:latin typeface="Noto Serif" panose="02020502060505020204" pitchFamily="18" charset="0"/>
              </a:rPr>
              <a:t>Esmirna</a:t>
            </a:r>
            <a:r>
              <a:rPr lang="es-MX" sz="3200" b="0" i="0" dirty="0">
                <a:solidFill>
                  <a:schemeClr val="tx1">
                    <a:lumMod val="75000"/>
                  </a:schemeClr>
                </a:solidFill>
                <a:effectLst/>
                <a:highlight>
                  <a:srgbClr val="F6F9FB"/>
                </a:highlight>
                <a:latin typeface="Noto Serif" panose="02020502060505020204" pitchFamily="18" charset="0"/>
              </a:rPr>
              <a:t>: Fiel hasta la muerte</a:t>
            </a:r>
          </a:p>
          <a:p>
            <a:pPr marL="1143000" lvl="2" indent="-228600" algn="l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s-MX" sz="3200" b="1" i="0" dirty="0">
                <a:solidFill>
                  <a:schemeClr val="tx1">
                    <a:lumMod val="75000"/>
                  </a:schemeClr>
                </a:solidFill>
                <a:effectLst/>
                <a:highlight>
                  <a:srgbClr val="F6F9FB"/>
                </a:highlight>
                <a:latin typeface="Noto Serif" panose="02020502060505020204" pitchFamily="18" charset="0"/>
              </a:rPr>
              <a:t>Pérgamo:</a:t>
            </a:r>
            <a:r>
              <a:rPr lang="es-MX" sz="3200" b="0" i="0" dirty="0">
                <a:solidFill>
                  <a:schemeClr val="tx1">
                    <a:lumMod val="75000"/>
                  </a:schemeClr>
                </a:solidFill>
                <a:effectLst/>
                <a:highlight>
                  <a:srgbClr val="F6F9FB"/>
                </a:highlight>
                <a:latin typeface="Noto Serif" panose="02020502060505020204" pitchFamily="18" charset="0"/>
              </a:rPr>
              <a:t> Coqueteo con la maldad</a:t>
            </a:r>
          </a:p>
          <a:p>
            <a:pPr marL="1143000" lvl="2" indent="-228600" algn="l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s-MX" sz="3200" b="1" i="0" dirty="0" err="1">
                <a:solidFill>
                  <a:schemeClr val="tx1">
                    <a:lumMod val="75000"/>
                  </a:schemeClr>
                </a:solidFill>
                <a:effectLst/>
                <a:highlight>
                  <a:srgbClr val="F6F9FB"/>
                </a:highlight>
                <a:latin typeface="Noto Serif" panose="02020502060505020204" pitchFamily="18" charset="0"/>
              </a:rPr>
              <a:t>Tiatira</a:t>
            </a:r>
            <a:r>
              <a:rPr lang="es-MX" sz="3200" b="1" i="0" dirty="0">
                <a:solidFill>
                  <a:schemeClr val="tx1">
                    <a:lumMod val="75000"/>
                  </a:schemeClr>
                </a:solidFill>
                <a:effectLst/>
                <a:highlight>
                  <a:srgbClr val="F6F9FB"/>
                </a:highlight>
                <a:latin typeface="Noto Serif" panose="02020502060505020204" pitchFamily="18" charset="0"/>
              </a:rPr>
              <a:t>:</a:t>
            </a:r>
            <a:r>
              <a:rPr lang="es-MX" sz="3200" b="0" i="0" dirty="0">
                <a:solidFill>
                  <a:schemeClr val="tx1">
                    <a:lumMod val="75000"/>
                  </a:schemeClr>
                </a:solidFill>
                <a:effectLst/>
                <a:highlight>
                  <a:srgbClr val="F6F9FB"/>
                </a:highlight>
                <a:latin typeface="Noto Serif" panose="02020502060505020204" pitchFamily="18" charset="0"/>
              </a:rPr>
              <a:t> Adulterio con la maldad</a:t>
            </a:r>
          </a:p>
          <a:p>
            <a:pPr marL="1143000" lvl="2" indent="-228600" algn="l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s-MX" sz="3200" b="1" i="0" dirty="0" err="1">
                <a:solidFill>
                  <a:schemeClr val="tx1">
                    <a:lumMod val="75000"/>
                  </a:schemeClr>
                </a:solidFill>
                <a:effectLst/>
                <a:highlight>
                  <a:srgbClr val="F6F9FB"/>
                </a:highlight>
                <a:latin typeface="Noto Serif" panose="02020502060505020204" pitchFamily="18" charset="0"/>
              </a:rPr>
              <a:t>Sardis</a:t>
            </a:r>
            <a:r>
              <a:rPr lang="es-MX" sz="3200" b="1" i="0" dirty="0">
                <a:solidFill>
                  <a:schemeClr val="tx1">
                    <a:lumMod val="75000"/>
                  </a:schemeClr>
                </a:solidFill>
                <a:effectLst/>
                <a:highlight>
                  <a:srgbClr val="F6F9FB"/>
                </a:highlight>
                <a:latin typeface="Noto Serif" panose="02020502060505020204" pitchFamily="18" charset="0"/>
              </a:rPr>
              <a:t>:</a:t>
            </a:r>
            <a:r>
              <a:rPr lang="es-MX" sz="3200" b="0" i="0" dirty="0">
                <a:solidFill>
                  <a:schemeClr val="tx1">
                    <a:lumMod val="75000"/>
                  </a:schemeClr>
                </a:solidFill>
                <a:effectLst/>
                <a:highlight>
                  <a:srgbClr val="F6F9FB"/>
                </a:highlight>
                <a:latin typeface="Noto Serif" panose="02020502060505020204" pitchFamily="18" charset="0"/>
              </a:rPr>
              <a:t> Estas muerto</a:t>
            </a:r>
          </a:p>
          <a:p>
            <a:pPr marL="742950" lvl="1" indent="-285750" algn="l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s-MX" sz="3200" b="1" i="0" dirty="0">
                <a:solidFill>
                  <a:schemeClr val="tx1">
                    <a:lumMod val="75000"/>
                  </a:schemeClr>
                </a:solidFill>
                <a:effectLst/>
                <a:highlight>
                  <a:srgbClr val="F6F9FB"/>
                </a:highlight>
                <a:latin typeface="Noto Serif" panose="02020502060505020204" pitchFamily="18" charset="0"/>
              </a:rPr>
              <a:t>Filadelfia:</a:t>
            </a:r>
            <a:r>
              <a:rPr lang="es-MX" sz="3200" b="0" i="0" dirty="0">
                <a:solidFill>
                  <a:schemeClr val="tx1">
                    <a:lumMod val="75000"/>
                  </a:schemeClr>
                </a:solidFill>
                <a:effectLst/>
                <a:highlight>
                  <a:srgbClr val="F6F9FB"/>
                </a:highlight>
                <a:latin typeface="Noto Serif" panose="02020502060505020204" pitchFamily="18" charset="0"/>
              </a:rPr>
              <a:t> Retén firme lo que tienes</a:t>
            </a:r>
          </a:p>
          <a:p>
            <a:pPr algn="l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s-MX" sz="3200" b="1" i="0" dirty="0" err="1">
                <a:solidFill>
                  <a:srgbClr val="141F25"/>
                </a:solidFill>
                <a:effectLst/>
                <a:highlight>
                  <a:srgbClr val="F6F9FB"/>
                </a:highlight>
                <a:latin typeface="Noto Serif" panose="02020502060505020204" pitchFamily="18" charset="0"/>
              </a:rPr>
              <a:t>Laodicea</a:t>
            </a:r>
            <a:r>
              <a:rPr lang="es-MX" sz="3200" b="1" i="0" dirty="0">
                <a:solidFill>
                  <a:srgbClr val="141F25"/>
                </a:solidFill>
                <a:effectLst/>
                <a:highlight>
                  <a:srgbClr val="F6F9FB"/>
                </a:highlight>
                <a:latin typeface="Noto Serif" panose="02020502060505020204" pitchFamily="18" charset="0"/>
              </a:rPr>
              <a:t>:</a:t>
            </a:r>
            <a:r>
              <a:rPr lang="es-MX" sz="3200" b="0" i="0" dirty="0">
                <a:solidFill>
                  <a:srgbClr val="141F25"/>
                </a:solidFill>
                <a:effectLst/>
                <a:highlight>
                  <a:srgbClr val="F6F9FB"/>
                </a:highlight>
                <a:latin typeface="Noto Serif" panose="02020502060505020204" pitchFamily="18" charset="0"/>
              </a:rPr>
              <a:t> Ni eres frío ni caliente</a:t>
            </a:r>
          </a:p>
        </p:txBody>
      </p:sp>
    </p:spTree>
    <p:extLst>
      <p:ext uri="{BB962C8B-B14F-4D97-AF65-F5344CB8AC3E}">
        <p14:creationId xmlns:p14="http://schemas.microsoft.com/office/powerpoint/2010/main" val="3807254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3FCBC4-22A5-47A6-4825-B2DAAEE92F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15679" y="406401"/>
            <a:ext cx="10040892" cy="6168570"/>
          </a:xfrm>
        </p:spPr>
        <p:txBody>
          <a:bodyPr>
            <a:noAutofit/>
          </a:bodyPr>
          <a:lstStyle/>
          <a:p>
            <a:pPr algn="l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s-MX" sz="3200" dirty="0">
                <a:latin typeface="Montserrat SemiBold" panose="00000700000000000000" pitchFamily="2" charset="0"/>
              </a:rPr>
              <a:t> </a:t>
            </a:r>
            <a:r>
              <a:rPr lang="es-MX" sz="3200" b="1" i="0" dirty="0">
                <a:solidFill>
                  <a:srgbClr val="141F25"/>
                </a:solidFill>
                <a:effectLst/>
                <a:highlight>
                  <a:srgbClr val="F6F9FB"/>
                </a:highlight>
                <a:latin typeface="Noto Serif" panose="02020502060505020204" pitchFamily="18" charset="0"/>
              </a:rPr>
              <a:t>Éfeso</a:t>
            </a:r>
            <a:r>
              <a:rPr lang="es-MX" sz="3200" b="0" i="0" dirty="0">
                <a:solidFill>
                  <a:srgbClr val="141F25"/>
                </a:solidFill>
                <a:effectLst/>
                <a:highlight>
                  <a:srgbClr val="F6F9FB"/>
                </a:highlight>
                <a:latin typeface="Noto Serif" panose="02020502060505020204" pitchFamily="18" charset="0"/>
              </a:rPr>
              <a:t>: Dejaste tu primer amor</a:t>
            </a:r>
          </a:p>
          <a:p>
            <a:pPr marL="742950" lvl="1" indent="-285750" algn="l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s-MX" sz="3200" b="1" i="0" dirty="0">
                <a:solidFill>
                  <a:srgbClr val="141F25"/>
                </a:solidFill>
                <a:effectLst/>
                <a:highlight>
                  <a:srgbClr val="F6F9FB"/>
                </a:highlight>
                <a:latin typeface="Noto Serif" panose="02020502060505020204" pitchFamily="18" charset="0"/>
              </a:rPr>
              <a:t>Esmirna</a:t>
            </a:r>
            <a:r>
              <a:rPr lang="es-MX" sz="3200" b="0" i="0" dirty="0">
                <a:solidFill>
                  <a:srgbClr val="141F25"/>
                </a:solidFill>
                <a:effectLst/>
                <a:highlight>
                  <a:srgbClr val="F6F9FB"/>
                </a:highlight>
                <a:latin typeface="Noto Serif" panose="02020502060505020204" pitchFamily="18" charset="0"/>
              </a:rPr>
              <a:t>: Fiel hasta la muerte</a:t>
            </a:r>
          </a:p>
          <a:p>
            <a:pPr marL="1143000" lvl="2" indent="-228600" algn="l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s-MX" sz="3200" b="1" i="0" dirty="0">
                <a:solidFill>
                  <a:schemeClr val="tx1">
                    <a:lumMod val="75000"/>
                  </a:schemeClr>
                </a:solidFill>
                <a:effectLst/>
                <a:highlight>
                  <a:srgbClr val="F6F9FB"/>
                </a:highlight>
                <a:latin typeface="Noto Serif" panose="02020502060505020204" pitchFamily="18" charset="0"/>
              </a:rPr>
              <a:t>Pérgamo:</a:t>
            </a:r>
            <a:r>
              <a:rPr lang="es-MX" sz="3200" b="0" i="0" dirty="0">
                <a:solidFill>
                  <a:schemeClr val="tx1">
                    <a:lumMod val="75000"/>
                  </a:schemeClr>
                </a:solidFill>
                <a:effectLst/>
                <a:highlight>
                  <a:srgbClr val="F6F9FB"/>
                </a:highlight>
                <a:latin typeface="Noto Serif" panose="02020502060505020204" pitchFamily="18" charset="0"/>
              </a:rPr>
              <a:t> Coqueteo con la maldad</a:t>
            </a:r>
          </a:p>
          <a:p>
            <a:pPr marL="1143000" lvl="2" indent="-228600" algn="l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s-MX" sz="3200" b="1" i="0" dirty="0" err="1">
                <a:solidFill>
                  <a:schemeClr val="tx1">
                    <a:lumMod val="75000"/>
                  </a:schemeClr>
                </a:solidFill>
                <a:effectLst/>
                <a:highlight>
                  <a:srgbClr val="F6F9FB"/>
                </a:highlight>
                <a:latin typeface="Noto Serif" panose="02020502060505020204" pitchFamily="18" charset="0"/>
              </a:rPr>
              <a:t>Tiatira</a:t>
            </a:r>
            <a:r>
              <a:rPr lang="es-MX" sz="3200" b="1" i="0" dirty="0">
                <a:solidFill>
                  <a:schemeClr val="tx1">
                    <a:lumMod val="75000"/>
                  </a:schemeClr>
                </a:solidFill>
                <a:effectLst/>
                <a:highlight>
                  <a:srgbClr val="F6F9FB"/>
                </a:highlight>
                <a:latin typeface="Noto Serif" panose="02020502060505020204" pitchFamily="18" charset="0"/>
              </a:rPr>
              <a:t>:</a:t>
            </a:r>
            <a:r>
              <a:rPr lang="es-MX" sz="3200" b="0" i="0" dirty="0">
                <a:solidFill>
                  <a:schemeClr val="tx1">
                    <a:lumMod val="75000"/>
                  </a:schemeClr>
                </a:solidFill>
                <a:effectLst/>
                <a:highlight>
                  <a:srgbClr val="F6F9FB"/>
                </a:highlight>
                <a:latin typeface="Noto Serif" panose="02020502060505020204" pitchFamily="18" charset="0"/>
              </a:rPr>
              <a:t> Adulterio con la maldad</a:t>
            </a:r>
          </a:p>
          <a:p>
            <a:pPr marL="1143000" lvl="2" indent="-228600" algn="l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s-MX" sz="3200" b="1" i="0" dirty="0" err="1">
                <a:solidFill>
                  <a:schemeClr val="tx1">
                    <a:lumMod val="75000"/>
                  </a:schemeClr>
                </a:solidFill>
                <a:effectLst/>
                <a:highlight>
                  <a:srgbClr val="F6F9FB"/>
                </a:highlight>
                <a:latin typeface="Noto Serif" panose="02020502060505020204" pitchFamily="18" charset="0"/>
              </a:rPr>
              <a:t>Sardis</a:t>
            </a:r>
            <a:r>
              <a:rPr lang="es-MX" sz="3200" b="1" i="0" dirty="0">
                <a:solidFill>
                  <a:schemeClr val="tx1">
                    <a:lumMod val="75000"/>
                  </a:schemeClr>
                </a:solidFill>
                <a:effectLst/>
                <a:highlight>
                  <a:srgbClr val="F6F9FB"/>
                </a:highlight>
                <a:latin typeface="Noto Serif" panose="02020502060505020204" pitchFamily="18" charset="0"/>
              </a:rPr>
              <a:t>:</a:t>
            </a:r>
            <a:r>
              <a:rPr lang="es-MX" sz="3200" b="0" i="0" dirty="0">
                <a:solidFill>
                  <a:schemeClr val="tx1">
                    <a:lumMod val="75000"/>
                  </a:schemeClr>
                </a:solidFill>
                <a:effectLst/>
                <a:highlight>
                  <a:srgbClr val="F6F9FB"/>
                </a:highlight>
                <a:latin typeface="Noto Serif" panose="02020502060505020204" pitchFamily="18" charset="0"/>
              </a:rPr>
              <a:t> Estas muerto</a:t>
            </a:r>
          </a:p>
          <a:p>
            <a:pPr marL="742950" lvl="1" indent="-285750" algn="l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s-MX" sz="3200" b="1" i="0" dirty="0">
                <a:solidFill>
                  <a:srgbClr val="141F25"/>
                </a:solidFill>
                <a:effectLst/>
                <a:highlight>
                  <a:srgbClr val="F6F9FB"/>
                </a:highlight>
                <a:latin typeface="Noto Serif" panose="02020502060505020204" pitchFamily="18" charset="0"/>
              </a:rPr>
              <a:t>Filadelfia:</a:t>
            </a:r>
            <a:r>
              <a:rPr lang="es-MX" sz="3200" b="0" i="0" dirty="0">
                <a:solidFill>
                  <a:srgbClr val="141F25"/>
                </a:solidFill>
                <a:effectLst/>
                <a:highlight>
                  <a:srgbClr val="F6F9FB"/>
                </a:highlight>
                <a:latin typeface="Noto Serif" panose="02020502060505020204" pitchFamily="18" charset="0"/>
              </a:rPr>
              <a:t> Retén firme lo que tienes</a:t>
            </a:r>
          </a:p>
          <a:p>
            <a:pPr algn="l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s-MX" sz="3200" b="1" i="0" dirty="0" err="1">
                <a:solidFill>
                  <a:srgbClr val="141F25"/>
                </a:solidFill>
                <a:effectLst/>
                <a:highlight>
                  <a:srgbClr val="F6F9FB"/>
                </a:highlight>
                <a:latin typeface="Noto Serif" panose="02020502060505020204" pitchFamily="18" charset="0"/>
              </a:rPr>
              <a:t>Laodicea</a:t>
            </a:r>
            <a:r>
              <a:rPr lang="es-MX" sz="3200" b="1" i="0" dirty="0">
                <a:solidFill>
                  <a:srgbClr val="141F25"/>
                </a:solidFill>
                <a:effectLst/>
                <a:highlight>
                  <a:srgbClr val="F6F9FB"/>
                </a:highlight>
                <a:latin typeface="Noto Serif" panose="02020502060505020204" pitchFamily="18" charset="0"/>
              </a:rPr>
              <a:t>:</a:t>
            </a:r>
            <a:r>
              <a:rPr lang="es-MX" sz="3200" b="0" i="0" dirty="0">
                <a:solidFill>
                  <a:srgbClr val="141F25"/>
                </a:solidFill>
                <a:effectLst/>
                <a:highlight>
                  <a:srgbClr val="F6F9FB"/>
                </a:highlight>
                <a:latin typeface="Noto Serif" panose="02020502060505020204" pitchFamily="18" charset="0"/>
              </a:rPr>
              <a:t> Ni eres frío ni caliente</a:t>
            </a:r>
          </a:p>
        </p:txBody>
      </p:sp>
    </p:spTree>
    <p:extLst>
      <p:ext uri="{BB962C8B-B14F-4D97-AF65-F5344CB8AC3E}">
        <p14:creationId xmlns:p14="http://schemas.microsoft.com/office/powerpoint/2010/main" val="115733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3FCBC4-22A5-47A6-4825-B2DAAEE92F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15679" y="406401"/>
            <a:ext cx="10040892" cy="6168570"/>
          </a:xfrm>
        </p:spPr>
        <p:txBody>
          <a:bodyPr>
            <a:noAutofit/>
          </a:bodyPr>
          <a:lstStyle/>
          <a:p>
            <a:pPr algn="l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s-MX" sz="3200" dirty="0">
                <a:latin typeface="Montserrat SemiBold" panose="00000700000000000000" pitchFamily="2" charset="0"/>
              </a:rPr>
              <a:t> </a:t>
            </a:r>
            <a:r>
              <a:rPr lang="es-MX" sz="3200" b="1" i="0" dirty="0">
                <a:solidFill>
                  <a:srgbClr val="141F25"/>
                </a:solidFill>
                <a:effectLst/>
                <a:highlight>
                  <a:srgbClr val="F6F9FB"/>
                </a:highlight>
                <a:latin typeface="Noto Serif" panose="02020502060505020204" pitchFamily="18" charset="0"/>
              </a:rPr>
              <a:t>Éfeso</a:t>
            </a:r>
            <a:r>
              <a:rPr lang="es-MX" sz="3200" b="0" i="0" dirty="0">
                <a:solidFill>
                  <a:srgbClr val="141F25"/>
                </a:solidFill>
                <a:effectLst/>
                <a:highlight>
                  <a:srgbClr val="F6F9FB"/>
                </a:highlight>
                <a:latin typeface="Noto Serif" panose="02020502060505020204" pitchFamily="18" charset="0"/>
              </a:rPr>
              <a:t>: Dejaste tu primer amor</a:t>
            </a:r>
          </a:p>
          <a:p>
            <a:pPr marL="742950" lvl="1" indent="-285750" algn="l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s-MX" sz="3200" b="1" i="0" dirty="0">
                <a:solidFill>
                  <a:srgbClr val="141F25"/>
                </a:solidFill>
                <a:effectLst/>
                <a:highlight>
                  <a:srgbClr val="F6F9FB"/>
                </a:highlight>
                <a:latin typeface="Noto Serif" panose="02020502060505020204" pitchFamily="18" charset="0"/>
              </a:rPr>
              <a:t>Esmirna</a:t>
            </a:r>
            <a:r>
              <a:rPr lang="es-MX" sz="3200" b="0" i="0" dirty="0">
                <a:solidFill>
                  <a:srgbClr val="141F25"/>
                </a:solidFill>
                <a:effectLst/>
                <a:highlight>
                  <a:srgbClr val="F6F9FB"/>
                </a:highlight>
                <a:latin typeface="Noto Serif" panose="02020502060505020204" pitchFamily="18" charset="0"/>
              </a:rPr>
              <a:t>: Fiel hasta la muerte</a:t>
            </a:r>
          </a:p>
          <a:p>
            <a:pPr marL="1143000" lvl="2" indent="-228600" algn="l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s-MX" sz="3200" b="1" i="0" dirty="0">
                <a:solidFill>
                  <a:srgbClr val="141F25"/>
                </a:solidFill>
                <a:effectLst/>
                <a:highlight>
                  <a:srgbClr val="F6F9FB"/>
                </a:highlight>
                <a:latin typeface="Noto Serif" panose="02020502060505020204" pitchFamily="18" charset="0"/>
              </a:rPr>
              <a:t>Pérgamo:</a:t>
            </a:r>
            <a:r>
              <a:rPr lang="es-MX" sz="3200" b="0" i="0" dirty="0">
                <a:solidFill>
                  <a:srgbClr val="141F25"/>
                </a:solidFill>
                <a:effectLst/>
                <a:highlight>
                  <a:srgbClr val="F6F9FB"/>
                </a:highlight>
                <a:latin typeface="Noto Serif" panose="02020502060505020204" pitchFamily="18" charset="0"/>
              </a:rPr>
              <a:t> Coqueteo con la maldad</a:t>
            </a:r>
          </a:p>
          <a:p>
            <a:pPr marL="1143000" lvl="2" indent="-228600" algn="l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s-MX" sz="3200" b="1" i="0" dirty="0" err="1">
                <a:solidFill>
                  <a:srgbClr val="141F25"/>
                </a:solidFill>
                <a:effectLst/>
                <a:highlight>
                  <a:srgbClr val="F6F9FB"/>
                </a:highlight>
                <a:latin typeface="Noto Serif" panose="02020502060505020204" pitchFamily="18" charset="0"/>
              </a:rPr>
              <a:t>Tiatira</a:t>
            </a:r>
            <a:r>
              <a:rPr lang="es-MX" sz="3200" b="1" i="0" dirty="0">
                <a:solidFill>
                  <a:srgbClr val="141F25"/>
                </a:solidFill>
                <a:effectLst/>
                <a:highlight>
                  <a:srgbClr val="F6F9FB"/>
                </a:highlight>
                <a:latin typeface="Noto Serif" panose="02020502060505020204" pitchFamily="18" charset="0"/>
              </a:rPr>
              <a:t>:</a:t>
            </a:r>
            <a:r>
              <a:rPr lang="es-MX" sz="3200" b="0" i="0" dirty="0">
                <a:solidFill>
                  <a:srgbClr val="141F25"/>
                </a:solidFill>
                <a:effectLst/>
                <a:highlight>
                  <a:srgbClr val="F6F9FB"/>
                </a:highlight>
                <a:latin typeface="Noto Serif" panose="02020502060505020204" pitchFamily="18" charset="0"/>
              </a:rPr>
              <a:t> Adulterio con la maldad</a:t>
            </a:r>
          </a:p>
          <a:p>
            <a:pPr marL="1143000" lvl="2" indent="-228600" algn="l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s-MX" sz="3200" b="1" i="0" dirty="0" err="1">
                <a:solidFill>
                  <a:srgbClr val="141F25"/>
                </a:solidFill>
                <a:effectLst/>
                <a:highlight>
                  <a:srgbClr val="F6F9FB"/>
                </a:highlight>
                <a:latin typeface="Noto Serif" panose="02020502060505020204" pitchFamily="18" charset="0"/>
              </a:rPr>
              <a:t>Sardis</a:t>
            </a:r>
            <a:r>
              <a:rPr lang="es-MX" sz="3200" b="1" i="0" dirty="0">
                <a:solidFill>
                  <a:srgbClr val="141F25"/>
                </a:solidFill>
                <a:effectLst/>
                <a:highlight>
                  <a:srgbClr val="F6F9FB"/>
                </a:highlight>
                <a:latin typeface="Noto Serif" panose="02020502060505020204" pitchFamily="18" charset="0"/>
              </a:rPr>
              <a:t>:</a:t>
            </a:r>
            <a:r>
              <a:rPr lang="es-MX" sz="3200" b="0" i="0" dirty="0">
                <a:solidFill>
                  <a:srgbClr val="141F25"/>
                </a:solidFill>
                <a:effectLst/>
                <a:highlight>
                  <a:srgbClr val="F6F9FB"/>
                </a:highlight>
                <a:latin typeface="Noto Serif" panose="02020502060505020204" pitchFamily="18" charset="0"/>
              </a:rPr>
              <a:t> Estas muerto</a:t>
            </a:r>
          </a:p>
          <a:p>
            <a:pPr marL="742950" lvl="1" indent="-285750" algn="l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s-MX" sz="3200" b="1" i="0" dirty="0">
                <a:solidFill>
                  <a:srgbClr val="141F25"/>
                </a:solidFill>
                <a:effectLst/>
                <a:highlight>
                  <a:srgbClr val="F6F9FB"/>
                </a:highlight>
                <a:latin typeface="Noto Serif" panose="02020502060505020204" pitchFamily="18" charset="0"/>
              </a:rPr>
              <a:t>Filadelfia:</a:t>
            </a:r>
            <a:r>
              <a:rPr lang="es-MX" sz="3200" b="0" i="0" dirty="0">
                <a:solidFill>
                  <a:srgbClr val="141F25"/>
                </a:solidFill>
                <a:effectLst/>
                <a:highlight>
                  <a:srgbClr val="F6F9FB"/>
                </a:highlight>
                <a:latin typeface="Noto Serif" panose="02020502060505020204" pitchFamily="18" charset="0"/>
              </a:rPr>
              <a:t> Retén firme lo que tienes</a:t>
            </a:r>
          </a:p>
          <a:p>
            <a:pPr algn="l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s-MX" sz="3200" b="1" i="0" dirty="0" err="1">
                <a:solidFill>
                  <a:srgbClr val="141F25"/>
                </a:solidFill>
                <a:effectLst/>
                <a:highlight>
                  <a:srgbClr val="F6F9FB"/>
                </a:highlight>
                <a:latin typeface="Noto Serif" panose="02020502060505020204" pitchFamily="18" charset="0"/>
              </a:rPr>
              <a:t>Laodicea</a:t>
            </a:r>
            <a:r>
              <a:rPr lang="es-MX" sz="3200" b="1" i="0" dirty="0">
                <a:solidFill>
                  <a:srgbClr val="141F25"/>
                </a:solidFill>
                <a:effectLst/>
                <a:highlight>
                  <a:srgbClr val="F6F9FB"/>
                </a:highlight>
                <a:latin typeface="Noto Serif" panose="02020502060505020204" pitchFamily="18" charset="0"/>
              </a:rPr>
              <a:t>:</a:t>
            </a:r>
            <a:r>
              <a:rPr lang="es-MX" sz="3200" b="0" i="0" dirty="0">
                <a:solidFill>
                  <a:srgbClr val="141F25"/>
                </a:solidFill>
                <a:effectLst/>
                <a:highlight>
                  <a:srgbClr val="F6F9FB"/>
                </a:highlight>
                <a:latin typeface="Noto Serif" panose="02020502060505020204" pitchFamily="18" charset="0"/>
              </a:rPr>
              <a:t> Ni eres frío ni caliente</a:t>
            </a:r>
          </a:p>
        </p:txBody>
      </p:sp>
    </p:spTree>
    <p:extLst>
      <p:ext uri="{BB962C8B-B14F-4D97-AF65-F5344CB8AC3E}">
        <p14:creationId xmlns:p14="http://schemas.microsoft.com/office/powerpoint/2010/main" val="2074122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08076-5D69-7E8E-18D5-536187914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5142" y="397701"/>
            <a:ext cx="8668657" cy="748347"/>
          </a:xfrm>
        </p:spPr>
        <p:txBody>
          <a:bodyPr/>
          <a:lstStyle/>
          <a:p>
            <a:r>
              <a:rPr lang="es-MX" dirty="0">
                <a:latin typeface="Montserrat ExtraBold" panose="00000900000000000000" pitchFamily="2" charset="0"/>
              </a:rPr>
              <a:t>Resumen: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3FCBC4-22A5-47A6-4825-B2DAAEE92F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15679" y="1536569"/>
            <a:ext cx="10040892" cy="4762631"/>
          </a:xfrm>
        </p:spPr>
        <p:txBody>
          <a:bodyPr>
            <a:normAutofit fontScale="70000" lnSpcReduction="20000"/>
          </a:bodyPr>
          <a:lstStyle/>
          <a:p>
            <a:pPr marL="342900" indent="-342900">
              <a:lnSpc>
                <a:spcPct val="130000"/>
              </a:lnSpc>
              <a:spcAft>
                <a:spcPts val="3600"/>
              </a:spcAft>
              <a:buFont typeface="+mj-lt"/>
              <a:buAutoNum type="arabicPeriod"/>
            </a:pPr>
            <a:r>
              <a:rPr lang="es-MX" sz="4000" dirty="0">
                <a:latin typeface="Montserrat SemiBold" panose="00000700000000000000" pitchFamily="2" charset="0"/>
              </a:rPr>
              <a:t> PÉRGAMO</a:t>
            </a:r>
            <a:br>
              <a:rPr lang="es-MX" sz="4000" dirty="0">
                <a:latin typeface="Montserrat SemiBold" panose="00000700000000000000" pitchFamily="2" charset="0"/>
              </a:rPr>
            </a:br>
            <a:r>
              <a:rPr lang="es-MX" sz="4000" dirty="0">
                <a:latin typeface="Montserrat SemiBold" panose="00000700000000000000" pitchFamily="2" charset="0"/>
              </a:rPr>
              <a:t>Una iglesia que tolera el coqueteo espiritual</a:t>
            </a:r>
          </a:p>
          <a:p>
            <a:pPr marL="342900" indent="-342900">
              <a:lnSpc>
                <a:spcPct val="130000"/>
              </a:lnSpc>
              <a:spcAft>
                <a:spcPts val="3600"/>
              </a:spcAft>
              <a:buFont typeface="+mj-lt"/>
              <a:buAutoNum type="arabicPeriod"/>
            </a:pPr>
            <a:r>
              <a:rPr lang="es-MX" sz="4000" dirty="0">
                <a:latin typeface="Montserrat SemiBold" panose="00000700000000000000" pitchFamily="2" charset="0"/>
              </a:rPr>
              <a:t> TIATIRA</a:t>
            </a:r>
            <a:br>
              <a:rPr lang="es-MX" sz="4000" dirty="0">
                <a:latin typeface="Montserrat SemiBold" panose="00000700000000000000" pitchFamily="2" charset="0"/>
              </a:rPr>
            </a:br>
            <a:r>
              <a:rPr lang="es-MX" sz="4000" dirty="0">
                <a:latin typeface="Montserrat SemiBold" panose="00000700000000000000" pitchFamily="2" charset="0"/>
              </a:rPr>
              <a:t>Una iglesia que ha caído en adulterio espiritual</a:t>
            </a:r>
          </a:p>
          <a:p>
            <a:pPr marL="342900" indent="-342900">
              <a:lnSpc>
                <a:spcPct val="130000"/>
              </a:lnSpc>
              <a:spcAft>
                <a:spcPts val="3600"/>
              </a:spcAft>
              <a:buFont typeface="+mj-lt"/>
              <a:buAutoNum type="arabicPeriod"/>
            </a:pPr>
            <a:r>
              <a:rPr lang="es-MX" sz="4000" dirty="0">
                <a:latin typeface="Montserrat SemiBold" panose="00000700000000000000" pitchFamily="2" charset="0"/>
              </a:rPr>
              <a:t> SARDIS</a:t>
            </a:r>
            <a:br>
              <a:rPr lang="es-MX" sz="4000" dirty="0">
                <a:latin typeface="Montserrat SemiBold" panose="00000700000000000000" pitchFamily="2" charset="0"/>
              </a:rPr>
            </a:br>
            <a:r>
              <a:rPr lang="es-MX" sz="4000" dirty="0">
                <a:latin typeface="Montserrat SemiBold" panose="00000700000000000000" pitchFamily="2" charset="0"/>
              </a:rPr>
              <a:t>El resultado del adulterio espiritual</a:t>
            </a:r>
          </a:p>
        </p:txBody>
      </p:sp>
    </p:spTree>
    <p:extLst>
      <p:ext uri="{BB962C8B-B14F-4D97-AF65-F5344CB8AC3E}">
        <p14:creationId xmlns:p14="http://schemas.microsoft.com/office/powerpoint/2010/main" val="24597074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DD97DD-43D3-F5D3-B4EE-BD7F9628B26B}"/>
              </a:ext>
            </a:extLst>
          </p:cNvPr>
          <p:cNvSpPr txBox="1"/>
          <p:nvPr/>
        </p:nvSpPr>
        <p:spPr>
          <a:xfrm>
            <a:off x="729343" y="3508696"/>
            <a:ext cx="10370642" cy="1137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MX" sz="2400" b="1" cap="all" spc="300" dirty="0">
                <a:solidFill>
                  <a:schemeClr val="bg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Una iglesia que tolera el coqueteo espiritual</a:t>
            </a:r>
            <a:endParaRPr lang="es-MX" sz="3600" b="1" cap="all" spc="300" dirty="0">
              <a:solidFill>
                <a:schemeClr val="bg1">
                  <a:lumMod val="75000"/>
                  <a:lumOff val="2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3" name="Rectángulo 1">
            <a:extLst>
              <a:ext uri="{FF2B5EF4-FFF2-40B4-BE49-F238E27FC236}">
                <a16:creationId xmlns:a16="http://schemas.microsoft.com/office/drawing/2014/main" id="{CA07F423-46C6-CDD8-E4AD-233D53E2809D}"/>
              </a:ext>
            </a:extLst>
          </p:cNvPr>
          <p:cNvSpPr/>
          <p:nvPr/>
        </p:nvSpPr>
        <p:spPr>
          <a:xfrm>
            <a:off x="729343" y="1387795"/>
            <a:ext cx="10650170" cy="2215991"/>
          </a:xfrm>
          <a:prstGeom prst="rect">
            <a:avLst/>
          </a:prstGeom>
          <a:noFill/>
          <a:effectLst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13800" cap="all" dirty="0" err="1">
                <a:ln w="12700" cmpd="sng">
                  <a:noFill/>
                  <a:prstDash val="solid"/>
                </a:ln>
                <a:solidFill>
                  <a:schemeClr val="bg1">
                    <a:lumMod val="75000"/>
                    <a:lumOff val="25000"/>
                  </a:schemeClr>
                </a:solidFill>
                <a:latin typeface="EB Garamond" pitchFamily="2" charset="0"/>
                <a:ea typeface="EB Garamond" pitchFamily="2" charset="0"/>
                <a:cs typeface="EB Garamond" pitchFamily="2" charset="0"/>
              </a:rPr>
              <a:t>pérgamo</a:t>
            </a:r>
            <a:endParaRPr lang="es-ES" sz="13800" cap="all" dirty="0">
              <a:ln w="12700" cmpd="sng">
                <a:noFill/>
                <a:prstDash val="solid"/>
              </a:ln>
              <a:solidFill>
                <a:schemeClr val="bg1">
                  <a:lumMod val="75000"/>
                  <a:lumOff val="25000"/>
                </a:schemeClr>
              </a:solidFill>
              <a:latin typeface="EB Garamond" pitchFamily="2" charset="0"/>
              <a:ea typeface="EB Garamond" pitchFamily="2" charset="0"/>
              <a:cs typeface="EB Garamon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81090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map with a route&#10;&#10;Description automatically generated">
            <a:extLst>
              <a:ext uri="{FF2B5EF4-FFF2-40B4-BE49-F238E27FC236}">
                <a16:creationId xmlns:a16="http://schemas.microsoft.com/office/drawing/2014/main" id="{14452B05-4D2A-096E-5D37-DE2A37DE50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467" y="702733"/>
            <a:ext cx="10905066" cy="5452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29188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CCE90-C08C-8582-13B1-367A9398F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14DA0-BE75-5888-FE06-2837D81A9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400" y="397668"/>
            <a:ext cx="9798050" cy="5317332"/>
          </a:xfrm>
        </p:spPr>
        <p:txBody>
          <a:bodyPr>
            <a:noAutofit/>
          </a:bodyPr>
          <a:lstStyle/>
          <a:p>
            <a:r>
              <a:rPr lang="es-MX" u="none" strike="noStrike" baseline="30000" dirty="0">
                <a:effectLst/>
              </a:rPr>
              <a:t>12</a:t>
            </a:r>
            <a:r>
              <a:rPr lang="es-MX" dirty="0"/>
              <a:t>«Escribe al ángel de la iglesia en Pérgamo: </a:t>
            </a:r>
            <a:r>
              <a:rPr lang="es-MX" dirty="0">
                <a:solidFill>
                  <a:schemeClr val="tx1">
                    <a:lumMod val="65000"/>
                  </a:schemeClr>
                </a:solidFill>
              </a:rPr>
              <a:t>“El que tiene la espada aguda de dos filos, dice esto: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8BD49-EB98-945B-E1DB-FD4A8FC66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sz="2400" dirty="0"/>
              <a:t>Apocalipsis </a:t>
            </a:r>
            <a:r>
              <a:rPr lang="es-MX" dirty="0"/>
              <a:t>2:12-17</a:t>
            </a:r>
          </a:p>
        </p:txBody>
      </p:sp>
    </p:spTree>
    <p:extLst>
      <p:ext uri="{BB962C8B-B14F-4D97-AF65-F5344CB8AC3E}">
        <p14:creationId xmlns:p14="http://schemas.microsoft.com/office/powerpoint/2010/main" val="18639788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drawing of a city&#10;&#10;Description automatically generated">
            <a:extLst>
              <a:ext uri="{FF2B5EF4-FFF2-40B4-BE49-F238E27FC236}">
                <a16:creationId xmlns:a16="http://schemas.microsoft.com/office/drawing/2014/main" id="{9B799483-9F51-BA5D-F16E-DE36AE8DC51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5018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Zeus - Iconos gratis de electrónica">
            <a:extLst>
              <a:ext uri="{FF2B5EF4-FFF2-40B4-BE49-F238E27FC236}">
                <a16:creationId xmlns:a16="http://schemas.microsoft.com/office/drawing/2014/main" id="{81541B47-592D-666C-993C-07195B03E2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5866" y="2205037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Athena - Free cultures icons">
            <a:extLst>
              <a:ext uri="{FF2B5EF4-FFF2-40B4-BE49-F238E27FC236}">
                <a16:creationId xmlns:a16="http://schemas.microsoft.com/office/drawing/2014/main" id="{698D3FD8-2A5F-CDC2-0B4C-857EE27CA8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2595" y="2357436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Dionysus - Free food icons">
            <a:extLst>
              <a:ext uri="{FF2B5EF4-FFF2-40B4-BE49-F238E27FC236}">
                <a16:creationId xmlns:a16="http://schemas.microsoft.com/office/drawing/2014/main" id="{768D0346-E983-B333-CD3A-8869D6DB8D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9325" y="2368322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Vara de Asclepio png imágenes | PNGWing">
            <a:hlinkClick r:id="rId5"/>
            <a:extLst>
              <a:ext uri="{FF2B5EF4-FFF2-40B4-BE49-F238E27FC236}">
                <a16:creationId xmlns:a16="http://schemas.microsoft.com/office/drawing/2014/main" id="{08E5C36E-E9B3-DB5C-F239-4B5FE64921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164" y="1523999"/>
            <a:ext cx="8763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75774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8950AD4C-6AF3-49F8-94E1-DBCAFB394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tint val="95000"/>
              <a:satMod val="1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Meiryo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F0E00C3-4613-415F-BE3A-78FBAD906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0495175" cy="6858000"/>
          </a:xfrm>
          <a:custGeom>
            <a:avLst/>
            <a:gdLst>
              <a:gd name="connsiteX0" fmla="*/ 0 w 10495175"/>
              <a:gd name="connsiteY0" fmla="*/ 0 h 6858000"/>
              <a:gd name="connsiteX1" fmla="*/ 5289224 w 10495175"/>
              <a:gd name="connsiteY1" fmla="*/ 0 h 6858000"/>
              <a:gd name="connsiteX2" fmla="*/ 6736007 w 10495175"/>
              <a:gd name="connsiteY2" fmla="*/ 0 h 6858000"/>
              <a:gd name="connsiteX3" fmla="*/ 6998753 w 10495175"/>
              <a:gd name="connsiteY3" fmla="*/ 0 h 6858000"/>
              <a:gd name="connsiteX4" fmla="*/ 7778919 w 10495175"/>
              <a:gd name="connsiteY4" fmla="*/ 0 h 6858000"/>
              <a:gd name="connsiteX5" fmla="*/ 8872152 w 10495175"/>
              <a:gd name="connsiteY5" fmla="*/ 0 h 6858000"/>
              <a:gd name="connsiteX6" fmla="*/ 8894276 w 10495175"/>
              <a:gd name="connsiteY6" fmla="*/ 14997 h 6858000"/>
              <a:gd name="connsiteX7" fmla="*/ 10495175 w 10495175"/>
              <a:gd name="connsiteY7" fmla="*/ 3621656 h 6858000"/>
              <a:gd name="connsiteX8" fmla="*/ 8620825 w 10495175"/>
              <a:gd name="connsiteY8" fmla="*/ 6374814 h 6858000"/>
              <a:gd name="connsiteX9" fmla="*/ 8104177 w 10495175"/>
              <a:gd name="connsiteY9" fmla="*/ 6780599 h 6858000"/>
              <a:gd name="connsiteX10" fmla="*/ 7992421 w 10495175"/>
              <a:gd name="connsiteY10" fmla="*/ 6858000 h 6858000"/>
              <a:gd name="connsiteX11" fmla="*/ 7778919 w 10495175"/>
              <a:gd name="connsiteY11" fmla="*/ 6858000 h 6858000"/>
              <a:gd name="connsiteX12" fmla="*/ 6998753 w 10495175"/>
              <a:gd name="connsiteY12" fmla="*/ 6858000 h 6858000"/>
              <a:gd name="connsiteX13" fmla="*/ 6736007 w 10495175"/>
              <a:gd name="connsiteY13" fmla="*/ 6858000 h 6858000"/>
              <a:gd name="connsiteX14" fmla="*/ 5289224 w 10495175"/>
              <a:gd name="connsiteY14" fmla="*/ 6858000 h 6858000"/>
              <a:gd name="connsiteX15" fmla="*/ 0 w 10495175"/>
              <a:gd name="connsiteY1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0495175" h="6858000">
                <a:moveTo>
                  <a:pt x="0" y="0"/>
                </a:moveTo>
                <a:lnTo>
                  <a:pt x="5289224" y="0"/>
                </a:lnTo>
                <a:lnTo>
                  <a:pt x="6736007" y="0"/>
                </a:lnTo>
                <a:lnTo>
                  <a:pt x="6998753" y="0"/>
                </a:lnTo>
                <a:lnTo>
                  <a:pt x="7778919" y="0"/>
                </a:lnTo>
                <a:lnTo>
                  <a:pt x="8872152" y="0"/>
                </a:lnTo>
                <a:lnTo>
                  <a:pt x="8894276" y="14997"/>
                </a:lnTo>
                <a:cubicBezTo>
                  <a:pt x="9921439" y="754641"/>
                  <a:pt x="10495175" y="2093192"/>
                  <a:pt x="10495175" y="3621656"/>
                </a:cubicBezTo>
                <a:cubicBezTo>
                  <a:pt x="10495175" y="4969131"/>
                  <a:pt x="9566450" y="5602839"/>
                  <a:pt x="8620825" y="6374814"/>
                </a:cubicBezTo>
                <a:cubicBezTo>
                  <a:pt x="8448622" y="6515397"/>
                  <a:pt x="8277995" y="6653108"/>
                  <a:pt x="8104177" y="6780599"/>
                </a:cubicBezTo>
                <a:lnTo>
                  <a:pt x="7992421" y="6858000"/>
                </a:lnTo>
                <a:lnTo>
                  <a:pt x="7778919" y="6858000"/>
                </a:lnTo>
                <a:lnTo>
                  <a:pt x="6998753" y="6858000"/>
                </a:lnTo>
                <a:lnTo>
                  <a:pt x="6736007" y="6858000"/>
                </a:lnTo>
                <a:lnTo>
                  <a:pt x="528922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DBEAE55-3EA1-41D7-A212-5F7D8986C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98020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CFC5F0E7-644F-4101-BE72-12825CF53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85964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6" name="Picture 5" descr="A statue of a person with a crown on his head&#10;&#10;Description automatically generated">
            <a:extLst>
              <a:ext uri="{FF2B5EF4-FFF2-40B4-BE49-F238E27FC236}">
                <a16:creationId xmlns:a16="http://schemas.microsoft.com/office/drawing/2014/main" id="{65439831-BD64-2D9D-802C-EDDF65E80B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1071" y="916674"/>
            <a:ext cx="5023506" cy="5023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6455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CCE90-C08C-8582-13B1-367A9398F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14DA0-BE75-5888-FE06-2837D81A9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400" y="397668"/>
            <a:ext cx="9798050" cy="5317332"/>
          </a:xfrm>
        </p:spPr>
        <p:txBody>
          <a:bodyPr>
            <a:noAutofit/>
          </a:bodyPr>
          <a:lstStyle/>
          <a:p>
            <a:r>
              <a:rPr lang="es-MX" u="none" strike="noStrike" baseline="30000" dirty="0">
                <a:effectLst/>
              </a:rPr>
              <a:t>12</a:t>
            </a:r>
            <a:r>
              <a:rPr lang="es-MX" dirty="0"/>
              <a:t>«Escribe al ángel de la iglesia en Pérgamo: “El que tiene la espada aguda de dos filos, dice esto: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8BD49-EB98-945B-E1DB-FD4A8FC66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sz="2400" dirty="0"/>
              <a:t>Apocalipsis </a:t>
            </a:r>
            <a:r>
              <a:rPr lang="es-MX" dirty="0"/>
              <a:t>2:12-17</a:t>
            </a:r>
          </a:p>
        </p:txBody>
      </p:sp>
    </p:spTree>
    <p:extLst>
      <p:ext uri="{BB962C8B-B14F-4D97-AF65-F5344CB8AC3E}">
        <p14:creationId xmlns:p14="http://schemas.microsoft.com/office/powerpoint/2010/main" val="23721102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CCE90-C08C-8582-13B1-367A9398F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14DA0-BE75-5888-FE06-2837D81A9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400" y="397668"/>
            <a:ext cx="9798050" cy="5317332"/>
          </a:xfrm>
        </p:spPr>
        <p:txBody>
          <a:bodyPr>
            <a:noAutofit/>
          </a:bodyPr>
          <a:lstStyle/>
          <a:p>
            <a:r>
              <a:rPr lang="es-MX" sz="4800" u="none" strike="noStrike" baseline="30000" dirty="0">
                <a:effectLst/>
              </a:rPr>
              <a:t>13</a:t>
            </a:r>
            <a:r>
              <a:rPr lang="es-MX" sz="4800" dirty="0"/>
              <a:t>‘Yo sé dónde moras: donde está el trono de Satanás. Guardas fielmente Mi nombre y no has negado Mi fe,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8BD49-EB98-945B-E1DB-FD4A8FC66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sz="2400" dirty="0"/>
              <a:t>Apocalipsis </a:t>
            </a:r>
            <a:r>
              <a:rPr lang="es-MX" dirty="0"/>
              <a:t>2:12-17</a:t>
            </a:r>
          </a:p>
        </p:txBody>
      </p:sp>
    </p:spTree>
    <p:extLst>
      <p:ext uri="{BB962C8B-B14F-4D97-AF65-F5344CB8AC3E}">
        <p14:creationId xmlns:p14="http://schemas.microsoft.com/office/powerpoint/2010/main" val="6351788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CCE90-C08C-8582-13B1-367A9398F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14DA0-BE75-5888-FE06-2837D81A9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400" y="397668"/>
            <a:ext cx="9798050" cy="5317332"/>
          </a:xfrm>
        </p:spPr>
        <p:txBody>
          <a:bodyPr>
            <a:noAutofit/>
          </a:bodyPr>
          <a:lstStyle/>
          <a:p>
            <a:r>
              <a:rPr lang="es-MX" sz="5400" dirty="0"/>
              <a:t>aun en los días de Antipas, </a:t>
            </a:r>
            <a:r>
              <a:rPr lang="es-MX" dirty="0"/>
              <a:t>Mi testigo, Mi siervo fiel, que fue muerto entre ustedes, donde mora Satanás.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8BD49-EB98-945B-E1DB-FD4A8FC66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sz="2400" dirty="0"/>
              <a:t>Apocalipsis </a:t>
            </a:r>
            <a:r>
              <a:rPr lang="es-MX" dirty="0"/>
              <a:t>2:12-17</a:t>
            </a:r>
          </a:p>
        </p:txBody>
      </p:sp>
    </p:spTree>
    <p:extLst>
      <p:ext uri="{BB962C8B-B14F-4D97-AF65-F5344CB8AC3E}">
        <p14:creationId xmlns:p14="http://schemas.microsoft.com/office/powerpoint/2010/main" val="19059169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3FCBC4-22A5-47A6-4825-B2DAAEE92F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15679" y="406401"/>
            <a:ext cx="10040892" cy="6168570"/>
          </a:xfrm>
        </p:spPr>
        <p:txBody>
          <a:bodyPr>
            <a:noAutofit/>
          </a:bodyPr>
          <a:lstStyle/>
          <a:p>
            <a:pPr algn="l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s-MX" sz="4000" dirty="0">
                <a:latin typeface="Montserrat SemiBold" panose="00000700000000000000" pitchFamily="2" charset="0"/>
              </a:rPr>
              <a:t> </a:t>
            </a:r>
            <a:r>
              <a:rPr lang="es-MX" sz="4000" b="1" i="0" dirty="0">
                <a:solidFill>
                  <a:srgbClr val="141F25"/>
                </a:solidFill>
                <a:effectLst/>
                <a:highlight>
                  <a:srgbClr val="F6F9FB"/>
                </a:highlight>
                <a:latin typeface="Noto Serif" panose="02020502060505020204" pitchFamily="18" charset="0"/>
              </a:rPr>
              <a:t>Cristo conoce la adversidad de Pérgamo</a:t>
            </a:r>
          </a:p>
          <a:p>
            <a:pPr lvl="1">
              <a:spcAft>
                <a:spcPts val="1800"/>
              </a:spcAft>
            </a:pPr>
            <a:r>
              <a:rPr lang="es-MX" b="1" dirty="0">
                <a:solidFill>
                  <a:srgbClr val="141F25"/>
                </a:solidFill>
                <a:highlight>
                  <a:srgbClr val="F6F9FB"/>
                </a:highlight>
                <a:latin typeface="Noto Serif" panose="02020502060505020204" pitchFamily="18" charset="0"/>
              </a:rPr>
              <a:t>La Fidelidad de Pérgamo</a:t>
            </a:r>
          </a:p>
          <a:p>
            <a:pPr lvl="1">
              <a:spcAft>
                <a:spcPts val="1800"/>
              </a:spcAft>
            </a:pPr>
            <a:r>
              <a:rPr lang="es-MX" b="1" i="0" dirty="0">
                <a:solidFill>
                  <a:srgbClr val="141F25"/>
                </a:solidFill>
                <a:effectLst/>
                <a:highlight>
                  <a:srgbClr val="F6F9FB"/>
                </a:highlight>
                <a:latin typeface="Noto Serif" panose="02020502060505020204" pitchFamily="18" charset="0"/>
              </a:rPr>
              <a:t>Antipas: Un Ejemplo de Fidelidad</a:t>
            </a:r>
          </a:p>
          <a:p>
            <a:pPr>
              <a:spcAft>
                <a:spcPts val="1800"/>
              </a:spcAft>
            </a:pPr>
            <a:r>
              <a:rPr lang="es-MX" sz="4000" dirty="0">
                <a:latin typeface="Montserrat SemiBold" panose="00000700000000000000" pitchFamily="2" charset="0"/>
              </a:rPr>
              <a:t> </a:t>
            </a:r>
            <a:r>
              <a:rPr lang="es-MX" sz="4000" b="1" i="0" dirty="0">
                <a:solidFill>
                  <a:srgbClr val="141F25"/>
                </a:solidFill>
                <a:effectLst/>
                <a:highlight>
                  <a:srgbClr val="F6F9FB"/>
                </a:highlight>
                <a:latin typeface="Noto Serif" panose="02020502060505020204" pitchFamily="18" charset="0"/>
              </a:rPr>
              <a:t>Cristo conoce la adversidad de Pérgamo</a:t>
            </a:r>
          </a:p>
        </p:txBody>
      </p:sp>
    </p:spTree>
    <p:extLst>
      <p:ext uri="{BB962C8B-B14F-4D97-AF65-F5344CB8AC3E}">
        <p14:creationId xmlns:p14="http://schemas.microsoft.com/office/powerpoint/2010/main" val="18277928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CCE90-C08C-8582-13B1-367A9398F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14DA0-BE75-5888-FE06-2837D81A9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400" y="397668"/>
            <a:ext cx="9798050" cy="5317332"/>
          </a:xfrm>
        </p:spPr>
        <p:txBody>
          <a:bodyPr>
            <a:noAutofit/>
          </a:bodyPr>
          <a:lstStyle/>
          <a:p>
            <a:r>
              <a:rPr lang="es-MX" u="none" strike="noStrike" baseline="30000" dirty="0">
                <a:effectLst/>
              </a:rPr>
              <a:t>14</a:t>
            </a:r>
            <a:r>
              <a:rPr lang="es-MX" dirty="0"/>
              <a:t>’Pero tengo unas pocas cosas contra ti, porque tienes ahí a los que mantienen la doctrina de Balaam,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8BD49-EB98-945B-E1DB-FD4A8FC66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sz="2400" dirty="0"/>
              <a:t>Apocalipsis </a:t>
            </a:r>
            <a:r>
              <a:rPr lang="es-MX" dirty="0"/>
              <a:t>2:12-17</a:t>
            </a:r>
          </a:p>
        </p:txBody>
      </p:sp>
    </p:spTree>
    <p:extLst>
      <p:ext uri="{BB962C8B-B14F-4D97-AF65-F5344CB8AC3E}">
        <p14:creationId xmlns:p14="http://schemas.microsoft.com/office/powerpoint/2010/main" val="28238261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CCE90-C08C-8582-13B1-367A9398F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14DA0-BE75-5888-FE06-2837D81A9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400" y="397668"/>
            <a:ext cx="9798050" cy="5317332"/>
          </a:xfrm>
        </p:spPr>
        <p:txBody>
          <a:bodyPr>
            <a:noAutofit/>
          </a:bodyPr>
          <a:lstStyle/>
          <a:p>
            <a:r>
              <a:rPr lang="es-MX" sz="4800" u="none" strike="noStrike" baseline="30000" dirty="0">
                <a:effectLst/>
              </a:rPr>
              <a:t>15</a:t>
            </a:r>
            <a:r>
              <a:rPr lang="es-MX" sz="4800" dirty="0"/>
              <a:t>’Así tú también tienes algunos que de la misma manera mantienen la doctrina de los nicolaítas.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8BD49-EB98-945B-E1DB-FD4A8FC66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sz="2400" dirty="0"/>
              <a:t>Apocalipsis </a:t>
            </a:r>
            <a:r>
              <a:rPr lang="es-MX" dirty="0"/>
              <a:t>2:12-17</a:t>
            </a:r>
          </a:p>
        </p:txBody>
      </p:sp>
    </p:spTree>
    <p:extLst>
      <p:ext uri="{BB962C8B-B14F-4D97-AF65-F5344CB8AC3E}">
        <p14:creationId xmlns:p14="http://schemas.microsoft.com/office/powerpoint/2010/main" val="8815799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00F9C-5506-5CAC-01F2-B9D9FE2E5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1 Mientras Israel habitaba en </a:t>
            </a:r>
            <a:r>
              <a:rPr lang="es-MX" dirty="0" err="1"/>
              <a:t>Sitim</a:t>
            </a:r>
            <a:r>
              <a:rPr lang="es-MX" dirty="0"/>
              <a:t>, el pueblo comenzó a prostituirse con las hijas de </a:t>
            </a:r>
            <a:r>
              <a:rPr lang="es-MX" dirty="0" err="1"/>
              <a:t>Moab</a:t>
            </a:r>
            <a:r>
              <a:rPr lang="es-MX" dirty="0"/>
              <a:t>.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205F8-8C52-3B0B-27DA-B73EA7E0A2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Números 25:1–3</a:t>
            </a:r>
          </a:p>
        </p:txBody>
      </p:sp>
    </p:spTree>
    <p:extLst>
      <p:ext uri="{BB962C8B-B14F-4D97-AF65-F5344CB8AC3E}">
        <p14:creationId xmlns:p14="http://schemas.microsoft.com/office/powerpoint/2010/main" val="26763651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00F9C-5506-5CAC-01F2-B9D9FE2E5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2 Y estas invitaron al pueblo a los sacrificios que hacían a sus dioses, y el pueblo comió y se postró ante sus dioses.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205F8-8C52-3B0B-27DA-B73EA7E0A2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Números 25:1–3</a:t>
            </a:r>
          </a:p>
        </p:txBody>
      </p:sp>
    </p:spTree>
    <p:extLst>
      <p:ext uri="{BB962C8B-B14F-4D97-AF65-F5344CB8AC3E}">
        <p14:creationId xmlns:p14="http://schemas.microsoft.com/office/powerpoint/2010/main" val="7427961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00F9C-5506-5CAC-01F2-B9D9FE2E5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3 Así Israel se unió a Baal de Peor, y se encendió la ira del SEÑOR contra Israel.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205F8-8C52-3B0B-27DA-B73EA7E0A2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Números 25:1–3</a:t>
            </a:r>
          </a:p>
        </p:txBody>
      </p:sp>
    </p:spTree>
    <p:extLst>
      <p:ext uri="{BB962C8B-B14F-4D97-AF65-F5344CB8AC3E}">
        <p14:creationId xmlns:p14="http://schemas.microsoft.com/office/powerpoint/2010/main" val="17865233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CCE90-C08C-8582-13B1-367A9398F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14DA0-BE75-5888-FE06-2837D81A9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400" y="397668"/>
            <a:ext cx="9798050" cy="5317332"/>
          </a:xfrm>
        </p:spPr>
        <p:txBody>
          <a:bodyPr>
            <a:noAutofit/>
          </a:bodyPr>
          <a:lstStyle/>
          <a:p>
            <a:r>
              <a:rPr lang="es-MX" sz="4800" dirty="0"/>
              <a:t>que enseñaba a </a:t>
            </a:r>
            <a:r>
              <a:rPr lang="es-MX" sz="4800" dirty="0" err="1"/>
              <a:t>Balac</a:t>
            </a:r>
            <a:r>
              <a:rPr lang="es-MX" sz="4800" dirty="0"/>
              <a:t> a poner tropiezo ante los israelitas, a comer cosas sacrificadas a los ídolos y a cometer actos de inmoralidad.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8BD49-EB98-945B-E1DB-FD4A8FC66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sz="2400" dirty="0"/>
              <a:t>Apocalipsis </a:t>
            </a:r>
            <a:r>
              <a:rPr lang="es-MX" dirty="0"/>
              <a:t>2:12-17</a:t>
            </a:r>
          </a:p>
        </p:txBody>
      </p:sp>
    </p:spTree>
    <p:extLst>
      <p:ext uri="{BB962C8B-B14F-4D97-AF65-F5344CB8AC3E}">
        <p14:creationId xmlns:p14="http://schemas.microsoft.com/office/powerpoint/2010/main" val="11873572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CCE90-C08C-8582-13B1-367A9398F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14DA0-BE75-5888-FE06-2837D81A9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400" y="397668"/>
            <a:ext cx="9798050" cy="5317332"/>
          </a:xfrm>
        </p:spPr>
        <p:txBody>
          <a:bodyPr>
            <a:noAutofit/>
          </a:bodyPr>
          <a:lstStyle/>
          <a:p>
            <a:r>
              <a:rPr lang="es-MX" sz="4800" u="none" strike="noStrike" baseline="30000" dirty="0">
                <a:effectLst/>
              </a:rPr>
              <a:t>16</a:t>
            </a:r>
            <a:r>
              <a:rPr lang="es-MX" sz="4800" dirty="0"/>
              <a:t>’Por tanto, arrepiéntete; si no, vendré a ti pronto y pelearé contra ellos con la espada de Mi boca.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8BD49-EB98-945B-E1DB-FD4A8FC66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sz="2400" dirty="0"/>
              <a:t>Apocalipsis </a:t>
            </a:r>
            <a:r>
              <a:rPr lang="es-MX" dirty="0"/>
              <a:t>2:12-17</a:t>
            </a:r>
          </a:p>
        </p:txBody>
      </p:sp>
    </p:spTree>
    <p:extLst>
      <p:ext uri="{BB962C8B-B14F-4D97-AF65-F5344CB8AC3E}">
        <p14:creationId xmlns:p14="http://schemas.microsoft.com/office/powerpoint/2010/main" val="9695241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C290E1D-77D7-488D-E10D-902F46611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Pérgamo ha coqueteado con falsos maestros que los motivan a participar de la idolatría, pero Cristo viene a pelar contra ellos.</a:t>
            </a:r>
          </a:p>
        </p:txBody>
      </p:sp>
    </p:spTree>
    <p:extLst>
      <p:ext uri="{BB962C8B-B14F-4D97-AF65-F5344CB8AC3E}">
        <p14:creationId xmlns:p14="http://schemas.microsoft.com/office/powerpoint/2010/main" val="33762335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08076-5D69-7E8E-18D5-536187914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5142" y="397701"/>
            <a:ext cx="8668657" cy="748347"/>
          </a:xfrm>
        </p:spPr>
        <p:txBody>
          <a:bodyPr/>
          <a:lstStyle/>
          <a:p>
            <a:r>
              <a:rPr lang="es-MX" sz="4400" dirty="0">
                <a:latin typeface="Montserrat SemiBold" panose="00000700000000000000" pitchFamily="2" charset="0"/>
              </a:rPr>
              <a:t>IDEA CLAVE</a:t>
            </a:r>
            <a:endParaRPr lang="es-MX" dirty="0">
              <a:latin typeface="Montserrat ExtraBold" panose="00000900000000000000" pitchFamily="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3FCBC4-22A5-47A6-4825-B2DAAEE92F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15679" y="1536569"/>
            <a:ext cx="10040892" cy="4762631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s-MX" sz="4000" dirty="0">
                <a:latin typeface="Montserrat SemiBold" panose="00000700000000000000" pitchFamily="2" charset="0"/>
              </a:rPr>
              <a:t>No debemos tolerar enseñanzas que nos inviten a coquetear con el pecado.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s-MX" sz="4000" dirty="0">
                <a:latin typeface="Montserrat SemiBold" panose="00000700000000000000" pitchFamily="2" charset="0"/>
              </a:rPr>
              <a:t>Necesitamos que Dios nos ayude a ver el pecado como realmente Es.</a:t>
            </a:r>
          </a:p>
        </p:txBody>
      </p:sp>
    </p:spTree>
    <p:extLst>
      <p:ext uri="{BB962C8B-B14F-4D97-AF65-F5344CB8AC3E}">
        <p14:creationId xmlns:p14="http://schemas.microsoft.com/office/powerpoint/2010/main" val="18882377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CCE90-C08C-8582-13B1-367A9398F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14DA0-BE75-5888-FE06-2837D81A9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400" y="397668"/>
            <a:ext cx="9798050" cy="5317332"/>
          </a:xfrm>
        </p:spPr>
        <p:txBody>
          <a:bodyPr>
            <a:noAutofit/>
          </a:bodyPr>
          <a:lstStyle/>
          <a:p>
            <a:r>
              <a:rPr lang="es-MX" sz="4800" u="none" strike="noStrike" baseline="30000" dirty="0">
                <a:effectLst/>
              </a:rPr>
              <a:t>17</a:t>
            </a:r>
            <a:r>
              <a:rPr lang="es-MX" sz="4800" dirty="0"/>
              <a:t>’El que tiene oído, oiga lo que el Espíritu dice a las iglesias.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8BD49-EB98-945B-E1DB-FD4A8FC66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sz="2400" dirty="0"/>
              <a:t>Apocalipsis </a:t>
            </a:r>
            <a:r>
              <a:rPr lang="es-MX" dirty="0"/>
              <a:t>2:12-17</a:t>
            </a:r>
          </a:p>
        </p:txBody>
      </p:sp>
    </p:spTree>
    <p:extLst>
      <p:ext uri="{BB962C8B-B14F-4D97-AF65-F5344CB8AC3E}">
        <p14:creationId xmlns:p14="http://schemas.microsoft.com/office/powerpoint/2010/main" val="20699401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CCE90-C08C-8582-13B1-367A9398F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14DA0-BE75-5888-FE06-2837D81A9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400" y="397668"/>
            <a:ext cx="9798050" cy="5317332"/>
          </a:xfrm>
        </p:spPr>
        <p:txBody>
          <a:bodyPr>
            <a:noAutofit/>
          </a:bodyPr>
          <a:lstStyle/>
          <a:p>
            <a:r>
              <a:rPr lang="es-MX" sz="4500" dirty="0"/>
              <a:t>Al vencedor le daré del maná escondido y le daré una piedrecita blanca, y grabado en la piedrecita un nombre nuevo, el cual nadie conoce sino aquel que lo recibe’ ”».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8BD49-EB98-945B-E1DB-FD4A8FC66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sz="2400" dirty="0"/>
              <a:t>Apocalipsis </a:t>
            </a:r>
            <a:r>
              <a:rPr lang="es-MX" dirty="0"/>
              <a:t>2:12-17</a:t>
            </a:r>
          </a:p>
        </p:txBody>
      </p:sp>
    </p:spTree>
    <p:extLst>
      <p:ext uri="{BB962C8B-B14F-4D97-AF65-F5344CB8AC3E}">
        <p14:creationId xmlns:p14="http://schemas.microsoft.com/office/powerpoint/2010/main" val="17785283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3FB8D-08A8-FC10-E34A-95879748D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Jesús les dijo: «Yo soy el pan de la vida; el que viene a Mí no tendrá hambre, y el que cree en Mí nunca tendrá sed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0E258D-D715-7985-14B5-9E68029679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Juan 6.35</a:t>
            </a:r>
          </a:p>
        </p:txBody>
      </p:sp>
    </p:spTree>
    <p:extLst>
      <p:ext uri="{BB962C8B-B14F-4D97-AF65-F5344CB8AC3E}">
        <p14:creationId xmlns:p14="http://schemas.microsoft.com/office/powerpoint/2010/main" val="5793471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9E3DE-3E06-AA9C-3C4A-F61C94503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MX" sz="3600" dirty="0"/>
              <a:t>Él se presentará delante del sacerdote Eleazar, quien consultará por él por medio del juicio del </a:t>
            </a:r>
            <a:r>
              <a:rPr lang="es-MX" sz="3600" dirty="0" err="1"/>
              <a:t>Urim</a:t>
            </a:r>
            <a:r>
              <a:rPr lang="es-MX" sz="3600" dirty="0"/>
              <a:t> delante del SEÑOR. A su palabra saldrán y a su palabra entrarán, él y todos los israelitas con él, es decir, toda la congregación».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0232DD-5BAC-A787-8F47-4C21F8F0F8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Números 27:21</a:t>
            </a:r>
          </a:p>
        </p:txBody>
      </p:sp>
    </p:spTree>
    <p:extLst>
      <p:ext uri="{BB962C8B-B14F-4D97-AF65-F5344CB8AC3E}">
        <p14:creationId xmlns:p14="http://schemas.microsoft.com/office/powerpoint/2010/main" val="17561639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125BE-3EC7-0A96-D835-BF71D519F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MX" sz="4800" dirty="0"/>
              <a:t>…Y te llamarán con un nombre nuevo, Que la boca del SEÑOR determinará.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4DA7C3-8081-0F1C-AB74-2296012A11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MX" dirty="0"/>
              <a:t>Isaías 62:</a:t>
            </a:r>
          </a:p>
        </p:txBody>
      </p:sp>
    </p:spTree>
    <p:extLst>
      <p:ext uri="{BB962C8B-B14F-4D97-AF65-F5344CB8AC3E}">
        <p14:creationId xmlns:p14="http://schemas.microsoft.com/office/powerpoint/2010/main" val="37293169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DD97DD-43D3-F5D3-B4EE-BD7F9628B26B}"/>
              </a:ext>
            </a:extLst>
          </p:cNvPr>
          <p:cNvSpPr txBox="1"/>
          <p:nvPr/>
        </p:nvSpPr>
        <p:spPr>
          <a:xfrm>
            <a:off x="729343" y="3508696"/>
            <a:ext cx="10370642" cy="1461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s-MX" sz="2400" b="1" cap="all" spc="300" dirty="0">
                <a:solidFill>
                  <a:schemeClr val="bg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Una iglesia que ha caído </a:t>
            </a:r>
          </a:p>
          <a:p>
            <a:pPr algn="ctr">
              <a:lnSpc>
                <a:spcPct val="200000"/>
              </a:lnSpc>
            </a:pPr>
            <a:r>
              <a:rPr lang="es-MX" sz="2400" b="1" cap="all" spc="300" dirty="0">
                <a:solidFill>
                  <a:schemeClr val="bg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en adulterio espiritual</a:t>
            </a:r>
            <a:endParaRPr lang="es-MX" sz="3600" b="1" cap="all" spc="300" dirty="0">
              <a:solidFill>
                <a:schemeClr val="bg1">
                  <a:lumMod val="75000"/>
                  <a:lumOff val="2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3" name="Rectángulo 1">
            <a:extLst>
              <a:ext uri="{FF2B5EF4-FFF2-40B4-BE49-F238E27FC236}">
                <a16:creationId xmlns:a16="http://schemas.microsoft.com/office/drawing/2014/main" id="{CA07F423-46C6-CDD8-E4AD-233D53E2809D}"/>
              </a:ext>
            </a:extLst>
          </p:cNvPr>
          <p:cNvSpPr/>
          <p:nvPr/>
        </p:nvSpPr>
        <p:spPr>
          <a:xfrm>
            <a:off x="729343" y="1387795"/>
            <a:ext cx="10650170" cy="2215991"/>
          </a:xfrm>
          <a:prstGeom prst="rect">
            <a:avLst/>
          </a:prstGeom>
          <a:noFill/>
          <a:effectLst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13800" cap="all" dirty="0" err="1">
                <a:ln w="12700" cmpd="sng">
                  <a:noFill/>
                  <a:prstDash val="solid"/>
                </a:ln>
                <a:solidFill>
                  <a:schemeClr val="bg1">
                    <a:lumMod val="75000"/>
                    <a:lumOff val="25000"/>
                  </a:schemeClr>
                </a:solidFill>
                <a:latin typeface="EB Garamond" pitchFamily="2" charset="0"/>
                <a:ea typeface="EB Garamond" pitchFamily="2" charset="0"/>
                <a:cs typeface="EB Garamond" pitchFamily="2" charset="0"/>
              </a:rPr>
              <a:t>tiatira</a:t>
            </a:r>
            <a:endParaRPr lang="es-ES" sz="13800" cap="all" dirty="0">
              <a:ln w="12700" cmpd="sng">
                <a:noFill/>
                <a:prstDash val="solid"/>
              </a:ln>
              <a:solidFill>
                <a:schemeClr val="bg1">
                  <a:lumMod val="75000"/>
                  <a:lumOff val="25000"/>
                </a:schemeClr>
              </a:solidFill>
              <a:latin typeface="EB Garamond" pitchFamily="2" charset="0"/>
              <a:ea typeface="EB Garamond" pitchFamily="2" charset="0"/>
              <a:cs typeface="EB Garamon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03445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map with a route&#10;&#10;Description automatically generated">
            <a:extLst>
              <a:ext uri="{FF2B5EF4-FFF2-40B4-BE49-F238E27FC236}">
                <a16:creationId xmlns:a16="http://schemas.microsoft.com/office/drawing/2014/main" id="{14452B05-4D2A-096E-5D37-DE2A37DE50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467" y="702733"/>
            <a:ext cx="10905066" cy="5452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58355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125BE-3EC7-0A96-D835-BF71D519F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MX" sz="4400" u="none" strike="noStrike" baseline="30000" dirty="0">
                <a:effectLst/>
              </a:rPr>
              <a:t>18</a:t>
            </a:r>
            <a:r>
              <a:rPr lang="es-MX" sz="4400" dirty="0"/>
              <a:t>«Escribe al ángel de la iglesia en </a:t>
            </a:r>
            <a:r>
              <a:rPr lang="es-MX" sz="4400" dirty="0" err="1"/>
              <a:t>Tiatira</a:t>
            </a:r>
            <a:r>
              <a:rPr lang="es-MX" sz="4400" dirty="0"/>
              <a:t>: “El Hijo de Dios, que tiene ojos como llama de fuego, y Sus pies son semejantes al bronce bruñido, dice esto: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4DA7C3-8081-0F1C-AB74-2296012A11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MX" dirty="0"/>
              <a:t>Apocalipsis 2:18 - 29</a:t>
            </a:r>
          </a:p>
        </p:txBody>
      </p:sp>
    </p:spTree>
    <p:extLst>
      <p:ext uri="{BB962C8B-B14F-4D97-AF65-F5344CB8AC3E}">
        <p14:creationId xmlns:p14="http://schemas.microsoft.com/office/powerpoint/2010/main" val="11864021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125BE-3EC7-0A96-D835-BF71D519F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MX" sz="4800" u="none" strike="noStrike" baseline="30000" dirty="0">
                <a:effectLst/>
              </a:rPr>
              <a:t>19</a:t>
            </a:r>
            <a:r>
              <a:rPr lang="es-MX" sz="4800" dirty="0"/>
              <a:t>‘Yo conozco tus obras, tu amor, tu fe, tu servicio y tu perseverancia, y que tus obras recientes son mayores que las primeras.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4DA7C3-8081-0F1C-AB74-2296012A11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MX" dirty="0"/>
              <a:t>Apocalipsis 2:18 - 29</a:t>
            </a:r>
          </a:p>
        </p:txBody>
      </p:sp>
    </p:spTree>
    <p:extLst>
      <p:ext uri="{BB962C8B-B14F-4D97-AF65-F5344CB8AC3E}">
        <p14:creationId xmlns:p14="http://schemas.microsoft.com/office/powerpoint/2010/main" val="9420907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125BE-3EC7-0A96-D835-BF71D519F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MX" sz="4000" u="none" strike="noStrike" baseline="30000" dirty="0">
                <a:effectLst/>
              </a:rPr>
              <a:t>20</a:t>
            </a:r>
            <a:r>
              <a:rPr lang="es-MX" sz="4000" dirty="0"/>
              <a:t>’Pero tengo esto contra ti: que toleras a esa mujer Jezabel, que se dice ser profetisa, y enseña y seduce a Mis siervos a que cometan actos inmorales y coman cosas sacrificadas a los ídolos.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4DA7C3-8081-0F1C-AB74-2296012A11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MX" dirty="0"/>
              <a:t>Apocalipsis 2:18 - 29</a:t>
            </a:r>
          </a:p>
        </p:txBody>
      </p:sp>
    </p:spTree>
    <p:extLst>
      <p:ext uri="{BB962C8B-B14F-4D97-AF65-F5344CB8AC3E}">
        <p14:creationId xmlns:p14="http://schemas.microsoft.com/office/powerpoint/2010/main" val="26279656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4480F-DE92-33F2-09CE-5ECD84059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 err="1"/>
              <a:t>Acab</a:t>
            </a:r>
            <a:r>
              <a:rPr lang="es-MX" dirty="0"/>
              <a:t>… tomó por mujer a Jezabel, hija de Et Baal, rey de los sidonios, y fue a servir a Baal y lo adoró.</a:t>
            </a:r>
            <a:br>
              <a:rPr lang="es-MX" dirty="0"/>
            </a:br>
            <a:endParaRPr lang="es-MX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92B25E-F1A0-FFBE-1B2F-DBD16C94B4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MX" dirty="0"/>
              <a:t>1º Reyes 16:3</a:t>
            </a:r>
          </a:p>
        </p:txBody>
      </p:sp>
    </p:spTree>
    <p:extLst>
      <p:ext uri="{BB962C8B-B14F-4D97-AF65-F5344CB8AC3E}">
        <p14:creationId xmlns:p14="http://schemas.microsoft.com/office/powerpoint/2010/main" val="38458284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125BE-3EC7-0A96-D835-BF71D519F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MX" sz="4800" u="none" strike="noStrike" baseline="30000" dirty="0">
                <a:effectLst/>
              </a:rPr>
              <a:t>21</a:t>
            </a:r>
            <a:r>
              <a:rPr lang="es-MX" sz="4800" dirty="0"/>
              <a:t>’Le he dado tiempo para arrepentirse, y no quiere arrepentirse de su inmoralidad.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4DA7C3-8081-0F1C-AB74-2296012A11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MX" dirty="0"/>
              <a:t>Apocalipsis 2:18 - 29</a:t>
            </a:r>
          </a:p>
        </p:txBody>
      </p:sp>
    </p:spTree>
    <p:extLst>
      <p:ext uri="{BB962C8B-B14F-4D97-AF65-F5344CB8AC3E}">
        <p14:creationId xmlns:p14="http://schemas.microsoft.com/office/powerpoint/2010/main" val="168197981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125BE-3EC7-0A96-D835-BF71D519F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MX" sz="4400" u="none" strike="noStrike" baseline="30000" dirty="0">
                <a:effectLst/>
              </a:rPr>
              <a:t>22</a:t>
            </a:r>
            <a:r>
              <a:rPr lang="es-MX" sz="4400" dirty="0"/>
              <a:t>’Por eso, la postraré en cama, y a los que cometen adulterio con ella los arrojaré en gran tribulación, si no se arrepienten de las obras de ella.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4DA7C3-8081-0F1C-AB74-2296012A11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MX" dirty="0"/>
              <a:t>Apocalipsis 2:18 - 29</a:t>
            </a:r>
          </a:p>
        </p:txBody>
      </p:sp>
    </p:spTree>
    <p:extLst>
      <p:ext uri="{BB962C8B-B14F-4D97-AF65-F5344CB8AC3E}">
        <p14:creationId xmlns:p14="http://schemas.microsoft.com/office/powerpoint/2010/main" val="269938748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125BE-3EC7-0A96-D835-BF71D519F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MX" sz="4400" u="none" strike="noStrike" baseline="30000" dirty="0">
                <a:effectLst/>
              </a:rPr>
              <a:t>23</a:t>
            </a:r>
            <a:r>
              <a:rPr lang="es-MX" sz="4400" dirty="0"/>
              <a:t>’A sus hijos mataré con pestilencia, y todas las iglesias sabrán que Yo soy el que escudriña las mentes y los corazones, y les daré a cada uno según sus obras.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4DA7C3-8081-0F1C-AB74-2296012A11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MX" dirty="0"/>
              <a:t>Apocalipsis 2:18 - 29</a:t>
            </a:r>
          </a:p>
        </p:txBody>
      </p:sp>
    </p:spTree>
    <p:extLst>
      <p:ext uri="{BB962C8B-B14F-4D97-AF65-F5344CB8AC3E}">
        <p14:creationId xmlns:p14="http://schemas.microsoft.com/office/powerpoint/2010/main" val="101414113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4D084-2EC4-32A1-372C-E2A9D0697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0"/>
            <a:r>
              <a:rPr lang="es-MX" dirty="0"/>
              <a:t>9 Más engañoso que todo es el corazón, Y sin remedio; ¿Quién lo comprenderá?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15F4D3-C692-E73C-469C-518E9ACCD6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Jeremías 17:9-10</a:t>
            </a:r>
          </a:p>
        </p:txBody>
      </p:sp>
    </p:spTree>
    <p:extLst>
      <p:ext uri="{BB962C8B-B14F-4D97-AF65-F5344CB8AC3E}">
        <p14:creationId xmlns:p14="http://schemas.microsoft.com/office/powerpoint/2010/main" val="356266268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4D084-2EC4-32A1-372C-E2A9D0697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rtl="0"/>
            <a:r>
              <a:rPr lang="es-MX" sz="4800" dirty="0"/>
              <a:t>10»Yo, el SEÑOR, escudriño el corazón, Pruebo los pensamientos, Para dar a cada uno según sus caminos, Según el fruto de sus obras.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15F4D3-C692-E73C-469C-518E9ACCD6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Jeremías 17:9-10</a:t>
            </a:r>
          </a:p>
        </p:txBody>
      </p:sp>
    </p:spTree>
    <p:extLst>
      <p:ext uri="{BB962C8B-B14F-4D97-AF65-F5344CB8AC3E}">
        <p14:creationId xmlns:p14="http://schemas.microsoft.com/office/powerpoint/2010/main" val="103190018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125BE-3EC7-0A96-D835-BF71D519F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MX" sz="3600" u="none" strike="noStrike" baseline="30000" dirty="0">
                <a:effectLst/>
              </a:rPr>
              <a:t>24</a:t>
            </a:r>
            <a:r>
              <a:rPr lang="es-MX" sz="3600" dirty="0"/>
              <a:t>’Pero a ustedes, a los demás que están en </a:t>
            </a:r>
            <a:r>
              <a:rPr lang="es-MX" sz="3600" dirty="0" err="1"/>
              <a:t>Tiatira</a:t>
            </a:r>
            <a:r>
              <a:rPr lang="es-MX" sz="3600" dirty="0"/>
              <a:t>, a cuantos no tienen esta doctrina, que no han conocido las cosas profundas de Satanás, como ellos las llaman, les digo, que no les impongo otra carga.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4DA7C3-8081-0F1C-AB74-2296012A11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MX" dirty="0"/>
              <a:t>Apocalipsis 2:18 - 29</a:t>
            </a:r>
          </a:p>
        </p:txBody>
      </p:sp>
    </p:spTree>
    <p:extLst>
      <p:ext uri="{BB962C8B-B14F-4D97-AF65-F5344CB8AC3E}">
        <p14:creationId xmlns:p14="http://schemas.microsoft.com/office/powerpoint/2010/main" val="25997478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125BE-3EC7-0A96-D835-BF71D519F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MX" sz="4800" u="none" strike="noStrike" baseline="30000" dirty="0">
                <a:effectLst/>
              </a:rPr>
              <a:t>25</a:t>
            </a:r>
            <a:r>
              <a:rPr lang="es-MX" sz="4800" dirty="0"/>
              <a:t>’No obstante, lo que tienen, reténganlo hasta que Yo venga.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4DA7C3-8081-0F1C-AB74-2296012A11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MX" dirty="0"/>
              <a:t>Apocalipsis 2:18 - 29</a:t>
            </a:r>
          </a:p>
        </p:txBody>
      </p:sp>
    </p:spTree>
    <p:extLst>
      <p:ext uri="{BB962C8B-B14F-4D97-AF65-F5344CB8AC3E}">
        <p14:creationId xmlns:p14="http://schemas.microsoft.com/office/powerpoint/2010/main" val="4284790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C290E1D-77D7-488D-E10D-902F46611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En </a:t>
            </a:r>
            <a:r>
              <a:rPr lang="es-MX" dirty="0" err="1"/>
              <a:t>Tiatira</a:t>
            </a:r>
            <a:r>
              <a:rPr lang="es-MX" dirty="0"/>
              <a:t> algunos han adulterado con el pecado, el Señor viene a juzgar a los adúlteros para que todos sepan que él escudriña y pesa los corazones.</a:t>
            </a:r>
          </a:p>
        </p:txBody>
      </p:sp>
    </p:spTree>
    <p:extLst>
      <p:ext uri="{BB962C8B-B14F-4D97-AF65-F5344CB8AC3E}">
        <p14:creationId xmlns:p14="http://schemas.microsoft.com/office/powerpoint/2010/main" val="426162832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08076-5D69-7E8E-18D5-536187914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5142" y="397701"/>
            <a:ext cx="8668657" cy="748347"/>
          </a:xfrm>
        </p:spPr>
        <p:txBody>
          <a:bodyPr/>
          <a:lstStyle/>
          <a:p>
            <a:r>
              <a:rPr lang="es-MX" sz="4400" dirty="0">
                <a:latin typeface="Montserrat SemiBold" panose="00000700000000000000" pitchFamily="2" charset="0"/>
              </a:rPr>
              <a:t>IDEA CLAVE</a:t>
            </a:r>
            <a:endParaRPr lang="es-MX" dirty="0">
              <a:latin typeface="Montserrat ExtraBold" panose="00000900000000000000" pitchFamily="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3FCBC4-22A5-47A6-4825-B2DAAEE92F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15679" y="1536569"/>
            <a:ext cx="10040892" cy="4762631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s-MX" sz="4000" dirty="0">
                <a:latin typeface="Montserrat SemiBold" panose="00000700000000000000" pitchFamily="2" charset="0"/>
              </a:rPr>
              <a:t>Ya que Señor pesa nuestros corazones y nos dará conforme a nuestras obras, no podemos adulterar espiritualmente y salir sin consecuencias.</a:t>
            </a:r>
          </a:p>
        </p:txBody>
      </p:sp>
    </p:spTree>
    <p:extLst>
      <p:ext uri="{BB962C8B-B14F-4D97-AF65-F5344CB8AC3E}">
        <p14:creationId xmlns:p14="http://schemas.microsoft.com/office/powerpoint/2010/main" val="305013747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125BE-3EC7-0A96-D835-BF71D519F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MX" sz="4800" u="none" strike="noStrike" baseline="30000" dirty="0">
                <a:effectLst/>
              </a:rPr>
              <a:t>26</a:t>
            </a:r>
            <a:r>
              <a:rPr lang="es-MX" sz="4800" dirty="0"/>
              <a:t>’Al vencedor, al que guarda Mis obras hasta el fin, </a:t>
            </a:r>
            <a:r>
              <a:rPr lang="es-MX" sz="4800" cap="small" dirty="0">
                <a:effectLst/>
              </a:rPr>
              <a:t>le daré autoridad sobre las naciones</a:t>
            </a:r>
            <a:r>
              <a:rPr lang="es-MX" sz="4800" dirty="0"/>
              <a:t>;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4DA7C3-8081-0F1C-AB74-2296012A11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MX" dirty="0"/>
              <a:t>Apocalipsis 2:18 - 29</a:t>
            </a:r>
          </a:p>
        </p:txBody>
      </p:sp>
    </p:spTree>
    <p:extLst>
      <p:ext uri="{BB962C8B-B14F-4D97-AF65-F5344CB8AC3E}">
        <p14:creationId xmlns:p14="http://schemas.microsoft.com/office/powerpoint/2010/main" val="21772385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125BE-3EC7-0A96-D835-BF71D519F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MX" sz="4800" u="none" strike="noStrike" baseline="30000" dirty="0">
                <a:effectLst/>
              </a:rPr>
              <a:t>27</a:t>
            </a:r>
            <a:r>
              <a:rPr lang="es-MX" sz="4800" cap="small" dirty="0">
                <a:effectLst/>
              </a:rPr>
              <a:t>y las regirá</a:t>
            </a:r>
            <a:r>
              <a:rPr lang="es-MX" sz="4800" dirty="0"/>
              <a:t> </a:t>
            </a:r>
            <a:r>
              <a:rPr lang="es-MX" sz="4800" cap="small" dirty="0">
                <a:effectLst/>
              </a:rPr>
              <a:t>con vara de hierro</a:t>
            </a:r>
            <a:r>
              <a:rPr lang="es-MX" sz="4800" dirty="0"/>
              <a:t>, </a:t>
            </a:r>
            <a:r>
              <a:rPr lang="es-MX" sz="4800" cap="small" dirty="0">
                <a:effectLst/>
              </a:rPr>
              <a:t>como los vasos del alfarero son hechos pedazos</a:t>
            </a:r>
            <a:r>
              <a:rPr lang="es-MX" sz="4800" dirty="0"/>
              <a:t>, como Yo también he recibido autoridad de Mi Padre.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4DA7C3-8081-0F1C-AB74-2296012A11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MX" dirty="0"/>
              <a:t>Apocalipsis 2:18 - 29</a:t>
            </a:r>
          </a:p>
        </p:txBody>
      </p:sp>
    </p:spTree>
    <p:extLst>
      <p:ext uri="{BB962C8B-B14F-4D97-AF65-F5344CB8AC3E}">
        <p14:creationId xmlns:p14="http://schemas.microsoft.com/office/powerpoint/2010/main" val="125597808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125BE-3EC7-0A96-D835-BF71D519F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MX" sz="4800" u="none" strike="noStrike" baseline="30000" dirty="0">
                <a:effectLst/>
              </a:rPr>
              <a:t>28</a:t>
            </a:r>
            <a:r>
              <a:rPr lang="es-MX" sz="4800" dirty="0"/>
              <a:t>’Y le daré el lucero de la mañana. </a:t>
            </a:r>
            <a:r>
              <a:rPr lang="es-MX" sz="4800" u="none" strike="noStrike" baseline="30000" dirty="0">
                <a:effectLst/>
              </a:rPr>
              <a:t>29</a:t>
            </a:r>
            <a:r>
              <a:rPr lang="es-MX" sz="4800" dirty="0"/>
              <a:t>’El que tiene oído, oiga lo que el Espíritu dice a las iglesias’ ”».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4DA7C3-8081-0F1C-AB74-2296012A11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MX" dirty="0"/>
              <a:t>Apocalipsis 2:18 - 29</a:t>
            </a:r>
          </a:p>
        </p:txBody>
      </p:sp>
    </p:spTree>
    <p:extLst>
      <p:ext uri="{BB962C8B-B14F-4D97-AF65-F5344CB8AC3E}">
        <p14:creationId xmlns:p14="http://schemas.microsoft.com/office/powerpoint/2010/main" val="412901596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2EBF5-3582-9E92-D960-325C8547A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MX" sz="4000" dirty="0"/>
              <a:t>«Yo, Jesús, he enviado a Mi ángel a fin de darles a ustedes testimonio de estas cosas para las iglesias. Yo soy la raíz y la descendencia de David, el lucero resplandeciente de la mañana».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E50B53-3F40-B0C7-4011-F60D497408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Apocalipsis 22:16</a:t>
            </a:r>
          </a:p>
        </p:txBody>
      </p:sp>
    </p:spTree>
    <p:extLst>
      <p:ext uri="{BB962C8B-B14F-4D97-AF65-F5344CB8AC3E}">
        <p14:creationId xmlns:p14="http://schemas.microsoft.com/office/powerpoint/2010/main" val="295450734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DD97DD-43D3-F5D3-B4EE-BD7F9628B26B}"/>
              </a:ext>
            </a:extLst>
          </p:cNvPr>
          <p:cNvSpPr txBox="1"/>
          <p:nvPr/>
        </p:nvSpPr>
        <p:spPr>
          <a:xfrm>
            <a:off x="729343" y="3508696"/>
            <a:ext cx="10370642" cy="722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s-MX" sz="2400" b="1" cap="all" spc="300" dirty="0">
                <a:solidFill>
                  <a:schemeClr val="bg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El resultado del adulterio espiritual</a:t>
            </a:r>
            <a:endParaRPr lang="es-MX" sz="3600" b="1" cap="all" spc="300" dirty="0">
              <a:solidFill>
                <a:schemeClr val="bg1">
                  <a:lumMod val="75000"/>
                  <a:lumOff val="2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3" name="Rectángulo 1">
            <a:extLst>
              <a:ext uri="{FF2B5EF4-FFF2-40B4-BE49-F238E27FC236}">
                <a16:creationId xmlns:a16="http://schemas.microsoft.com/office/drawing/2014/main" id="{CA07F423-46C6-CDD8-E4AD-233D53E2809D}"/>
              </a:ext>
            </a:extLst>
          </p:cNvPr>
          <p:cNvSpPr/>
          <p:nvPr/>
        </p:nvSpPr>
        <p:spPr>
          <a:xfrm>
            <a:off x="729343" y="1387795"/>
            <a:ext cx="10650170" cy="2215991"/>
          </a:xfrm>
          <a:prstGeom prst="rect">
            <a:avLst/>
          </a:prstGeom>
          <a:noFill/>
          <a:effectLst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13800" cap="all" dirty="0" err="1">
                <a:ln w="12700" cmpd="sng">
                  <a:noFill/>
                  <a:prstDash val="solid"/>
                </a:ln>
                <a:solidFill>
                  <a:schemeClr val="bg1">
                    <a:lumMod val="75000"/>
                    <a:lumOff val="25000"/>
                  </a:schemeClr>
                </a:solidFill>
                <a:latin typeface="EB Garamond" pitchFamily="2" charset="0"/>
                <a:ea typeface="EB Garamond" pitchFamily="2" charset="0"/>
                <a:cs typeface="EB Garamond" pitchFamily="2" charset="0"/>
              </a:rPr>
              <a:t>sardis</a:t>
            </a:r>
            <a:endParaRPr lang="es-ES" sz="13800" cap="all" dirty="0">
              <a:ln w="12700" cmpd="sng">
                <a:noFill/>
                <a:prstDash val="solid"/>
              </a:ln>
              <a:solidFill>
                <a:schemeClr val="bg1">
                  <a:lumMod val="75000"/>
                  <a:lumOff val="25000"/>
                </a:schemeClr>
              </a:solidFill>
              <a:latin typeface="EB Garamond" pitchFamily="2" charset="0"/>
              <a:ea typeface="EB Garamond" pitchFamily="2" charset="0"/>
              <a:cs typeface="EB Garamon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710864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map with a route&#10;&#10;Description automatically generated">
            <a:extLst>
              <a:ext uri="{FF2B5EF4-FFF2-40B4-BE49-F238E27FC236}">
                <a16:creationId xmlns:a16="http://schemas.microsoft.com/office/drawing/2014/main" id="{14452B05-4D2A-096E-5D37-DE2A37DE50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467" y="702733"/>
            <a:ext cx="10905066" cy="5452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422040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2EBF5-3582-9E92-D960-325C8547A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MX" sz="4000" dirty="0"/>
              <a:t>«Escribe al ángel de la iglesia en </a:t>
            </a:r>
            <a:r>
              <a:rPr lang="es-MX" sz="4000" dirty="0" err="1"/>
              <a:t>Sardis</a:t>
            </a:r>
            <a:r>
              <a:rPr lang="es-MX" sz="4000" dirty="0"/>
              <a:t>: “El que tiene los siete Espíritus de Dios y las siete estrellas, dice esto: ‘Yo conozco tus obras, que tienes nombre de que vives, pero estás muerto.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E50B53-3F40-B0C7-4011-F60D497408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Apocalipsis 3:1-6</a:t>
            </a:r>
          </a:p>
        </p:txBody>
      </p:sp>
    </p:spTree>
    <p:extLst>
      <p:ext uri="{BB962C8B-B14F-4D97-AF65-F5344CB8AC3E}">
        <p14:creationId xmlns:p14="http://schemas.microsoft.com/office/powerpoint/2010/main" val="261520671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2EBF5-3582-9E92-D960-325C8547A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MX" sz="4000" dirty="0"/>
              <a:t>2’Ponte en vela y afirma las cosas que quedan, que estaban a punto de morir, porque no he hallado completas tus obras delante de Mi Dios.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E50B53-3F40-B0C7-4011-F60D497408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Apocalipsis 3:1-6</a:t>
            </a:r>
          </a:p>
        </p:txBody>
      </p:sp>
    </p:spTree>
    <p:extLst>
      <p:ext uri="{BB962C8B-B14F-4D97-AF65-F5344CB8AC3E}">
        <p14:creationId xmlns:p14="http://schemas.microsoft.com/office/powerpoint/2010/main" val="295560656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2EBF5-3582-9E92-D960-325C8547A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MX" sz="4000" dirty="0"/>
              <a:t>3’Acuérdate, pues, de lo que has recibido y oído; guárdalo y arrepiéntete. Por tanto, si no velas, vendré como ladrón, y no sabrás a qué hora vendré sobre ti.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E50B53-3F40-B0C7-4011-F60D497408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Apocalipsis 3:1-6</a:t>
            </a:r>
          </a:p>
        </p:txBody>
      </p:sp>
    </p:spTree>
    <p:extLst>
      <p:ext uri="{BB962C8B-B14F-4D97-AF65-F5344CB8AC3E}">
        <p14:creationId xmlns:p14="http://schemas.microsoft.com/office/powerpoint/2010/main" val="279572723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C290E1D-77D7-488D-E10D-902F46611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Sardis</a:t>
            </a:r>
            <a:r>
              <a:rPr lang="es-MX" dirty="0"/>
              <a:t> se entregó a la fidelidad y como consecuencia está muerta espiritualmente,  Cristo le llama a arrepentirse ante el inminente juicio. </a:t>
            </a:r>
          </a:p>
        </p:txBody>
      </p:sp>
    </p:spTree>
    <p:extLst>
      <p:ext uri="{BB962C8B-B14F-4D97-AF65-F5344CB8AC3E}">
        <p14:creationId xmlns:p14="http://schemas.microsoft.com/office/powerpoint/2010/main" val="40835580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08076-5D69-7E8E-18D5-536187914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5142" y="397701"/>
            <a:ext cx="8668657" cy="748347"/>
          </a:xfrm>
        </p:spPr>
        <p:txBody>
          <a:bodyPr/>
          <a:lstStyle/>
          <a:p>
            <a:r>
              <a:rPr lang="es-MX" sz="4400" dirty="0">
                <a:latin typeface="Montserrat SemiBold" panose="00000700000000000000" pitchFamily="2" charset="0"/>
              </a:rPr>
              <a:t>IDEA CLAVE</a:t>
            </a:r>
            <a:endParaRPr lang="es-MX" dirty="0">
              <a:latin typeface="Montserrat ExtraBold" panose="00000900000000000000" pitchFamily="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3FCBC4-22A5-47A6-4825-B2DAAEE92F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15679" y="1536569"/>
            <a:ext cx="10040892" cy="4762631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s-MX" sz="4000" dirty="0">
                <a:latin typeface="Montserrat SemiBold" panose="00000700000000000000" pitchFamily="2" charset="0"/>
              </a:rPr>
              <a:t>La consecuencia del adulterio espiritual es demasiado severa para pasarlo por alto, permanezcamos alerta para permanecer fieles.</a:t>
            </a:r>
          </a:p>
        </p:txBody>
      </p:sp>
    </p:spTree>
    <p:extLst>
      <p:ext uri="{BB962C8B-B14F-4D97-AF65-F5344CB8AC3E}">
        <p14:creationId xmlns:p14="http://schemas.microsoft.com/office/powerpoint/2010/main" val="262310223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2EBF5-3582-9E92-D960-325C8547A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MX" sz="4000" dirty="0"/>
              <a:t>4’Pero tienes unos pocos en </a:t>
            </a:r>
            <a:r>
              <a:rPr lang="es-MX" sz="4000" dirty="0" err="1"/>
              <a:t>Sardis</a:t>
            </a:r>
            <a:r>
              <a:rPr lang="es-MX" sz="4000" dirty="0"/>
              <a:t> que no han manchado sus vestiduras, y andarán conmigo vestidos de blanco, porque son dignos.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E50B53-3F40-B0C7-4011-F60D497408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Apocalipsis 3:1-6</a:t>
            </a:r>
          </a:p>
        </p:txBody>
      </p:sp>
    </p:spTree>
    <p:extLst>
      <p:ext uri="{BB962C8B-B14F-4D97-AF65-F5344CB8AC3E}">
        <p14:creationId xmlns:p14="http://schemas.microsoft.com/office/powerpoint/2010/main" val="30750143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2EBF5-3582-9E92-D960-325C8547A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MX" sz="4000" dirty="0"/>
              <a:t>5’Así el vencedor será vestido de vestiduras blancas y no borraré su nombre del libro de la vida, y reconoceré su nombre delante de Mi Padre y delante de Sus ángeles.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E50B53-3F40-B0C7-4011-F60D497408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Apocalipsis 3:1-6</a:t>
            </a:r>
          </a:p>
        </p:txBody>
      </p:sp>
    </p:spTree>
    <p:extLst>
      <p:ext uri="{BB962C8B-B14F-4D97-AF65-F5344CB8AC3E}">
        <p14:creationId xmlns:p14="http://schemas.microsoft.com/office/powerpoint/2010/main" val="268137868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2EBF5-3582-9E92-D960-325C8547A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MX" sz="4000" dirty="0"/>
              <a:t>6’El que tiene oído, oiga lo que el Espíritu dice a las iglesias’ ”».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E50B53-3F40-B0C7-4011-F60D497408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Apocalipsis 3:1-6</a:t>
            </a:r>
          </a:p>
        </p:txBody>
      </p:sp>
    </p:spTree>
    <p:extLst>
      <p:ext uri="{BB962C8B-B14F-4D97-AF65-F5344CB8AC3E}">
        <p14:creationId xmlns:p14="http://schemas.microsoft.com/office/powerpoint/2010/main" val="30389451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1">
            <a:extLst>
              <a:ext uri="{FF2B5EF4-FFF2-40B4-BE49-F238E27FC236}">
                <a16:creationId xmlns:a16="http://schemas.microsoft.com/office/drawing/2014/main" id="{CA07F423-46C6-CDD8-E4AD-233D53E2809D}"/>
              </a:ext>
            </a:extLst>
          </p:cNvPr>
          <p:cNvSpPr/>
          <p:nvPr/>
        </p:nvSpPr>
        <p:spPr>
          <a:xfrm>
            <a:off x="729343" y="2651819"/>
            <a:ext cx="10650170" cy="1569660"/>
          </a:xfrm>
          <a:prstGeom prst="rect">
            <a:avLst/>
          </a:prstGeom>
          <a:noFill/>
          <a:effectLst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9600" cap="all" dirty="0">
                <a:ln w="12700" cmpd="sng">
                  <a:noFill/>
                  <a:prstDash val="solid"/>
                </a:ln>
                <a:solidFill>
                  <a:schemeClr val="bg1">
                    <a:lumMod val="75000"/>
                    <a:lumOff val="25000"/>
                  </a:schemeClr>
                </a:solidFill>
                <a:latin typeface="EB Garamond" pitchFamily="2" charset="0"/>
                <a:ea typeface="EB Garamond" pitchFamily="2" charset="0"/>
                <a:cs typeface="EB Garamond" pitchFamily="2" charset="0"/>
              </a:rPr>
              <a:t>conclusiones</a:t>
            </a:r>
          </a:p>
        </p:txBody>
      </p:sp>
    </p:spTree>
    <p:extLst>
      <p:ext uri="{BB962C8B-B14F-4D97-AF65-F5344CB8AC3E}">
        <p14:creationId xmlns:p14="http://schemas.microsoft.com/office/powerpoint/2010/main" val="29764918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08076-5D69-7E8E-18D5-536187914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5142" y="397701"/>
            <a:ext cx="8668657" cy="748347"/>
          </a:xfrm>
        </p:spPr>
        <p:txBody>
          <a:bodyPr/>
          <a:lstStyle/>
          <a:p>
            <a:r>
              <a:rPr lang="es-MX" dirty="0">
                <a:latin typeface="Montserrat ExtraBold" panose="00000900000000000000" pitchFamily="2" charset="0"/>
              </a:rPr>
              <a:t>Resumen: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3FCBC4-22A5-47A6-4825-B2DAAEE92F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15679" y="1536569"/>
            <a:ext cx="10040892" cy="4762631"/>
          </a:xfrm>
        </p:spPr>
        <p:txBody>
          <a:bodyPr>
            <a:normAutofit fontScale="70000" lnSpcReduction="20000"/>
          </a:bodyPr>
          <a:lstStyle/>
          <a:p>
            <a:pPr marL="342900" indent="-342900">
              <a:lnSpc>
                <a:spcPct val="130000"/>
              </a:lnSpc>
              <a:spcAft>
                <a:spcPts val="3600"/>
              </a:spcAft>
              <a:buFont typeface="+mj-lt"/>
              <a:buAutoNum type="arabicPeriod"/>
            </a:pPr>
            <a:r>
              <a:rPr lang="es-MX" sz="4000" dirty="0">
                <a:latin typeface="Montserrat SemiBold" panose="00000700000000000000" pitchFamily="2" charset="0"/>
              </a:rPr>
              <a:t> PÉRGAMO</a:t>
            </a:r>
            <a:br>
              <a:rPr lang="es-MX" sz="4000" dirty="0">
                <a:latin typeface="Montserrat SemiBold" panose="00000700000000000000" pitchFamily="2" charset="0"/>
              </a:rPr>
            </a:br>
            <a:r>
              <a:rPr lang="es-MX" sz="4000" dirty="0">
                <a:latin typeface="Montserrat SemiBold" panose="00000700000000000000" pitchFamily="2" charset="0"/>
              </a:rPr>
              <a:t>Una iglesia que tolera el coqueteo espiritual</a:t>
            </a:r>
          </a:p>
          <a:p>
            <a:pPr marL="342900" indent="-342900">
              <a:lnSpc>
                <a:spcPct val="130000"/>
              </a:lnSpc>
              <a:spcAft>
                <a:spcPts val="3600"/>
              </a:spcAft>
              <a:buFont typeface="+mj-lt"/>
              <a:buAutoNum type="arabicPeriod"/>
            </a:pPr>
            <a:r>
              <a:rPr lang="es-MX" sz="4000" dirty="0">
                <a:latin typeface="Montserrat SemiBold" panose="00000700000000000000" pitchFamily="2" charset="0"/>
              </a:rPr>
              <a:t> TIATIRA</a:t>
            </a:r>
            <a:br>
              <a:rPr lang="es-MX" sz="4000" dirty="0">
                <a:latin typeface="Montserrat SemiBold" panose="00000700000000000000" pitchFamily="2" charset="0"/>
              </a:rPr>
            </a:br>
            <a:r>
              <a:rPr lang="es-MX" sz="4000" dirty="0">
                <a:latin typeface="Montserrat SemiBold" panose="00000700000000000000" pitchFamily="2" charset="0"/>
              </a:rPr>
              <a:t>Una iglesia que ha caído en adulterio espiritual</a:t>
            </a:r>
          </a:p>
          <a:p>
            <a:pPr marL="342900" indent="-342900">
              <a:lnSpc>
                <a:spcPct val="130000"/>
              </a:lnSpc>
              <a:spcAft>
                <a:spcPts val="3600"/>
              </a:spcAft>
              <a:buFont typeface="+mj-lt"/>
              <a:buAutoNum type="arabicPeriod"/>
            </a:pPr>
            <a:r>
              <a:rPr lang="es-MX" sz="4000" dirty="0">
                <a:latin typeface="Montserrat SemiBold" panose="00000700000000000000" pitchFamily="2" charset="0"/>
              </a:rPr>
              <a:t> SARDIS</a:t>
            </a:r>
            <a:br>
              <a:rPr lang="es-MX" sz="4000" dirty="0">
                <a:latin typeface="Montserrat SemiBold" panose="00000700000000000000" pitchFamily="2" charset="0"/>
              </a:rPr>
            </a:br>
            <a:r>
              <a:rPr lang="es-MX" sz="4000" dirty="0">
                <a:latin typeface="Montserrat SemiBold" panose="00000700000000000000" pitchFamily="2" charset="0"/>
              </a:rPr>
              <a:t>El resultado del adulterio espiritual</a:t>
            </a:r>
          </a:p>
        </p:txBody>
      </p:sp>
    </p:spTree>
    <p:extLst>
      <p:ext uri="{BB962C8B-B14F-4D97-AF65-F5344CB8AC3E}">
        <p14:creationId xmlns:p14="http://schemas.microsoft.com/office/powerpoint/2010/main" val="409305646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DD97DD-43D3-F5D3-B4EE-BD7F9628B26B}"/>
              </a:ext>
            </a:extLst>
          </p:cNvPr>
          <p:cNvSpPr txBox="1"/>
          <p:nvPr/>
        </p:nvSpPr>
        <p:spPr>
          <a:xfrm>
            <a:off x="729343" y="3508696"/>
            <a:ext cx="10370642" cy="1137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MX" sz="2400" b="1" cap="all" spc="300" dirty="0">
                <a:solidFill>
                  <a:schemeClr val="bg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Una iglesia que tolera el coqueteo espiritual</a:t>
            </a:r>
            <a:endParaRPr lang="es-MX" sz="3600" b="1" cap="all" spc="300" dirty="0">
              <a:solidFill>
                <a:schemeClr val="bg1">
                  <a:lumMod val="75000"/>
                  <a:lumOff val="2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3" name="Rectángulo 1">
            <a:extLst>
              <a:ext uri="{FF2B5EF4-FFF2-40B4-BE49-F238E27FC236}">
                <a16:creationId xmlns:a16="http://schemas.microsoft.com/office/drawing/2014/main" id="{CA07F423-46C6-CDD8-E4AD-233D53E2809D}"/>
              </a:ext>
            </a:extLst>
          </p:cNvPr>
          <p:cNvSpPr/>
          <p:nvPr/>
        </p:nvSpPr>
        <p:spPr>
          <a:xfrm>
            <a:off x="729343" y="1387795"/>
            <a:ext cx="10650170" cy="2215991"/>
          </a:xfrm>
          <a:prstGeom prst="rect">
            <a:avLst/>
          </a:prstGeom>
          <a:noFill/>
          <a:effectLst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13800" cap="all" dirty="0" err="1">
                <a:ln w="12700" cmpd="sng">
                  <a:noFill/>
                  <a:prstDash val="solid"/>
                </a:ln>
                <a:solidFill>
                  <a:schemeClr val="bg1">
                    <a:lumMod val="75000"/>
                    <a:lumOff val="25000"/>
                  </a:schemeClr>
                </a:solidFill>
                <a:latin typeface="EB Garamond" pitchFamily="2" charset="0"/>
                <a:ea typeface="EB Garamond" pitchFamily="2" charset="0"/>
                <a:cs typeface="EB Garamond" pitchFamily="2" charset="0"/>
              </a:rPr>
              <a:t>pérgamo</a:t>
            </a:r>
            <a:endParaRPr lang="es-ES" sz="13800" cap="all" dirty="0">
              <a:ln w="12700" cmpd="sng">
                <a:noFill/>
                <a:prstDash val="solid"/>
              </a:ln>
              <a:solidFill>
                <a:schemeClr val="bg1">
                  <a:lumMod val="75000"/>
                  <a:lumOff val="25000"/>
                </a:schemeClr>
              </a:solidFill>
              <a:latin typeface="EB Garamond" pitchFamily="2" charset="0"/>
              <a:ea typeface="EB Garamond" pitchFamily="2" charset="0"/>
              <a:cs typeface="EB Garamon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899540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08076-5D69-7E8E-18D5-536187914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5142" y="397701"/>
            <a:ext cx="8668657" cy="748347"/>
          </a:xfrm>
        </p:spPr>
        <p:txBody>
          <a:bodyPr/>
          <a:lstStyle/>
          <a:p>
            <a:r>
              <a:rPr lang="es-MX" sz="4400" dirty="0">
                <a:latin typeface="Montserrat SemiBold" panose="00000700000000000000" pitchFamily="2" charset="0"/>
              </a:rPr>
              <a:t>IDEA CLAVE</a:t>
            </a:r>
            <a:endParaRPr lang="es-MX" dirty="0">
              <a:latin typeface="Montserrat ExtraBold" panose="00000900000000000000" pitchFamily="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3FCBC4-22A5-47A6-4825-B2DAAEE92F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15679" y="1536569"/>
            <a:ext cx="10040892" cy="4762631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s-MX" sz="4000" dirty="0">
                <a:latin typeface="Montserrat SemiBold" panose="00000700000000000000" pitchFamily="2" charset="0"/>
              </a:rPr>
              <a:t>No debemos tolerar enseñanzas que nos inviten a coquetear con el pecado.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s-MX" sz="4000" dirty="0">
                <a:latin typeface="Montserrat SemiBold" panose="00000700000000000000" pitchFamily="2" charset="0"/>
              </a:rPr>
              <a:t>Necesitamos que Dios nos ayude a ver el pecado como realmente Es.</a:t>
            </a:r>
          </a:p>
        </p:txBody>
      </p:sp>
    </p:spTree>
    <p:extLst>
      <p:ext uri="{BB962C8B-B14F-4D97-AF65-F5344CB8AC3E}">
        <p14:creationId xmlns:p14="http://schemas.microsoft.com/office/powerpoint/2010/main" val="342924286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DD97DD-43D3-F5D3-B4EE-BD7F9628B26B}"/>
              </a:ext>
            </a:extLst>
          </p:cNvPr>
          <p:cNvSpPr txBox="1"/>
          <p:nvPr/>
        </p:nvSpPr>
        <p:spPr>
          <a:xfrm>
            <a:off x="729343" y="3508696"/>
            <a:ext cx="10370642" cy="1461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s-MX" sz="2400" b="1" cap="all" spc="300" dirty="0">
                <a:solidFill>
                  <a:schemeClr val="bg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Una iglesia que ha caído </a:t>
            </a:r>
          </a:p>
          <a:p>
            <a:pPr algn="ctr">
              <a:lnSpc>
                <a:spcPct val="200000"/>
              </a:lnSpc>
            </a:pPr>
            <a:r>
              <a:rPr lang="es-MX" sz="2400" b="1" cap="all" spc="300" dirty="0">
                <a:solidFill>
                  <a:schemeClr val="bg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en adulterio espiritual</a:t>
            </a:r>
            <a:endParaRPr lang="es-MX" sz="3600" b="1" cap="all" spc="300" dirty="0">
              <a:solidFill>
                <a:schemeClr val="bg1">
                  <a:lumMod val="75000"/>
                  <a:lumOff val="2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3" name="Rectángulo 1">
            <a:extLst>
              <a:ext uri="{FF2B5EF4-FFF2-40B4-BE49-F238E27FC236}">
                <a16:creationId xmlns:a16="http://schemas.microsoft.com/office/drawing/2014/main" id="{CA07F423-46C6-CDD8-E4AD-233D53E2809D}"/>
              </a:ext>
            </a:extLst>
          </p:cNvPr>
          <p:cNvSpPr/>
          <p:nvPr/>
        </p:nvSpPr>
        <p:spPr>
          <a:xfrm>
            <a:off x="729343" y="1387795"/>
            <a:ext cx="10650170" cy="2215991"/>
          </a:xfrm>
          <a:prstGeom prst="rect">
            <a:avLst/>
          </a:prstGeom>
          <a:noFill/>
          <a:effectLst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13800" cap="all" dirty="0" err="1">
                <a:ln w="12700" cmpd="sng">
                  <a:noFill/>
                  <a:prstDash val="solid"/>
                </a:ln>
                <a:solidFill>
                  <a:schemeClr val="bg1">
                    <a:lumMod val="75000"/>
                    <a:lumOff val="25000"/>
                  </a:schemeClr>
                </a:solidFill>
                <a:latin typeface="EB Garamond" pitchFamily="2" charset="0"/>
                <a:ea typeface="EB Garamond" pitchFamily="2" charset="0"/>
                <a:cs typeface="EB Garamond" pitchFamily="2" charset="0"/>
              </a:rPr>
              <a:t>tiatira</a:t>
            </a:r>
            <a:endParaRPr lang="es-ES" sz="13800" cap="all" dirty="0">
              <a:ln w="12700" cmpd="sng">
                <a:noFill/>
                <a:prstDash val="solid"/>
              </a:ln>
              <a:solidFill>
                <a:schemeClr val="bg1">
                  <a:lumMod val="75000"/>
                  <a:lumOff val="25000"/>
                </a:schemeClr>
              </a:solidFill>
              <a:latin typeface="EB Garamond" pitchFamily="2" charset="0"/>
              <a:ea typeface="EB Garamond" pitchFamily="2" charset="0"/>
              <a:cs typeface="EB Garamon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474884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08076-5D69-7E8E-18D5-536187914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5142" y="397701"/>
            <a:ext cx="8668657" cy="748347"/>
          </a:xfrm>
        </p:spPr>
        <p:txBody>
          <a:bodyPr/>
          <a:lstStyle/>
          <a:p>
            <a:r>
              <a:rPr lang="es-MX" sz="4400" dirty="0">
                <a:latin typeface="Montserrat SemiBold" panose="00000700000000000000" pitchFamily="2" charset="0"/>
              </a:rPr>
              <a:t>IDEA CLAVE</a:t>
            </a:r>
            <a:endParaRPr lang="es-MX" dirty="0">
              <a:latin typeface="Montserrat ExtraBold" panose="00000900000000000000" pitchFamily="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3FCBC4-22A5-47A6-4825-B2DAAEE92F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15679" y="1536569"/>
            <a:ext cx="10040892" cy="4762631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s-MX" sz="4000" dirty="0">
                <a:latin typeface="Montserrat SemiBold" panose="00000700000000000000" pitchFamily="2" charset="0"/>
              </a:rPr>
              <a:t>Ya que Señor pesa nuestros corazones y nos dará conforme a nuestras obras, no podemos adulterar espiritualmente y salir sin consecuencias.</a:t>
            </a:r>
          </a:p>
        </p:txBody>
      </p:sp>
    </p:spTree>
    <p:extLst>
      <p:ext uri="{BB962C8B-B14F-4D97-AF65-F5344CB8AC3E}">
        <p14:creationId xmlns:p14="http://schemas.microsoft.com/office/powerpoint/2010/main" val="98894052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DD97DD-43D3-F5D3-B4EE-BD7F9628B26B}"/>
              </a:ext>
            </a:extLst>
          </p:cNvPr>
          <p:cNvSpPr txBox="1"/>
          <p:nvPr/>
        </p:nvSpPr>
        <p:spPr>
          <a:xfrm>
            <a:off x="729343" y="3508696"/>
            <a:ext cx="10370642" cy="722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s-MX" sz="2400" b="1" cap="all" spc="300" dirty="0">
                <a:solidFill>
                  <a:schemeClr val="bg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El resultado del adulterio espiritual</a:t>
            </a:r>
            <a:endParaRPr lang="es-MX" sz="3600" b="1" cap="all" spc="300" dirty="0">
              <a:solidFill>
                <a:schemeClr val="bg1">
                  <a:lumMod val="75000"/>
                  <a:lumOff val="2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3" name="Rectángulo 1">
            <a:extLst>
              <a:ext uri="{FF2B5EF4-FFF2-40B4-BE49-F238E27FC236}">
                <a16:creationId xmlns:a16="http://schemas.microsoft.com/office/drawing/2014/main" id="{CA07F423-46C6-CDD8-E4AD-233D53E2809D}"/>
              </a:ext>
            </a:extLst>
          </p:cNvPr>
          <p:cNvSpPr/>
          <p:nvPr/>
        </p:nvSpPr>
        <p:spPr>
          <a:xfrm>
            <a:off x="729343" y="1387795"/>
            <a:ext cx="10650170" cy="2215991"/>
          </a:xfrm>
          <a:prstGeom prst="rect">
            <a:avLst/>
          </a:prstGeom>
          <a:noFill/>
          <a:effectLst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13800" cap="all" dirty="0" err="1">
                <a:ln w="12700" cmpd="sng">
                  <a:noFill/>
                  <a:prstDash val="solid"/>
                </a:ln>
                <a:solidFill>
                  <a:schemeClr val="bg1">
                    <a:lumMod val="75000"/>
                    <a:lumOff val="25000"/>
                  </a:schemeClr>
                </a:solidFill>
                <a:latin typeface="EB Garamond" pitchFamily="2" charset="0"/>
                <a:ea typeface="EB Garamond" pitchFamily="2" charset="0"/>
                <a:cs typeface="EB Garamond" pitchFamily="2" charset="0"/>
              </a:rPr>
              <a:t>sardis</a:t>
            </a:r>
            <a:endParaRPr lang="es-ES" sz="13800" cap="all" dirty="0">
              <a:ln w="12700" cmpd="sng">
                <a:noFill/>
                <a:prstDash val="solid"/>
              </a:ln>
              <a:solidFill>
                <a:schemeClr val="bg1">
                  <a:lumMod val="75000"/>
                  <a:lumOff val="25000"/>
                </a:schemeClr>
              </a:solidFill>
              <a:latin typeface="EB Garamond" pitchFamily="2" charset="0"/>
              <a:ea typeface="EB Garamond" pitchFamily="2" charset="0"/>
              <a:cs typeface="EB Garamon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792578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08076-5D69-7E8E-18D5-536187914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5142" y="397701"/>
            <a:ext cx="8668657" cy="748347"/>
          </a:xfrm>
        </p:spPr>
        <p:txBody>
          <a:bodyPr/>
          <a:lstStyle/>
          <a:p>
            <a:r>
              <a:rPr lang="es-MX" sz="4400" dirty="0">
                <a:latin typeface="Montserrat SemiBold" panose="00000700000000000000" pitchFamily="2" charset="0"/>
              </a:rPr>
              <a:t>IDEA CLAVE</a:t>
            </a:r>
            <a:endParaRPr lang="es-MX" dirty="0">
              <a:latin typeface="Montserrat ExtraBold" panose="00000900000000000000" pitchFamily="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3FCBC4-22A5-47A6-4825-B2DAAEE92F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15679" y="1536569"/>
            <a:ext cx="10040892" cy="4762631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s-MX" sz="4000" dirty="0">
                <a:latin typeface="Montserrat SemiBold" panose="00000700000000000000" pitchFamily="2" charset="0"/>
              </a:rPr>
              <a:t>La consecuencia del adulterio espiritual es demasiado severa para pasarlo por alto, permanezcamos alerta para permanecer fieles.</a:t>
            </a:r>
          </a:p>
        </p:txBody>
      </p:sp>
    </p:spTree>
    <p:extLst>
      <p:ext uri="{BB962C8B-B14F-4D97-AF65-F5344CB8AC3E}">
        <p14:creationId xmlns:p14="http://schemas.microsoft.com/office/powerpoint/2010/main" val="348930426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3FCBC4-22A5-47A6-4825-B2DAAEE92F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15679" y="591671"/>
            <a:ext cx="10040892" cy="5707529"/>
          </a:xfrm>
        </p:spPr>
        <p:txBody>
          <a:bodyPr>
            <a:normAutofit fontScale="85000" lnSpcReduction="10000"/>
          </a:bodyPr>
          <a:lstStyle/>
          <a:p>
            <a:pPr marL="342900" indent="-342900">
              <a:lnSpc>
                <a:spcPct val="130000"/>
              </a:lnSpc>
              <a:spcAft>
                <a:spcPts val="3600"/>
              </a:spcAft>
              <a:buFont typeface="+mj-lt"/>
              <a:buAutoNum type="arabicPeriod"/>
            </a:pPr>
            <a:r>
              <a:rPr lang="es-MX" sz="4000" dirty="0">
                <a:latin typeface="Montserrat SemiBold" panose="00000700000000000000" pitchFamily="2" charset="0"/>
              </a:rPr>
              <a:t> ¿Hay alguna enseñanza en nuestra cultura que se parezca a la doctrina de Balaam?</a:t>
            </a:r>
          </a:p>
          <a:p>
            <a:pPr marL="342900" indent="-342900">
              <a:lnSpc>
                <a:spcPct val="130000"/>
              </a:lnSpc>
              <a:spcAft>
                <a:spcPts val="3600"/>
              </a:spcAft>
              <a:buFont typeface="+mj-lt"/>
              <a:buAutoNum type="arabicPeriod"/>
            </a:pPr>
            <a:r>
              <a:rPr lang="es-MX" sz="4000" dirty="0">
                <a:latin typeface="Montserrat SemiBold" panose="00000700000000000000" pitchFamily="2" charset="0"/>
              </a:rPr>
              <a:t>¿Hay doctrinas de tolerancia con el pecado que se han infiltrado en la Iglesia?</a:t>
            </a:r>
          </a:p>
          <a:p>
            <a:pPr marL="342900" indent="-342900">
              <a:lnSpc>
                <a:spcPct val="130000"/>
              </a:lnSpc>
              <a:spcAft>
                <a:spcPts val="3600"/>
              </a:spcAft>
              <a:buFont typeface="+mj-lt"/>
              <a:buAutoNum type="arabicPeriod"/>
            </a:pPr>
            <a:r>
              <a:rPr lang="es-MX" sz="4000" dirty="0">
                <a:latin typeface="Montserrat SemiBold" panose="00000700000000000000" pitchFamily="2" charset="0"/>
              </a:rPr>
              <a:t>¿Hay algún cesar que nos esté demandando adoración?</a:t>
            </a:r>
          </a:p>
        </p:txBody>
      </p:sp>
    </p:spTree>
    <p:extLst>
      <p:ext uri="{BB962C8B-B14F-4D97-AF65-F5344CB8AC3E}">
        <p14:creationId xmlns:p14="http://schemas.microsoft.com/office/powerpoint/2010/main" val="295137700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DD97DD-43D3-F5D3-B4EE-BD7F9628B26B}"/>
              </a:ext>
            </a:extLst>
          </p:cNvPr>
          <p:cNvSpPr txBox="1"/>
          <p:nvPr/>
        </p:nvSpPr>
        <p:spPr>
          <a:xfrm>
            <a:off x="812487" y="1572317"/>
            <a:ext cx="10370642" cy="722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s-MX" sz="2400" b="1" cap="all" spc="300" dirty="0">
                <a:solidFill>
                  <a:schemeClr val="bg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EL MUNDO SIEMPRE TENDRA UN</a:t>
            </a:r>
            <a:endParaRPr lang="es-MX" sz="3600" b="1" cap="all" spc="300" dirty="0">
              <a:solidFill>
                <a:schemeClr val="bg1">
                  <a:lumMod val="75000"/>
                  <a:lumOff val="2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3" name="Rectángulo 1">
            <a:extLst>
              <a:ext uri="{FF2B5EF4-FFF2-40B4-BE49-F238E27FC236}">
                <a16:creationId xmlns:a16="http://schemas.microsoft.com/office/drawing/2014/main" id="{CA07F423-46C6-CDD8-E4AD-233D53E2809D}"/>
              </a:ext>
            </a:extLst>
          </p:cNvPr>
          <p:cNvSpPr/>
          <p:nvPr/>
        </p:nvSpPr>
        <p:spPr>
          <a:xfrm>
            <a:off x="672723" y="2522975"/>
            <a:ext cx="10650170" cy="3154710"/>
          </a:xfrm>
          <a:prstGeom prst="rect">
            <a:avLst/>
          </a:prstGeom>
          <a:noFill/>
          <a:effectLst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19900" cap="all" dirty="0">
                <a:ln w="12700" cmpd="sng">
                  <a:noFill/>
                  <a:prstDash val="solid"/>
                </a:ln>
                <a:solidFill>
                  <a:schemeClr val="bg1">
                    <a:lumMod val="75000"/>
                    <a:lumOff val="25000"/>
                  </a:schemeClr>
                </a:solidFill>
                <a:latin typeface="EB Garamond" pitchFamily="2" charset="0"/>
                <a:ea typeface="EB Garamond" pitchFamily="2" charset="0"/>
                <a:cs typeface="EB Garamond" pitchFamily="2" charset="0"/>
              </a:rPr>
              <a:t>CÉSAR</a:t>
            </a:r>
          </a:p>
        </p:txBody>
      </p:sp>
    </p:spTree>
    <p:extLst>
      <p:ext uri="{BB962C8B-B14F-4D97-AF65-F5344CB8AC3E}">
        <p14:creationId xmlns:p14="http://schemas.microsoft.com/office/powerpoint/2010/main" val="103640641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3FCBC4-22A5-47A6-4825-B2DAAEE92F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15679" y="1416424"/>
            <a:ext cx="10040892" cy="4882776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30000"/>
              </a:lnSpc>
              <a:spcAft>
                <a:spcPts val="3600"/>
              </a:spcAft>
              <a:buFont typeface="+mj-lt"/>
              <a:buAutoNum type="arabicPeriod"/>
            </a:pPr>
            <a:r>
              <a:rPr lang="es-MX" sz="4000" dirty="0">
                <a:latin typeface="Montserrat SemiBold" panose="00000700000000000000" pitchFamily="2" charset="0"/>
              </a:rPr>
              <a:t> Honestidad</a:t>
            </a:r>
          </a:p>
          <a:p>
            <a:pPr marL="342900" indent="-342900">
              <a:lnSpc>
                <a:spcPct val="130000"/>
              </a:lnSpc>
              <a:spcAft>
                <a:spcPts val="3600"/>
              </a:spcAft>
              <a:buFont typeface="+mj-lt"/>
              <a:buAutoNum type="arabicPeriod"/>
            </a:pPr>
            <a:r>
              <a:rPr lang="es-MX" sz="4000" dirty="0">
                <a:latin typeface="Montserrat SemiBold" panose="00000700000000000000" pitchFamily="2" charset="0"/>
              </a:rPr>
              <a:t> Favores sexuales</a:t>
            </a:r>
          </a:p>
        </p:txBody>
      </p:sp>
    </p:spTree>
    <p:extLst>
      <p:ext uri="{BB962C8B-B14F-4D97-AF65-F5344CB8AC3E}">
        <p14:creationId xmlns:p14="http://schemas.microsoft.com/office/powerpoint/2010/main" val="251809458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DD97DD-43D3-F5D3-B4EE-BD7F9628B26B}"/>
              </a:ext>
            </a:extLst>
          </p:cNvPr>
          <p:cNvSpPr txBox="1"/>
          <p:nvPr/>
        </p:nvSpPr>
        <p:spPr>
          <a:xfrm>
            <a:off x="812487" y="1572317"/>
            <a:ext cx="10370642" cy="722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s-MX" sz="2400" b="1" cap="all" spc="300" dirty="0">
                <a:solidFill>
                  <a:schemeClr val="bg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HAY FILOSOFÍAS QUE TENEMO</a:t>
            </a:r>
            <a:endParaRPr lang="es-MX" sz="3600" b="1" cap="all" spc="300" dirty="0">
              <a:solidFill>
                <a:schemeClr val="bg1">
                  <a:lumMod val="75000"/>
                  <a:lumOff val="2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3" name="Rectángulo 1">
            <a:extLst>
              <a:ext uri="{FF2B5EF4-FFF2-40B4-BE49-F238E27FC236}">
                <a16:creationId xmlns:a16="http://schemas.microsoft.com/office/drawing/2014/main" id="{CA07F423-46C6-CDD8-E4AD-233D53E2809D}"/>
              </a:ext>
            </a:extLst>
          </p:cNvPr>
          <p:cNvSpPr/>
          <p:nvPr/>
        </p:nvSpPr>
        <p:spPr>
          <a:xfrm>
            <a:off x="672723" y="2522975"/>
            <a:ext cx="10650170" cy="1862048"/>
          </a:xfrm>
          <a:prstGeom prst="rect">
            <a:avLst/>
          </a:prstGeom>
          <a:noFill/>
          <a:effectLst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11500" cap="all" dirty="0">
                <a:ln w="12700" cmpd="sng">
                  <a:noFill/>
                  <a:prstDash val="solid"/>
                </a:ln>
                <a:solidFill>
                  <a:schemeClr val="bg1">
                    <a:lumMod val="75000"/>
                    <a:lumOff val="25000"/>
                  </a:schemeClr>
                </a:solidFill>
                <a:latin typeface="EB Garamond" pitchFamily="2" charset="0"/>
                <a:ea typeface="EB Garamond" pitchFamily="2" charset="0"/>
                <a:cs typeface="EB Garamond" pitchFamily="2" charset="0"/>
              </a:rPr>
              <a:t>IMPLANTADAS</a:t>
            </a:r>
          </a:p>
        </p:txBody>
      </p:sp>
    </p:spTree>
    <p:extLst>
      <p:ext uri="{BB962C8B-B14F-4D97-AF65-F5344CB8AC3E}">
        <p14:creationId xmlns:p14="http://schemas.microsoft.com/office/powerpoint/2010/main" val="55859969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3FCBC4-22A5-47A6-4825-B2DAAEE92F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15679" y="528918"/>
            <a:ext cx="10040892" cy="5770282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lnSpc>
                <a:spcPct val="130000"/>
              </a:lnSpc>
              <a:spcAft>
                <a:spcPts val="3600"/>
              </a:spcAft>
              <a:buFont typeface="+mj-lt"/>
              <a:buAutoNum type="arabicPeriod"/>
            </a:pPr>
            <a:r>
              <a:rPr lang="es-MX" sz="4000" dirty="0">
                <a:latin typeface="Montserrat SemiBold" panose="00000700000000000000" pitchFamily="2" charset="0"/>
              </a:rPr>
              <a:t>Desenfreno 	</a:t>
            </a:r>
          </a:p>
          <a:p>
            <a:pPr marL="342900" indent="-342900">
              <a:lnSpc>
                <a:spcPct val="130000"/>
              </a:lnSpc>
              <a:spcAft>
                <a:spcPts val="3600"/>
              </a:spcAft>
              <a:buFont typeface="+mj-lt"/>
              <a:buAutoNum type="arabicPeriod"/>
            </a:pPr>
            <a:r>
              <a:rPr lang="es-MX" sz="4000" dirty="0">
                <a:latin typeface="Montserrat SemiBold" panose="00000700000000000000" pitchFamily="2" charset="0"/>
              </a:rPr>
              <a:t>Pureza sexual</a:t>
            </a:r>
          </a:p>
          <a:p>
            <a:pPr marL="342900" indent="-342900">
              <a:lnSpc>
                <a:spcPct val="130000"/>
              </a:lnSpc>
              <a:spcAft>
                <a:spcPts val="3600"/>
              </a:spcAft>
              <a:buFont typeface="+mj-lt"/>
              <a:buAutoNum type="arabicPeriod"/>
            </a:pPr>
            <a:r>
              <a:rPr lang="es-MX" sz="4000" dirty="0">
                <a:latin typeface="Montserrat SemiBold" panose="00000700000000000000" pitchFamily="2" charset="0"/>
              </a:rPr>
              <a:t>Manejo del dinero</a:t>
            </a:r>
          </a:p>
          <a:p>
            <a:pPr marL="342900" indent="-342900">
              <a:lnSpc>
                <a:spcPct val="130000"/>
              </a:lnSpc>
              <a:spcAft>
                <a:spcPts val="3600"/>
              </a:spcAft>
              <a:buFont typeface="+mj-lt"/>
              <a:buAutoNum type="arabicPeriod"/>
            </a:pPr>
            <a:r>
              <a:rPr lang="es-MX" sz="4000" dirty="0">
                <a:latin typeface="Montserrat SemiBold" panose="00000700000000000000" pitchFamily="2" charset="0"/>
              </a:rPr>
              <a:t>Tolerancia</a:t>
            </a:r>
          </a:p>
          <a:p>
            <a:pPr marL="342900" indent="-342900">
              <a:lnSpc>
                <a:spcPct val="130000"/>
              </a:lnSpc>
              <a:spcAft>
                <a:spcPts val="3600"/>
              </a:spcAft>
              <a:buFont typeface="+mj-lt"/>
              <a:buAutoNum type="arabicPeriod"/>
            </a:pPr>
            <a:r>
              <a:rPr lang="es-MX" sz="4000" dirty="0">
                <a:latin typeface="Montserrat SemiBold" panose="00000700000000000000" pitchFamily="2" charset="0"/>
              </a:rPr>
              <a:t>Individualismo</a:t>
            </a:r>
          </a:p>
        </p:txBody>
      </p:sp>
    </p:spTree>
    <p:extLst>
      <p:ext uri="{BB962C8B-B14F-4D97-AF65-F5344CB8AC3E}">
        <p14:creationId xmlns:p14="http://schemas.microsoft.com/office/powerpoint/2010/main" val="427474463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DD97DD-43D3-F5D3-B4EE-BD7F9628B26B}"/>
              </a:ext>
            </a:extLst>
          </p:cNvPr>
          <p:cNvSpPr txBox="1"/>
          <p:nvPr/>
        </p:nvSpPr>
        <p:spPr>
          <a:xfrm>
            <a:off x="2017898" y="1572317"/>
            <a:ext cx="7959820" cy="367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s-MX" sz="2400" b="1" cap="all" spc="300" dirty="0">
                <a:solidFill>
                  <a:schemeClr val="bg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¿TENEMOS LA MADUREZ PARA</a:t>
            </a:r>
          </a:p>
          <a:p>
            <a:pPr algn="ctr">
              <a:lnSpc>
                <a:spcPct val="200000"/>
              </a:lnSpc>
            </a:pPr>
            <a:endParaRPr lang="es-MX" sz="2400" b="1" cap="all" spc="300" dirty="0">
              <a:solidFill>
                <a:schemeClr val="bg1">
                  <a:lumMod val="75000"/>
                  <a:lumOff val="25000"/>
                </a:schemeClr>
              </a:solidFill>
              <a:latin typeface="Montserrat" panose="00000500000000000000" pitchFamily="2" charset="0"/>
            </a:endParaRPr>
          </a:p>
          <a:p>
            <a:pPr algn="ctr">
              <a:lnSpc>
                <a:spcPct val="200000"/>
              </a:lnSpc>
            </a:pPr>
            <a:endParaRPr lang="es-MX" sz="2400" b="1" cap="all" spc="300" dirty="0">
              <a:solidFill>
                <a:schemeClr val="bg1">
                  <a:lumMod val="75000"/>
                  <a:lumOff val="25000"/>
                </a:schemeClr>
              </a:solidFill>
              <a:latin typeface="Montserrat" panose="00000500000000000000" pitchFamily="2" charset="0"/>
            </a:endParaRPr>
          </a:p>
          <a:p>
            <a:pPr algn="ctr">
              <a:lnSpc>
                <a:spcPct val="200000"/>
              </a:lnSpc>
            </a:pPr>
            <a:endParaRPr lang="es-MX" sz="2400" b="1" cap="all" spc="300" dirty="0">
              <a:solidFill>
                <a:schemeClr val="bg1">
                  <a:lumMod val="75000"/>
                  <a:lumOff val="25000"/>
                </a:schemeClr>
              </a:solidFill>
              <a:latin typeface="Montserrat" panose="00000500000000000000" pitchFamily="2" charset="0"/>
            </a:endParaRPr>
          </a:p>
          <a:p>
            <a:pPr algn="r">
              <a:lnSpc>
                <a:spcPct val="200000"/>
              </a:lnSpc>
            </a:pPr>
            <a:r>
              <a:rPr lang="es-MX" sz="2400" b="1" cap="all" spc="300" dirty="0">
                <a:solidFill>
                  <a:schemeClr val="bg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FALSAS ENSEÑANZAS?</a:t>
            </a:r>
          </a:p>
        </p:txBody>
      </p:sp>
      <p:sp>
        <p:nvSpPr>
          <p:cNvPr id="3" name="Rectángulo 1">
            <a:extLst>
              <a:ext uri="{FF2B5EF4-FFF2-40B4-BE49-F238E27FC236}">
                <a16:creationId xmlns:a16="http://schemas.microsoft.com/office/drawing/2014/main" id="{CA07F423-46C6-CDD8-E4AD-233D53E2809D}"/>
              </a:ext>
            </a:extLst>
          </p:cNvPr>
          <p:cNvSpPr/>
          <p:nvPr/>
        </p:nvSpPr>
        <p:spPr>
          <a:xfrm>
            <a:off x="672723" y="2522975"/>
            <a:ext cx="10650170" cy="1862048"/>
          </a:xfrm>
          <a:prstGeom prst="rect">
            <a:avLst/>
          </a:prstGeom>
          <a:noFill/>
          <a:effectLst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11500" cap="all" dirty="0">
                <a:ln w="12700" cmpd="sng">
                  <a:noFill/>
                  <a:prstDash val="solid"/>
                </a:ln>
                <a:solidFill>
                  <a:schemeClr val="bg1">
                    <a:lumMod val="75000"/>
                    <a:lumOff val="25000"/>
                  </a:schemeClr>
                </a:solidFill>
                <a:latin typeface="EB Garamond" pitchFamily="2" charset="0"/>
                <a:ea typeface="EB Garamond" pitchFamily="2" charset="0"/>
                <a:cs typeface="EB Garamond" pitchFamily="2" charset="0"/>
              </a:rPr>
              <a:t>DISCERNIR</a:t>
            </a:r>
          </a:p>
        </p:txBody>
      </p:sp>
    </p:spTree>
    <p:extLst>
      <p:ext uri="{BB962C8B-B14F-4D97-AF65-F5344CB8AC3E}">
        <p14:creationId xmlns:p14="http://schemas.microsoft.com/office/powerpoint/2010/main" val="88116416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DD97DD-43D3-F5D3-B4EE-BD7F9628B26B}"/>
              </a:ext>
            </a:extLst>
          </p:cNvPr>
          <p:cNvSpPr txBox="1"/>
          <p:nvPr/>
        </p:nvSpPr>
        <p:spPr>
          <a:xfrm>
            <a:off x="1237969" y="1572317"/>
            <a:ext cx="9519678" cy="367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s-MX" sz="2400" b="1" cap="all" spc="300" dirty="0">
                <a:solidFill>
                  <a:schemeClr val="bg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NO PODEMOS SER</a:t>
            </a:r>
          </a:p>
          <a:p>
            <a:pPr algn="ctr">
              <a:lnSpc>
                <a:spcPct val="200000"/>
              </a:lnSpc>
            </a:pPr>
            <a:endParaRPr lang="es-MX" sz="2400" b="1" cap="all" spc="300" dirty="0">
              <a:solidFill>
                <a:schemeClr val="bg1">
                  <a:lumMod val="75000"/>
                  <a:lumOff val="25000"/>
                </a:schemeClr>
              </a:solidFill>
              <a:latin typeface="Montserrat" panose="00000500000000000000" pitchFamily="2" charset="0"/>
            </a:endParaRPr>
          </a:p>
          <a:p>
            <a:pPr algn="ctr">
              <a:lnSpc>
                <a:spcPct val="200000"/>
              </a:lnSpc>
            </a:pPr>
            <a:endParaRPr lang="es-MX" sz="2400" b="1" cap="all" spc="300" dirty="0">
              <a:solidFill>
                <a:schemeClr val="bg1">
                  <a:lumMod val="75000"/>
                  <a:lumOff val="25000"/>
                </a:schemeClr>
              </a:solidFill>
              <a:latin typeface="Montserrat" panose="00000500000000000000" pitchFamily="2" charset="0"/>
            </a:endParaRPr>
          </a:p>
          <a:p>
            <a:pPr algn="ctr">
              <a:lnSpc>
                <a:spcPct val="200000"/>
              </a:lnSpc>
            </a:pPr>
            <a:endParaRPr lang="es-MX" sz="2400" b="1" cap="all" spc="300" dirty="0">
              <a:solidFill>
                <a:schemeClr val="bg1">
                  <a:lumMod val="75000"/>
                  <a:lumOff val="25000"/>
                </a:schemeClr>
              </a:solidFill>
              <a:latin typeface="Montserrat" panose="00000500000000000000" pitchFamily="2" charset="0"/>
            </a:endParaRPr>
          </a:p>
          <a:p>
            <a:pPr algn="r">
              <a:lnSpc>
                <a:spcPct val="200000"/>
              </a:lnSpc>
            </a:pPr>
            <a:r>
              <a:rPr lang="es-MX" sz="2400" b="1" cap="all" spc="300" dirty="0">
                <a:solidFill>
                  <a:schemeClr val="bg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CON EL PECADO</a:t>
            </a:r>
          </a:p>
        </p:txBody>
      </p:sp>
      <p:sp>
        <p:nvSpPr>
          <p:cNvPr id="3" name="Rectángulo 1">
            <a:extLst>
              <a:ext uri="{FF2B5EF4-FFF2-40B4-BE49-F238E27FC236}">
                <a16:creationId xmlns:a16="http://schemas.microsoft.com/office/drawing/2014/main" id="{CA07F423-46C6-CDD8-E4AD-233D53E2809D}"/>
              </a:ext>
            </a:extLst>
          </p:cNvPr>
          <p:cNvSpPr/>
          <p:nvPr/>
        </p:nvSpPr>
        <p:spPr>
          <a:xfrm>
            <a:off x="672723" y="2522975"/>
            <a:ext cx="10650170" cy="1862048"/>
          </a:xfrm>
          <a:prstGeom prst="rect">
            <a:avLst/>
          </a:prstGeom>
          <a:noFill/>
          <a:effectLst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11500" cap="all" dirty="0">
                <a:ln w="12700" cmpd="sng">
                  <a:noFill/>
                  <a:prstDash val="solid"/>
                </a:ln>
                <a:solidFill>
                  <a:schemeClr val="bg1">
                    <a:lumMod val="75000"/>
                    <a:lumOff val="25000"/>
                  </a:schemeClr>
                </a:solidFill>
                <a:latin typeface="EB Garamond" pitchFamily="2" charset="0"/>
                <a:ea typeface="EB Garamond" pitchFamily="2" charset="0"/>
                <a:cs typeface="EB Garamond" pitchFamily="2" charset="0"/>
              </a:rPr>
              <a:t>TOLERANTES</a:t>
            </a:r>
          </a:p>
        </p:txBody>
      </p:sp>
    </p:spTree>
    <p:extLst>
      <p:ext uri="{BB962C8B-B14F-4D97-AF65-F5344CB8AC3E}">
        <p14:creationId xmlns:p14="http://schemas.microsoft.com/office/powerpoint/2010/main" val="107240948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DD97DD-43D3-F5D3-B4EE-BD7F9628B26B}"/>
              </a:ext>
            </a:extLst>
          </p:cNvPr>
          <p:cNvSpPr txBox="1"/>
          <p:nvPr/>
        </p:nvSpPr>
        <p:spPr>
          <a:xfrm>
            <a:off x="735106" y="1895047"/>
            <a:ext cx="10022541" cy="1461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s-MX" sz="2400" b="1" cap="all" spc="300" dirty="0">
                <a:solidFill>
                  <a:schemeClr val="bg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Hay oportunidad de</a:t>
            </a:r>
          </a:p>
          <a:p>
            <a:pPr algn="ctr">
              <a:lnSpc>
                <a:spcPct val="200000"/>
              </a:lnSpc>
            </a:pPr>
            <a:endParaRPr lang="es-MX" sz="2400" b="1" cap="all" spc="300" dirty="0">
              <a:solidFill>
                <a:schemeClr val="bg1">
                  <a:lumMod val="75000"/>
                  <a:lumOff val="2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3" name="Rectángulo 1">
            <a:extLst>
              <a:ext uri="{FF2B5EF4-FFF2-40B4-BE49-F238E27FC236}">
                <a16:creationId xmlns:a16="http://schemas.microsoft.com/office/drawing/2014/main" id="{CA07F423-46C6-CDD8-E4AD-233D53E2809D}"/>
              </a:ext>
            </a:extLst>
          </p:cNvPr>
          <p:cNvSpPr/>
          <p:nvPr/>
        </p:nvSpPr>
        <p:spPr>
          <a:xfrm>
            <a:off x="340659" y="2845705"/>
            <a:ext cx="11314298" cy="1446550"/>
          </a:xfrm>
          <a:prstGeom prst="rect">
            <a:avLst/>
          </a:prstGeom>
          <a:noFill/>
          <a:effectLst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8800" cap="all" dirty="0">
                <a:ln w="12700" cmpd="sng">
                  <a:noFill/>
                  <a:prstDash val="solid"/>
                </a:ln>
                <a:solidFill>
                  <a:schemeClr val="bg1">
                    <a:lumMod val="75000"/>
                    <a:lumOff val="25000"/>
                  </a:schemeClr>
                </a:solidFill>
                <a:latin typeface="EB Garamond" pitchFamily="2" charset="0"/>
                <a:ea typeface="EB Garamond" pitchFamily="2" charset="0"/>
                <a:cs typeface="EB Garamond" pitchFamily="2" charset="0"/>
              </a:rPr>
              <a:t>arrepentimiento</a:t>
            </a:r>
          </a:p>
        </p:txBody>
      </p:sp>
    </p:spTree>
    <p:extLst>
      <p:ext uri="{BB962C8B-B14F-4D97-AF65-F5344CB8AC3E}">
        <p14:creationId xmlns:p14="http://schemas.microsoft.com/office/powerpoint/2010/main" val="243189270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9CA52E3-FA23-193B-9719-2628EC7F7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¿Por qué alguien querría vivir así?</a:t>
            </a:r>
          </a:p>
        </p:txBody>
      </p:sp>
    </p:spTree>
    <p:extLst>
      <p:ext uri="{BB962C8B-B14F-4D97-AF65-F5344CB8AC3E}">
        <p14:creationId xmlns:p14="http://schemas.microsoft.com/office/powerpoint/2010/main" val="284322162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2EBF5-3582-9E92-D960-325C8547A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MX" sz="4000" dirty="0"/>
              <a:t>6’El que tiene oído, oiga lo que el Espíritu dice a las iglesias’ ”».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E50B53-3F40-B0C7-4011-F60D497408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Apocalipsis 3:1-6</a:t>
            </a:r>
          </a:p>
        </p:txBody>
      </p:sp>
    </p:spTree>
    <p:extLst>
      <p:ext uri="{BB962C8B-B14F-4D97-AF65-F5344CB8AC3E}">
        <p14:creationId xmlns:p14="http://schemas.microsoft.com/office/powerpoint/2010/main" val="278665095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2EBF5-3582-9E92-D960-325C8547A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MX" sz="4000" dirty="0"/>
              <a:t>El Verbo se hizo carne, y habitó entre nosotros, y vimos Su gloria, gloria como del unigénito del Padre, lleno de gracia y de verdad.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E50B53-3F40-B0C7-4011-F60D497408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Juan 1.14</a:t>
            </a:r>
          </a:p>
        </p:txBody>
      </p:sp>
    </p:spTree>
    <p:extLst>
      <p:ext uri="{BB962C8B-B14F-4D97-AF65-F5344CB8AC3E}">
        <p14:creationId xmlns:p14="http://schemas.microsoft.com/office/powerpoint/2010/main" val="150048615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2EBF5-3582-9E92-D960-325C8547A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MX" sz="3200" dirty="0"/>
              <a:t>Él es el resplandor de Su gloria y la expresión exacta de Su naturaleza, y sostiene todas las cosas por la palabra de Su poder. Después de llevar a cabo la purificación de los pecados, el Hijo se sentó a la diestra de la Majestad en las alturas,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E50B53-3F40-B0C7-4011-F60D497408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Hebreos 1.3</a:t>
            </a:r>
          </a:p>
        </p:txBody>
      </p:sp>
    </p:spTree>
    <p:extLst>
      <p:ext uri="{BB962C8B-B14F-4D97-AF65-F5344CB8AC3E}">
        <p14:creationId xmlns:p14="http://schemas.microsoft.com/office/powerpoint/2010/main" val="363156572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2EBF5-3582-9E92-D960-325C8547A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MX" sz="3200" dirty="0"/>
              <a:t>Él es la imagen del Dios invisible, el primogénito de toda creación. Porque en Él fueron creadas todas las cosas, tanto en los cielos como en la tierra, visibles e invisibles; ya sean tronos o dominios o poderes o autoridades; todo ha sido creado por medio de Él y para Él.  Y Él es antes de todas las cosas, y en Él todas las cosas permanecen.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E50B53-3F40-B0C7-4011-F60D497408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Colosenses 1:15-17</a:t>
            </a:r>
          </a:p>
        </p:txBody>
      </p:sp>
    </p:spTree>
    <p:extLst>
      <p:ext uri="{BB962C8B-B14F-4D97-AF65-F5344CB8AC3E}">
        <p14:creationId xmlns:p14="http://schemas.microsoft.com/office/powerpoint/2010/main" val="327248591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05181-E1D9-13AA-73EE-63DAB186E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Pero todo lo que para mí era ganancia, lo he estimado como pérdida por amor de Cristo.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495477-F1C6-DED9-A2EB-75923A9BAA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Filipenses 3:7–8</a:t>
            </a:r>
          </a:p>
        </p:txBody>
      </p:sp>
    </p:spTree>
    <p:extLst>
      <p:ext uri="{BB962C8B-B14F-4D97-AF65-F5344CB8AC3E}">
        <p14:creationId xmlns:p14="http://schemas.microsoft.com/office/powerpoint/2010/main" val="354559166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D6673-9FF2-62EA-8110-011224713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MX" sz="4000" dirty="0"/>
              <a:t>Y aún más, yo estimo como pérdida todas las cosas en vista del incomparable valor de conocer a Cristo Jesús, mi Señor. Por Él lo he perdido todo, y lo considero como basura a fin de ganar a Cristo,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A7EE23-CF33-FD78-D4E9-15AE0E7B87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Filipenses 3:7–8</a:t>
            </a:r>
          </a:p>
        </p:txBody>
      </p:sp>
    </p:spTree>
    <p:extLst>
      <p:ext uri="{BB962C8B-B14F-4D97-AF65-F5344CB8AC3E}">
        <p14:creationId xmlns:p14="http://schemas.microsoft.com/office/powerpoint/2010/main" val="130156959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7" name="Rectangle 512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122" name="Picture 2" descr="Richard Alleine (@RichardAlleine) / X">
            <a:extLst>
              <a:ext uri="{FF2B5EF4-FFF2-40B4-BE49-F238E27FC236}">
                <a16:creationId xmlns:a16="http://schemas.microsoft.com/office/drawing/2014/main" id="{95070D11-87DD-3747-62FD-C8CED7909E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761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622079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67D657BFBA35945B3F08057C1D72EB8" ma:contentTypeVersion="3" ma:contentTypeDescription="Create a new document." ma:contentTypeScope="" ma:versionID="d39436f4f1dad0bf48f2c695fe1202b0">
  <xsd:schema xmlns:xsd="http://www.w3.org/2001/XMLSchema" xmlns:xs="http://www.w3.org/2001/XMLSchema" xmlns:p="http://schemas.microsoft.com/office/2006/metadata/properties" xmlns:ns3="a685921f-f366-4ea7-84c8-5471bad9b71b" targetNamespace="http://schemas.microsoft.com/office/2006/metadata/properties" ma:root="true" ma:fieldsID="a7013409abdca6f35d7c8e42267422ab" ns3:_="">
    <xsd:import namespace="a685921f-f366-4ea7-84c8-5471bad9b71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85921f-f366-4ea7-84c8-5471bad9b71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84265E9-2ABB-451B-BCDF-224E1F0035E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685921f-f366-4ea7-84c8-5471bad9b71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B399A92-1C6B-40C6-B575-11C564D99E4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B29AA65-96A6-4F08-84D2-837ABDEE403D}">
  <ds:schemaRefs>
    <ds:schemaRef ds:uri="http://schemas.microsoft.com/office/infopath/2007/PartnerControls"/>
    <ds:schemaRef ds:uri="http://purl.org/dc/terms/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http://purl.org/dc/elements/1.1/"/>
    <ds:schemaRef ds:uri="http://purl.org/dc/dcmitype/"/>
    <ds:schemaRef ds:uri="a685921f-f366-4ea7-84c8-5471bad9b71b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10834</TotalTime>
  <Words>2047</Words>
  <Application>Microsoft Office PowerPoint</Application>
  <PresentationFormat>Widescreen</PresentationFormat>
  <Paragraphs>195</Paragraphs>
  <Slides>87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87</vt:i4>
      </vt:variant>
    </vt:vector>
  </HeadingPairs>
  <TitlesOfParts>
    <vt:vector size="100" baseType="lpstr">
      <vt:lpstr>Meiryo</vt:lpstr>
      <vt:lpstr>Arial</vt:lpstr>
      <vt:lpstr>Atkinson Hyperlegible</vt:lpstr>
      <vt:lpstr>Bodoni MT Condensed</vt:lpstr>
      <vt:lpstr>Calibri</vt:lpstr>
      <vt:lpstr>EB Garamond</vt:lpstr>
      <vt:lpstr>Merriweather</vt:lpstr>
      <vt:lpstr>Montserrat</vt:lpstr>
      <vt:lpstr>Montserrat ExtraBold</vt:lpstr>
      <vt:lpstr>Montserrat SemiBold</vt:lpstr>
      <vt:lpstr>Noto Serif</vt:lpstr>
      <vt:lpstr>Yeseva One</vt:lpstr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Entonces Jesús dijo a Sus discípulos: «Si alguien quiere venir en pos de Mí, niéguese a sí mismo, tome su cruz y que me siga. </vt:lpstr>
      <vt:lpstr>PowerPoint Presentation</vt:lpstr>
      <vt:lpstr>PowerPoint Presentation</vt:lpstr>
      <vt:lpstr>PowerPoint Presentation</vt:lpstr>
      <vt:lpstr>Resumen:</vt:lpstr>
      <vt:lpstr>PowerPoint Presentation</vt:lpstr>
      <vt:lpstr>PowerPoint Presentation</vt:lpstr>
      <vt:lpstr>12«Escribe al ángel de la iglesia en Pérgamo: “El que tiene la espada aguda de dos filos, dice esto: </vt:lpstr>
      <vt:lpstr>PowerPoint Presentation</vt:lpstr>
      <vt:lpstr>PowerPoint Presentation</vt:lpstr>
      <vt:lpstr>PowerPoint Presentation</vt:lpstr>
      <vt:lpstr>12«Escribe al ángel de la iglesia en Pérgamo: “El que tiene la espada aguda de dos filos, dice esto: </vt:lpstr>
      <vt:lpstr>13‘Yo sé dónde moras: donde está el trono de Satanás. Guardas fielmente Mi nombre y no has negado Mi fe, </vt:lpstr>
      <vt:lpstr>aun en los días de Antipas, Mi testigo, Mi siervo fiel, que fue muerto entre ustedes, donde mora Satanás. </vt:lpstr>
      <vt:lpstr>PowerPoint Presentation</vt:lpstr>
      <vt:lpstr>14’Pero tengo unas pocas cosas contra ti, porque tienes ahí a los que mantienen la doctrina de Balaam, </vt:lpstr>
      <vt:lpstr>15’Así tú también tienes algunos que de la misma manera mantienen la doctrina de los nicolaítas. </vt:lpstr>
      <vt:lpstr>1 Mientras Israel habitaba en Sitim, el pueblo comenzó a prostituirse con las hijas de Moab. </vt:lpstr>
      <vt:lpstr>2 Y estas invitaron al pueblo a los sacrificios que hacían a sus dioses, y el pueblo comió y se postró ante sus dioses. </vt:lpstr>
      <vt:lpstr>3 Así Israel se unió a Baal de Peor, y se encendió la ira del SEÑOR contra Israel.</vt:lpstr>
      <vt:lpstr>que enseñaba a Balac a poner tropiezo ante los israelitas, a comer cosas sacrificadas a los ídolos y a cometer actos de inmoralidad. </vt:lpstr>
      <vt:lpstr>16’Por tanto, arrepiéntete; si no, vendré a ti pronto y pelearé contra ellos con la espada de Mi boca. </vt:lpstr>
      <vt:lpstr>Pérgamo ha coqueteado con falsos maestros que los motivan a participar de la idolatría, pero Cristo viene a pelar contra ellos.</vt:lpstr>
      <vt:lpstr>IDEA CLAVE</vt:lpstr>
      <vt:lpstr>17’El que tiene oído, oiga lo que el Espíritu dice a las iglesias.</vt:lpstr>
      <vt:lpstr>Al vencedor le daré del maná escondido y le daré una piedrecita blanca, y grabado en la piedrecita un nombre nuevo, el cual nadie conoce sino aquel que lo recibe’ ”».</vt:lpstr>
      <vt:lpstr>Jesús les dijo: «Yo soy el pan de la vida; el que viene a Mí no tendrá hambre, y el que cree en Mí nunca tendrá sed</vt:lpstr>
      <vt:lpstr>Él se presentará delante del sacerdote Eleazar, quien consultará por él por medio del juicio del Urim delante del SEÑOR. A su palabra saldrán y a su palabra entrarán, él y todos los israelitas con él, es decir, toda la congregación».</vt:lpstr>
      <vt:lpstr>…Y te llamarán con un nombre nuevo, Que la boca del SEÑOR determinará.</vt:lpstr>
      <vt:lpstr>PowerPoint Presentation</vt:lpstr>
      <vt:lpstr>PowerPoint Presentation</vt:lpstr>
      <vt:lpstr>18«Escribe al ángel de la iglesia en Tiatira: “El Hijo de Dios, que tiene ojos como llama de fuego, y Sus pies son semejantes al bronce bruñido, dice esto: </vt:lpstr>
      <vt:lpstr>19‘Yo conozco tus obras, tu amor, tu fe, tu servicio y tu perseverancia, y que tus obras recientes son mayores que las primeras. </vt:lpstr>
      <vt:lpstr>20’Pero tengo esto contra ti: que toleras a esa mujer Jezabel, que se dice ser profetisa, y enseña y seduce a Mis siervos a que cometan actos inmorales y coman cosas sacrificadas a los ídolos. </vt:lpstr>
      <vt:lpstr>Acab… tomó por mujer a Jezabel, hija de Et Baal, rey de los sidonios, y fue a servir a Baal y lo adoró. </vt:lpstr>
      <vt:lpstr>21’Le he dado tiempo para arrepentirse, y no quiere arrepentirse de su inmoralidad. </vt:lpstr>
      <vt:lpstr>22’Por eso, la postraré en cama, y a los que cometen adulterio con ella los arrojaré en gran tribulación, si no se arrepienten de las obras de ella. </vt:lpstr>
      <vt:lpstr>23’A sus hijos mataré con pestilencia, y todas las iglesias sabrán que Yo soy el que escudriña las mentes y los corazones, y les daré a cada uno según sus obras. </vt:lpstr>
      <vt:lpstr>9 Más engañoso que todo es el corazón, Y sin remedio; ¿Quién lo comprenderá? </vt:lpstr>
      <vt:lpstr>10»Yo, el SEÑOR, escudriño el corazón, Pruebo los pensamientos, Para dar a cada uno según sus caminos, Según el fruto de sus obras.</vt:lpstr>
      <vt:lpstr>24’Pero a ustedes, a los demás que están en Tiatira, a cuantos no tienen esta doctrina, que no han conocido las cosas profundas de Satanás, como ellos las llaman, les digo, que no les impongo otra carga. </vt:lpstr>
      <vt:lpstr>25’No obstante, lo que tienen, reténganlo hasta que Yo venga. </vt:lpstr>
      <vt:lpstr>En Tiatira algunos han adulterado con el pecado, el Señor viene a juzgar a los adúlteros para que todos sepan que él escudriña y pesa los corazones.</vt:lpstr>
      <vt:lpstr>IDEA CLAVE</vt:lpstr>
      <vt:lpstr>26’Al vencedor, al que guarda Mis obras hasta el fin, le daré autoridad sobre las naciones; </vt:lpstr>
      <vt:lpstr>27y las regirá con vara de hierro, como los vasos del alfarero son hechos pedazos, como Yo también he recibido autoridad de Mi Padre.</vt:lpstr>
      <vt:lpstr>28’Y le daré el lucero de la mañana. 29’El que tiene oído, oiga lo que el Espíritu dice a las iglesias’ ”».</vt:lpstr>
      <vt:lpstr>«Yo, Jesús, he enviado a Mi ángel a fin de darles a ustedes testimonio de estas cosas para las iglesias. Yo soy la raíz y la descendencia de David, el lucero resplandeciente de la mañana».</vt:lpstr>
      <vt:lpstr>PowerPoint Presentation</vt:lpstr>
      <vt:lpstr>PowerPoint Presentation</vt:lpstr>
      <vt:lpstr>«Escribe al ángel de la iglesia en Sardis: “El que tiene los siete Espíritus de Dios y las siete estrellas, dice esto: ‘Yo conozco tus obras, que tienes nombre de que vives, pero estás muerto. </vt:lpstr>
      <vt:lpstr>2’Ponte en vela y afirma las cosas que quedan, que estaban a punto de morir, porque no he hallado completas tus obras delante de Mi Dios. </vt:lpstr>
      <vt:lpstr>3’Acuérdate, pues, de lo que has recibido y oído; guárdalo y arrepiéntete. Por tanto, si no velas, vendré como ladrón, y no sabrás a qué hora vendré sobre ti. </vt:lpstr>
      <vt:lpstr>Sardis se entregó a la fidelidad y como consecuencia está muerta espiritualmente,  Cristo le llama a arrepentirse ante el inminente juicio. </vt:lpstr>
      <vt:lpstr>IDEA CLAVE</vt:lpstr>
      <vt:lpstr>4’Pero tienes unos pocos en Sardis que no han manchado sus vestiduras, y andarán conmigo vestidos de blanco, porque son dignos. </vt:lpstr>
      <vt:lpstr>5’Así el vencedor será vestido de vestiduras blancas y no borraré su nombre del libro de la vida, y reconoceré su nombre delante de Mi Padre y delante de Sus ángeles. </vt:lpstr>
      <vt:lpstr>6’El que tiene oído, oiga lo que el Espíritu dice a las iglesias’ ”».</vt:lpstr>
      <vt:lpstr>PowerPoint Presentation</vt:lpstr>
      <vt:lpstr>Resumen:</vt:lpstr>
      <vt:lpstr>PowerPoint Presentation</vt:lpstr>
      <vt:lpstr>IDEA CLAVE</vt:lpstr>
      <vt:lpstr>PowerPoint Presentation</vt:lpstr>
      <vt:lpstr>IDEA CLAVE</vt:lpstr>
      <vt:lpstr>PowerPoint Presentation</vt:lpstr>
      <vt:lpstr>IDEA CLAVE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¿Por qué alguien querría vivir así?</vt:lpstr>
      <vt:lpstr>6’El que tiene oído, oiga lo que el Espíritu dice a las iglesias’ ”».</vt:lpstr>
      <vt:lpstr>El Verbo se hizo carne, y habitó entre nosotros, y vimos Su gloria, gloria como del unigénito del Padre, lleno de gracia y de verdad. </vt:lpstr>
      <vt:lpstr>Él es el resplandor de Su gloria y la expresión exacta de Su naturaleza, y sostiene todas las cosas por la palabra de Su poder. Después de llevar a cabo la purificación de los pecados, el Hijo se sentó a la diestra de la Majestad en las alturas, </vt:lpstr>
      <vt:lpstr>Él es la imagen del Dios invisible, el primogénito de toda creación. Porque en Él fueron creadas todas las cosas, tanto en los cielos como en la tierra, visibles e invisibles; ya sean tronos o dominios o poderes o autoridades; todo ha sido creado por medio de Él y para Él.  Y Él es antes de todas las cosas, y en Él todas las cosas permanecen.</vt:lpstr>
      <vt:lpstr>Pero todo lo que para mí era ganancia, lo he estimado como pérdida por amor de Cristo. </vt:lpstr>
      <vt:lpstr>Y aún más, yo estimo como pérdida todas las cosas en vista del incomparable valor de conocer a Cristo Jesús, mi Señor. Por Él lo he perdido todo, y lo considero como basura a fin de ganar a Cristo,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Enrique Villegas</dc:creator>
  <cp:lastModifiedBy>Enrique Villegas Valerio</cp:lastModifiedBy>
  <cp:revision>72</cp:revision>
  <dcterms:created xsi:type="dcterms:W3CDTF">2023-08-19T04:14:33Z</dcterms:created>
  <dcterms:modified xsi:type="dcterms:W3CDTF">2024-04-24T18:59:33Z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0x010100867D657BFBA35945B3F08057C1D72EB8</vt:lpwstr>
  </property>
</Properties>
</file>