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y="6858000" cx="12192000"/>
  <p:notesSz cx="6858000" cy="9144000"/>
  <p:embeddedFontLst>
    <p:embeddedFont>
      <p:font typeface="Oswald"/>
      <p:regular r:id="rId32"/>
      <p:bold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34" roundtripDataSignature="AMtx7mhKGCP/AM+udHZ2Mk0Spv1PbjPU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Oswald-bold.fntdata"/><Relationship Id="rId10" Type="http://schemas.openxmlformats.org/officeDocument/2006/relationships/slide" Target="slides/slide6.xml"/><Relationship Id="rId32" Type="http://schemas.openxmlformats.org/officeDocument/2006/relationships/font" Target="fonts/Oswald-regular.fntdata"/><Relationship Id="rId13" Type="http://schemas.openxmlformats.org/officeDocument/2006/relationships/slide" Target="slides/slide9.xml"/><Relationship Id="rId12" Type="http://schemas.openxmlformats.org/officeDocument/2006/relationships/slide" Target="slides/slide8.xml"/><Relationship Id="rId34" Type="http://customschemas.google.com/relationships/presentationmetadata" Target="meta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ES" sz="1800">
                <a:solidFill>
                  <a:schemeClr val="lt1"/>
                </a:solidFill>
                <a:latin typeface="Calibri"/>
                <a:ea typeface="Calibri"/>
                <a:cs typeface="Calibri"/>
                <a:sym typeface="Calibri"/>
              </a:rPr>
              <a:t>1. </a:t>
            </a:r>
            <a:endParaRPr/>
          </a:p>
          <a:p>
            <a:pPr indent="0" lvl="0" marL="0" rtl="0" algn="l">
              <a:spcBef>
                <a:spcPts val="0"/>
              </a:spcBef>
              <a:spcAft>
                <a:spcPts val="0"/>
              </a:spcAft>
              <a:buNone/>
            </a:pPr>
            <a:r>
              <a:rPr lang="es-ES" sz="1800">
                <a:solidFill>
                  <a:schemeClr val="lt1"/>
                </a:solidFill>
                <a:latin typeface="Calibri"/>
                <a:ea typeface="Calibri"/>
                <a:cs typeface="Calibri"/>
                <a:sym typeface="Calibri"/>
              </a:rPr>
              <a:t>Exo 13.14</a:t>
            </a:r>
            <a:endParaRPr/>
          </a:p>
          <a:p>
            <a:pPr indent="0" lvl="0" marL="0" rtl="0" algn="l">
              <a:spcBef>
                <a:spcPts val="0"/>
              </a:spcBef>
              <a:spcAft>
                <a:spcPts val="0"/>
              </a:spcAft>
              <a:buNone/>
            </a:pPr>
            <a:r>
              <a:rPr lang="es-ES" sz="1800">
                <a:solidFill>
                  <a:schemeClr val="lt1"/>
                </a:solidFill>
                <a:latin typeface="Calibri"/>
                <a:ea typeface="Calibri"/>
                <a:cs typeface="Calibri"/>
                <a:sym typeface="Calibri"/>
              </a:rPr>
              <a:t>Deut 6:20-21</a:t>
            </a:r>
            <a:endParaRPr/>
          </a:p>
          <a:p>
            <a:pPr indent="0" lvl="0" marL="0" rtl="0" algn="l">
              <a:spcBef>
                <a:spcPts val="0"/>
              </a:spcBef>
              <a:spcAft>
                <a:spcPts val="0"/>
              </a:spcAft>
              <a:buNone/>
            </a:pPr>
            <a:r>
              <a:rPr lang="es-ES" sz="1800">
                <a:solidFill>
                  <a:schemeClr val="lt1"/>
                </a:solidFill>
                <a:latin typeface="Calibri"/>
                <a:ea typeface="Calibri"/>
                <a:cs typeface="Calibri"/>
                <a:sym typeface="Calibri"/>
              </a:rPr>
              <a:t>Exo 16.32</a:t>
            </a:r>
            <a:endParaRPr/>
          </a:p>
          <a:p>
            <a:pPr indent="0" lvl="0" marL="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41" name="Google Shape;24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ES" sz="1800">
                <a:solidFill>
                  <a:schemeClr val="lt1"/>
                </a:solidFill>
                <a:latin typeface="Calibri"/>
                <a:ea typeface="Calibri"/>
                <a:cs typeface="Calibri"/>
                <a:sym typeface="Calibri"/>
              </a:rPr>
              <a:t>1. </a:t>
            </a:r>
            <a:endParaRPr/>
          </a:p>
          <a:p>
            <a:pPr indent="0" lvl="0" marL="0" rtl="0" algn="l">
              <a:spcBef>
                <a:spcPts val="0"/>
              </a:spcBef>
              <a:spcAft>
                <a:spcPts val="0"/>
              </a:spcAft>
              <a:buNone/>
            </a:pPr>
            <a:r>
              <a:rPr lang="es-ES" sz="1800">
                <a:solidFill>
                  <a:schemeClr val="lt1"/>
                </a:solidFill>
                <a:latin typeface="Calibri"/>
                <a:ea typeface="Calibri"/>
                <a:cs typeface="Calibri"/>
                <a:sym typeface="Calibri"/>
              </a:rPr>
              <a:t>Exo 13.14</a:t>
            </a:r>
            <a:endParaRPr/>
          </a:p>
          <a:p>
            <a:pPr indent="0" lvl="0" marL="0" rtl="0" algn="l">
              <a:spcBef>
                <a:spcPts val="0"/>
              </a:spcBef>
              <a:spcAft>
                <a:spcPts val="0"/>
              </a:spcAft>
              <a:buNone/>
            </a:pPr>
            <a:r>
              <a:rPr lang="es-ES" sz="1800">
                <a:solidFill>
                  <a:schemeClr val="lt1"/>
                </a:solidFill>
                <a:latin typeface="Calibri"/>
                <a:ea typeface="Calibri"/>
                <a:cs typeface="Calibri"/>
                <a:sym typeface="Calibri"/>
              </a:rPr>
              <a:t>Deut 6:20-21</a:t>
            </a:r>
            <a:endParaRPr/>
          </a:p>
          <a:p>
            <a:pPr indent="0" lvl="0" marL="0" rtl="0" algn="l">
              <a:spcBef>
                <a:spcPts val="0"/>
              </a:spcBef>
              <a:spcAft>
                <a:spcPts val="0"/>
              </a:spcAft>
              <a:buNone/>
            </a:pPr>
            <a:r>
              <a:rPr lang="es-ES" sz="1800">
                <a:solidFill>
                  <a:schemeClr val="lt1"/>
                </a:solidFill>
                <a:latin typeface="Calibri"/>
                <a:ea typeface="Calibri"/>
                <a:cs typeface="Calibri"/>
                <a:sym typeface="Calibri"/>
              </a:rPr>
              <a:t>Exo 16.32</a:t>
            </a:r>
            <a:endParaRPr/>
          </a:p>
          <a:p>
            <a:pPr indent="0" lvl="0" marL="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50" name="Google Shape;250;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ES" sz="1800">
                <a:solidFill>
                  <a:schemeClr val="lt1"/>
                </a:solidFill>
                <a:latin typeface="Calibri"/>
                <a:ea typeface="Calibri"/>
                <a:cs typeface="Calibri"/>
                <a:sym typeface="Calibri"/>
              </a:rPr>
              <a:t>1. </a:t>
            </a:r>
            <a:endParaRPr/>
          </a:p>
          <a:p>
            <a:pPr indent="0" lvl="0" marL="0" rtl="0" algn="l">
              <a:spcBef>
                <a:spcPts val="0"/>
              </a:spcBef>
              <a:spcAft>
                <a:spcPts val="0"/>
              </a:spcAft>
              <a:buNone/>
            </a:pPr>
            <a:r>
              <a:rPr lang="es-ES" sz="1800">
                <a:solidFill>
                  <a:schemeClr val="lt1"/>
                </a:solidFill>
                <a:latin typeface="Calibri"/>
                <a:ea typeface="Calibri"/>
                <a:cs typeface="Calibri"/>
                <a:sym typeface="Calibri"/>
              </a:rPr>
              <a:t>Exo 13.14</a:t>
            </a:r>
            <a:endParaRPr/>
          </a:p>
          <a:p>
            <a:pPr indent="0" lvl="0" marL="0" rtl="0" algn="l">
              <a:spcBef>
                <a:spcPts val="0"/>
              </a:spcBef>
              <a:spcAft>
                <a:spcPts val="0"/>
              </a:spcAft>
              <a:buNone/>
            </a:pPr>
            <a:r>
              <a:rPr lang="es-ES" sz="1800">
                <a:solidFill>
                  <a:schemeClr val="lt1"/>
                </a:solidFill>
                <a:latin typeface="Calibri"/>
                <a:ea typeface="Calibri"/>
                <a:cs typeface="Calibri"/>
                <a:sym typeface="Calibri"/>
              </a:rPr>
              <a:t>Deut 6:20-21</a:t>
            </a:r>
            <a:endParaRPr/>
          </a:p>
          <a:p>
            <a:pPr indent="0" lvl="0" marL="0" rtl="0" algn="l">
              <a:spcBef>
                <a:spcPts val="0"/>
              </a:spcBef>
              <a:spcAft>
                <a:spcPts val="0"/>
              </a:spcAft>
              <a:buNone/>
            </a:pPr>
            <a:r>
              <a:rPr lang="es-ES" sz="1800">
                <a:solidFill>
                  <a:schemeClr val="lt1"/>
                </a:solidFill>
                <a:latin typeface="Calibri"/>
                <a:ea typeface="Calibri"/>
                <a:cs typeface="Calibri"/>
                <a:sym typeface="Calibri"/>
              </a:rPr>
              <a:t>Exo 16.32</a:t>
            </a:r>
            <a:endParaRPr/>
          </a:p>
          <a:p>
            <a:pPr indent="0" lvl="0" marL="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59" name="Google Shape;259;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ES" sz="1800">
                <a:solidFill>
                  <a:schemeClr val="lt1"/>
                </a:solidFill>
                <a:latin typeface="Calibri"/>
                <a:ea typeface="Calibri"/>
                <a:cs typeface="Calibri"/>
                <a:sym typeface="Calibri"/>
              </a:rPr>
              <a:t>1. </a:t>
            </a:r>
            <a:endParaRPr/>
          </a:p>
          <a:p>
            <a:pPr indent="0" lvl="0" marL="0" rtl="0" algn="l">
              <a:spcBef>
                <a:spcPts val="0"/>
              </a:spcBef>
              <a:spcAft>
                <a:spcPts val="0"/>
              </a:spcAft>
              <a:buNone/>
            </a:pPr>
            <a:r>
              <a:rPr lang="es-ES" sz="1800">
                <a:solidFill>
                  <a:schemeClr val="lt1"/>
                </a:solidFill>
                <a:latin typeface="Calibri"/>
                <a:ea typeface="Calibri"/>
                <a:cs typeface="Calibri"/>
                <a:sym typeface="Calibri"/>
              </a:rPr>
              <a:t>Exo 13.14</a:t>
            </a:r>
            <a:endParaRPr/>
          </a:p>
          <a:p>
            <a:pPr indent="0" lvl="0" marL="0" rtl="0" algn="l">
              <a:spcBef>
                <a:spcPts val="0"/>
              </a:spcBef>
              <a:spcAft>
                <a:spcPts val="0"/>
              </a:spcAft>
              <a:buNone/>
            </a:pPr>
            <a:r>
              <a:rPr lang="es-ES" sz="1800">
                <a:solidFill>
                  <a:schemeClr val="lt1"/>
                </a:solidFill>
                <a:latin typeface="Calibri"/>
                <a:ea typeface="Calibri"/>
                <a:cs typeface="Calibri"/>
                <a:sym typeface="Calibri"/>
              </a:rPr>
              <a:t>Deut 6:20-21</a:t>
            </a:r>
            <a:endParaRPr/>
          </a:p>
          <a:p>
            <a:pPr indent="0" lvl="0" marL="0" rtl="0" algn="l">
              <a:spcBef>
                <a:spcPts val="0"/>
              </a:spcBef>
              <a:spcAft>
                <a:spcPts val="0"/>
              </a:spcAft>
              <a:buNone/>
            </a:pPr>
            <a:r>
              <a:rPr lang="es-ES" sz="1800">
                <a:solidFill>
                  <a:schemeClr val="lt1"/>
                </a:solidFill>
                <a:latin typeface="Calibri"/>
                <a:ea typeface="Calibri"/>
                <a:cs typeface="Calibri"/>
                <a:sym typeface="Calibri"/>
              </a:rPr>
              <a:t>Exo 16.32</a:t>
            </a:r>
            <a:endParaRPr/>
          </a:p>
          <a:p>
            <a:pPr indent="0" lvl="0" marL="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68" name="Google Shape;268;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ES" sz="1800">
                <a:solidFill>
                  <a:schemeClr val="lt1"/>
                </a:solidFill>
                <a:latin typeface="Calibri"/>
                <a:ea typeface="Calibri"/>
                <a:cs typeface="Calibri"/>
                <a:sym typeface="Calibri"/>
              </a:rPr>
              <a:t>Reducir las lecciones de la Biblia a una simple historia morale es seconder la gloria de Dios.</a:t>
            </a:r>
            <a:endParaRPr/>
          </a:p>
          <a:p>
            <a:pPr indent="0" lvl="0" marL="0" rtl="0" algn="l">
              <a:spcBef>
                <a:spcPts val="0"/>
              </a:spcBef>
              <a:spcAft>
                <a:spcPts val="0"/>
              </a:spcAft>
              <a:buNone/>
            </a:pPr>
            <a:r>
              <a:t/>
            </a:r>
            <a:endParaRPr sz="1800">
              <a:solidFill>
                <a:schemeClr val="lt1"/>
              </a:solidFill>
              <a:latin typeface="Calibri"/>
              <a:ea typeface="Calibri"/>
              <a:cs typeface="Calibri"/>
              <a:sym typeface="Calibri"/>
            </a:endParaRPr>
          </a:p>
          <a:p>
            <a:pPr indent="0" lvl="0" marL="0" rtl="0" algn="l">
              <a:spcBef>
                <a:spcPts val="0"/>
              </a:spcBef>
              <a:spcAft>
                <a:spcPts val="0"/>
              </a:spcAft>
              <a:buNone/>
            </a:pPr>
            <a:r>
              <a:rPr lang="es-ES" sz="1800">
                <a:solidFill>
                  <a:schemeClr val="lt1"/>
                </a:solidFill>
                <a:latin typeface="Calibri"/>
                <a:ea typeface="Calibri"/>
                <a:cs typeface="Calibri"/>
                <a:sym typeface="Calibri"/>
              </a:rPr>
              <a:t>Una pregunta fundamental:</a:t>
            </a:r>
            <a:endParaRPr/>
          </a:p>
          <a:p>
            <a:pPr indent="0" lvl="0" marL="0" rtl="0" algn="l">
              <a:spcBef>
                <a:spcPts val="0"/>
              </a:spcBef>
              <a:spcAft>
                <a:spcPts val="0"/>
              </a:spcAft>
              <a:buNone/>
            </a:pPr>
            <a:r>
              <a:rPr lang="es-ES" sz="1800">
                <a:solidFill>
                  <a:schemeClr val="lt1"/>
                </a:solidFill>
                <a:latin typeface="Calibri"/>
                <a:ea typeface="Calibri"/>
                <a:cs typeface="Calibri"/>
                <a:sym typeface="Calibri"/>
              </a:rPr>
              <a:t>¿Qué dice acerca de Dios?</a:t>
            </a:r>
            <a:endParaRPr/>
          </a:p>
        </p:txBody>
      </p:sp>
      <p:sp>
        <p:nvSpPr>
          <p:cNvPr id="300" name="Google Shape;300;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7"/>
          <p:cNvSpPr/>
          <p:nvPr>
            <p:ph idx="2" type="pic"/>
          </p:nvPr>
        </p:nvSpPr>
        <p:spPr>
          <a:xfrm>
            <a:off x="5183188" y="987425"/>
            <a:ext cx="6172200" cy="4873625"/>
          </a:xfrm>
          <a:prstGeom prst="rect">
            <a:avLst/>
          </a:prstGeom>
          <a:noFill/>
          <a:ln>
            <a:noFill/>
          </a:ln>
        </p:spPr>
      </p:sp>
      <p:sp>
        <p:nvSpPr>
          <p:cNvPr id="68" name="Google Shape;68;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gif"/><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gif"/><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g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gi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g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gi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5.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gi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gi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gi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gi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
          <p:cNvPicPr preferRelativeResize="0"/>
          <p:nvPr/>
        </p:nvPicPr>
        <p:blipFill rotWithShape="1">
          <a:blip r:embed="rId3">
            <a:alphaModFix/>
          </a:blip>
          <a:srcRect b="0" l="0" r="0" t="0"/>
          <a:stretch/>
        </p:blipFill>
        <p:spPr>
          <a:xfrm>
            <a:off x="0" y="0"/>
            <a:ext cx="10287000" cy="6858000"/>
          </a:xfrm>
          <a:prstGeom prst="rect">
            <a:avLst/>
          </a:prstGeom>
          <a:noFill/>
          <a:ln>
            <a:noFill/>
          </a:ln>
        </p:spPr>
      </p:pic>
      <p:sp>
        <p:nvSpPr>
          <p:cNvPr id="89" name="Google Shape;89;p1"/>
          <p:cNvSpPr/>
          <p:nvPr/>
        </p:nvSpPr>
        <p:spPr>
          <a:xfrm rot="-5400000">
            <a:off x="3986842" y="-1347159"/>
            <a:ext cx="6857999" cy="9552317"/>
          </a:xfrm>
          <a:prstGeom prst="flowChartManualInpu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0" name="Google Shape;90;p1"/>
          <p:cNvSpPr txBox="1"/>
          <p:nvPr>
            <p:ph idx="1" type="subTitle"/>
          </p:nvPr>
        </p:nvSpPr>
        <p:spPr>
          <a:xfrm>
            <a:off x="4649635" y="5111403"/>
            <a:ext cx="6941389" cy="834227"/>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595959"/>
              </a:buClr>
              <a:buSzPts val="4000"/>
              <a:buNone/>
            </a:pPr>
            <a:r>
              <a:rPr lang="es-ES" sz="4000">
                <a:solidFill>
                  <a:srgbClr val="595959"/>
                </a:solidFill>
                <a:latin typeface="Oswald"/>
                <a:ea typeface="Oswald"/>
                <a:cs typeface="Oswald"/>
                <a:sym typeface="Oswald"/>
              </a:rPr>
              <a:t>ENTRENAMIENTO 2022</a:t>
            </a:r>
            <a:endParaRPr sz="4000">
              <a:solidFill>
                <a:srgbClr val="595959"/>
              </a:solidFill>
              <a:latin typeface="Oswald"/>
              <a:ea typeface="Oswald"/>
              <a:cs typeface="Oswald"/>
              <a:sym typeface="Oswald"/>
            </a:endParaRPr>
          </a:p>
        </p:txBody>
      </p:sp>
      <p:pic>
        <p:nvPicPr>
          <p:cNvPr id="91" name="Google Shape;91;p1"/>
          <p:cNvPicPr preferRelativeResize="0"/>
          <p:nvPr/>
        </p:nvPicPr>
        <p:blipFill rotWithShape="1">
          <a:blip r:embed="rId4">
            <a:alphaModFix/>
          </a:blip>
          <a:srcRect b="0" l="0" r="0" t="0"/>
          <a:stretch/>
        </p:blipFill>
        <p:spPr>
          <a:xfrm>
            <a:off x="5924908" y="360279"/>
            <a:ext cx="4390845" cy="439084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pic>
        <p:nvPicPr>
          <p:cNvPr id="96" name="Google Shape;96;p2"/>
          <p:cNvPicPr preferRelativeResize="0"/>
          <p:nvPr/>
        </p:nvPicPr>
        <p:blipFill rotWithShape="1">
          <a:blip r:embed="rId3">
            <a:alphaModFix/>
          </a:blip>
          <a:srcRect b="0" l="0" r="0" t="0"/>
          <a:stretch/>
        </p:blipFill>
        <p:spPr>
          <a:xfrm>
            <a:off x="0" y="0"/>
            <a:ext cx="10287000" cy="6858000"/>
          </a:xfrm>
          <a:prstGeom prst="rect">
            <a:avLst/>
          </a:prstGeom>
          <a:noFill/>
          <a:ln>
            <a:noFill/>
          </a:ln>
        </p:spPr>
      </p:pic>
      <p:sp>
        <p:nvSpPr>
          <p:cNvPr id="97" name="Google Shape;97;p2"/>
          <p:cNvSpPr/>
          <p:nvPr/>
        </p:nvSpPr>
        <p:spPr>
          <a:xfrm rot="-5400000">
            <a:off x="3986842" y="-1347159"/>
            <a:ext cx="6857999" cy="9552317"/>
          </a:xfrm>
          <a:prstGeom prst="flowChartManualInpu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8" name="Google Shape;98;p2"/>
          <p:cNvSpPr txBox="1"/>
          <p:nvPr>
            <p:ph idx="1" type="subTitle"/>
          </p:nvPr>
        </p:nvSpPr>
        <p:spPr>
          <a:xfrm>
            <a:off x="4891601" y="1661714"/>
            <a:ext cx="6322740" cy="740351"/>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595959"/>
              </a:buClr>
              <a:buSzPts val="3200"/>
              <a:buNone/>
            </a:pPr>
            <a:r>
              <a:rPr b="1" lang="es-ES" sz="3200">
                <a:solidFill>
                  <a:srgbClr val="595959"/>
                </a:solidFill>
                <a:latin typeface="Twentieth Century"/>
                <a:ea typeface="Twentieth Century"/>
                <a:cs typeface="Twentieth Century"/>
                <a:sym typeface="Twentieth Century"/>
              </a:rPr>
              <a:t>DESARROLLANDO UNA</a:t>
            </a:r>
            <a:endParaRPr b="1" sz="3200">
              <a:solidFill>
                <a:srgbClr val="595959"/>
              </a:solidFill>
              <a:latin typeface="Twentieth Century"/>
              <a:ea typeface="Twentieth Century"/>
              <a:cs typeface="Twentieth Century"/>
              <a:sym typeface="Twentieth Century"/>
            </a:endParaRPr>
          </a:p>
        </p:txBody>
      </p:sp>
      <p:pic>
        <p:nvPicPr>
          <p:cNvPr id="99" name="Google Shape;99;p2"/>
          <p:cNvPicPr preferRelativeResize="0"/>
          <p:nvPr/>
        </p:nvPicPr>
        <p:blipFill rotWithShape="1">
          <a:blip r:embed="rId4">
            <a:alphaModFix/>
          </a:blip>
          <a:srcRect b="0" l="0" r="0" t="0"/>
          <a:stretch/>
        </p:blipFill>
        <p:spPr>
          <a:xfrm>
            <a:off x="7021099" y="3828095"/>
            <a:ext cx="2063744" cy="2063744"/>
          </a:xfrm>
          <a:prstGeom prst="rect">
            <a:avLst/>
          </a:prstGeom>
          <a:noFill/>
          <a:ln>
            <a:noFill/>
          </a:ln>
        </p:spPr>
      </p:pic>
      <p:sp>
        <p:nvSpPr>
          <p:cNvPr id="100" name="Google Shape;100;p2"/>
          <p:cNvSpPr txBox="1"/>
          <p:nvPr/>
        </p:nvSpPr>
        <p:spPr>
          <a:xfrm>
            <a:off x="4612679" y="2505975"/>
            <a:ext cx="6941389" cy="1425643"/>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rgbClr val="595959"/>
              </a:buClr>
              <a:buSzPts val="8800"/>
              <a:buFont typeface="Arial"/>
              <a:buNone/>
            </a:pPr>
            <a:r>
              <a:rPr b="0" i="0" lang="es-ES" sz="8800" u="none" cap="none" strike="noStrike">
                <a:solidFill>
                  <a:srgbClr val="595959"/>
                </a:solidFill>
                <a:latin typeface="Oswald"/>
                <a:ea typeface="Oswald"/>
                <a:cs typeface="Oswald"/>
                <a:sym typeface="Oswald"/>
              </a:rPr>
              <a:t>VISIÓN BÍBLICA</a:t>
            </a:r>
            <a:endParaRPr b="0" i="0" sz="8800" u="none" cap="none" strike="noStrike">
              <a:solidFill>
                <a:srgbClr val="595959"/>
              </a:solidFill>
              <a:latin typeface="Oswald"/>
              <a:ea typeface="Oswald"/>
              <a:cs typeface="Oswald"/>
              <a:sym typeface="Oswa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id="105" name="Google Shape;105;p3"/>
          <p:cNvPicPr preferRelativeResize="0"/>
          <p:nvPr/>
        </p:nvPicPr>
        <p:blipFill rotWithShape="1">
          <a:blip r:embed="rId3">
            <a:alphaModFix/>
          </a:blip>
          <a:srcRect b="10538" l="0" r="0" t="0"/>
          <a:stretch/>
        </p:blipFill>
        <p:spPr>
          <a:xfrm>
            <a:off x="0" y="-1"/>
            <a:ext cx="12192000" cy="6858001"/>
          </a:xfrm>
          <a:prstGeom prst="rect">
            <a:avLst/>
          </a:prstGeom>
          <a:noFill/>
          <a:ln>
            <a:noFill/>
          </a:ln>
        </p:spPr>
      </p:pic>
      <p:sp>
        <p:nvSpPr>
          <p:cNvPr id="106" name="Google Shape;106;p3"/>
          <p:cNvSpPr/>
          <p:nvPr/>
        </p:nvSpPr>
        <p:spPr>
          <a:xfrm rot="-5400000">
            <a:off x="12217968" y="-1347159"/>
            <a:ext cx="6857999" cy="9552317"/>
          </a:xfrm>
          <a:prstGeom prst="flowChartManualInput">
            <a:avLst/>
          </a:prstGeom>
          <a:solidFill>
            <a:srgbClr val="FFFFFF">
              <a:alpha val="67058"/>
            </a:srgbClr>
          </a:solidFill>
          <a:ln cap="flat" cmpd="sng" w="571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7" name="Google Shape;107;p3"/>
          <p:cNvSpPr txBox="1"/>
          <p:nvPr>
            <p:ph idx="1" type="subTitle"/>
          </p:nvPr>
        </p:nvSpPr>
        <p:spPr>
          <a:xfrm>
            <a:off x="2934630" y="3058822"/>
            <a:ext cx="6322740" cy="740351"/>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1"/>
              </a:buClr>
              <a:buSzPts val="9600"/>
              <a:buNone/>
            </a:pPr>
            <a:r>
              <a:rPr b="1" lang="es-ES" sz="9600">
                <a:solidFill>
                  <a:schemeClr val="lt1"/>
                </a:solidFill>
                <a:latin typeface="Twentieth Century"/>
                <a:ea typeface="Twentieth Century"/>
                <a:cs typeface="Twentieth Century"/>
                <a:sym typeface="Twentieth Century"/>
              </a:rPr>
              <a:t>Revisión de Tareas</a:t>
            </a:r>
            <a:endParaRPr b="1" sz="9600">
              <a:solidFill>
                <a:schemeClr val="lt1"/>
              </a:solidFill>
              <a:latin typeface="Twentieth Century"/>
              <a:ea typeface="Twentieth Century"/>
              <a:cs typeface="Twentieth Century"/>
              <a:sym typeface="Twentieth Century"/>
            </a:endParaRPr>
          </a:p>
        </p:txBody>
      </p:sp>
      <p:sp>
        <p:nvSpPr>
          <p:cNvPr id="108" name="Google Shape;108;p3"/>
          <p:cNvSpPr/>
          <p:nvPr/>
        </p:nvSpPr>
        <p:spPr>
          <a:xfrm rot="5400000">
            <a:off x="-6777189" y="-1347162"/>
            <a:ext cx="6857999" cy="9552317"/>
          </a:xfrm>
          <a:prstGeom prst="flowChartManualInput">
            <a:avLst/>
          </a:prstGeom>
          <a:solidFill>
            <a:srgbClr val="FFFFFF">
              <a:alpha val="67058"/>
            </a:srgbClr>
          </a:solidFill>
          <a:ln cap="flat" cmpd="sng" w="571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4"/>
          <p:cNvPicPr preferRelativeResize="0"/>
          <p:nvPr/>
        </p:nvPicPr>
        <p:blipFill rotWithShape="1">
          <a:blip r:embed="rId3">
            <a:alphaModFix/>
          </a:blip>
          <a:srcRect b="0" l="0" r="0" t="0"/>
          <a:stretch/>
        </p:blipFill>
        <p:spPr>
          <a:xfrm>
            <a:off x="0" y="0"/>
            <a:ext cx="10287000" cy="6858000"/>
          </a:xfrm>
          <a:prstGeom prst="rect">
            <a:avLst/>
          </a:prstGeom>
          <a:noFill/>
          <a:ln>
            <a:noFill/>
          </a:ln>
        </p:spPr>
      </p:pic>
      <p:sp>
        <p:nvSpPr>
          <p:cNvPr id="114" name="Google Shape;114;p4"/>
          <p:cNvSpPr/>
          <p:nvPr/>
        </p:nvSpPr>
        <p:spPr>
          <a:xfrm rot="-5400000">
            <a:off x="3986842" y="-1347159"/>
            <a:ext cx="6857999" cy="9552317"/>
          </a:xfrm>
          <a:prstGeom prst="flowChartManualInpu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5" name="Google Shape;115;p4"/>
          <p:cNvSpPr txBox="1"/>
          <p:nvPr>
            <p:ph idx="1" type="subTitle"/>
          </p:nvPr>
        </p:nvSpPr>
        <p:spPr>
          <a:xfrm>
            <a:off x="3479800" y="444500"/>
            <a:ext cx="8166100" cy="5664199"/>
          </a:xfrm>
          <a:prstGeom prst="rect">
            <a:avLst/>
          </a:prstGeom>
          <a:noFill/>
          <a:ln>
            <a:noFill/>
          </a:ln>
        </p:spPr>
        <p:txBody>
          <a:bodyPr anchorCtr="0" anchor="ctr" bIns="45700" lIns="91425" spcFirstLastPara="1" rIns="91425" wrap="square" tIns="45700">
            <a:noAutofit/>
          </a:bodyPr>
          <a:lstStyle/>
          <a:p>
            <a:pPr indent="0" lvl="0" marL="0" rtl="0" algn="r">
              <a:lnSpc>
                <a:spcPct val="135000"/>
              </a:lnSpc>
              <a:spcBef>
                <a:spcPts val="0"/>
              </a:spcBef>
              <a:spcAft>
                <a:spcPts val="0"/>
              </a:spcAft>
              <a:buClr>
                <a:srgbClr val="595959"/>
              </a:buClr>
              <a:buSzPts val="5400"/>
              <a:buNone/>
            </a:pPr>
            <a:r>
              <a:rPr b="1" lang="es-ES" sz="5400">
                <a:solidFill>
                  <a:srgbClr val="595959"/>
                </a:solidFill>
                <a:latin typeface="Twentieth Century"/>
                <a:ea typeface="Twentieth Century"/>
                <a:cs typeface="Twentieth Century"/>
                <a:sym typeface="Twentieth Century"/>
              </a:rPr>
              <a:t>¿Cuál fue el pasaje base y el nombre de la pri-mera conferencia?</a:t>
            </a:r>
            <a:endParaRPr b="1" sz="5400">
              <a:solidFill>
                <a:srgbClr val="595959"/>
              </a:solidFill>
              <a:latin typeface="Twentieth Century"/>
              <a:ea typeface="Twentieth Century"/>
              <a:cs typeface="Twentieth Century"/>
              <a:sym typeface="Twentieth Century"/>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id="120" name="Google Shape;120;p5"/>
          <p:cNvPicPr preferRelativeResize="0"/>
          <p:nvPr/>
        </p:nvPicPr>
        <p:blipFill rotWithShape="1">
          <a:blip r:embed="rId3">
            <a:alphaModFix/>
          </a:blip>
          <a:srcRect b="15625" l="0" r="0" t="0"/>
          <a:stretch/>
        </p:blipFill>
        <p:spPr>
          <a:xfrm>
            <a:off x="0" y="0"/>
            <a:ext cx="12192000" cy="6858000"/>
          </a:xfrm>
          <a:prstGeom prst="rect">
            <a:avLst/>
          </a:prstGeom>
          <a:noFill/>
          <a:ln>
            <a:noFill/>
          </a:ln>
        </p:spPr>
      </p:pic>
      <p:sp>
        <p:nvSpPr>
          <p:cNvPr id="121" name="Google Shape;121;p5"/>
          <p:cNvSpPr/>
          <p:nvPr/>
        </p:nvSpPr>
        <p:spPr>
          <a:xfrm>
            <a:off x="0" y="776377"/>
            <a:ext cx="12192000" cy="5382884"/>
          </a:xfrm>
          <a:prstGeom prst="rect">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2" name="Google Shape;122;p5"/>
          <p:cNvSpPr/>
          <p:nvPr/>
        </p:nvSpPr>
        <p:spPr>
          <a:xfrm>
            <a:off x="1" y="905773"/>
            <a:ext cx="12192000" cy="504645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3" name="Google Shape;123;p5"/>
          <p:cNvSpPr txBox="1"/>
          <p:nvPr>
            <p:ph idx="1" type="body"/>
          </p:nvPr>
        </p:nvSpPr>
        <p:spPr>
          <a:xfrm>
            <a:off x="838200" y="1160670"/>
            <a:ext cx="10515600" cy="4031710"/>
          </a:xfrm>
          <a:prstGeom prst="rect">
            <a:avLst/>
          </a:prstGeom>
          <a:noFill/>
          <a:ln>
            <a:noFill/>
          </a:ln>
        </p:spPr>
        <p:txBody>
          <a:bodyPr anchorCtr="0" anchor="ctr" bIns="45700" lIns="91425" spcFirstLastPara="1" rIns="91425" wrap="square" tIns="45700">
            <a:normAutofit/>
          </a:bodyPr>
          <a:lstStyle/>
          <a:p>
            <a:pPr indent="0" lvl="0" marL="0" rtl="0" algn="ctr">
              <a:lnSpc>
                <a:spcPct val="135000"/>
              </a:lnSpc>
              <a:spcBef>
                <a:spcPts val="0"/>
              </a:spcBef>
              <a:spcAft>
                <a:spcPts val="0"/>
              </a:spcAft>
              <a:buClr>
                <a:srgbClr val="404040"/>
              </a:buClr>
              <a:buSzPts val="4800"/>
              <a:buNone/>
            </a:pPr>
            <a:r>
              <a:rPr lang="es-ES" sz="4800">
                <a:solidFill>
                  <a:srgbClr val="404040"/>
                </a:solidFill>
                <a:latin typeface="Twentieth Century"/>
                <a:ea typeface="Twentieth Century"/>
                <a:cs typeface="Twentieth Century"/>
                <a:sym typeface="Twentieth Century"/>
              </a:rPr>
              <a:t> Desde la niñez has sabido las Sagradas Escrituras, las cuales te pueden dar la sabiduría que lleva a la salvación mediante la fe en Cristo Jesús.</a:t>
            </a:r>
            <a:endParaRPr/>
          </a:p>
        </p:txBody>
      </p:sp>
      <p:sp>
        <p:nvSpPr>
          <p:cNvPr id="124" name="Google Shape;124;p5"/>
          <p:cNvSpPr txBox="1"/>
          <p:nvPr/>
        </p:nvSpPr>
        <p:spPr>
          <a:xfrm>
            <a:off x="879894" y="5089585"/>
            <a:ext cx="10515600" cy="750493"/>
          </a:xfrm>
          <a:prstGeom prst="rect">
            <a:avLst/>
          </a:prstGeom>
          <a:noFill/>
          <a:ln>
            <a:noFill/>
          </a:ln>
        </p:spPr>
        <p:txBody>
          <a:bodyPr anchorCtr="0" anchor="t" bIns="45700" lIns="91425" spcFirstLastPara="1" rIns="91425" wrap="square" tIns="45700">
            <a:normAutofit lnSpcReduction="10000"/>
          </a:bodyPr>
          <a:lstStyle/>
          <a:p>
            <a:pPr indent="0" lvl="0" marL="0" marR="0" rtl="0" algn="r">
              <a:lnSpc>
                <a:spcPct val="135000"/>
              </a:lnSpc>
              <a:spcBef>
                <a:spcPts val="0"/>
              </a:spcBef>
              <a:spcAft>
                <a:spcPts val="0"/>
              </a:spcAft>
              <a:buClr>
                <a:schemeClr val="dk1"/>
              </a:buClr>
              <a:buSzPts val="3600"/>
              <a:buFont typeface="Arial"/>
              <a:buNone/>
            </a:pPr>
            <a:r>
              <a:t/>
            </a:r>
            <a:endParaRPr b="0" i="0" sz="3600" u="none" cap="none" strike="noStrike">
              <a:solidFill>
                <a:srgbClr val="404040"/>
              </a:solidFill>
              <a:latin typeface="Twentieth Century"/>
              <a:ea typeface="Twentieth Century"/>
              <a:cs typeface="Twentieth Century"/>
              <a:sym typeface="Twentieth Century"/>
            </a:endParaRPr>
          </a:p>
        </p:txBody>
      </p:sp>
      <p:sp>
        <p:nvSpPr>
          <p:cNvPr id="125" name="Google Shape;125;p5"/>
          <p:cNvSpPr txBox="1"/>
          <p:nvPr/>
        </p:nvSpPr>
        <p:spPr>
          <a:xfrm>
            <a:off x="879894" y="5322494"/>
            <a:ext cx="7730706" cy="517584"/>
          </a:xfrm>
          <a:prstGeom prst="rect">
            <a:avLst/>
          </a:prstGeom>
          <a:noFill/>
          <a:ln>
            <a:noFill/>
          </a:ln>
        </p:spPr>
        <p:txBody>
          <a:bodyPr anchorCtr="0" anchor="t" bIns="45700" lIns="91425" spcFirstLastPara="1" rIns="91425" wrap="square" tIns="45700">
            <a:normAutofit fontScale="62500" lnSpcReduction="20000"/>
          </a:bodyPr>
          <a:lstStyle/>
          <a:p>
            <a:pPr indent="0" lvl="0" marL="0" marR="0" rtl="0" algn="l">
              <a:lnSpc>
                <a:spcPct val="135000"/>
              </a:lnSpc>
              <a:spcBef>
                <a:spcPts val="0"/>
              </a:spcBef>
              <a:spcAft>
                <a:spcPts val="0"/>
              </a:spcAft>
              <a:buClr>
                <a:srgbClr val="404040"/>
              </a:buClr>
              <a:buSzPct val="100000"/>
              <a:buFont typeface="Arial"/>
              <a:buNone/>
            </a:pPr>
            <a:r>
              <a:rPr b="0" i="0" lang="es-ES" sz="3600" u="none" cap="none" strike="noStrike">
                <a:solidFill>
                  <a:srgbClr val="404040"/>
                </a:solidFill>
                <a:latin typeface="Twentieth Century"/>
                <a:ea typeface="Twentieth Century"/>
                <a:cs typeface="Twentieth Century"/>
                <a:sym typeface="Twentieth Century"/>
              </a:rPr>
              <a:t>2 Timoteo 3:15							</a:t>
            </a:r>
            <a:endParaRPr/>
          </a:p>
        </p:txBody>
      </p:sp>
      <p:sp>
        <p:nvSpPr>
          <p:cNvPr id="126" name="Google Shape;126;p5"/>
          <p:cNvSpPr txBox="1"/>
          <p:nvPr/>
        </p:nvSpPr>
        <p:spPr>
          <a:xfrm>
            <a:off x="9245600" y="5322494"/>
            <a:ext cx="2137194" cy="517584"/>
          </a:xfrm>
          <a:prstGeom prst="rect">
            <a:avLst/>
          </a:prstGeom>
          <a:noFill/>
          <a:ln>
            <a:noFill/>
          </a:ln>
        </p:spPr>
        <p:txBody>
          <a:bodyPr anchorCtr="0" anchor="t" bIns="45700" lIns="91425" spcFirstLastPara="1" rIns="91425" wrap="square" tIns="45700">
            <a:normAutofit fontScale="70000" lnSpcReduction="20000"/>
          </a:bodyPr>
          <a:lstStyle/>
          <a:p>
            <a:pPr indent="0" lvl="0" marL="0" marR="0" rtl="0" algn="ctr">
              <a:lnSpc>
                <a:spcPct val="135000"/>
              </a:lnSpc>
              <a:spcBef>
                <a:spcPts val="0"/>
              </a:spcBef>
              <a:spcAft>
                <a:spcPts val="0"/>
              </a:spcAft>
              <a:buClr>
                <a:srgbClr val="404040"/>
              </a:buClr>
              <a:buSzPct val="100000"/>
              <a:buFont typeface="Arial"/>
              <a:buNone/>
            </a:pPr>
            <a:r>
              <a:rPr b="0" i="0" lang="es-ES" sz="3600" u="none" cap="none" strike="noStrike">
                <a:solidFill>
                  <a:srgbClr val="404040"/>
                </a:solidFill>
                <a:latin typeface="Twentieth Century"/>
                <a:ea typeface="Twentieth Century"/>
                <a:cs typeface="Twentieth Century"/>
                <a:sym typeface="Twentieth Century"/>
              </a:rPr>
              <a:t>NBLA</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6"/>
          <p:cNvPicPr preferRelativeResize="0"/>
          <p:nvPr/>
        </p:nvPicPr>
        <p:blipFill rotWithShape="1">
          <a:blip r:embed="rId3">
            <a:alphaModFix/>
          </a:blip>
          <a:srcRect b="0" l="0" r="0" t="0"/>
          <a:stretch/>
        </p:blipFill>
        <p:spPr>
          <a:xfrm>
            <a:off x="0" y="0"/>
            <a:ext cx="10287000" cy="6858000"/>
          </a:xfrm>
          <a:prstGeom prst="rect">
            <a:avLst/>
          </a:prstGeom>
          <a:noFill/>
          <a:ln>
            <a:noFill/>
          </a:ln>
        </p:spPr>
      </p:pic>
      <p:sp>
        <p:nvSpPr>
          <p:cNvPr id="132" name="Google Shape;132;p6"/>
          <p:cNvSpPr/>
          <p:nvPr/>
        </p:nvSpPr>
        <p:spPr>
          <a:xfrm rot="-5400000">
            <a:off x="3986842" y="-1347159"/>
            <a:ext cx="6857999" cy="9552317"/>
          </a:xfrm>
          <a:prstGeom prst="flowChartManualInpu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3" name="Google Shape;133;p6"/>
          <p:cNvSpPr txBox="1"/>
          <p:nvPr>
            <p:ph idx="1" type="subTitle"/>
          </p:nvPr>
        </p:nvSpPr>
        <p:spPr>
          <a:xfrm>
            <a:off x="3479800" y="444500"/>
            <a:ext cx="8166100" cy="5664199"/>
          </a:xfrm>
          <a:prstGeom prst="rect">
            <a:avLst/>
          </a:prstGeom>
          <a:noFill/>
          <a:ln>
            <a:noFill/>
          </a:ln>
        </p:spPr>
        <p:txBody>
          <a:bodyPr anchorCtr="0" anchor="ctr" bIns="45700" lIns="91425" spcFirstLastPara="1" rIns="91425" wrap="square" tIns="45700">
            <a:noAutofit/>
          </a:bodyPr>
          <a:lstStyle/>
          <a:p>
            <a:pPr indent="0" lvl="0" marL="0" rtl="0" algn="r">
              <a:lnSpc>
                <a:spcPct val="135000"/>
              </a:lnSpc>
              <a:spcBef>
                <a:spcPts val="0"/>
              </a:spcBef>
              <a:spcAft>
                <a:spcPts val="0"/>
              </a:spcAft>
              <a:buClr>
                <a:srgbClr val="595959"/>
              </a:buClr>
              <a:buSzPts val="5400"/>
              <a:buNone/>
            </a:pPr>
            <a:r>
              <a:rPr b="1" lang="es-ES" sz="5400">
                <a:solidFill>
                  <a:srgbClr val="595959"/>
                </a:solidFill>
                <a:latin typeface="Twentieth Century"/>
                <a:ea typeface="Twentieth Century"/>
                <a:cs typeface="Twentieth Century"/>
                <a:sym typeface="Twentieth Century"/>
              </a:rPr>
              <a:t>¿Cómo resumirías las enseñanzas clave de la primera conferencia?</a:t>
            </a:r>
            <a:endParaRPr b="1" sz="5400">
              <a:solidFill>
                <a:srgbClr val="595959"/>
              </a:solidFill>
              <a:latin typeface="Twentieth Century"/>
              <a:ea typeface="Twentieth Century"/>
              <a:cs typeface="Twentieth Century"/>
              <a:sym typeface="Twentieth Century"/>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7"/>
          <p:cNvPicPr preferRelativeResize="0"/>
          <p:nvPr/>
        </p:nvPicPr>
        <p:blipFill rotWithShape="1">
          <a:blip r:embed="rId3">
            <a:alphaModFix/>
          </a:blip>
          <a:srcRect b="15625" l="0" r="0" t="0"/>
          <a:stretch/>
        </p:blipFill>
        <p:spPr>
          <a:xfrm>
            <a:off x="0" y="0"/>
            <a:ext cx="12192000" cy="6858000"/>
          </a:xfrm>
          <a:prstGeom prst="rect">
            <a:avLst/>
          </a:prstGeom>
          <a:noFill/>
          <a:ln>
            <a:noFill/>
          </a:ln>
        </p:spPr>
      </p:pic>
      <p:sp>
        <p:nvSpPr>
          <p:cNvPr id="139" name="Google Shape;139;p7"/>
          <p:cNvSpPr/>
          <p:nvPr/>
        </p:nvSpPr>
        <p:spPr>
          <a:xfrm>
            <a:off x="0" y="776377"/>
            <a:ext cx="12192000" cy="5382884"/>
          </a:xfrm>
          <a:prstGeom prst="rect">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0" name="Google Shape;140;p7"/>
          <p:cNvSpPr/>
          <p:nvPr/>
        </p:nvSpPr>
        <p:spPr>
          <a:xfrm>
            <a:off x="1" y="905773"/>
            <a:ext cx="12192000" cy="504645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1" name="Google Shape;141;p7"/>
          <p:cNvSpPr txBox="1"/>
          <p:nvPr>
            <p:ph idx="1" type="body"/>
          </p:nvPr>
        </p:nvSpPr>
        <p:spPr>
          <a:xfrm>
            <a:off x="838200" y="1351170"/>
            <a:ext cx="10515600" cy="4031710"/>
          </a:xfrm>
          <a:prstGeom prst="rect">
            <a:avLst/>
          </a:prstGeom>
          <a:noFill/>
          <a:ln>
            <a:noFill/>
          </a:ln>
        </p:spPr>
        <p:txBody>
          <a:bodyPr anchorCtr="0" anchor="ctr" bIns="45700" lIns="91425" spcFirstLastPara="1" rIns="91425" wrap="square" tIns="45700">
            <a:normAutofit/>
          </a:bodyPr>
          <a:lstStyle/>
          <a:p>
            <a:pPr indent="0" lvl="0" marL="0" rtl="0" algn="ctr">
              <a:lnSpc>
                <a:spcPct val="135000"/>
              </a:lnSpc>
              <a:spcBef>
                <a:spcPts val="0"/>
              </a:spcBef>
              <a:spcAft>
                <a:spcPts val="0"/>
              </a:spcAft>
              <a:buClr>
                <a:srgbClr val="404040"/>
              </a:buClr>
              <a:buSzPts val="4800"/>
              <a:buNone/>
            </a:pPr>
            <a:r>
              <a:rPr lang="es-ES" sz="4800">
                <a:solidFill>
                  <a:srgbClr val="404040"/>
                </a:solidFill>
                <a:latin typeface="Twentieth Century"/>
                <a:ea typeface="Twentieth Century"/>
                <a:cs typeface="Twentieth Century"/>
                <a:sym typeface="Twentieth Century"/>
              </a:rPr>
              <a:t>La cultura evangélica promedio no distingue entre evangelizar y domesticar a los niños.</a:t>
            </a:r>
            <a:endParaRPr/>
          </a:p>
        </p:txBody>
      </p:sp>
      <p:sp>
        <p:nvSpPr>
          <p:cNvPr id="142" name="Google Shape;142;p7"/>
          <p:cNvSpPr txBox="1"/>
          <p:nvPr/>
        </p:nvSpPr>
        <p:spPr>
          <a:xfrm>
            <a:off x="879894" y="5089585"/>
            <a:ext cx="10515600" cy="750493"/>
          </a:xfrm>
          <a:prstGeom prst="rect">
            <a:avLst/>
          </a:prstGeom>
          <a:noFill/>
          <a:ln>
            <a:noFill/>
          </a:ln>
        </p:spPr>
        <p:txBody>
          <a:bodyPr anchorCtr="0" anchor="t" bIns="45700" lIns="91425" spcFirstLastPara="1" rIns="91425" wrap="square" tIns="45700">
            <a:normAutofit lnSpcReduction="10000"/>
          </a:bodyPr>
          <a:lstStyle/>
          <a:p>
            <a:pPr indent="0" lvl="0" marL="0" marR="0" rtl="0" algn="r">
              <a:lnSpc>
                <a:spcPct val="135000"/>
              </a:lnSpc>
              <a:spcBef>
                <a:spcPts val="0"/>
              </a:spcBef>
              <a:spcAft>
                <a:spcPts val="0"/>
              </a:spcAft>
              <a:buClr>
                <a:schemeClr val="dk1"/>
              </a:buClr>
              <a:buSzPts val="3600"/>
              <a:buFont typeface="Arial"/>
              <a:buNone/>
            </a:pPr>
            <a:r>
              <a:t/>
            </a:r>
            <a:endParaRPr b="0" i="0" sz="3600" u="none" cap="none" strike="noStrike">
              <a:solidFill>
                <a:srgbClr val="404040"/>
              </a:solidFill>
              <a:latin typeface="Twentieth Century"/>
              <a:ea typeface="Twentieth Century"/>
              <a:cs typeface="Twentieth Century"/>
              <a:sym typeface="Twentieth Century"/>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p8"/>
          <p:cNvPicPr preferRelativeResize="0"/>
          <p:nvPr/>
        </p:nvPicPr>
        <p:blipFill rotWithShape="1">
          <a:blip r:embed="rId3">
            <a:alphaModFix/>
          </a:blip>
          <a:srcRect b="10538" l="0" r="0" t="0"/>
          <a:stretch/>
        </p:blipFill>
        <p:spPr>
          <a:xfrm>
            <a:off x="0" y="-1"/>
            <a:ext cx="12192000" cy="6858001"/>
          </a:xfrm>
          <a:prstGeom prst="rect">
            <a:avLst/>
          </a:prstGeom>
          <a:noFill/>
          <a:ln>
            <a:noFill/>
          </a:ln>
        </p:spPr>
      </p:pic>
      <p:sp>
        <p:nvSpPr>
          <p:cNvPr id="148" name="Google Shape;148;p8"/>
          <p:cNvSpPr/>
          <p:nvPr/>
        </p:nvSpPr>
        <p:spPr>
          <a:xfrm rot="5400000">
            <a:off x="2985459" y="-1347159"/>
            <a:ext cx="6857999" cy="9552317"/>
          </a:xfrm>
          <a:prstGeom prst="flowChartManualInput">
            <a:avLst/>
          </a:prstGeom>
          <a:solidFill>
            <a:schemeClr val="lt1"/>
          </a:solidFill>
          <a:ln cap="flat" cmpd="sng" w="152400">
            <a:solidFill>
              <a:srgbClr val="FFFFFF">
                <a:alpha val="35686"/>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9" name="Google Shape;149;p8"/>
          <p:cNvSpPr/>
          <p:nvPr/>
        </p:nvSpPr>
        <p:spPr>
          <a:xfrm rot="5400000">
            <a:off x="1817059" y="-1347159"/>
            <a:ext cx="6857999" cy="9552317"/>
          </a:xfrm>
          <a:prstGeom prst="flowChartManualInput">
            <a:avLst/>
          </a:prstGeom>
          <a:solidFill>
            <a:schemeClr val="lt1"/>
          </a:solidFill>
          <a:ln cap="flat" cmpd="sng" w="152400">
            <a:solidFill>
              <a:srgbClr val="FFFFFF">
                <a:alpha val="35686"/>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0" name="Google Shape;150;p8"/>
          <p:cNvSpPr txBox="1"/>
          <p:nvPr>
            <p:ph idx="1" type="subTitle"/>
          </p:nvPr>
        </p:nvSpPr>
        <p:spPr>
          <a:xfrm>
            <a:off x="736600" y="546100"/>
            <a:ext cx="8166100" cy="5664199"/>
          </a:xfrm>
          <a:prstGeom prst="rect">
            <a:avLst/>
          </a:prstGeom>
          <a:noFill/>
          <a:ln>
            <a:noFill/>
          </a:ln>
        </p:spPr>
        <p:txBody>
          <a:bodyPr anchorCtr="0" anchor="ctr" bIns="45700" lIns="91425" spcFirstLastPara="1" rIns="91425" wrap="square" tIns="45700">
            <a:noAutofit/>
          </a:bodyPr>
          <a:lstStyle/>
          <a:p>
            <a:pPr indent="-914400" lvl="0" marL="914400" rtl="0" algn="l">
              <a:lnSpc>
                <a:spcPct val="135000"/>
              </a:lnSpc>
              <a:spcBef>
                <a:spcPts val="0"/>
              </a:spcBef>
              <a:spcAft>
                <a:spcPts val="0"/>
              </a:spcAft>
              <a:buClr>
                <a:srgbClr val="595959"/>
              </a:buClr>
              <a:buSzPts val="4400"/>
              <a:buFont typeface="Calibri"/>
              <a:buAutoNum type="arabicPeriod"/>
            </a:pPr>
            <a:r>
              <a:rPr b="1" lang="es-ES" sz="4400">
                <a:solidFill>
                  <a:srgbClr val="595959"/>
                </a:solidFill>
                <a:latin typeface="Twentieth Century"/>
                <a:ea typeface="Twentieth Century"/>
                <a:cs typeface="Twentieth Century"/>
                <a:sym typeface="Twentieth Century"/>
              </a:rPr>
              <a:t>Confiar para enseñar</a:t>
            </a:r>
            <a:endParaRPr/>
          </a:p>
          <a:p>
            <a:pPr indent="-914400" lvl="0" marL="914400" rtl="0" algn="l">
              <a:lnSpc>
                <a:spcPct val="135000"/>
              </a:lnSpc>
              <a:spcBef>
                <a:spcPts val="1000"/>
              </a:spcBef>
              <a:spcAft>
                <a:spcPts val="0"/>
              </a:spcAft>
              <a:buClr>
                <a:srgbClr val="595959"/>
              </a:buClr>
              <a:buSzPts val="4400"/>
              <a:buFont typeface="Calibri"/>
              <a:buAutoNum type="arabicPeriod"/>
            </a:pPr>
            <a:r>
              <a:rPr b="1" lang="es-ES" sz="4400">
                <a:solidFill>
                  <a:srgbClr val="595959"/>
                </a:solidFill>
                <a:latin typeface="Twentieth Century"/>
                <a:ea typeface="Twentieth Century"/>
                <a:cs typeface="Twentieth Century"/>
                <a:sym typeface="Twentieth Century"/>
              </a:rPr>
              <a:t>Confiar en Cristo (Objetivo)</a:t>
            </a:r>
            <a:endParaRPr/>
          </a:p>
          <a:p>
            <a:pPr indent="-914400" lvl="0" marL="914400" rtl="0" algn="l">
              <a:lnSpc>
                <a:spcPct val="135000"/>
              </a:lnSpc>
              <a:spcBef>
                <a:spcPts val="1000"/>
              </a:spcBef>
              <a:spcAft>
                <a:spcPts val="0"/>
              </a:spcAft>
              <a:buClr>
                <a:srgbClr val="595959"/>
              </a:buClr>
              <a:buSzPts val="4400"/>
              <a:buFont typeface="Calibri"/>
              <a:buAutoNum type="arabicPeriod"/>
            </a:pPr>
            <a:r>
              <a:rPr b="1" lang="es-ES" sz="4400">
                <a:solidFill>
                  <a:srgbClr val="595959"/>
                </a:solidFill>
                <a:latin typeface="Twentieth Century"/>
                <a:ea typeface="Twentieth Century"/>
                <a:cs typeface="Twentieth Century"/>
                <a:sym typeface="Twentieth Century"/>
              </a:rPr>
              <a:t>Ocupar la palabra</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pic>
        <p:nvPicPr>
          <p:cNvPr id="155" name="Google Shape;155;p9"/>
          <p:cNvPicPr preferRelativeResize="0"/>
          <p:nvPr/>
        </p:nvPicPr>
        <p:blipFill rotWithShape="1">
          <a:blip r:embed="rId3">
            <a:alphaModFix/>
          </a:blip>
          <a:srcRect b="0" l="0" r="0" t="0"/>
          <a:stretch/>
        </p:blipFill>
        <p:spPr>
          <a:xfrm>
            <a:off x="0" y="0"/>
            <a:ext cx="10287000" cy="6858000"/>
          </a:xfrm>
          <a:prstGeom prst="rect">
            <a:avLst/>
          </a:prstGeom>
          <a:noFill/>
          <a:ln>
            <a:noFill/>
          </a:ln>
        </p:spPr>
      </p:pic>
      <p:sp>
        <p:nvSpPr>
          <p:cNvPr id="156" name="Google Shape;156;p9"/>
          <p:cNvSpPr/>
          <p:nvPr/>
        </p:nvSpPr>
        <p:spPr>
          <a:xfrm rot="-5400000">
            <a:off x="3986842" y="-1347159"/>
            <a:ext cx="6857999" cy="9552317"/>
          </a:xfrm>
          <a:prstGeom prst="flowChartManualInpu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7" name="Google Shape;157;p9"/>
          <p:cNvSpPr txBox="1"/>
          <p:nvPr>
            <p:ph idx="1" type="subTitle"/>
          </p:nvPr>
        </p:nvSpPr>
        <p:spPr>
          <a:xfrm>
            <a:off x="3479800" y="444500"/>
            <a:ext cx="8166100" cy="5664199"/>
          </a:xfrm>
          <a:prstGeom prst="rect">
            <a:avLst/>
          </a:prstGeom>
          <a:noFill/>
          <a:ln>
            <a:noFill/>
          </a:ln>
        </p:spPr>
        <p:txBody>
          <a:bodyPr anchorCtr="0" anchor="ctr" bIns="45700" lIns="91425" spcFirstLastPara="1" rIns="91425" wrap="square" tIns="45700">
            <a:noAutofit/>
          </a:bodyPr>
          <a:lstStyle/>
          <a:p>
            <a:pPr indent="0" lvl="0" marL="0" rtl="0" algn="r">
              <a:lnSpc>
                <a:spcPct val="135000"/>
              </a:lnSpc>
              <a:spcBef>
                <a:spcPts val="0"/>
              </a:spcBef>
              <a:spcAft>
                <a:spcPts val="0"/>
              </a:spcAft>
              <a:buClr>
                <a:srgbClr val="595959"/>
              </a:buClr>
              <a:buSzPts val="5400"/>
              <a:buNone/>
            </a:pPr>
            <a:r>
              <a:rPr b="1" lang="es-ES" sz="5400">
                <a:solidFill>
                  <a:srgbClr val="595959"/>
                </a:solidFill>
                <a:latin typeface="Twentieth Century"/>
                <a:ea typeface="Twentieth Century"/>
                <a:cs typeface="Twentieth Century"/>
                <a:sym typeface="Twentieth Century"/>
              </a:rPr>
              <a:t>¿Qué puedes aplicar a tu vida y ministerio?</a:t>
            </a:r>
            <a:endParaRPr b="1" sz="5400">
              <a:solidFill>
                <a:srgbClr val="595959"/>
              </a:solidFill>
              <a:latin typeface="Twentieth Century"/>
              <a:ea typeface="Twentieth Century"/>
              <a:cs typeface="Twentieth Century"/>
              <a:sym typeface="Twentieth Century"/>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id="162" name="Google Shape;162;p10"/>
          <p:cNvPicPr preferRelativeResize="0"/>
          <p:nvPr/>
        </p:nvPicPr>
        <p:blipFill rotWithShape="1">
          <a:blip r:embed="rId3">
            <a:alphaModFix/>
          </a:blip>
          <a:srcRect b="0" l="0" r="0" t="0"/>
          <a:stretch/>
        </p:blipFill>
        <p:spPr>
          <a:xfrm>
            <a:off x="0" y="0"/>
            <a:ext cx="10287000" cy="6858000"/>
          </a:xfrm>
          <a:prstGeom prst="rect">
            <a:avLst/>
          </a:prstGeom>
          <a:noFill/>
          <a:ln>
            <a:noFill/>
          </a:ln>
        </p:spPr>
      </p:pic>
      <p:sp>
        <p:nvSpPr>
          <p:cNvPr id="163" name="Google Shape;163;p10"/>
          <p:cNvSpPr/>
          <p:nvPr/>
        </p:nvSpPr>
        <p:spPr>
          <a:xfrm rot="-5400000">
            <a:off x="3986842" y="-1347159"/>
            <a:ext cx="6857999" cy="9552317"/>
          </a:xfrm>
          <a:prstGeom prst="flowChartManualInpu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4" name="Google Shape;164;p10"/>
          <p:cNvSpPr txBox="1"/>
          <p:nvPr>
            <p:ph idx="1" type="subTitle"/>
          </p:nvPr>
        </p:nvSpPr>
        <p:spPr>
          <a:xfrm>
            <a:off x="3479800" y="444500"/>
            <a:ext cx="8166100" cy="5664199"/>
          </a:xfrm>
          <a:prstGeom prst="rect">
            <a:avLst/>
          </a:prstGeom>
          <a:noFill/>
          <a:ln>
            <a:noFill/>
          </a:ln>
        </p:spPr>
        <p:txBody>
          <a:bodyPr anchorCtr="0" anchor="ctr" bIns="45700" lIns="91425" spcFirstLastPara="1" rIns="91425" wrap="square" tIns="45700">
            <a:noAutofit/>
          </a:bodyPr>
          <a:lstStyle/>
          <a:p>
            <a:pPr indent="0" lvl="0" marL="0" rtl="0" algn="r">
              <a:lnSpc>
                <a:spcPct val="135000"/>
              </a:lnSpc>
              <a:spcBef>
                <a:spcPts val="0"/>
              </a:spcBef>
              <a:spcAft>
                <a:spcPts val="0"/>
              </a:spcAft>
              <a:buClr>
                <a:srgbClr val="595959"/>
              </a:buClr>
              <a:buSzPts val="5400"/>
              <a:buNone/>
            </a:pPr>
            <a:r>
              <a:rPr b="1" lang="es-ES" sz="5400">
                <a:solidFill>
                  <a:srgbClr val="595959"/>
                </a:solidFill>
                <a:latin typeface="Twentieth Century"/>
                <a:ea typeface="Twentieth Century"/>
                <a:cs typeface="Twentieth Century"/>
                <a:sym typeface="Twentieth Century"/>
              </a:rPr>
              <a:t>¿Cuál fue el pasaje base y el nombre de la segunda conferencia?</a:t>
            </a:r>
            <a:endParaRPr b="1" sz="5400">
              <a:solidFill>
                <a:srgbClr val="595959"/>
              </a:solidFill>
              <a:latin typeface="Twentieth Century"/>
              <a:ea typeface="Twentieth Century"/>
              <a:cs typeface="Twentieth Century"/>
              <a:sym typeface="Twentieth Century"/>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11"/>
          <p:cNvPicPr preferRelativeResize="0"/>
          <p:nvPr/>
        </p:nvPicPr>
        <p:blipFill rotWithShape="1">
          <a:blip r:embed="rId3">
            <a:alphaModFix/>
          </a:blip>
          <a:srcRect b="15625" l="0" r="0" t="0"/>
          <a:stretch/>
        </p:blipFill>
        <p:spPr>
          <a:xfrm>
            <a:off x="0" y="0"/>
            <a:ext cx="12192000" cy="6858000"/>
          </a:xfrm>
          <a:prstGeom prst="rect">
            <a:avLst/>
          </a:prstGeom>
          <a:noFill/>
          <a:ln>
            <a:noFill/>
          </a:ln>
        </p:spPr>
      </p:pic>
      <p:sp>
        <p:nvSpPr>
          <p:cNvPr id="170" name="Google Shape;170;p11"/>
          <p:cNvSpPr/>
          <p:nvPr/>
        </p:nvSpPr>
        <p:spPr>
          <a:xfrm>
            <a:off x="0" y="776377"/>
            <a:ext cx="12192000" cy="5382884"/>
          </a:xfrm>
          <a:prstGeom prst="rect">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1" name="Google Shape;171;p11"/>
          <p:cNvSpPr/>
          <p:nvPr/>
        </p:nvSpPr>
        <p:spPr>
          <a:xfrm>
            <a:off x="1" y="905773"/>
            <a:ext cx="12192000" cy="504645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2" name="Google Shape;172;p11"/>
          <p:cNvSpPr txBox="1"/>
          <p:nvPr>
            <p:ph idx="1" type="body"/>
          </p:nvPr>
        </p:nvSpPr>
        <p:spPr>
          <a:xfrm>
            <a:off x="1219200" y="1160670"/>
            <a:ext cx="9753600" cy="4031710"/>
          </a:xfrm>
          <a:prstGeom prst="rect">
            <a:avLst/>
          </a:prstGeom>
          <a:noFill/>
          <a:ln>
            <a:noFill/>
          </a:ln>
        </p:spPr>
        <p:txBody>
          <a:bodyPr anchorCtr="0" anchor="ctr" bIns="45700" lIns="91425" spcFirstLastPara="1" rIns="91425" wrap="square" tIns="45700">
            <a:normAutofit fontScale="92500"/>
          </a:bodyPr>
          <a:lstStyle/>
          <a:p>
            <a:pPr indent="0" lvl="0" marL="0" rtl="0" algn="ctr">
              <a:lnSpc>
                <a:spcPct val="135000"/>
              </a:lnSpc>
              <a:spcBef>
                <a:spcPts val="0"/>
              </a:spcBef>
              <a:spcAft>
                <a:spcPts val="0"/>
              </a:spcAft>
              <a:buClr>
                <a:srgbClr val="404040"/>
              </a:buClr>
              <a:buSzPct val="100000"/>
              <a:buNone/>
            </a:pPr>
            <a:r>
              <a:rPr lang="es-ES" sz="4800">
                <a:solidFill>
                  <a:srgbClr val="404040"/>
                </a:solidFill>
                <a:latin typeface="Twentieth Century"/>
                <a:ea typeface="Twentieth Century"/>
                <a:cs typeface="Twentieth Century"/>
                <a:sym typeface="Twentieth Century"/>
              </a:rPr>
              <a:t>Escucha , pueblo mío, mi enseñanza; Inclinen ustedes su oído a las palabras de mi boca. </a:t>
            </a:r>
            <a:r>
              <a:rPr b="1" lang="es-ES" sz="4800">
                <a:solidFill>
                  <a:srgbClr val="404040"/>
                </a:solidFill>
                <a:latin typeface="Twentieth Century"/>
                <a:ea typeface="Twentieth Century"/>
                <a:cs typeface="Twentieth Century"/>
                <a:sym typeface="Twentieth Century"/>
              </a:rPr>
              <a:t>2</a:t>
            </a:r>
            <a:r>
              <a:rPr lang="es-ES" sz="4800">
                <a:solidFill>
                  <a:srgbClr val="404040"/>
                </a:solidFill>
                <a:latin typeface="Twentieth Century"/>
                <a:ea typeface="Twentieth Century"/>
                <a:cs typeface="Twentieth Century"/>
                <a:sym typeface="Twentieth Century"/>
              </a:rPr>
              <a:t> En parábolas abriré mi boca; Hablaré enigmas de la antigüedad,</a:t>
            </a:r>
            <a:endParaRPr/>
          </a:p>
        </p:txBody>
      </p:sp>
      <p:sp>
        <p:nvSpPr>
          <p:cNvPr id="173" name="Google Shape;173;p11"/>
          <p:cNvSpPr txBox="1"/>
          <p:nvPr/>
        </p:nvSpPr>
        <p:spPr>
          <a:xfrm>
            <a:off x="879894" y="5089585"/>
            <a:ext cx="10515600" cy="750493"/>
          </a:xfrm>
          <a:prstGeom prst="rect">
            <a:avLst/>
          </a:prstGeom>
          <a:noFill/>
          <a:ln>
            <a:noFill/>
          </a:ln>
        </p:spPr>
        <p:txBody>
          <a:bodyPr anchorCtr="0" anchor="t" bIns="45700" lIns="91425" spcFirstLastPara="1" rIns="91425" wrap="square" tIns="45700">
            <a:normAutofit lnSpcReduction="10000"/>
          </a:bodyPr>
          <a:lstStyle/>
          <a:p>
            <a:pPr indent="0" lvl="0" marL="0" marR="0" rtl="0" algn="r">
              <a:lnSpc>
                <a:spcPct val="135000"/>
              </a:lnSpc>
              <a:spcBef>
                <a:spcPts val="0"/>
              </a:spcBef>
              <a:spcAft>
                <a:spcPts val="0"/>
              </a:spcAft>
              <a:buClr>
                <a:schemeClr val="dk1"/>
              </a:buClr>
              <a:buSzPts val="3600"/>
              <a:buFont typeface="Arial"/>
              <a:buNone/>
            </a:pPr>
            <a:r>
              <a:t/>
            </a:r>
            <a:endParaRPr b="0" i="0" sz="3600" u="none" cap="none" strike="noStrike">
              <a:solidFill>
                <a:srgbClr val="404040"/>
              </a:solidFill>
              <a:latin typeface="Twentieth Century"/>
              <a:ea typeface="Twentieth Century"/>
              <a:cs typeface="Twentieth Century"/>
              <a:sym typeface="Twentieth Century"/>
            </a:endParaRPr>
          </a:p>
        </p:txBody>
      </p:sp>
      <p:sp>
        <p:nvSpPr>
          <p:cNvPr id="174" name="Google Shape;174;p11"/>
          <p:cNvSpPr txBox="1"/>
          <p:nvPr/>
        </p:nvSpPr>
        <p:spPr>
          <a:xfrm>
            <a:off x="879894" y="5322494"/>
            <a:ext cx="7730706" cy="517584"/>
          </a:xfrm>
          <a:prstGeom prst="rect">
            <a:avLst/>
          </a:prstGeom>
          <a:noFill/>
          <a:ln>
            <a:noFill/>
          </a:ln>
        </p:spPr>
        <p:txBody>
          <a:bodyPr anchorCtr="0" anchor="t" bIns="45700" lIns="91425" spcFirstLastPara="1" rIns="91425" wrap="square" tIns="45700">
            <a:normAutofit fontScale="70000" lnSpcReduction="20000"/>
          </a:bodyPr>
          <a:lstStyle/>
          <a:p>
            <a:pPr indent="0" lvl="0" marL="0" marR="0" rtl="0" algn="l">
              <a:lnSpc>
                <a:spcPct val="135000"/>
              </a:lnSpc>
              <a:spcBef>
                <a:spcPts val="0"/>
              </a:spcBef>
              <a:spcAft>
                <a:spcPts val="0"/>
              </a:spcAft>
              <a:buClr>
                <a:srgbClr val="404040"/>
              </a:buClr>
              <a:buSzPct val="100000"/>
              <a:buFont typeface="Arial"/>
              <a:buNone/>
            </a:pPr>
            <a:r>
              <a:rPr b="0" i="0" lang="es-ES" sz="3600" u="none" cap="none" strike="noStrike">
                <a:solidFill>
                  <a:srgbClr val="404040"/>
                </a:solidFill>
                <a:latin typeface="Twentieth Century"/>
                <a:ea typeface="Twentieth Century"/>
                <a:cs typeface="Twentieth Century"/>
                <a:sym typeface="Twentieth Century"/>
              </a:rPr>
              <a:t>Salmo 78:1-8							</a:t>
            </a:r>
            <a:endParaRPr/>
          </a:p>
        </p:txBody>
      </p:sp>
      <p:sp>
        <p:nvSpPr>
          <p:cNvPr id="175" name="Google Shape;175;p11"/>
          <p:cNvSpPr txBox="1"/>
          <p:nvPr/>
        </p:nvSpPr>
        <p:spPr>
          <a:xfrm>
            <a:off x="9245600" y="5322494"/>
            <a:ext cx="2137194" cy="517584"/>
          </a:xfrm>
          <a:prstGeom prst="rect">
            <a:avLst/>
          </a:prstGeom>
          <a:noFill/>
          <a:ln>
            <a:noFill/>
          </a:ln>
        </p:spPr>
        <p:txBody>
          <a:bodyPr anchorCtr="0" anchor="t" bIns="45700" lIns="91425" spcFirstLastPara="1" rIns="91425" wrap="square" tIns="45700">
            <a:normAutofit fontScale="70000" lnSpcReduction="20000"/>
          </a:bodyPr>
          <a:lstStyle/>
          <a:p>
            <a:pPr indent="0" lvl="0" marL="0" marR="0" rtl="0" algn="ctr">
              <a:lnSpc>
                <a:spcPct val="135000"/>
              </a:lnSpc>
              <a:spcBef>
                <a:spcPts val="0"/>
              </a:spcBef>
              <a:spcAft>
                <a:spcPts val="0"/>
              </a:spcAft>
              <a:buClr>
                <a:srgbClr val="404040"/>
              </a:buClr>
              <a:buSzPct val="100000"/>
              <a:buFont typeface="Arial"/>
              <a:buNone/>
            </a:pPr>
            <a:r>
              <a:rPr b="0" i="0" lang="es-ES" sz="3600" u="none" cap="none" strike="noStrike">
                <a:solidFill>
                  <a:srgbClr val="404040"/>
                </a:solidFill>
                <a:latin typeface="Twentieth Century"/>
                <a:ea typeface="Twentieth Century"/>
                <a:cs typeface="Twentieth Century"/>
                <a:sym typeface="Twentieth Century"/>
              </a:rPr>
              <a:t>NBLA</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id="180" name="Google Shape;180;p12"/>
          <p:cNvPicPr preferRelativeResize="0"/>
          <p:nvPr/>
        </p:nvPicPr>
        <p:blipFill rotWithShape="1">
          <a:blip r:embed="rId3">
            <a:alphaModFix/>
          </a:blip>
          <a:srcRect b="15625" l="0" r="0" t="0"/>
          <a:stretch/>
        </p:blipFill>
        <p:spPr>
          <a:xfrm>
            <a:off x="0" y="0"/>
            <a:ext cx="12192000" cy="6858000"/>
          </a:xfrm>
          <a:prstGeom prst="rect">
            <a:avLst/>
          </a:prstGeom>
          <a:noFill/>
          <a:ln>
            <a:noFill/>
          </a:ln>
        </p:spPr>
      </p:pic>
      <p:sp>
        <p:nvSpPr>
          <p:cNvPr id="181" name="Google Shape;181;p12"/>
          <p:cNvSpPr/>
          <p:nvPr/>
        </p:nvSpPr>
        <p:spPr>
          <a:xfrm>
            <a:off x="0" y="776377"/>
            <a:ext cx="12192000" cy="5382884"/>
          </a:xfrm>
          <a:prstGeom prst="rect">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2" name="Google Shape;182;p12"/>
          <p:cNvSpPr/>
          <p:nvPr/>
        </p:nvSpPr>
        <p:spPr>
          <a:xfrm>
            <a:off x="1" y="905773"/>
            <a:ext cx="12192000" cy="504645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3" name="Google Shape;183;p12"/>
          <p:cNvSpPr txBox="1"/>
          <p:nvPr>
            <p:ph idx="1" type="body"/>
          </p:nvPr>
        </p:nvSpPr>
        <p:spPr>
          <a:xfrm>
            <a:off x="1047750" y="1160670"/>
            <a:ext cx="10096500" cy="4031710"/>
          </a:xfrm>
          <a:prstGeom prst="rect">
            <a:avLst/>
          </a:prstGeom>
          <a:noFill/>
          <a:ln>
            <a:noFill/>
          </a:ln>
        </p:spPr>
        <p:txBody>
          <a:bodyPr anchorCtr="0" anchor="ctr" bIns="45700" lIns="91425" spcFirstLastPara="1" rIns="91425" wrap="square" tIns="45700">
            <a:normAutofit fontScale="92500" lnSpcReduction="20000"/>
          </a:bodyPr>
          <a:lstStyle/>
          <a:p>
            <a:pPr indent="0" lvl="0" marL="0" rtl="0" algn="ctr">
              <a:lnSpc>
                <a:spcPct val="135000"/>
              </a:lnSpc>
              <a:spcBef>
                <a:spcPts val="0"/>
              </a:spcBef>
              <a:spcAft>
                <a:spcPts val="0"/>
              </a:spcAft>
              <a:buClr>
                <a:srgbClr val="404040"/>
              </a:buClr>
              <a:buSzPct val="100000"/>
              <a:buNone/>
            </a:pPr>
            <a:r>
              <a:rPr b="1" lang="es-ES" sz="4800">
                <a:solidFill>
                  <a:srgbClr val="404040"/>
                </a:solidFill>
                <a:latin typeface="Twentieth Century"/>
                <a:ea typeface="Twentieth Century"/>
                <a:cs typeface="Twentieth Century"/>
                <a:sym typeface="Twentieth Century"/>
              </a:rPr>
              <a:t>3</a:t>
            </a:r>
            <a:r>
              <a:rPr lang="es-ES" sz="4800">
                <a:solidFill>
                  <a:srgbClr val="404040"/>
                </a:solidFill>
                <a:latin typeface="Twentieth Century"/>
                <a:ea typeface="Twentieth Century"/>
                <a:cs typeface="Twentieth Century"/>
                <a:sym typeface="Twentieth Century"/>
              </a:rPr>
              <a:t> Que hemos oído y conocido, Y que nuestros padres nos han contado. </a:t>
            </a:r>
            <a:r>
              <a:rPr b="1" lang="es-ES" sz="4800">
                <a:solidFill>
                  <a:srgbClr val="404040"/>
                </a:solidFill>
                <a:latin typeface="Twentieth Century"/>
                <a:ea typeface="Twentieth Century"/>
                <a:cs typeface="Twentieth Century"/>
                <a:sym typeface="Twentieth Century"/>
              </a:rPr>
              <a:t>4</a:t>
            </a:r>
            <a:r>
              <a:rPr lang="es-ES" sz="4800">
                <a:solidFill>
                  <a:srgbClr val="404040"/>
                </a:solidFill>
                <a:latin typeface="Twentieth Century"/>
                <a:ea typeface="Twentieth Century"/>
                <a:cs typeface="Twentieth Century"/>
                <a:sym typeface="Twentieth Century"/>
              </a:rPr>
              <a:t> No lo ocultaremos a sus hijos, Sino que contaremos a la generación venidera las alabanzas del SEÑOR, Su poder y las maravillas que hizo.</a:t>
            </a:r>
            <a:endParaRPr/>
          </a:p>
        </p:txBody>
      </p:sp>
      <p:sp>
        <p:nvSpPr>
          <p:cNvPr id="184" name="Google Shape;184;p12"/>
          <p:cNvSpPr txBox="1"/>
          <p:nvPr/>
        </p:nvSpPr>
        <p:spPr>
          <a:xfrm>
            <a:off x="879894" y="5089585"/>
            <a:ext cx="10515600" cy="750493"/>
          </a:xfrm>
          <a:prstGeom prst="rect">
            <a:avLst/>
          </a:prstGeom>
          <a:noFill/>
          <a:ln>
            <a:noFill/>
          </a:ln>
        </p:spPr>
        <p:txBody>
          <a:bodyPr anchorCtr="0" anchor="t" bIns="45700" lIns="91425" spcFirstLastPara="1" rIns="91425" wrap="square" tIns="45700">
            <a:normAutofit lnSpcReduction="10000"/>
          </a:bodyPr>
          <a:lstStyle/>
          <a:p>
            <a:pPr indent="0" lvl="0" marL="0" marR="0" rtl="0" algn="r">
              <a:lnSpc>
                <a:spcPct val="135000"/>
              </a:lnSpc>
              <a:spcBef>
                <a:spcPts val="0"/>
              </a:spcBef>
              <a:spcAft>
                <a:spcPts val="0"/>
              </a:spcAft>
              <a:buClr>
                <a:schemeClr val="dk1"/>
              </a:buClr>
              <a:buSzPts val="3600"/>
              <a:buFont typeface="Arial"/>
              <a:buNone/>
            </a:pPr>
            <a:r>
              <a:t/>
            </a:r>
            <a:endParaRPr b="0" i="0" sz="3600" u="none" cap="none" strike="noStrike">
              <a:solidFill>
                <a:srgbClr val="404040"/>
              </a:solidFill>
              <a:latin typeface="Twentieth Century"/>
              <a:ea typeface="Twentieth Century"/>
              <a:cs typeface="Twentieth Century"/>
              <a:sym typeface="Twentieth Century"/>
            </a:endParaRPr>
          </a:p>
        </p:txBody>
      </p:sp>
      <p:sp>
        <p:nvSpPr>
          <p:cNvPr id="185" name="Google Shape;185;p12"/>
          <p:cNvSpPr txBox="1"/>
          <p:nvPr/>
        </p:nvSpPr>
        <p:spPr>
          <a:xfrm>
            <a:off x="879894" y="5322494"/>
            <a:ext cx="7730706" cy="517584"/>
          </a:xfrm>
          <a:prstGeom prst="rect">
            <a:avLst/>
          </a:prstGeom>
          <a:noFill/>
          <a:ln>
            <a:noFill/>
          </a:ln>
        </p:spPr>
        <p:txBody>
          <a:bodyPr anchorCtr="0" anchor="t" bIns="45700" lIns="91425" spcFirstLastPara="1" rIns="91425" wrap="square" tIns="45700">
            <a:normAutofit fontScale="70000" lnSpcReduction="20000"/>
          </a:bodyPr>
          <a:lstStyle/>
          <a:p>
            <a:pPr indent="0" lvl="0" marL="0" marR="0" rtl="0" algn="l">
              <a:lnSpc>
                <a:spcPct val="135000"/>
              </a:lnSpc>
              <a:spcBef>
                <a:spcPts val="0"/>
              </a:spcBef>
              <a:spcAft>
                <a:spcPts val="0"/>
              </a:spcAft>
              <a:buClr>
                <a:srgbClr val="404040"/>
              </a:buClr>
              <a:buSzPct val="100000"/>
              <a:buFont typeface="Arial"/>
              <a:buNone/>
            </a:pPr>
            <a:r>
              <a:rPr b="0" i="0" lang="es-ES" sz="3600" u="none" cap="none" strike="noStrike">
                <a:solidFill>
                  <a:srgbClr val="404040"/>
                </a:solidFill>
                <a:latin typeface="Twentieth Century"/>
                <a:ea typeface="Twentieth Century"/>
                <a:cs typeface="Twentieth Century"/>
                <a:sym typeface="Twentieth Century"/>
              </a:rPr>
              <a:t>Salmo 78:1-8							</a:t>
            </a:r>
            <a:endParaRPr/>
          </a:p>
        </p:txBody>
      </p:sp>
      <p:sp>
        <p:nvSpPr>
          <p:cNvPr id="186" name="Google Shape;186;p12"/>
          <p:cNvSpPr txBox="1"/>
          <p:nvPr/>
        </p:nvSpPr>
        <p:spPr>
          <a:xfrm>
            <a:off x="9245600" y="5322494"/>
            <a:ext cx="2137194" cy="517584"/>
          </a:xfrm>
          <a:prstGeom prst="rect">
            <a:avLst/>
          </a:prstGeom>
          <a:noFill/>
          <a:ln>
            <a:noFill/>
          </a:ln>
        </p:spPr>
        <p:txBody>
          <a:bodyPr anchorCtr="0" anchor="t" bIns="45700" lIns="91425" spcFirstLastPara="1" rIns="91425" wrap="square" tIns="45700">
            <a:normAutofit fontScale="70000" lnSpcReduction="20000"/>
          </a:bodyPr>
          <a:lstStyle/>
          <a:p>
            <a:pPr indent="0" lvl="0" marL="0" marR="0" rtl="0" algn="ctr">
              <a:lnSpc>
                <a:spcPct val="135000"/>
              </a:lnSpc>
              <a:spcBef>
                <a:spcPts val="0"/>
              </a:spcBef>
              <a:spcAft>
                <a:spcPts val="0"/>
              </a:spcAft>
              <a:buClr>
                <a:srgbClr val="404040"/>
              </a:buClr>
              <a:buSzPct val="100000"/>
              <a:buFont typeface="Arial"/>
              <a:buNone/>
            </a:pPr>
            <a:r>
              <a:rPr b="0" i="0" lang="es-ES" sz="3600" u="none" cap="none" strike="noStrike">
                <a:solidFill>
                  <a:srgbClr val="404040"/>
                </a:solidFill>
                <a:latin typeface="Twentieth Century"/>
                <a:ea typeface="Twentieth Century"/>
                <a:cs typeface="Twentieth Century"/>
                <a:sym typeface="Twentieth Century"/>
              </a:rPr>
              <a:t>NBLA</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p13"/>
          <p:cNvPicPr preferRelativeResize="0"/>
          <p:nvPr/>
        </p:nvPicPr>
        <p:blipFill rotWithShape="1">
          <a:blip r:embed="rId3">
            <a:alphaModFix/>
          </a:blip>
          <a:srcRect b="15625" l="0" r="0" t="0"/>
          <a:stretch/>
        </p:blipFill>
        <p:spPr>
          <a:xfrm>
            <a:off x="0" y="0"/>
            <a:ext cx="12192000" cy="6858000"/>
          </a:xfrm>
          <a:prstGeom prst="rect">
            <a:avLst/>
          </a:prstGeom>
          <a:noFill/>
          <a:ln>
            <a:noFill/>
          </a:ln>
        </p:spPr>
      </p:pic>
      <p:sp>
        <p:nvSpPr>
          <p:cNvPr id="192" name="Google Shape;192;p13"/>
          <p:cNvSpPr/>
          <p:nvPr/>
        </p:nvSpPr>
        <p:spPr>
          <a:xfrm>
            <a:off x="0" y="776377"/>
            <a:ext cx="12192000" cy="5382884"/>
          </a:xfrm>
          <a:prstGeom prst="rect">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3" name="Google Shape;193;p13"/>
          <p:cNvSpPr/>
          <p:nvPr/>
        </p:nvSpPr>
        <p:spPr>
          <a:xfrm>
            <a:off x="1" y="905773"/>
            <a:ext cx="12192000" cy="504645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4" name="Google Shape;194;p13"/>
          <p:cNvSpPr txBox="1"/>
          <p:nvPr>
            <p:ph idx="1" type="body"/>
          </p:nvPr>
        </p:nvSpPr>
        <p:spPr>
          <a:xfrm>
            <a:off x="1343025" y="1160670"/>
            <a:ext cx="9505950" cy="4031710"/>
          </a:xfrm>
          <a:prstGeom prst="rect">
            <a:avLst/>
          </a:prstGeom>
          <a:noFill/>
          <a:ln>
            <a:noFill/>
          </a:ln>
        </p:spPr>
        <p:txBody>
          <a:bodyPr anchorCtr="0" anchor="ctr" bIns="45700" lIns="91425" spcFirstLastPara="1" rIns="91425" wrap="square" tIns="45700">
            <a:normAutofit/>
          </a:bodyPr>
          <a:lstStyle/>
          <a:p>
            <a:pPr indent="0" lvl="0" marL="0" rtl="0" algn="ctr">
              <a:lnSpc>
                <a:spcPct val="135000"/>
              </a:lnSpc>
              <a:spcBef>
                <a:spcPts val="0"/>
              </a:spcBef>
              <a:spcAft>
                <a:spcPts val="0"/>
              </a:spcAft>
              <a:buClr>
                <a:srgbClr val="404040"/>
              </a:buClr>
              <a:buSzPts val="4800"/>
              <a:buNone/>
            </a:pPr>
            <a:r>
              <a:rPr b="1" lang="es-ES" sz="4800">
                <a:solidFill>
                  <a:srgbClr val="404040"/>
                </a:solidFill>
                <a:latin typeface="Twentieth Century"/>
                <a:ea typeface="Twentieth Century"/>
                <a:cs typeface="Twentieth Century"/>
                <a:sym typeface="Twentieth Century"/>
              </a:rPr>
              <a:t>5</a:t>
            </a:r>
            <a:r>
              <a:rPr lang="es-ES" sz="4800">
                <a:solidFill>
                  <a:srgbClr val="404040"/>
                </a:solidFill>
                <a:latin typeface="Twentieth Century"/>
                <a:ea typeface="Twentieth Century"/>
                <a:cs typeface="Twentieth Century"/>
                <a:sym typeface="Twentieth Century"/>
              </a:rPr>
              <a:t> Porque Él estableció un testimonio en Jacob, Y puso una ley en Israel, La cual ordenó a nuestros padres Que enseñaran a sus hijos,</a:t>
            </a:r>
            <a:endParaRPr/>
          </a:p>
        </p:txBody>
      </p:sp>
      <p:sp>
        <p:nvSpPr>
          <p:cNvPr id="195" name="Google Shape;195;p13"/>
          <p:cNvSpPr txBox="1"/>
          <p:nvPr/>
        </p:nvSpPr>
        <p:spPr>
          <a:xfrm>
            <a:off x="879894" y="5089585"/>
            <a:ext cx="10515600" cy="750493"/>
          </a:xfrm>
          <a:prstGeom prst="rect">
            <a:avLst/>
          </a:prstGeom>
          <a:noFill/>
          <a:ln>
            <a:noFill/>
          </a:ln>
        </p:spPr>
        <p:txBody>
          <a:bodyPr anchorCtr="0" anchor="t" bIns="45700" lIns="91425" spcFirstLastPara="1" rIns="91425" wrap="square" tIns="45700">
            <a:normAutofit lnSpcReduction="10000"/>
          </a:bodyPr>
          <a:lstStyle/>
          <a:p>
            <a:pPr indent="0" lvl="0" marL="0" marR="0" rtl="0" algn="r">
              <a:lnSpc>
                <a:spcPct val="135000"/>
              </a:lnSpc>
              <a:spcBef>
                <a:spcPts val="0"/>
              </a:spcBef>
              <a:spcAft>
                <a:spcPts val="0"/>
              </a:spcAft>
              <a:buClr>
                <a:schemeClr val="dk1"/>
              </a:buClr>
              <a:buSzPts val="3600"/>
              <a:buFont typeface="Arial"/>
              <a:buNone/>
            </a:pPr>
            <a:r>
              <a:t/>
            </a:r>
            <a:endParaRPr b="0" i="0" sz="3600" u="none" cap="none" strike="noStrike">
              <a:solidFill>
                <a:srgbClr val="404040"/>
              </a:solidFill>
              <a:latin typeface="Twentieth Century"/>
              <a:ea typeface="Twentieth Century"/>
              <a:cs typeface="Twentieth Century"/>
              <a:sym typeface="Twentieth Century"/>
            </a:endParaRPr>
          </a:p>
        </p:txBody>
      </p:sp>
      <p:sp>
        <p:nvSpPr>
          <p:cNvPr id="196" name="Google Shape;196;p13"/>
          <p:cNvSpPr txBox="1"/>
          <p:nvPr/>
        </p:nvSpPr>
        <p:spPr>
          <a:xfrm>
            <a:off x="879894" y="5322494"/>
            <a:ext cx="7730706" cy="517584"/>
          </a:xfrm>
          <a:prstGeom prst="rect">
            <a:avLst/>
          </a:prstGeom>
          <a:noFill/>
          <a:ln>
            <a:noFill/>
          </a:ln>
        </p:spPr>
        <p:txBody>
          <a:bodyPr anchorCtr="0" anchor="t" bIns="45700" lIns="91425" spcFirstLastPara="1" rIns="91425" wrap="square" tIns="45700">
            <a:normAutofit fontScale="70000" lnSpcReduction="20000"/>
          </a:bodyPr>
          <a:lstStyle/>
          <a:p>
            <a:pPr indent="0" lvl="0" marL="0" marR="0" rtl="0" algn="l">
              <a:lnSpc>
                <a:spcPct val="135000"/>
              </a:lnSpc>
              <a:spcBef>
                <a:spcPts val="0"/>
              </a:spcBef>
              <a:spcAft>
                <a:spcPts val="0"/>
              </a:spcAft>
              <a:buClr>
                <a:srgbClr val="404040"/>
              </a:buClr>
              <a:buSzPct val="100000"/>
              <a:buFont typeface="Arial"/>
              <a:buNone/>
            </a:pPr>
            <a:r>
              <a:rPr b="0" i="0" lang="es-ES" sz="3600" u="none" cap="none" strike="noStrike">
                <a:solidFill>
                  <a:srgbClr val="404040"/>
                </a:solidFill>
                <a:latin typeface="Twentieth Century"/>
                <a:ea typeface="Twentieth Century"/>
                <a:cs typeface="Twentieth Century"/>
                <a:sym typeface="Twentieth Century"/>
              </a:rPr>
              <a:t>Salmo 78:1-8							</a:t>
            </a:r>
            <a:endParaRPr/>
          </a:p>
        </p:txBody>
      </p:sp>
      <p:sp>
        <p:nvSpPr>
          <p:cNvPr id="197" name="Google Shape;197;p13"/>
          <p:cNvSpPr txBox="1"/>
          <p:nvPr/>
        </p:nvSpPr>
        <p:spPr>
          <a:xfrm>
            <a:off x="9245600" y="5322494"/>
            <a:ext cx="2137194" cy="517584"/>
          </a:xfrm>
          <a:prstGeom prst="rect">
            <a:avLst/>
          </a:prstGeom>
          <a:noFill/>
          <a:ln>
            <a:noFill/>
          </a:ln>
        </p:spPr>
        <p:txBody>
          <a:bodyPr anchorCtr="0" anchor="t" bIns="45700" lIns="91425" spcFirstLastPara="1" rIns="91425" wrap="square" tIns="45700">
            <a:normAutofit fontScale="70000" lnSpcReduction="20000"/>
          </a:bodyPr>
          <a:lstStyle/>
          <a:p>
            <a:pPr indent="0" lvl="0" marL="0" marR="0" rtl="0" algn="ctr">
              <a:lnSpc>
                <a:spcPct val="135000"/>
              </a:lnSpc>
              <a:spcBef>
                <a:spcPts val="0"/>
              </a:spcBef>
              <a:spcAft>
                <a:spcPts val="0"/>
              </a:spcAft>
              <a:buClr>
                <a:srgbClr val="404040"/>
              </a:buClr>
              <a:buSzPct val="100000"/>
              <a:buFont typeface="Arial"/>
              <a:buNone/>
            </a:pPr>
            <a:r>
              <a:rPr b="0" i="0" lang="es-ES" sz="3600" u="none" cap="none" strike="noStrike">
                <a:solidFill>
                  <a:srgbClr val="404040"/>
                </a:solidFill>
                <a:latin typeface="Twentieth Century"/>
                <a:ea typeface="Twentieth Century"/>
                <a:cs typeface="Twentieth Century"/>
                <a:sym typeface="Twentieth Century"/>
              </a:rPr>
              <a:t>NBLA</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id="202" name="Google Shape;202;p14"/>
          <p:cNvPicPr preferRelativeResize="0"/>
          <p:nvPr/>
        </p:nvPicPr>
        <p:blipFill rotWithShape="1">
          <a:blip r:embed="rId3">
            <a:alphaModFix/>
          </a:blip>
          <a:srcRect b="15625" l="0" r="0" t="0"/>
          <a:stretch/>
        </p:blipFill>
        <p:spPr>
          <a:xfrm>
            <a:off x="0" y="0"/>
            <a:ext cx="12192000" cy="6858000"/>
          </a:xfrm>
          <a:prstGeom prst="rect">
            <a:avLst/>
          </a:prstGeom>
          <a:noFill/>
          <a:ln>
            <a:noFill/>
          </a:ln>
        </p:spPr>
      </p:pic>
      <p:sp>
        <p:nvSpPr>
          <p:cNvPr id="203" name="Google Shape;203;p14"/>
          <p:cNvSpPr/>
          <p:nvPr/>
        </p:nvSpPr>
        <p:spPr>
          <a:xfrm>
            <a:off x="0" y="776377"/>
            <a:ext cx="12192000" cy="5382884"/>
          </a:xfrm>
          <a:prstGeom prst="rect">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4" name="Google Shape;204;p14"/>
          <p:cNvSpPr/>
          <p:nvPr/>
        </p:nvSpPr>
        <p:spPr>
          <a:xfrm>
            <a:off x="1" y="905773"/>
            <a:ext cx="12192000" cy="504645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5" name="Google Shape;205;p14"/>
          <p:cNvSpPr txBox="1"/>
          <p:nvPr>
            <p:ph idx="1" type="body"/>
          </p:nvPr>
        </p:nvSpPr>
        <p:spPr>
          <a:xfrm>
            <a:off x="1343025" y="1160670"/>
            <a:ext cx="9505950" cy="4031710"/>
          </a:xfrm>
          <a:prstGeom prst="rect">
            <a:avLst/>
          </a:prstGeom>
          <a:noFill/>
          <a:ln>
            <a:noFill/>
          </a:ln>
        </p:spPr>
        <p:txBody>
          <a:bodyPr anchorCtr="0" anchor="ctr" bIns="45700" lIns="91425" spcFirstLastPara="1" rIns="91425" wrap="square" tIns="45700">
            <a:normAutofit/>
          </a:bodyPr>
          <a:lstStyle/>
          <a:p>
            <a:pPr indent="0" lvl="0" marL="0" rtl="0" algn="ctr">
              <a:lnSpc>
                <a:spcPct val="135000"/>
              </a:lnSpc>
              <a:spcBef>
                <a:spcPts val="0"/>
              </a:spcBef>
              <a:spcAft>
                <a:spcPts val="0"/>
              </a:spcAft>
              <a:buClr>
                <a:srgbClr val="404040"/>
              </a:buClr>
              <a:buSzPts val="4800"/>
              <a:buNone/>
            </a:pPr>
            <a:r>
              <a:rPr b="1" lang="es-ES" sz="4800">
                <a:solidFill>
                  <a:srgbClr val="404040"/>
                </a:solidFill>
                <a:latin typeface="Twentieth Century"/>
                <a:ea typeface="Twentieth Century"/>
                <a:cs typeface="Twentieth Century"/>
                <a:sym typeface="Twentieth Century"/>
              </a:rPr>
              <a:t>6 Para que la generación venidera lo supiera, aun los hijos que habían de nacer, Y estos se levantaran y lo contaran a sus hijos,</a:t>
            </a:r>
            <a:endParaRPr/>
          </a:p>
        </p:txBody>
      </p:sp>
      <p:sp>
        <p:nvSpPr>
          <p:cNvPr id="206" name="Google Shape;206;p14"/>
          <p:cNvSpPr txBox="1"/>
          <p:nvPr/>
        </p:nvSpPr>
        <p:spPr>
          <a:xfrm>
            <a:off x="879894" y="5089585"/>
            <a:ext cx="10515600" cy="750493"/>
          </a:xfrm>
          <a:prstGeom prst="rect">
            <a:avLst/>
          </a:prstGeom>
          <a:noFill/>
          <a:ln>
            <a:noFill/>
          </a:ln>
        </p:spPr>
        <p:txBody>
          <a:bodyPr anchorCtr="0" anchor="t" bIns="45700" lIns="91425" spcFirstLastPara="1" rIns="91425" wrap="square" tIns="45700">
            <a:normAutofit lnSpcReduction="10000"/>
          </a:bodyPr>
          <a:lstStyle/>
          <a:p>
            <a:pPr indent="0" lvl="0" marL="0" marR="0" rtl="0" algn="r">
              <a:lnSpc>
                <a:spcPct val="135000"/>
              </a:lnSpc>
              <a:spcBef>
                <a:spcPts val="0"/>
              </a:spcBef>
              <a:spcAft>
                <a:spcPts val="0"/>
              </a:spcAft>
              <a:buClr>
                <a:schemeClr val="dk1"/>
              </a:buClr>
              <a:buSzPts val="3600"/>
              <a:buFont typeface="Arial"/>
              <a:buNone/>
            </a:pPr>
            <a:r>
              <a:t/>
            </a:r>
            <a:endParaRPr b="0" i="0" sz="3600" u="none" cap="none" strike="noStrike">
              <a:solidFill>
                <a:srgbClr val="404040"/>
              </a:solidFill>
              <a:latin typeface="Twentieth Century"/>
              <a:ea typeface="Twentieth Century"/>
              <a:cs typeface="Twentieth Century"/>
              <a:sym typeface="Twentieth Century"/>
            </a:endParaRPr>
          </a:p>
        </p:txBody>
      </p:sp>
      <p:sp>
        <p:nvSpPr>
          <p:cNvPr id="207" name="Google Shape;207;p14"/>
          <p:cNvSpPr txBox="1"/>
          <p:nvPr/>
        </p:nvSpPr>
        <p:spPr>
          <a:xfrm>
            <a:off x="879894" y="5322494"/>
            <a:ext cx="7730706" cy="517584"/>
          </a:xfrm>
          <a:prstGeom prst="rect">
            <a:avLst/>
          </a:prstGeom>
          <a:noFill/>
          <a:ln>
            <a:noFill/>
          </a:ln>
        </p:spPr>
        <p:txBody>
          <a:bodyPr anchorCtr="0" anchor="t" bIns="45700" lIns="91425" spcFirstLastPara="1" rIns="91425" wrap="square" tIns="45700">
            <a:normAutofit fontScale="70000" lnSpcReduction="20000"/>
          </a:bodyPr>
          <a:lstStyle/>
          <a:p>
            <a:pPr indent="0" lvl="0" marL="0" marR="0" rtl="0" algn="l">
              <a:lnSpc>
                <a:spcPct val="135000"/>
              </a:lnSpc>
              <a:spcBef>
                <a:spcPts val="0"/>
              </a:spcBef>
              <a:spcAft>
                <a:spcPts val="0"/>
              </a:spcAft>
              <a:buClr>
                <a:srgbClr val="404040"/>
              </a:buClr>
              <a:buSzPct val="100000"/>
              <a:buFont typeface="Arial"/>
              <a:buNone/>
            </a:pPr>
            <a:r>
              <a:rPr b="0" i="0" lang="es-ES" sz="3600" u="none" cap="none" strike="noStrike">
                <a:solidFill>
                  <a:srgbClr val="404040"/>
                </a:solidFill>
                <a:latin typeface="Twentieth Century"/>
                <a:ea typeface="Twentieth Century"/>
                <a:cs typeface="Twentieth Century"/>
                <a:sym typeface="Twentieth Century"/>
              </a:rPr>
              <a:t>Salmo 78:1-8							</a:t>
            </a:r>
            <a:endParaRPr/>
          </a:p>
        </p:txBody>
      </p:sp>
      <p:sp>
        <p:nvSpPr>
          <p:cNvPr id="208" name="Google Shape;208;p14"/>
          <p:cNvSpPr txBox="1"/>
          <p:nvPr/>
        </p:nvSpPr>
        <p:spPr>
          <a:xfrm>
            <a:off x="9245600" y="5322494"/>
            <a:ext cx="2137194" cy="517584"/>
          </a:xfrm>
          <a:prstGeom prst="rect">
            <a:avLst/>
          </a:prstGeom>
          <a:noFill/>
          <a:ln>
            <a:noFill/>
          </a:ln>
        </p:spPr>
        <p:txBody>
          <a:bodyPr anchorCtr="0" anchor="t" bIns="45700" lIns="91425" spcFirstLastPara="1" rIns="91425" wrap="square" tIns="45700">
            <a:normAutofit fontScale="70000" lnSpcReduction="20000"/>
          </a:bodyPr>
          <a:lstStyle/>
          <a:p>
            <a:pPr indent="0" lvl="0" marL="0" marR="0" rtl="0" algn="ctr">
              <a:lnSpc>
                <a:spcPct val="135000"/>
              </a:lnSpc>
              <a:spcBef>
                <a:spcPts val="0"/>
              </a:spcBef>
              <a:spcAft>
                <a:spcPts val="0"/>
              </a:spcAft>
              <a:buClr>
                <a:srgbClr val="404040"/>
              </a:buClr>
              <a:buSzPct val="100000"/>
              <a:buFont typeface="Arial"/>
              <a:buNone/>
            </a:pPr>
            <a:r>
              <a:rPr b="0" i="0" lang="es-ES" sz="3600" u="none" cap="none" strike="noStrike">
                <a:solidFill>
                  <a:srgbClr val="404040"/>
                </a:solidFill>
                <a:latin typeface="Twentieth Century"/>
                <a:ea typeface="Twentieth Century"/>
                <a:cs typeface="Twentieth Century"/>
                <a:sym typeface="Twentieth Century"/>
              </a:rPr>
              <a:t>NBLA</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id="213" name="Google Shape;213;p15"/>
          <p:cNvPicPr preferRelativeResize="0"/>
          <p:nvPr/>
        </p:nvPicPr>
        <p:blipFill rotWithShape="1">
          <a:blip r:embed="rId3">
            <a:alphaModFix/>
          </a:blip>
          <a:srcRect b="15625" l="0" r="0" t="0"/>
          <a:stretch/>
        </p:blipFill>
        <p:spPr>
          <a:xfrm>
            <a:off x="0" y="0"/>
            <a:ext cx="12192000" cy="6858000"/>
          </a:xfrm>
          <a:prstGeom prst="rect">
            <a:avLst/>
          </a:prstGeom>
          <a:noFill/>
          <a:ln>
            <a:noFill/>
          </a:ln>
        </p:spPr>
      </p:pic>
      <p:sp>
        <p:nvSpPr>
          <p:cNvPr id="214" name="Google Shape;214;p15"/>
          <p:cNvSpPr/>
          <p:nvPr/>
        </p:nvSpPr>
        <p:spPr>
          <a:xfrm>
            <a:off x="0" y="776377"/>
            <a:ext cx="12192000" cy="5382884"/>
          </a:xfrm>
          <a:prstGeom prst="rect">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5" name="Google Shape;215;p15"/>
          <p:cNvSpPr/>
          <p:nvPr/>
        </p:nvSpPr>
        <p:spPr>
          <a:xfrm>
            <a:off x="1" y="905773"/>
            <a:ext cx="12192000" cy="504645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6" name="Google Shape;216;p15"/>
          <p:cNvSpPr txBox="1"/>
          <p:nvPr>
            <p:ph idx="1" type="body"/>
          </p:nvPr>
        </p:nvSpPr>
        <p:spPr>
          <a:xfrm>
            <a:off x="1343025" y="1160670"/>
            <a:ext cx="9505950" cy="4031710"/>
          </a:xfrm>
          <a:prstGeom prst="rect">
            <a:avLst/>
          </a:prstGeom>
          <a:noFill/>
          <a:ln>
            <a:noFill/>
          </a:ln>
        </p:spPr>
        <p:txBody>
          <a:bodyPr anchorCtr="0" anchor="ctr" bIns="45700" lIns="91425" spcFirstLastPara="1" rIns="91425" wrap="square" tIns="45700">
            <a:normAutofit fontScale="92500"/>
          </a:bodyPr>
          <a:lstStyle/>
          <a:p>
            <a:pPr indent="0" lvl="0" marL="0" rtl="0" algn="ctr">
              <a:lnSpc>
                <a:spcPct val="135000"/>
              </a:lnSpc>
              <a:spcBef>
                <a:spcPts val="0"/>
              </a:spcBef>
              <a:spcAft>
                <a:spcPts val="0"/>
              </a:spcAft>
              <a:buClr>
                <a:srgbClr val="404040"/>
              </a:buClr>
              <a:buSzPct val="100000"/>
              <a:buNone/>
            </a:pPr>
            <a:r>
              <a:rPr b="1" lang="es-ES" sz="4800">
                <a:solidFill>
                  <a:srgbClr val="404040"/>
                </a:solidFill>
                <a:latin typeface="Twentieth Century"/>
                <a:ea typeface="Twentieth Century"/>
                <a:cs typeface="Twentieth Century"/>
                <a:sym typeface="Twentieth Century"/>
              </a:rPr>
              <a:t>7 Para que ellos pusieran </a:t>
            </a:r>
            <a:br>
              <a:rPr b="1" lang="es-ES" sz="4800">
                <a:solidFill>
                  <a:srgbClr val="404040"/>
                </a:solidFill>
                <a:latin typeface="Twentieth Century"/>
                <a:ea typeface="Twentieth Century"/>
                <a:cs typeface="Twentieth Century"/>
                <a:sym typeface="Twentieth Century"/>
              </a:rPr>
            </a:br>
            <a:r>
              <a:rPr b="1" lang="es-ES" sz="4800">
                <a:solidFill>
                  <a:srgbClr val="404040"/>
                </a:solidFill>
                <a:latin typeface="Twentieth Century"/>
                <a:ea typeface="Twentieth Century"/>
                <a:cs typeface="Twentieth Century"/>
                <a:sym typeface="Twentieth Century"/>
              </a:rPr>
              <a:t>su confianza en Dios, </a:t>
            </a:r>
            <a:endParaRPr/>
          </a:p>
          <a:p>
            <a:pPr indent="0" lvl="0" marL="0" rtl="0" algn="ctr">
              <a:lnSpc>
                <a:spcPct val="135000"/>
              </a:lnSpc>
              <a:spcBef>
                <a:spcPts val="1000"/>
              </a:spcBef>
              <a:spcAft>
                <a:spcPts val="0"/>
              </a:spcAft>
              <a:buClr>
                <a:srgbClr val="404040"/>
              </a:buClr>
              <a:buSzPct val="100000"/>
              <a:buNone/>
            </a:pPr>
            <a:r>
              <a:rPr b="1" lang="es-ES" sz="4800">
                <a:solidFill>
                  <a:srgbClr val="404040"/>
                </a:solidFill>
                <a:latin typeface="Twentieth Century"/>
                <a:ea typeface="Twentieth Century"/>
                <a:cs typeface="Twentieth Century"/>
                <a:sym typeface="Twentieth Century"/>
              </a:rPr>
              <a:t>Y no se olvidaran de las obras de Dios</a:t>
            </a:r>
            <a:endParaRPr/>
          </a:p>
          <a:p>
            <a:pPr indent="0" lvl="0" marL="0" rtl="0" algn="ctr">
              <a:lnSpc>
                <a:spcPct val="135000"/>
              </a:lnSpc>
              <a:spcBef>
                <a:spcPts val="1000"/>
              </a:spcBef>
              <a:spcAft>
                <a:spcPts val="0"/>
              </a:spcAft>
              <a:buClr>
                <a:srgbClr val="404040"/>
              </a:buClr>
              <a:buSzPct val="100000"/>
              <a:buNone/>
            </a:pPr>
            <a:r>
              <a:rPr b="1" lang="es-ES" sz="4800">
                <a:solidFill>
                  <a:srgbClr val="404040"/>
                </a:solidFill>
                <a:latin typeface="Twentieth Century"/>
                <a:ea typeface="Twentieth Century"/>
                <a:cs typeface="Twentieth Century"/>
                <a:sym typeface="Twentieth Century"/>
              </a:rPr>
              <a:t>Sino que guardaran Sus mandamientos;</a:t>
            </a:r>
            <a:endParaRPr/>
          </a:p>
        </p:txBody>
      </p:sp>
      <p:sp>
        <p:nvSpPr>
          <p:cNvPr id="217" name="Google Shape;217;p15"/>
          <p:cNvSpPr txBox="1"/>
          <p:nvPr/>
        </p:nvSpPr>
        <p:spPr>
          <a:xfrm>
            <a:off x="879894" y="5089585"/>
            <a:ext cx="10515600" cy="750493"/>
          </a:xfrm>
          <a:prstGeom prst="rect">
            <a:avLst/>
          </a:prstGeom>
          <a:noFill/>
          <a:ln>
            <a:noFill/>
          </a:ln>
        </p:spPr>
        <p:txBody>
          <a:bodyPr anchorCtr="0" anchor="t" bIns="45700" lIns="91425" spcFirstLastPara="1" rIns="91425" wrap="square" tIns="45700">
            <a:normAutofit lnSpcReduction="10000"/>
          </a:bodyPr>
          <a:lstStyle/>
          <a:p>
            <a:pPr indent="0" lvl="0" marL="0" marR="0" rtl="0" algn="r">
              <a:lnSpc>
                <a:spcPct val="135000"/>
              </a:lnSpc>
              <a:spcBef>
                <a:spcPts val="0"/>
              </a:spcBef>
              <a:spcAft>
                <a:spcPts val="0"/>
              </a:spcAft>
              <a:buClr>
                <a:schemeClr val="dk1"/>
              </a:buClr>
              <a:buSzPts val="3600"/>
              <a:buFont typeface="Arial"/>
              <a:buNone/>
            </a:pPr>
            <a:r>
              <a:t/>
            </a:r>
            <a:endParaRPr b="0" i="0" sz="3600" u="none" cap="none" strike="noStrike">
              <a:solidFill>
                <a:srgbClr val="404040"/>
              </a:solidFill>
              <a:latin typeface="Twentieth Century"/>
              <a:ea typeface="Twentieth Century"/>
              <a:cs typeface="Twentieth Century"/>
              <a:sym typeface="Twentieth Century"/>
            </a:endParaRPr>
          </a:p>
        </p:txBody>
      </p:sp>
      <p:sp>
        <p:nvSpPr>
          <p:cNvPr id="218" name="Google Shape;218;p15"/>
          <p:cNvSpPr txBox="1"/>
          <p:nvPr/>
        </p:nvSpPr>
        <p:spPr>
          <a:xfrm>
            <a:off x="879894" y="5322494"/>
            <a:ext cx="7730706" cy="517584"/>
          </a:xfrm>
          <a:prstGeom prst="rect">
            <a:avLst/>
          </a:prstGeom>
          <a:noFill/>
          <a:ln>
            <a:noFill/>
          </a:ln>
        </p:spPr>
        <p:txBody>
          <a:bodyPr anchorCtr="0" anchor="t" bIns="45700" lIns="91425" spcFirstLastPara="1" rIns="91425" wrap="square" tIns="45700">
            <a:normAutofit fontScale="70000" lnSpcReduction="20000"/>
          </a:bodyPr>
          <a:lstStyle/>
          <a:p>
            <a:pPr indent="0" lvl="0" marL="0" marR="0" rtl="0" algn="l">
              <a:lnSpc>
                <a:spcPct val="135000"/>
              </a:lnSpc>
              <a:spcBef>
                <a:spcPts val="0"/>
              </a:spcBef>
              <a:spcAft>
                <a:spcPts val="0"/>
              </a:spcAft>
              <a:buClr>
                <a:srgbClr val="404040"/>
              </a:buClr>
              <a:buSzPct val="100000"/>
              <a:buFont typeface="Arial"/>
              <a:buNone/>
            </a:pPr>
            <a:r>
              <a:rPr b="0" i="0" lang="es-ES" sz="3600" u="none" cap="none" strike="noStrike">
                <a:solidFill>
                  <a:srgbClr val="404040"/>
                </a:solidFill>
                <a:latin typeface="Twentieth Century"/>
                <a:ea typeface="Twentieth Century"/>
                <a:cs typeface="Twentieth Century"/>
                <a:sym typeface="Twentieth Century"/>
              </a:rPr>
              <a:t>Salmo 78:1-8							</a:t>
            </a:r>
            <a:endParaRPr/>
          </a:p>
        </p:txBody>
      </p:sp>
      <p:sp>
        <p:nvSpPr>
          <p:cNvPr id="219" name="Google Shape;219;p15"/>
          <p:cNvSpPr txBox="1"/>
          <p:nvPr/>
        </p:nvSpPr>
        <p:spPr>
          <a:xfrm>
            <a:off x="9245600" y="5322494"/>
            <a:ext cx="2137194" cy="517584"/>
          </a:xfrm>
          <a:prstGeom prst="rect">
            <a:avLst/>
          </a:prstGeom>
          <a:noFill/>
          <a:ln>
            <a:noFill/>
          </a:ln>
        </p:spPr>
        <p:txBody>
          <a:bodyPr anchorCtr="0" anchor="t" bIns="45700" lIns="91425" spcFirstLastPara="1" rIns="91425" wrap="square" tIns="45700">
            <a:normAutofit fontScale="70000" lnSpcReduction="20000"/>
          </a:bodyPr>
          <a:lstStyle/>
          <a:p>
            <a:pPr indent="0" lvl="0" marL="0" marR="0" rtl="0" algn="ctr">
              <a:lnSpc>
                <a:spcPct val="135000"/>
              </a:lnSpc>
              <a:spcBef>
                <a:spcPts val="0"/>
              </a:spcBef>
              <a:spcAft>
                <a:spcPts val="0"/>
              </a:spcAft>
              <a:buClr>
                <a:srgbClr val="404040"/>
              </a:buClr>
              <a:buSzPct val="100000"/>
              <a:buFont typeface="Arial"/>
              <a:buNone/>
            </a:pPr>
            <a:r>
              <a:rPr b="0" i="0" lang="es-ES" sz="3600" u="none" cap="none" strike="noStrike">
                <a:solidFill>
                  <a:srgbClr val="404040"/>
                </a:solidFill>
                <a:latin typeface="Twentieth Century"/>
                <a:ea typeface="Twentieth Century"/>
                <a:cs typeface="Twentieth Century"/>
                <a:sym typeface="Twentieth Century"/>
              </a:rPr>
              <a:t>NBLA</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pic>
        <p:nvPicPr>
          <p:cNvPr id="224" name="Google Shape;224;p16"/>
          <p:cNvPicPr preferRelativeResize="0"/>
          <p:nvPr/>
        </p:nvPicPr>
        <p:blipFill rotWithShape="1">
          <a:blip r:embed="rId3">
            <a:alphaModFix/>
          </a:blip>
          <a:srcRect b="15625" l="0" r="0" t="0"/>
          <a:stretch/>
        </p:blipFill>
        <p:spPr>
          <a:xfrm>
            <a:off x="0" y="0"/>
            <a:ext cx="12192000" cy="6858000"/>
          </a:xfrm>
          <a:prstGeom prst="rect">
            <a:avLst/>
          </a:prstGeom>
          <a:noFill/>
          <a:ln>
            <a:noFill/>
          </a:ln>
        </p:spPr>
      </p:pic>
      <p:sp>
        <p:nvSpPr>
          <p:cNvPr id="225" name="Google Shape;225;p16"/>
          <p:cNvSpPr/>
          <p:nvPr/>
        </p:nvSpPr>
        <p:spPr>
          <a:xfrm>
            <a:off x="0" y="776377"/>
            <a:ext cx="12192000" cy="5382884"/>
          </a:xfrm>
          <a:prstGeom prst="rect">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6" name="Google Shape;226;p16"/>
          <p:cNvSpPr/>
          <p:nvPr/>
        </p:nvSpPr>
        <p:spPr>
          <a:xfrm>
            <a:off x="1" y="905773"/>
            <a:ext cx="12192000" cy="504645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7" name="Google Shape;227;p16"/>
          <p:cNvSpPr txBox="1"/>
          <p:nvPr>
            <p:ph idx="1" type="body"/>
          </p:nvPr>
        </p:nvSpPr>
        <p:spPr>
          <a:xfrm>
            <a:off x="1343025" y="1160670"/>
            <a:ext cx="9505950" cy="4031710"/>
          </a:xfrm>
          <a:prstGeom prst="rect">
            <a:avLst/>
          </a:prstGeom>
          <a:noFill/>
          <a:ln>
            <a:noFill/>
          </a:ln>
        </p:spPr>
        <p:txBody>
          <a:bodyPr anchorCtr="0" anchor="ctr" bIns="45700" lIns="91425" spcFirstLastPara="1" rIns="91425" wrap="square" tIns="45700">
            <a:normAutofit fontScale="92500"/>
          </a:bodyPr>
          <a:lstStyle/>
          <a:p>
            <a:pPr indent="0" lvl="0" marL="0" rtl="0" algn="ctr">
              <a:lnSpc>
                <a:spcPct val="135000"/>
              </a:lnSpc>
              <a:spcBef>
                <a:spcPts val="0"/>
              </a:spcBef>
              <a:spcAft>
                <a:spcPts val="0"/>
              </a:spcAft>
              <a:buClr>
                <a:srgbClr val="404040"/>
              </a:buClr>
              <a:buSzPct val="100000"/>
              <a:buNone/>
            </a:pPr>
            <a:r>
              <a:rPr b="1" lang="es-ES" sz="4800">
                <a:solidFill>
                  <a:srgbClr val="404040"/>
                </a:solidFill>
                <a:latin typeface="Twentieth Century"/>
                <a:ea typeface="Twentieth Century"/>
                <a:cs typeface="Twentieth Century"/>
                <a:sym typeface="Twentieth Century"/>
              </a:rPr>
              <a:t>8 Y que no fueran como sus padres,</a:t>
            </a:r>
            <a:endParaRPr/>
          </a:p>
          <a:p>
            <a:pPr indent="0" lvl="0" marL="0" rtl="0" algn="ctr">
              <a:lnSpc>
                <a:spcPct val="135000"/>
              </a:lnSpc>
              <a:spcBef>
                <a:spcPts val="1000"/>
              </a:spcBef>
              <a:spcAft>
                <a:spcPts val="0"/>
              </a:spcAft>
              <a:buClr>
                <a:srgbClr val="404040"/>
              </a:buClr>
              <a:buSzPct val="100000"/>
              <a:buNone/>
            </a:pPr>
            <a:r>
              <a:rPr b="1" lang="es-ES" sz="4800">
                <a:solidFill>
                  <a:srgbClr val="404040"/>
                </a:solidFill>
                <a:latin typeface="Twentieth Century"/>
                <a:ea typeface="Twentieth Century"/>
                <a:cs typeface="Twentieth Century"/>
                <a:sym typeface="Twentieth Century"/>
              </a:rPr>
              <a:t>Una generación porfiada y rebelde,</a:t>
            </a:r>
            <a:endParaRPr/>
          </a:p>
          <a:p>
            <a:pPr indent="0" lvl="0" marL="0" rtl="0" algn="ctr">
              <a:lnSpc>
                <a:spcPct val="135000"/>
              </a:lnSpc>
              <a:spcBef>
                <a:spcPts val="1000"/>
              </a:spcBef>
              <a:spcAft>
                <a:spcPts val="0"/>
              </a:spcAft>
              <a:buClr>
                <a:srgbClr val="404040"/>
              </a:buClr>
              <a:buSzPct val="100000"/>
              <a:buNone/>
            </a:pPr>
            <a:r>
              <a:rPr b="1" lang="es-ES" sz="4800">
                <a:solidFill>
                  <a:srgbClr val="404040"/>
                </a:solidFill>
                <a:latin typeface="Twentieth Century"/>
                <a:ea typeface="Twentieth Century"/>
                <a:cs typeface="Twentieth Century"/>
                <a:sym typeface="Twentieth Century"/>
              </a:rPr>
              <a:t>Generación que no preparó su corazón,</a:t>
            </a:r>
            <a:endParaRPr/>
          </a:p>
          <a:p>
            <a:pPr indent="0" lvl="0" marL="0" rtl="0" algn="ctr">
              <a:lnSpc>
                <a:spcPct val="135000"/>
              </a:lnSpc>
              <a:spcBef>
                <a:spcPts val="1000"/>
              </a:spcBef>
              <a:spcAft>
                <a:spcPts val="0"/>
              </a:spcAft>
              <a:buClr>
                <a:srgbClr val="404040"/>
              </a:buClr>
              <a:buSzPct val="100000"/>
              <a:buNone/>
            </a:pPr>
            <a:r>
              <a:rPr b="1" lang="es-ES" sz="4800">
                <a:solidFill>
                  <a:srgbClr val="404040"/>
                </a:solidFill>
                <a:latin typeface="Twentieth Century"/>
                <a:ea typeface="Twentieth Century"/>
                <a:cs typeface="Twentieth Century"/>
                <a:sym typeface="Twentieth Century"/>
              </a:rPr>
              <a:t>Y cuyo espíritu no fue fiel a Dios.</a:t>
            </a:r>
            <a:endParaRPr/>
          </a:p>
        </p:txBody>
      </p:sp>
      <p:sp>
        <p:nvSpPr>
          <p:cNvPr id="228" name="Google Shape;228;p16"/>
          <p:cNvSpPr txBox="1"/>
          <p:nvPr/>
        </p:nvSpPr>
        <p:spPr>
          <a:xfrm>
            <a:off x="879894" y="5089585"/>
            <a:ext cx="10515600" cy="750493"/>
          </a:xfrm>
          <a:prstGeom prst="rect">
            <a:avLst/>
          </a:prstGeom>
          <a:noFill/>
          <a:ln>
            <a:noFill/>
          </a:ln>
        </p:spPr>
        <p:txBody>
          <a:bodyPr anchorCtr="0" anchor="t" bIns="45700" lIns="91425" spcFirstLastPara="1" rIns="91425" wrap="square" tIns="45700">
            <a:normAutofit lnSpcReduction="10000"/>
          </a:bodyPr>
          <a:lstStyle/>
          <a:p>
            <a:pPr indent="0" lvl="0" marL="0" marR="0" rtl="0" algn="r">
              <a:lnSpc>
                <a:spcPct val="135000"/>
              </a:lnSpc>
              <a:spcBef>
                <a:spcPts val="0"/>
              </a:spcBef>
              <a:spcAft>
                <a:spcPts val="0"/>
              </a:spcAft>
              <a:buClr>
                <a:schemeClr val="dk1"/>
              </a:buClr>
              <a:buSzPts val="3600"/>
              <a:buFont typeface="Arial"/>
              <a:buNone/>
            </a:pPr>
            <a:r>
              <a:t/>
            </a:r>
            <a:endParaRPr b="0" i="0" sz="3600" u="none" cap="none" strike="noStrike">
              <a:solidFill>
                <a:srgbClr val="404040"/>
              </a:solidFill>
              <a:latin typeface="Twentieth Century"/>
              <a:ea typeface="Twentieth Century"/>
              <a:cs typeface="Twentieth Century"/>
              <a:sym typeface="Twentieth Century"/>
            </a:endParaRPr>
          </a:p>
        </p:txBody>
      </p:sp>
      <p:sp>
        <p:nvSpPr>
          <p:cNvPr id="229" name="Google Shape;229;p16"/>
          <p:cNvSpPr txBox="1"/>
          <p:nvPr/>
        </p:nvSpPr>
        <p:spPr>
          <a:xfrm>
            <a:off x="879894" y="5322494"/>
            <a:ext cx="7730706" cy="517584"/>
          </a:xfrm>
          <a:prstGeom prst="rect">
            <a:avLst/>
          </a:prstGeom>
          <a:noFill/>
          <a:ln>
            <a:noFill/>
          </a:ln>
        </p:spPr>
        <p:txBody>
          <a:bodyPr anchorCtr="0" anchor="t" bIns="45700" lIns="91425" spcFirstLastPara="1" rIns="91425" wrap="square" tIns="45700">
            <a:normAutofit fontScale="70000" lnSpcReduction="20000"/>
          </a:bodyPr>
          <a:lstStyle/>
          <a:p>
            <a:pPr indent="0" lvl="0" marL="0" marR="0" rtl="0" algn="l">
              <a:lnSpc>
                <a:spcPct val="135000"/>
              </a:lnSpc>
              <a:spcBef>
                <a:spcPts val="0"/>
              </a:spcBef>
              <a:spcAft>
                <a:spcPts val="0"/>
              </a:spcAft>
              <a:buClr>
                <a:srgbClr val="404040"/>
              </a:buClr>
              <a:buSzPct val="100000"/>
              <a:buFont typeface="Arial"/>
              <a:buNone/>
            </a:pPr>
            <a:r>
              <a:rPr b="0" i="0" lang="es-ES" sz="3600" u="none" cap="none" strike="noStrike">
                <a:solidFill>
                  <a:srgbClr val="404040"/>
                </a:solidFill>
                <a:latin typeface="Twentieth Century"/>
                <a:ea typeface="Twentieth Century"/>
                <a:cs typeface="Twentieth Century"/>
                <a:sym typeface="Twentieth Century"/>
              </a:rPr>
              <a:t>Salmo 78:1-8							</a:t>
            </a:r>
            <a:endParaRPr/>
          </a:p>
        </p:txBody>
      </p:sp>
      <p:sp>
        <p:nvSpPr>
          <p:cNvPr id="230" name="Google Shape;230;p16"/>
          <p:cNvSpPr txBox="1"/>
          <p:nvPr/>
        </p:nvSpPr>
        <p:spPr>
          <a:xfrm>
            <a:off x="9245600" y="5322494"/>
            <a:ext cx="2137194" cy="517584"/>
          </a:xfrm>
          <a:prstGeom prst="rect">
            <a:avLst/>
          </a:prstGeom>
          <a:noFill/>
          <a:ln>
            <a:noFill/>
          </a:ln>
        </p:spPr>
        <p:txBody>
          <a:bodyPr anchorCtr="0" anchor="t" bIns="45700" lIns="91425" spcFirstLastPara="1" rIns="91425" wrap="square" tIns="45700">
            <a:normAutofit fontScale="70000" lnSpcReduction="20000"/>
          </a:bodyPr>
          <a:lstStyle/>
          <a:p>
            <a:pPr indent="0" lvl="0" marL="0" marR="0" rtl="0" algn="ctr">
              <a:lnSpc>
                <a:spcPct val="135000"/>
              </a:lnSpc>
              <a:spcBef>
                <a:spcPts val="0"/>
              </a:spcBef>
              <a:spcAft>
                <a:spcPts val="0"/>
              </a:spcAft>
              <a:buClr>
                <a:srgbClr val="404040"/>
              </a:buClr>
              <a:buSzPct val="100000"/>
              <a:buFont typeface="Arial"/>
              <a:buNone/>
            </a:pPr>
            <a:r>
              <a:rPr b="0" i="0" lang="es-ES" sz="3600" u="none" cap="none" strike="noStrike">
                <a:solidFill>
                  <a:srgbClr val="404040"/>
                </a:solidFill>
                <a:latin typeface="Twentieth Century"/>
                <a:ea typeface="Twentieth Century"/>
                <a:cs typeface="Twentieth Century"/>
                <a:sym typeface="Twentieth Century"/>
              </a:rPr>
              <a:t>NBLA</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id="235" name="Google Shape;235;p17"/>
          <p:cNvPicPr preferRelativeResize="0"/>
          <p:nvPr/>
        </p:nvPicPr>
        <p:blipFill rotWithShape="1">
          <a:blip r:embed="rId3">
            <a:alphaModFix/>
          </a:blip>
          <a:srcRect b="0" l="0" r="0" t="0"/>
          <a:stretch/>
        </p:blipFill>
        <p:spPr>
          <a:xfrm>
            <a:off x="0" y="0"/>
            <a:ext cx="10287000" cy="6858000"/>
          </a:xfrm>
          <a:prstGeom prst="rect">
            <a:avLst/>
          </a:prstGeom>
          <a:noFill/>
          <a:ln>
            <a:noFill/>
          </a:ln>
        </p:spPr>
      </p:pic>
      <p:sp>
        <p:nvSpPr>
          <p:cNvPr id="236" name="Google Shape;236;p17"/>
          <p:cNvSpPr/>
          <p:nvPr/>
        </p:nvSpPr>
        <p:spPr>
          <a:xfrm rot="-5400000">
            <a:off x="3986842" y="-1347159"/>
            <a:ext cx="6857999" cy="9552317"/>
          </a:xfrm>
          <a:prstGeom prst="flowChartManualInpu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7" name="Google Shape;237;p17"/>
          <p:cNvSpPr txBox="1"/>
          <p:nvPr>
            <p:ph idx="1" type="subTitle"/>
          </p:nvPr>
        </p:nvSpPr>
        <p:spPr>
          <a:xfrm>
            <a:off x="3479800" y="444500"/>
            <a:ext cx="8166100" cy="5664199"/>
          </a:xfrm>
          <a:prstGeom prst="rect">
            <a:avLst/>
          </a:prstGeom>
          <a:noFill/>
          <a:ln>
            <a:noFill/>
          </a:ln>
        </p:spPr>
        <p:txBody>
          <a:bodyPr anchorCtr="0" anchor="ctr" bIns="45700" lIns="91425" spcFirstLastPara="1" rIns="91425" wrap="square" tIns="45700">
            <a:noAutofit/>
          </a:bodyPr>
          <a:lstStyle/>
          <a:p>
            <a:pPr indent="0" lvl="0" marL="0" rtl="0" algn="r">
              <a:lnSpc>
                <a:spcPct val="135000"/>
              </a:lnSpc>
              <a:spcBef>
                <a:spcPts val="0"/>
              </a:spcBef>
              <a:spcAft>
                <a:spcPts val="0"/>
              </a:spcAft>
              <a:buClr>
                <a:srgbClr val="595959"/>
              </a:buClr>
              <a:buSzPts val="5400"/>
              <a:buNone/>
            </a:pPr>
            <a:r>
              <a:rPr b="1" lang="es-ES" sz="5400">
                <a:solidFill>
                  <a:srgbClr val="595959"/>
                </a:solidFill>
                <a:latin typeface="Twentieth Century"/>
                <a:ea typeface="Twentieth Century"/>
                <a:cs typeface="Twentieth Century"/>
                <a:sym typeface="Twentieth Century"/>
              </a:rPr>
              <a:t>¿Cómo resumirías las enseñanzas clave de la segunda conferencia?</a:t>
            </a:r>
            <a:endParaRPr b="1" sz="5400">
              <a:solidFill>
                <a:srgbClr val="595959"/>
              </a:solidFill>
              <a:latin typeface="Twentieth Century"/>
              <a:ea typeface="Twentieth Century"/>
              <a:cs typeface="Twentieth Century"/>
              <a:sym typeface="Twentieth Century"/>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pic>
        <p:nvPicPr>
          <p:cNvPr id="243" name="Google Shape;243;p18"/>
          <p:cNvPicPr preferRelativeResize="0"/>
          <p:nvPr/>
        </p:nvPicPr>
        <p:blipFill rotWithShape="1">
          <a:blip r:embed="rId3">
            <a:alphaModFix/>
          </a:blip>
          <a:srcRect b="10538" l="0" r="0" t="0"/>
          <a:stretch/>
        </p:blipFill>
        <p:spPr>
          <a:xfrm>
            <a:off x="0" y="-1"/>
            <a:ext cx="12192000" cy="6858001"/>
          </a:xfrm>
          <a:prstGeom prst="rect">
            <a:avLst/>
          </a:prstGeom>
          <a:noFill/>
          <a:ln>
            <a:noFill/>
          </a:ln>
        </p:spPr>
      </p:pic>
      <p:sp>
        <p:nvSpPr>
          <p:cNvPr id="244" name="Google Shape;244;p18"/>
          <p:cNvSpPr/>
          <p:nvPr/>
        </p:nvSpPr>
        <p:spPr>
          <a:xfrm rot="5400000">
            <a:off x="2985459" y="-1347159"/>
            <a:ext cx="6857999" cy="9552317"/>
          </a:xfrm>
          <a:prstGeom prst="flowChartManualInput">
            <a:avLst/>
          </a:prstGeom>
          <a:solidFill>
            <a:schemeClr val="lt1"/>
          </a:solidFill>
          <a:ln cap="flat" cmpd="sng" w="152400">
            <a:solidFill>
              <a:srgbClr val="FFFFFF">
                <a:alpha val="35686"/>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5" name="Google Shape;245;p18"/>
          <p:cNvSpPr/>
          <p:nvPr/>
        </p:nvSpPr>
        <p:spPr>
          <a:xfrm rot="5400000">
            <a:off x="1817059" y="-1347159"/>
            <a:ext cx="6857999" cy="9552317"/>
          </a:xfrm>
          <a:prstGeom prst="flowChartManualInput">
            <a:avLst/>
          </a:prstGeom>
          <a:solidFill>
            <a:schemeClr val="lt1"/>
          </a:solidFill>
          <a:ln cap="flat" cmpd="sng" w="152400">
            <a:solidFill>
              <a:srgbClr val="FFFFFF">
                <a:alpha val="35686"/>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6" name="Google Shape;246;p18"/>
          <p:cNvSpPr txBox="1"/>
          <p:nvPr>
            <p:ph idx="1" type="subTitle"/>
          </p:nvPr>
        </p:nvSpPr>
        <p:spPr>
          <a:xfrm>
            <a:off x="736600" y="546100"/>
            <a:ext cx="8166100" cy="5664199"/>
          </a:xfrm>
          <a:prstGeom prst="rect">
            <a:avLst/>
          </a:prstGeom>
          <a:noFill/>
          <a:ln>
            <a:noFill/>
          </a:ln>
        </p:spPr>
        <p:txBody>
          <a:bodyPr anchorCtr="0" anchor="ctr" bIns="45700" lIns="91425" spcFirstLastPara="1" rIns="91425" wrap="square" tIns="45700">
            <a:noAutofit/>
          </a:bodyPr>
          <a:lstStyle/>
          <a:p>
            <a:pPr indent="0" lvl="0" marL="0" rtl="0" algn="l">
              <a:lnSpc>
                <a:spcPct val="135000"/>
              </a:lnSpc>
              <a:spcBef>
                <a:spcPts val="0"/>
              </a:spcBef>
              <a:spcAft>
                <a:spcPts val="0"/>
              </a:spcAft>
              <a:buClr>
                <a:srgbClr val="595959"/>
              </a:buClr>
              <a:buSzPts val="4400"/>
              <a:buNone/>
            </a:pPr>
            <a:r>
              <a:rPr b="1" lang="es-ES" sz="4400">
                <a:solidFill>
                  <a:srgbClr val="595959"/>
                </a:solidFill>
                <a:latin typeface="Twentieth Century"/>
                <a:ea typeface="Twentieth Century"/>
                <a:cs typeface="Twentieth Century"/>
                <a:sym typeface="Twentieth Century"/>
              </a:rPr>
              <a:t>Cada creyente posee el llamado de enseñar a la generación venidera.</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pic>
        <p:nvPicPr>
          <p:cNvPr id="252" name="Google Shape;252;p19"/>
          <p:cNvPicPr preferRelativeResize="0"/>
          <p:nvPr/>
        </p:nvPicPr>
        <p:blipFill rotWithShape="1">
          <a:blip r:embed="rId3">
            <a:alphaModFix/>
          </a:blip>
          <a:srcRect b="10538" l="0" r="0" t="0"/>
          <a:stretch/>
        </p:blipFill>
        <p:spPr>
          <a:xfrm>
            <a:off x="0" y="-1"/>
            <a:ext cx="12192000" cy="6858001"/>
          </a:xfrm>
          <a:prstGeom prst="rect">
            <a:avLst/>
          </a:prstGeom>
          <a:noFill/>
          <a:ln>
            <a:noFill/>
          </a:ln>
        </p:spPr>
      </p:pic>
      <p:sp>
        <p:nvSpPr>
          <p:cNvPr id="253" name="Google Shape;253;p19"/>
          <p:cNvSpPr/>
          <p:nvPr/>
        </p:nvSpPr>
        <p:spPr>
          <a:xfrm rot="5400000">
            <a:off x="2985459" y="-1347159"/>
            <a:ext cx="6857999" cy="9552317"/>
          </a:xfrm>
          <a:prstGeom prst="flowChartManualInput">
            <a:avLst/>
          </a:prstGeom>
          <a:solidFill>
            <a:schemeClr val="lt1"/>
          </a:solidFill>
          <a:ln cap="flat" cmpd="sng" w="152400">
            <a:solidFill>
              <a:srgbClr val="FFFFFF">
                <a:alpha val="35686"/>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4" name="Google Shape;254;p19"/>
          <p:cNvSpPr/>
          <p:nvPr/>
        </p:nvSpPr>
        <p:spPr>
          <a:xfrm rot="5400000">
            <a:off x="1817059" y="-1347159"/>
            <a:ext cx="6857999" cy="9552317"/>
          </a:xfrm>
          <a:prstGeom prst="flowChartManualInput">
            <a:avLst/>
          </a:prstGeom>
          <a:solidFill>
            <a:schemeClr val="lt1"/>
          </a:solidFill>
          <a:ln cap="flat" cmpd="sng" w="152400">
            <a:solidFill>
              <a:srgbClr val="FFFFFF">
                <a:alpha val="35686"/>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5" name="Google Shape;255;p19"/>
          <p:cNvSpPr txBox="1"/>
          <p:nvPr>
            <p:ph idx="1" type="subTitle"/>
          </p:nvPr>
        </p:nvSpPr>
        <p:spPr>
          <a:xfrm>
            <a:off x="736600" y="546100"/>
            <a:ext cx="8986134" cy="566419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595959"/>
              </a:buClr>
              <a:buSzPts val="4400"/>
              <a:buNone/>
            </a:pPr>
            <a:r>
              <a:rPr b="1" lang="es-ES" sz="4400">
                <a:solidFill>
                  <a:srgbClr val="595959"/>
                </a:solidFill>
                <a:latin typeface="Twentieth Century"/>
                <a:ea typeface="Twentieth Century"/>
                <a:cs typeface="Twentieth Century"/>
                <a:sym typeface="Twentieth Century"/>
              </a:rPr>
              <a:t>¿Por qué debemos contar esto a la siguiente generación?</a:t>
            </a:r>
            <a:br>
              <a:rPr b="1" i="1" lang="es-ES" sz="4400">
                <a:solidFill>
                  <a:srgbClr val="595959"/>
                </a:solidFill>
                <a:latin typeface="Twentieth Century"/>
                <a:ea typeface="Twentieth Century"/>
                <a:cs typeface="Twentieth Century"/>
                <a:sym typeface="Twentieth Century"/>
              </a:rPr>
            </a:br>
            <a:br>
              <a:rPr b="1" i="1" lang="es-ES" sz="4400">
                <a:solidFill>
                  <a:srgbClr val="595959"/>
                </a:solidFill>
                <a:latin typeface="Twentieth Century"/>
                <a:ea typeface="Twentieth Century"/>
                <a:cs typeface="Twentieth Century"/>
                <a:sym typeface="Twentieth Century"/>
              </a:rPr>
            </a:br>
            <a:r>
              <a:rPr b="1" i="1" lang="es-ES" sz="4400">
                <a:solidFill>
                  <a:srgbClr val="595959"/>
                </a:solidFill>
                <a:latin typeface="Twentieth Century"/>
                <a:ea typeface="Twentieth Century"/>
                <a:cs typeface="Twentieth Century"/>
                <a:sym typeface="Twentieth Century"/>
              </a:rPr>
              <a:t>Para que…</a:t>
            </a:r>
            <a:br>
              <a:rPr b="1" i="1" lang="es-ES" sz="4400">
                <a:solidFill>
                  <a:srgbClr val="595959"/>
                </a:solidFill>
                <a:latin typeface="Twentieth Century"/>
                <a:ea typeface="Twentieth Century"/>
                <a:cs typeface="Twentieth Century"/>
                <a:sym typeface="Twentieth Century"/>
              </a:rPr>
            </a:br>
            <a:endParaRPr b="1" i="1" sz="4400">
              <a:solidFill>
                <a:srgbClr val="595959"/>
              </a:solidFill>
              <a:latin typeface="Twentieth Century"/>
              <a:ea typeface="Twentieth Century"/>
              <a:cs typeface="Twentieth Century"/>
              <a:sym typeface="Twentieth Century"/>
            </a:endParaRPr>
          </a:p>
          <a:p>
            <a:pPr indent="-914400" lvl="0" marL="914400" rtl="0" algn="l">
              <a:lnSpc>
                <a:spcPct val="100000"/>
              </a:lnSpc>
              <a:spcBef>
                <a:spcPts val="1000"/>
              </a:spcBef>
              <a:spcAft>
                <a:spcPts val="0"/>
              </a:spcAft>
              <a:buClr>
                <a:srgbClr val="595959"/>
              </a:buClr>
              <a:buSzPts val="3600"/>
              <a:buFont typeface="Calibri"/>
              <a:buAutoNum type="arabicPeriod"/>
            </a:pPr>
            <a:r>
              <a:rPr b="1" lang="es-ES" sz="3600">
                <a:solidFill>
                  <a:srgbClr val="595959"/>
                </a:solidFill>
                <a:latin typeface="Twentieth Century"/>
                <a:ea typeface="Twentieth Century"/>
                <a:cs typeface="Twentieth Century"/>
                <a:sym typeface="Twentieth Century"/>
              </a:rPr>
              <a:t>Pongan su esperanza en Dios</a:t>
            </a:r>
            <a:endParaRPr/>
          </a:p>
          <a:p>
            <a:pPr indent="-914400" lvl="0" marL="914400" rtl="0" algn="l">
              <a:lnSpc>
                <a:spcPct val="100000"/>
              </a:lnSpc>
              <a:spcBef>
                <a:spcPts val="1000"/>
              </a:spcBef>
              <a:spcAft>
                <a:spcPts val="0"/>
              </a:spcAft>
              <a:buClr>
                <a:srgbClr val="595959"/>
              </a:buClr>
              <a:buSzPts val="3600"/>
              <a:buFont typeface="Calibri"/>
              <a:buAutoNum type="arabicPeriod"/>
            </a:pPr>
            <a:r>
              <a:rPr b="1" lang="es-ES" sz="3600">
                <a:solidFill>
                  <a:srgbClr val="595959"/>
                </a:solidFill>
                <a:latin typeface="Twentieth Century"/>
                <a:ea typeface="Twentieth Century"/>
                <a:cs typeface="Twentieth Century"/>
                <a:sym typeface="Twentieth Century"/>
              </a:rPr>
              <a:t>No olviden las maravillar de Dios</a:t>
            </a:r>
            <a:endParaRPr/>
          </a:p>
          <a:p>
            <a:pPr indent="-914400" lvl="0" marL="914400" rtl="0" algn="l">
              <a:lnSpc>
                <a:spcPct val="100000"/>
              </a:lnSpc>
              <a:spcBef>
                <a:spcPts val="1000"/>
              </a:spcBef>
              <a:spcAft>
                <a:spcPts val="0"/>
              </a:spcAft>
              <a:buClr>
                <a:srgbClr val="595959"/>
              </a:buClr>
              <a:buSzPts val="3600"/>
              <a:buFont typeface="Calibri"/>
              <a:buAutoNum type="arabicPeriod"/>
            </a:pPr>
            <a:r>
              <a:rPr b="1" lang="es-ES" sz="3600">
                <a:solidFill>
                  <a:srgbClr val="595959"/>
                </a:solidFill>
                <a:latin typeface="Twentieth Century"/>
                <a:ea typeface="Twentieth Century"/>
                <a:cs typeface="Twentieth Century"/>
                <a:sym typeface="Twentieth Century"/>
              </a:rPr>
              <a:t>Y guarden sus mandamientos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pic>
        <p:nvPicPr>
          <p:cNvPr id="261" name="Google Shape;261;p20"/>
          <p:cNvPicPr preferRelativeResize="0"/>
          <p:nvPr/>
        </p:nvPicPr>
        <p:blipFill rotWithShape="1">
          <a:blip r:embed="rId3">
            <a:alphaModFix/>
          </a:blip>
          <a:srcRect b="10538" l="0" r="0" t="0"/>
          <a:stretch/>
        </p:blipFill>
        <p:spPr>
          <a:xfrm>
            <a:off x="0" y="-1"/>
            <a:ext cx="12192000" cy="6858001"/>
          </a:xfrm>
          <a:prstGeom prst="rect">
            <a:avLst/>
          </a:prstGeom>
          <a:noFill/>
          <a:ln>
            <a:noFill/>
          </a:ln>
        </p:spPr>
      </p:pic>
      <p:sp>
        <p:nvSpPr>
          <p:cNvPr id="262" name="Google Shape;262;p20"/>
          <p:cNvSpPr/>
          <p:nvPr/>
        </p:nvSpPr>
        <p:spPr>
          <a:xfrm rot="5400000">
            <a:off x="2985459" y="-1347159"/>
            <a:ext cx="6857999" cy="9552317"/>
          </a:xfrm>
          <a:prstGeom prst="flowChartManualInput">
            <a:avLst/>
          </a:prstGeom>
          <a:solidFill>
            <a:schemeClr val="lt1"/>
          </a:solidFill>
          <a:ln cap="flat" cmpd="sng" w="152400">
            <a:solidFill>
              <a:srgbClr val="FFFFFF">
                <a:alpha val="35686"/>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63" name="Google Shape;263;p20"/>
          <p:cNvSpPr/>
          <p:nvPr/>
        </p:nvSpPr>
        <p:spPr>
          <a:xfrm rot="5400000">
            <a:off x="1817059" y="-1347159"/>
            <a:ext cx="6857999" cy="9552317"/>
          </a:xfrm>
          <a:prstGeom prst="flowChartManualInput">
            <a:avLst/>
          </a:prstGeom>
          <a:solidFill>
            <a:schemeClr val="lt1"/>
          </a:solidFill>
          <a:ln cap="flat" cmpd="sng" w="152400">
            <a:solidFill>
              <a:srgbClr val="FFFFFF">
                <a:alpha val="35686"/>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64" name="Google Shape;264;p20"/>
          <p:cNvSpPr txBox="1"/>
          <p:nvPr>
            <p:ph idx="1" type="subTitle"/>
          </p:nvPr>
        </p:nvSpPr>
        <p:spPr>
          <a:xfrm>
            <a:off x="736599" y="546100"/>
            <a:ext cx="9552317" cy="566419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595959"/>
              </a:buClr>
              <a:buSzPts val="4400"/>
              <a:buNone/>
            </a:pPr>
            <a:r>
              <a:rPr b="1" lang="es-ES" sz="4400">
                <a:solidFill>
                  <a:srgbClr val="595959"/>
                </a:solidFill>
                <a:latin typeface="Twentieth Century"/>
                <a:ea typeface="Twentieth Century"/>
                <a:cs typeface="Twentieth Century"/>
                <a:sym typeface="Twentieth Century"/>
              </a:rPr>
              <a:t>¿Por qué es importante esto</a:t>
            </a:r>
            <a:br>
              <a:rPr b="1" lang="es-ES" sz="4400">
                <a:solidFill>
                  <a:srgbClr val="595959"/>
                </a:solidFill>
                <a:latin typeface="Twentieth Century"/>
                <a:ea typeface="Twentieth Century"/>
                <a:cs typeface="Twentieth Century"/>
                <a:sym typeface="Twentieth Century"/>
              </a:rPr>
            </a:br>
            <a:r>
              <a:rPr b="1" lang="es-ES" sz="4400">
                <a:solidFill>
                  <a:srgbClr val="595959"/>
                </a:solidFill>
                <a:latin typeface="Twentieth Century"/>
                <a:ea typeface="Twentieth Century"/>
                <a:cs typeface="Twentieth Century"/>
                <a:sym typeface="Twentieth Century"/>
              </a:rPr>
              <a:t>para Dios?</a:t>
            </a:r>
            <a:br>
              <a:rPr b="1" lang="es-ES" sz="4400">
                <a:solidFill>
                  <a:srgbClr val="595959"/>
                </a:solidFill>
                <a:latin typeface="Twentieth Century"/>
                <a:ea typeface="Twentieth Century"/>
                <a:cs typeface="Twentieth Century"/>
                <a:sym typeface="Twentieth Century"/>
              </a:rPr>
            </a:br>
            <a:endParaRPr b="1" i="1" sz="4400">
              <a:solidFill>
                <a:srgbClr val="595959"/>
              </a:solidFill>
              <a:latin typeface="Twentieth Century"/>
              <a:ea typeface="Twentieth Century"/>
              <a:cs typeface="Twentieth Century"/>
              <a:sym typeface="Twentieth Century"/>
            </a:endParaRPr>
          </a:p>
          <a:p>
            <a:pPr indent="0" lvl="0" marL="0" rtl="0" algn="l">
              <a:lnSpc>
                <a:spcPct val="100000"/>
              </a:lnSpc>
              <a:spcBef>
                <a:spcPts val="1000"/>
              </a:spcBef>
              <a:spcAft>
                <a:spcPts val="0"/>
              </a:spcAft>
              <a:buClr>
                <a:srgbClr val="595959"/>
              </a:buClr>
              <a:buSzPts val="4000"/>
              <a:buNone/>
            </a:pPr>
            <a:r>
              <a:rPr b="1" i="1" lang="es-ES" sz="4000">
                <a:solidFill>
                  <a:srgbClr val="595959"/>
                </a:solidFill>
                <a:latin typeface="Twentieth Century"/>
                <a:ea typeface="Twentieth Century"/>
                <a:cs typeface="Twentieth Century"/>
                <a:sym typeface="Twentieth Century"/>
              </a:rPr>
              <a:t>La razón es para que hagan aquello por lo que fueron creados: Darle gloria a Dios.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pic>
        <p:nvPicPr>
          <p:cNvPr id="270" name="Google Shape;270;p21"/>
          <p:cNvPicPr preferRelativeResize="0"/>
          <p:nvPr/>
        </p:nvPicPr>
        <p:blipFill rotWithShape="1">
          <a:blip r:embed="rId3">
            <a:alphaModFix/>
          </a:blip>
          <a:srcRect b="10538" l="0" r="0" t="0"/>
          <a:stretch/>
        </p:blipFill>
        <p:spPr>
          <a:xfrm>
            <a:off x="0" y="-1"/>
            <a:ext cx="12192000" cy="6858001"/>
          </a:xfrm>
          <a:prstGeom prst="rect">
            <a:avLst/>
          </a:prstGeom>
          <a:noFill/>
          <a:ln>
            <a:noFill/>
          </a:ln>
        </p:spPr>
      </p:pic>
      <p:sp>
        <p:nvSpPr>
          <p:cNvPr id="271" name="Google Shape;271;p21"/>
          <p:cNvSpPr/>
          <p:nvPr/>
        </p:nvSpPr>
        <p:spPr>
          <a:xfrm rot="5400000">
            <a:off x="2985459" y="-1347159"/>
            <a:ext cx="6857999" cy="9552317"/>
          </a:xfrm>
          <a:prstGeom prst="flowChartManualInput">
            <a:avLst/>
          </a:prstGeom>
          <a:solidFill>
            <a:schemeClr val="lt1"/>
          </a:solidFill>
          <a:ln cap="flat" cmpd="sng" w="152400">
            <a:solidFill>
              <a:srgbClr val="FFFFFF">
                <a:alpha val="35686"/>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2" name="Google Shape;272;p21"/>
          <p:cNvSpPr/>
          <p:nvPr/>
        </p:nvSpPr>
        <p:spPr>
          <a:xfrm rot="5400000">
            <a:off x="1817059" y="-1347159"/>
            <a:ext cx="6857999" cy="9552317"/>
          </a:xfrm>
          <a:prstGeom prst="flowChartManualInput">
            <a:avLst/>
          </a:prstGeom>
          <a:solidFill>
            <a:schemeClr val="lt1"/>
          </a:solidFill>
          <a:ln cap="flat" cmpd="sng" w="152400">
            <a:solidFill>
              <a:srgbClr val="FFFFFF">
                <a:alpha val="35686"/>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3" name="Google Shape;273;p21"/>
          <p:cNvSpPr txBox="1"/>
          <p:nvPr>
            <p:ph idx="1" type="subTitle"/>
          </p:nvPr>
        </p:nvSpPr>
        <p:spPr>
          <a:xfrm>
            <a:off x="736599" y="546100"/>
            <a:ext cx="9552317" cy="566419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595959"/>
              </a:buClr>
              <a:buSzPts val="4400"/>
              <a:buNone/>
            </a:pPr>
            <a:r>
              <a:rPr b="1" lang="es-ES" sz="4400">
                <a:solidFill>
                  <a:srgbClr val="595959"/>
                </a:solidFill>
                <a:latin typeface="Twentieth Century"/>
                <a:ea typeface="Twentieth Century"/>
                <a:cs typeface="Twentieth Century"/>
                <a:sym typeface="Twentieth Century"/>
              </a:rPr>
              <a:t>Debemos tener cuidado de no </a:t>
            </a:r>
            <a:br>
              <a:rPr b="1" lang="es-ES" sz="4400">
                <a:solidFill>
                  <a:srgbClr val="595959"/>
                </a:solidFill>
                <a:latin typeface="Twentieth Century"/>
                <a:ea typeface="Twentieth Century"/>
                <a:cs typeface="Twentieth Century"/>
                <a:sym typeface="Twentieth Century"/>
              </a:rPr>
            </a:br>
            <a:r>
              <a:rPr b="1" lang="es-ES" sz="4400">
                <a:solidFill>
                  <a:srgbClr val="595959"/>
                </a:solidFill>
                <a:latin typeface="Twentieth Century"/>
                <a:ea typeface="Twentieth Century"/>
                <a:cs typeface="Twentieth Century"/>
                <a:sym typeface="Twentieth Century"/>
              </a:rPr>
              <a:t>esconder algunas partes a los niños…</a:t>
            </a:r>
            <a:endParaRPr/>
          </a:p>
          <a:p>
            <a:pPr indent="0" lvl="0" marL="0" rtl="0" algn="l">
              <a:lnSpc>
                <a:spcPct val="100000"/>
              </a:lnSpc>
              <a:spcBef>
                <a:spcPts val="1000"/>
              </a:spcBef>
              <a:spcAft>
                <a:spcPts val="0"/>
              </a:spcAft>
              <a:buClr>
                <a:srgbClr val="595959"/>
              </a:buClr>
              <a:buSzPts val="4400"/>
              <a:buNone/>
            </a:pPr>
            <a:r>
              <a:rPr b="1" i="1" lang="es-ES" sz="4400">
                <a:solidFill>
                  <a:srgbClr val="595959"/>
                </a:solidFill>
                <a:latin typeface="Twentieth Century"/>
                <a:ea typeface="Twentieth Century"/>
                <a:cs typeface="Twentieth Century"/>
                <a:sym typeface="Twentieth Century"/>
              </a:rPr>
              <a:t>No esconderemos…</a:t>
            </a:r>
            <a:endParaRPr/>
          </a:p>
          <a:p>
            <a:pPr indent="-571500" lvl="0" marL="571500" rtl="0" algn="l">
              <a:lnSpc>
                <a:spcPct val="100000"/>
              </a:lnSpc>
              <a:spcBef>
                <a:spcPts val="1000"/>
              </a:spcBef>
              <a:spcAft>
                <a:spcPts val="0"/>
              </a:spcAft>
              <a:buClr>
                <a:srgbClr val="595959"/>
              </a:buClr>
              <a:buSzPts val="4000"/>
              <a:buFont typeface="Arial"/>
              <a:buChar char="•"/>
            </a:pPr>
            <a:r>
              <a:rPr b="1" i="1" lang="es-ES" sz="4000">
                <a:solidFill>
                  <a:srgbClr val="595959"/>
                </a:solidFill>
                <a:latin typeface="Twentieth Century"/>
                <a:ea typeface="Twentieth Century"/>
                <a:cs typeface="Twentieth Century"/>
                <a:sym typeface="Twentieth Century"/>
              </a:rPr>
              <a:t>La gloria de Dios</a:t>
            </a:r>
            <a:endParaRPr/>
          </a:p>
          <a:p>
            <a:pPr indent="-571500" lvl="0" marL="571500" rtl="0" algn="l">
              <a:lnSpc>
                <a:spcPct val="100000"/>
              </a:lnSpc>
              <a:spcBef>
                <a:spcPts val="1000"/>
              </a:spcBef>
              <a:spcAft>
                <a:spcPts val="0"/>
              </a:spcAft>
              <a:buClr>
                <a:srgbClr val="595959"/>
              </a:buClr>
              <a:buSzPts val="4000"/>
              <a:buFont typeface="Arial"/>
              <a:buChar char="•"/>
            </a:pPr>
            <a:r>
              <a:rPr b="1" i="1" lang="es-ES" sz="4000">
                <a:solidFill>
                  <a:srgbClr val="595959"/>
                </a:solidFill>
                <a:latin typeface="Twentieth Century"/>
                <a:ea typeface="Twentieth Century"/>
                <a:cs typeface="Twentieth Century"/>
                <a:sym typeface="Twentieth Century"/>
              </a:rPr>
              <a:t>El evangelio de Jesucristo</a:t>
            </a:r>
            <a:endParaRPr/>
          </a:p>
          <a:p>
            <a:pPr indent="-571500" lvl="0" marL="571500" rtl="0" algn="l">
              <a:lnSpc>
                <a:spcPct val="100000"/>
              </a:lnSpc>
              <a:spcBef>
                <a:spcPts val="1000"/>
              </a:spcBef>
              <a:spcAft>
                <a:spcPts val="0"/>
              </a:spcAft>
              <a:buClr>
                <a:srgbClr val="595959"/>
              </a:buClr>
              <a:buSzPts val="4000"/>
              <a:buFont typeface="Arial"/>
              <a:buChar char="•"/>
            </a:pPr>
            <a:r>
              <a:rPr b="1" i="1" lang="es-ES" sz="4000">
                <a:solidFill>
                  <a:srgbClr val="595959"/>
                </a:solidFill>
                <a:latin typeface="Twentieth Century"/>
                <a:ea typeface="Twentieth Century"/>
                <a:cs typeface="Twentieth Century"/>
                <a:sym typeface="Twentieth Century"/>
              </a:rPr>
              <a:t>Los testimonios de Dios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pic>
        <p:nvPicPr>
          <p:cNvPr id="278" name="Google Shape;278;p22" title="Plenarias 1/2 - Asombrados por Dios"/>
          <p:cNvPicPr preferRelativeResize="0"/>
          <p:nvPr/>
        </p:nvPicPr>
        <p:blipFill rotWithShape="1">
          <a:blip r:embed="rId3">
            <a:alphaModFix/>
          </a:blip>
          <a:srcRect b="0" l="0" r="0" t="0"/>
          <a:stretch/>
        </p:blipFill>
        <p:spPr>
          <a:xfrm>
            <a:off x="0" y="-15240"/>
            <a:ext cx="12192000" cy="68884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1"/>
                                        <p:tgtEl>
                                          <p:spTgt spid="2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pic>
        <p:nvPicPr>
          <p:cNvPr id="283" name="Google Shape;283;p23"/>
          <p:cNvPicPr preferRelativeResize="0"/>
          <p:nvPr/>
        </p:nvPicPr>
        <p:blipFill rotWithShape="1">
          <a:blip r:embed="rId3">
            <a:alphaModFix/>
          </a:blip>
          <a:srcRect b="15625" l="0" r="0" t="0"/>
          <a:stretch/>
        </p:blipFill>
        <p:spPr>
          <a:xfrm>
            <a:off x="0" y="0"/>
            <a:ext cx="12192000" cy="6858000"/>
          </a:xfrm>
          <a:prstGeom prst="rect">
            <a:avLst/>
          </a:prstGeom>
          <a:noFill/>
          <a:ln>
            <a:noFill/>
          </a:ln>
        </p:spPr>
      </p:pic>
      <p:sp>
        <p:nvSpPr>
          <p:cNvPr id="284" name="Google Shape;284;p23"/>
          <p:cNvSpPr/>
          <p:nvPr/>
        </p:nvSpPr>
        <p:spPr>
          <a:xfrm>
            <a:off x="0" y="776377"/>
            <a:ext cx="12192000" cy="5382884"/>
          </a:xfrm>
          <a:prstGeom prst="rect">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5" name="Google Shape;285;p23"/>
          <p:cNvSpPr/>
          <p:nvPr/>
        </p:nvSpPr>
        <p:spPr>
          <a:xfrm>
            <a:off x="1" y="905773"/>
            <a:ext cx="12192000" cy="504645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6" name="Google Shape;286;p23"/>
          <p:cNvSpPr txBox="1"/>
          <p:nvPr>
            <p:ph idx="1" type="body"/>
          </p:nvPr>
        </p:nvSpPr>
        <p:spPr>
          <a:xfrm>
            <a:off x="838200" y="1351170"/>
            <a:ext cx="10515600" cy="4031710"/>
          </a:xfrm>
          <a:prstGeom prst="rect">
            <a:avLst/>
          </a:prstGeom>
          <a:noFill/>
          <a:ln>
            <a:noFill/>
          </a:ln>
        </p:spPr>
        <p:txBody>
          <a:bodyPr anchorCtr="0" anchor="ctr" bIns="45700" lIns="91425" spcFirstLastPara="1" rIns="91425" wrap="square" tIns="45700">
            <a:normAutofit/>
          </a:bodyPr>
          <a:lstStyle/>
          <a:p>
            <a:pPr indent="0" lvl="0" marL="0" rtl="0" algn="ctr">
              <a:lnSpc>
                <a:spcPct val="135000"/>
              </a:lnSpc>
              <a:spcBef>
                <a:spcPts val="0"/>
              </a:spcBef>
              <a:spcAft>
                <a:spcPts val="0"/>
              </a:spcAft>
              <a:buClr>
                <a:srgbClr val="404040"/>
              </a:buClr>
              <a:buSzPts val="4800"/>
              <a:buNone/>
            </a:pPr>
            <a:r>
              <a:rPr i="1" lang="es-ES" sz="4800">
                <a:solidFill>
                  <a:srgbClr val="404040"/>
                </a:solidFill>
                <a:latin typeface="Twentieth Century"/>
                <a:ea typeface="Twentieth Century"/>
                <a:cs typeface="Twentieth Century"/>
                <a:sym typeface="Twentieth Century"/>
              </a:rPr>
              <a:t>Hay una manera de contar historias biblicas que magnifica la gloria de Dios y hay una manera de contarlas en las que se roba la gloria de Dios. </a:t>
            </a:r>
            <a:endParaRPr/>
          </a:p>
        </p:txBody>
      </p:sp>
      <p:sp>
        <p:nvSpPr>
          <p:cNvPr id="287" name="Google Shape;287;p23"/>
          <p:cNvSpPr txBox="1"/>
          <p:nvPr/>
        </p:nvSpPr>
        <p:spPr>
          <a:xfrm>
            <a:off x="879894" y="5089585"/>
            <a:ext cx="10515600" cy="750493"/>
          </a:xfrm>
          <a:prstGeom prst="rect">
            <a:avLst/>
          </a:prstGeom>
          <a:noFill/>
          <a:ln>
            <a:noFill/>
          </a:ln>
        </p:spPr>
        <p:txBody>
          <a:bodyPr anchorCtr="0" anchor="t" bIns="45700" lIns="91425" spcFirstLastPara="1" rIns="91425" wrap="square" tIns="45700">
            <a:normAutofit lnSpcReduction="10000"/>
          </a:bodyPr>
          <a:lstStyle/>
          <a:p>
            <a:pPr indent="0" lvl="0" marL="0" marR="0" rtl="0" algn="r">
              <a:lnSpc>
                <a:spcPct val="135000"/>
              </a:lnSpc>
              <a:spcBef>
                <a:spcPts val="0"/>
              </a:spcBef>
              <a:spcAft>
                <a:spcPts val="0"/>
              </a:spcAft>
              <a:buClr>
                <a:schemeClr val="dk1"/>
              </a:buClr>
              <a:buSzPts val="3600"/>
              <a:buFont typeface="Arial"/>
              <a:buNone/>
            </a:pPr>
            <a:r>
              <a:t/>
            </a:r>
            <a:endParaRPr b="0" i="0" sz="3600" u="none" cap="none" strike="noStrike">
              <a:solidFill>
                <a:srgbClr val="404040"/>
              </a:solidFill>
              <a:latin typeface="Twentieth Century"/>
              <a:ea typeface="Twentieth Century"/>
              <a:cs typeface="Twentieth Century"/>
              <a:sym typeface="Twentieth Century"/>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pic>
        <p:nvPicPr>
          <p:cNvPr id="292" name="Google Shape;292;p24"/>
          <p:cNvPicPr preferRelativeResize="0"/>
          <p:nvPr/>
        </p:nvPicPr>
        <p:blipFill rotWithShape="1">
          <a:blip r:embed="rId3">
            <a:alphaModFix/>
          </a:blip>
          <a:srcRect b="15625" l="0" r="0" t="0"/>
          <a:stretch/>
        </p:blipFill>
        <p:spPr>
          <a:xfrm>
            <a:off x="0" y="0"/>
            <a:ext cx="12192000" cy="6858000"/>
          </a:xfrm>
          <a:prstGeom prst="rect">
            <a:avLst/>
          </a:prstGeom>
          <a:noFill/>
          <a:ln>
            <a:noFill/>
          </a:ln>
        </p:spPr>
      </p:pic>
      <p:sp>
        <p:nvSpPr>
          <p:cNvPr id="293" name="Google Shape;293;p24"/>
          <p:cNvSpPr/>
          <p:nvPr/>
        </p:nvSpPr>
        <p:spPr>
          <a:xfrm>
            <a:off x="0" y="776377"/>
            <a:ext cx="12192000" cy="5382884"/>
          </a:xfrm>
          <a:prstGeom prst="rect">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4" name="Google Shape;294;p24"/>
          <p:cNvSpPr/>
          <p:nvPr/>
        </p:nvSpPr>
        <p:spPr>
          <a:xfrm>
            <a:off x="1" y="905773"/>
            <a:ext cx="12192000" cy="504645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5" name="Google Shape;295;p24"/>
          <p:cNvSpPr txBox="1"/>
          <p:nvPr>
            <p:ph idx="1" type="body"/>
          </p:nvPr>
        </p:nvSpPr>
        <p:spPr>
          <a:xfrm>
            <a:off x="838200" y="1351170"/>
            <a:ext cx="10515600" cy="4031710"/>
          </a:xfrm>
          <a:prstGeom prst="rect">
            <a:avLst/>
          </a:prstGeom>
          <a:noFill/>
          <a:ln>
            <a:noFill/>
          </a:ln>
        </p:spPr>
        <p:txBody>
          <a:bodyPr anchorCtr="0" anchor="ctr" bIns="45700" lIns="91425" spcFirstLastPara="1" rIns="91425" wrap="square" tIns="45700">
            <a:normAutofit fontScale="92500"/>
          </a:bodyPr>
          <a:lstStyle/>
          <a:p>
            <a:pPr indent="0" lvl="0" marL="0" rtl="0" algn="ctr">
              <a:lnSpc>
                <a:spcPct val="135000"/>
              </a:lnSpc>
              <a:spcBef>
                <a:spcPts val="0"/>
              </a:spcBef>
              <a:spcAft>
                <a:spcPts val="0"/>
              </a:spcAft>
              <a:buClr>
                <a:srgbClr val="404040"/>
              </a:buClr>
              <a:buSzPct val="100000"/>
              <a:buNone/>
            </a:pPr>
            <a:r>
              <a:rPr i="1" lang="es-ES" sz="4800">
                <a:solidFill>
                  <a:srgbClr val="404040"/>
                </a:solidFill>
                <a:latin typeface="Twentieth Century"/>
                <a:ea typeface="Twentieth Century"/>
                <a:cs typeface="Twentieth Century"/>
                <a:sym typeface="Twentieth Century"/>
              </a:rPr>
              <a:t>Dios es el centro, Él es el héroe en cada historia, cada historia revela su carácter sin igual, cada historia muestra sus gloriosos propósitos que se cumplen como parte de su plan eterno.</a:t>
            </a:r>
            <a:endParaRPr/>
          </a:p>
        </p:txBody>
      </p:sp>
      <p:sp>
        <p:nvSpPr>
          <p:cNvPr id="296" name="Google Shape;296;p24"/>
          <p:cNvSpPr txBox="1"/>
          <p:nvPr/>
        </p:nvSpPr>
        <p:spPr>
          <a:xfrm>
            <a:off x="879894" y="5089585"/>
            <a:ext cx="10515600" cy="750493"/>
          </a:xfrm>
          <a:prstGeom prst="rect">
            <a:avLst/>
          </a:prstGeom>
          <a:noFill/>
          <a:ln>
            <a:noFill/>
          </a:ln>
        </p:spPr>
        <p:txBody>
          <a:bodyPr anchorCtr="0" anchor="t" bIns="45700" lIns="91425" spcFirstLastPara="1" rIns="91425" wrap="square" tIns="45700">
            <a:normAutofit lnSpcReduction="10000"/>
          </a:bodyPr>
          <a:lstStyle/>
          <a:p>
            <a:pPr indent="0" lvl="0" marL="0" marR="0" rtl="0" algn="r">
              <a:lnSpc>
                <a:spcPct val="135000"/>
              </a:lnSpc>
              <a:spcBef>
                <a:spcPts val="0"/>
              </a:spcBef>
              <a:spcAft>
                <a:spcPts val="0"/>
              </a:spcAft>
              <a:buClr>
                <a:schemeClr val="dk1"/>
              </a:buClr>
              <a:buSzPts val="3600"/>
              <a:buFont typeface="Arial"/>
              <a:buNone/>
            </a:pPr>
            <a:r>
              <a:t/>
            </a:r>
            <a:endParaRPr b="0" i="0" sz="3600" u="none" cap="none" strike="noStrike">
              <a:solidFill>
                <a:srgbClr val="404040"/>
              </a:solidFill>
              <a:latin typeface="Twentieth Century"/>
              <a:ea typeface="Twentieth Century"/>
              <a:cs typeface="Twentieth Century"/>
              <a:sym typeface="Twentieth Century"/>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id="302" name="Google Shape;302;p25"/>
          <p:cNvPicPr preferRelativeResize="0"/>
          <p:nvPr/>
        </p:nvPicPr>
        <p:blipFill rotWithShape="1">
          <a:blip r:embed="rId3">
            <a:alphaModFix/>
          </a:blip>
          <a:srcRect b="10538" l="0" r="0" t="0"/>
          <a:stretch/>
        </p:blipFill>
        <p:spPr>
          <a:xfrm>
            <a:off x="0" y="-1"/>
            <a:ext cx="12192000" cy="6858001"/>
          </a:xfrm>
          <a:prstGeom prst="rect">
            <a:avLst/>
          </a:prstGeom>
          <a:noFill/>
          <a:ln>
            <a:noFill/>
          </a:ln>
        </p:spPr>
      </p:pic>
      <p:sp>
        <p:nvSpPr>
          <p:cNvPr id="303" name="Google Shape;303;p25"/>
          <p:cNvSpPr/>
          <p:nvPr/>
        </p:nvSpPr>
        <p:spPr>
          <a:xfrm rot="5400000">
            <a:off x="2985459" y="-1347159"/>
            <a:ext cx="6857999" cy="9552317"/>
          </a:xfrm>
          <a:prstGeom prst="flowChartManualInput">
            <a:avLst/>
          </a:prstGeom>
          <a:solidFill>
            <a:schemeClr val="lt1"/>
          </a:solidFill>
          <a:ln cap="flat" cmpd="sng" w="152400">
            <a:solidFill>
              <a:srgbClr val="FFFFFF">
                <a:alpha val="35686"/>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04" name="Google Shape;304;p25"/>
          <p:cNvSpPr/>
          <p:nvPr/>
        </p:nvSpPr>
        <p:spPr>
          <a:xfrm rot="5400000">
            <a:off x="1817059" y="-1347159"/>
            <a:ext cx="6857999" cy="9552317"/>
          </a:xfrm>
          <a:prstGeom prst="flowChartManualInput">
            <a:avLst/>
          </a:prstGeom>
          <a:solidFill>
            <a:schemeClr val="lt1"/>
          </a:solidFill>
          <a:ln cap="flat" cmpd="sng" w="152400">
            <a:solidFill>
              <a:srgbClr val="FFFFFF">
                <a:alpha val="35686"/>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05" name="Google Shape;305;p25"/>
          <p:cNvSpPr txBox="1"/>
          <p:nvPr>
            <p:ph idx="1" type="subTitle"/>
          </p:nvPr>
        </p:nvSpPr>
        <p:spPr>
          <a:xfrm>
            <a:off x="736599" y="546100"/>
            <a:ext cx="9552317" cy="566419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595959"/>
              </a:buClr>
              <a:buSzPts val="4400"/>
              <a:buNone/>
            </a:pPr>
            <a:r>
              <a:rPr b="1" lang="es-ES" sz="4400">
                <a:solidFill>
                  <a:srgbClr val="595959"/>
                </a:solidFill>
                <a:latin typeface="Twentieth Century"/>
                <a:ea typeface="Twentieth Century"/>
                <a:cs typeface="Twentieth Century"/>
                <a:sym typeface="Twentieth Century"/>
              </a:rPr>
              <a:t>¿Cómo escondemos la gloria de Dios?</a:t>
            </a:r>
            <a:endParaRPr/>
          </a:p>
          <a:p>
            <a:pPr indent="0" lvl="0" marL="0" rtl="0" algn="l">
              <a:lnSpc>
                <a:spcPct val="100000"/>
              </a:lnSpc>
              <a:spcBef>
                <a:spcPts val="1000"/>
              </a:spcBef>
              <a:spcAft>
                <a:spcPts val="0"/>
              </a:spcAft>
              <a:buClr>
                <a:schemeClr val="dk1"/>
              </a:buClr>
              <a:buSzPts val="4400"/>
              <a:buNone/>
            </a:pPr>
            <a:r>
              <a:t/>
            </a:r>
            <a:endParaRPr b="1" i="1" sz="4400">
              <a:solidFill>
                <a:srgbClr val="595959"/>
              </a:solidFill>
              <a:latin typeface="Twentieth Century"/>
              <a:ea typeface="Twentieth Century"/>
              <a:cs typeface="Twentieth Century"/>
              <a:sym typeface="Twentieth Century"/>
            </a:endParaRPr>
          </a:p>
          <a:p>
            <a:pPr indent="-571500" lvl="0" marL="571500" rtl="0" algn="l">
              <a:lnSpc>
                <a:spcPct val="100000"/>
              </a:lnSpc>
              <a:spcBef>
                <a:spcPts val="1000"/>
              </a:spcBef>
              <a:spcAft>
                <a:spcPts val="0"/>
              </a:spcAft>
              <a:buClr>
                <a:srgbClr val="595959"/>
              </a:buClr>
              <a:buSzPts val="4000"/>
              <a:buFont typeface="Arial"/>
              <a:buChar char="•"/>
            </a:pPr>
            <a:r>
              <a:rPr b="1" i="1" lang="es-ES" sz="4000">
                <a:solidFill>
                  <a:srgbClr val="595959"/>
                </a:solidFill>
                <a:latin typeface="Twentieth Century"/>
                <a:ea typeface="Twentieth Century"/>
                <a:cs typeface="Twentieth Century"/>
                <a:sym typeface="Twentieth Century"/>
              </a:rPr>
              <a:t>Centrándonos en el hombre</a:t>
            </a:r>
            <a:endParaRPr/>
          </a:p>
          <a:p>
            <a:pPr indent="-571500" lvl="0" marL="571500" rtl="0" algn="l">
              <a:lnSpc>
                <a:spcPct val="100000"/>
              </a:lnSpc>
              <a:spcBef>
                <a:spcPts val="1000"/>
              </a:spcBef>
              <a:spcAft>
                <a:spcPts val="0"/>
              </a:spcAft>
              <a:buClr>
                <a:srgbClr val="595959"/>
              </a:buClr>
              <a:buSzPts val="4000"/>
              <a:buFont typeface="Arial"/>
              <a:buChar char="•"/>
            </a:pPr>
            <a:r>
              <a:rPr b="1" i="1" lang="es-ES" sz="4000">
                <a:solidFill>
                  <a:srgbClr val="595959"/>
                </a:solidFill>
                <a:latin typeface="Twentieth Century"/>
                <a:ea typeface="Twentieth Century"/>
                <a:cs typeface="Twentieth Century"/>
                <a:sym typeface="Twentieth Century"/>
              </a:rPr>
              <a:t>Lecciones moralistas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pic>
        <p:nvPicPr>
          <p:cNvPr id="310" name="Google Shape;310;p26"/>
          <p:cNvPicPr preferRelativeResize="0"/>
          <p:nvPr/>
        </p:nvPicPr>
        <p:blipFill rotWithShape="1">
          <a:blip r:embed="rId3">
            <a:alphaModFix/>
          </a:blip>
          <a:srcRect b="15625" l="0" r="0" t="0"/>
          <a:stretch/>
        </p:blipFill>
        <p:spPr>
          <a:xfrm>
            <a:off x="0" y="0"/>
            <a:ext cx="12192000" cy="6858000"/>
          </a:xfrm>
          <a:prstGeom prst="rect">
            <a:avLst/>
          </a:prstGeom>
          <a:noFill/>
          <a:ln>
            <a:noFill/>
          </a:ln>
        </p:spPr>
      </p:pic>
      <p:sp>
        <p:nvSpPr>
          <p:cNvPr id="311" name="Google Shape;311;p26"/>
          <p:cNvSpPr/>
          <p:nvPr/>
        </p:nvSpPr>
        <p:spPr>
          <a:xfrm>
            <a:off x="0" y="897147"/>
            <a:ext cx="12275389" cy="504645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2" name="Google Shape;312;p26"/>
          <p:cNvSpPr txBox="1"/>
          <p:nvPr>
            <p:ph idx="1" type="body"/>
          </p:nvPr>
        </p:nvSpPr>
        <p:spPr>
          <a:xfrm>
            <a:off x="838200" y="1404518"/>
            <a:ext cx="10515600" cy="4031710"/>
          </a:xfrm>
          <a:prstGeom prst="rect">
            <a:avLst/>
          </a:prstGeom>
          <a:noFill/>
          <a:ln>
            <a:noFill/>
          </a:ln>
        </p:spPr>
        <p:txBody>
          <a:bodyPr anchorCtr="0" anchor="ctr" bIns="45700" lIns="91425" spcFirstLastPara="1" rIns="91425" wrap="square" tIns="45700">
            <a:normAutofit/>
          </a:bodyPr>
          <a:lstStyle/>
          <a:p>
            <a:pPr indent="0" lvl="0" marL="0" rtl="0" algn="ctr">
              <a:lnSpc>
                <a:spcPct val="135000"/>
              </a:lnSpc>
              <a:spcBef>
                <a:spcPts val="0"/>
              </a:spcBef>
              <a:spcAft>
                <a:spcPts val="0"/>
              </a:spcAft>
              <a:buClr>
                <a:srgbClr val="404040"/>
              </a:buClr>
              <a:buSzPts val="3600"/>
              <a:buNone/>
            </a:pPr>
            <a:r>
              <a:rPr lang="es-ES" sz="3600">
                <a:solidFill>
                  <a:srgbClr val="404040"/>
                </a:solidFill>
                <a:latin typeface="Twentieth Century"/>
                <a:ea typeface="Twentieth Century"/>
                <a:cs typeface="Twentieth Century"/>
                <a:sym typeface="Twentieth Century"/>
              </a:rPr>
              <a:t>Nuestro objetivo es mostrar a Cristo como digno de nuestra mayor admiración y por la gracia de Dios ver nosotros a Jesús tal como él Es. Al hacer esto nuestros Hijos le admiraran y querrán ser como Él; y seguir el ejemplo que tenemos en Cristo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pic>
        <p:nvPicPr>
          <p:cNvPr id="317" name="Google Shape;317;p27"/>
          <p:cNvPicPr preferRelativeResize="0"/>
          <p:nvPr/>
        </p:nvPicPr>
        <p:blipFill rotWithShape="1">
          <a:blip r:embed="rId3">
            <a:alphaModFix/>
          </a:blip>
          <a:srcRect b="0" l="0" r="0" t="0"/>
          <a:stretch/>
        </p:blipFill>
        <p:spPr>
          <a:xfrm>
            <a:off x="0" y="0"/>
            <a:ext cx="10287000" cy="6858000"/>
          </a:xfrm>
          <a:prstGeom prst="rect">
            <a:avLst/>
          </a:prstGeom>
          <a:noFill/>
          <a:ln>
            <a:noFill/>
          </a:ln>
        </p:spPr>
      </p:pic>
      <p:sp>
        <p:nvSpPr>
          <p:cNvPr id="318" name="Google Shape;318;p27"/>
          <p:cNvSpPr/>
          <p:nvPr/>
        </p:nvSpPr>
        <p:spPr>
          <a:xfrm rot="-5400000">
            <a:off x="3986842" y="-1347159"/>
            <a:ext cx="6857999" cy="9552317"/>
          </a:xfrm>
          <a:prstGeom prst="flowChartManualInpu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9" name="Google Shape;319;p27"/>
          <p:cNvSpPr txBox="1"/>
          <p:nvPr>
            <p:ph idx="1" type="subTitle"/>
          </p:nvPr>
        </p:nvSpPr>
        <p:spPr>
          <a:xfrm>
            <a:off x="3479800" y="444500"/>
            <a:ext cx="8166100" cy="5664199"/>
          </a:xfrm>
          <a:prstGeom prst="rect">
            <a:avLst/>
          </a:prstGeom>
          <a:noFill/>
          <a:ln>
            <a:noFill/>
          </a:ln>
        </p:spPr>
        <p:txBody>
          <a:bodyPr anchorCtr="0" anchor="ctr" bIns="45700" lIns="91425" spcFirstLastPara="1" rIns="91425" wrap="square" tIns="45700">
            <a:noAutofit/>
          </a:bodyPr>
          <a:lstStyle/>
          <a:p>
            <a:pPr indent="0" lvl="0" marL="0" rtl="0" algn="r">
              <a:lnSpc>
                <a:spcPct val="135000"/>
              </a:lnSpc>
              <a:spcBef>
                <a:spcPts val="0"/>
              </a:spcBef>
              <a:spcAft>
                <a:spcPts val="0"/>
              </a:spcAft>
              <a:buClr>
                <a:srgbClr val="595959"/>
              </a:buClr>
              <a:buSzPts val="5400"/>
              <a:buNone/>
            </a:pPr>
            <a:r>
              <a:rPr b="1" lang="es-ES" sz="5400">
                <a:solidFill>
                  <a:srgbClr val="595959"/>
                </a:solidFill>
                <a:latin typeface="Twentieth Century"/>
                <a:ea typeface="Twentieth Century"/>
                <a:cs typeface="Twentieth Century"/>
                <a:sym typeface="Twentieth Century"/>
              </a:rPr>
              <a:t>¿Qué puedes aplicar a tu vida y ministerio?</a:t>
            </a:r>
            <a:endParaRPr b="1" sz="5400">
              <a:solidFill>
                <a:srgbClr val="595959"/>
              </a:solidFill>
              <a:latin typeface="Twentieth Century"/>
              <a:ea typeface="Twentieth Century"/>
              <a:cs typeface="Twentieth Century"/>
              <a:sym typeface="Twentieth Century"/>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2022-01-14T19:31:32Z</dcterms:created>
  <dc:creator>Enrique Villegas</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0x010100867D657BFBA35945B3F08057C1D72EB8</vt:lpwstr>
  </property>
</Properties>
</file>